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21_BE8FA7F8.xml" ContentType="application/vnd.ms-powerpoint.comments+xml"/>
  <Override PartName="/ppt/notesSlides/notesSlide2.xml" ContentType="application/vnd.openxmlformats-officedocument.presentationml.notesSlide+xml"/>
  <Override PartName="/ppt/comments/modernComment_152_0.xml" ContentType="application/vnd.ms-powerpoint.comments+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handoutMasterIdLst>
    <p:handoutMasterId r:id="rId32"/>
  </p:handoutMasterIdLst>
  <p:sldIdLst>
    <p:sldId id="289" r:id="rId5"/>
    <p:sldId id="370" r:id="rId6"/>
    <p:sldId id="371" r:id="rId7"/>
    <p:sldId id="372" r:id="rId8"/>
    <p:sldId id="374" r:id="rId9"/>
    <p:sldId id="375" r:id="rId10"/>
    <p:sldId id="338" r:id="rId11"/>
    <p:sldId id="376" r:id="rId12"/>
    <p:sldId id="399" r:id="rId13"/>
    <p:sldId id="379" r:id="rId14"/>
    <p:sldId id="380" r:id="rId15"/>
    <p:sldId id="383" r:id="rId16"/>
    <p:sldId id="384" r:id="rId17"/>
    <p:sldId id="385" r:id="rId18"/>
    <p:sldId id="386" r:id="rId19"/>
    <p:sldId id="387" r:id="rId20"/>
    <p:sldId id="388" r:id="rId21"/>
    <p:sldId id="389" r:id="rId22"/>
    <p:sldId id="391" r:id="rId23"/>
    <p:sldId id="393" r:id="rId24"/>
    <p:sldId id="394" r:id="rId25"/>
    <p:sldId id="395" r:id="rId26"/>
    <p:sldId id="396" r:id="rId27"/>
    <p:sldId id="397" r:id="rId28"/>
    <p:sldId id="398" r:id="rId29"/>
    <p:sldId id="30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727" userDrawn="1">
          <p15:clr>
            <a:srgbClr val="A4A3A4"/>
          </p15:clr>
        </p15:guide>
        <p15:guide id="2" pos="3953" userDrawn="1">
          <p15:clr>
            <a:srgbClr val="A4A3A4"/>
          </p15:clr>
        </p15:guide>
        <p15:guide id="3"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EF3FB4-40F9-4C46-C921-5184EA2E7293}" name="Vishal Mahajan" initials="VM" userId="S::vismahaj@publicisgroupe.net::f787045f-ed62-4372-a94f-4a3ebcc6e0c9" providerId="AD"/>
  <p188:author id="{131D15F1-BE95-A696-7ABA-467D4BA5F84F}" name="Richard Evans" initials="RE" userId="S::richard@iaccessible.net::25835a19-451b-42a2-bf09-d26f645f728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7D95"/>
    <a:srgbClr val="F2F2F2"/>
    <a:srgbClr val="009688"/>
    <a:srgbClr val="FFFFFF"/>
    <a:srgbClr val="000000"/>
    <a:srgbClr val="15B3A3"/>
    <a:srgbClr val="4B95E0"/>
    <a:srgbClr val="83C937"/>
    <a:srgbClr val="27AE60"/>
    <a:srgbClr val="78BB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0C8BF6-3FC9-4649-C100-78845832BC5F}" v="92" dt="2026-01-28T01:13:35.290"/>
    <p1510:client id="{4FB7855B-0944-5A8D-A49C-6F68A5EFF0C0}" v="4" dt="2026-01-28T22:01:23.1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727"/>
        <p:guide pos="3953"/>
        <p:guide orient="horz" pos="216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Evans" userId="S::richard@iaccessible.net::25835a19-451b-42a2-bf09-d26f645f728b" providerId="AD" clId="Web-{4FB7855B-0944-5A8D-A49C-6F68A5EFF0C0}"/>
    <pc:docChg chg="modSld">
      <pc:chgData name="Richard Evans" userId="S::richard@iaccessible.net::25835a19-451b-42a2-bf09-d26f645f728b" providerId="AD" clId="Web-{4FB7855B-0944-5A8D-A49C-6F68A5EFF0C0}" dt="2026-01-28T22:01:23.197" v="1" actId="20577"/>
      <pc:docMkLst>
        <pc:docMk/>
      </pc:docMkLst>
      <pc:sldChg chg="modSp">
        <pc:chgData name="Richard Evans" userId="S::richard@iaccessible.net::25835a19-451b-42a2-bf09-d26f645f728b" providerId="AD" clId="Web-{4FB7855B-0944-5A8D-A49C-6F68A5EFF0C0}" dt="2026-01-28T22:01:23.197" v="1" actId="20577"/>
        <pc:sldMkLst>
          <pc:docMk/>
          <pc:sldMk cId="1398301189" sldId="399"/>
        </pc:sldMkLst>
        <pc:spChg chg="mod">
          <ac:chgData name="Richard Evans" userId="S::richard@iaccessible.net::25835a19-451b-42a2-bf09-d26f645f728b" providerId="AD" clId="Web-{4FB7855B-0944-5A8D-A49C-6F68A5EFF0C0}" dt="2026-01-28T22:01:23.197" v="1" actId="20577"/>
          <ac:spMkLst>
            <pc:docMk/>
            <pc:sldMk cId="1398301189" sldId="399"/>
            <ac:spMk id="4" creationId="{A7EB8CBD-E755-A5C1-E98D-30B556DAFD3E}"/>
          </ac:spMkLst>
        </pc:spChg>
      </pc:sldChg>
    </pc:docChg>
  </pc:docChgLst>
  <pc:docChgLst>
    <pc:chgData name="v-kennedys@microsoft.com" userId="S::urn:spo:guest#v-kennedys@microsoft.com::" providerId="AD" clId="Web-{400C8BF6-3FC9-4649-C100-78845832BC5F}"/>
    <pc:docChg chg="modSld">
      <pc:chgData name="v-kennedys@microsoft.com" userId="S::urn:spo:guest#v-kennedys@microsoft.com::" providerId="AD" clId="Web-{400C8BF6-3FC9-4649-C100-78845832BC5F}" dt="2026-01-28T01:13:35.290" v="85"/>
      <pc:docMkLst>
        <pc:docMk/>
      </pc:docMkLst>
      <pc:sldChg chg="modSp">
        <pc:chgData name="v-kennedys@microsoft.com" userId="S::urn:spo:guest#v-kennedys@microsoft.com::" providerId="AD" clId="Web-{400C8BF6-3FC9-4649-C100-78845832BC5F}" dt="2026-01-28T01:13:35.290" v="85"/>
        <pc:sldMkLst>
          <pc:docMk/>
          <pc:sldMk cId="3197085688" sldId="289"/>
        </pc:sldMkLst>
        <pc:picChg chg="mod">
          <ac:chgData name="v-kennedys@microsoft.com" userId="S::urn:spo:guest#v-kennedys@microsoft.com::" providerId="AD" clId="Web-{400C8BF6-3FC9-4649-C100-78845832BC5F}" dt="2026-01-28T01:13:35.290" v="85"/>
          <ac:picMkLst>
            <pc:docMk/>
            <pc:sldMk cId="3197085688" sldId="289"/>
            <ac:picMk id="3" creationId="{E4A499D9-EE63-F646-38A7-69FF2E2346D7}"/>
          </ac:picMkLst>
        </pc:picChg>
      </pc:sldChg>
      <pc:sldChg chg="addSp delSp modSp">
        <pc:chgData name="v-kennedys@microsoft.com" userId="S::urn:spo:guest#v-kennedys@microsoft.com::" providerId="AD" clId="Web-{400C8BF6-3FC9-4649-C100-78845832BC5F}" dt="2026-01-28T01:08:12.452" v="13" actId="20577"/>
        <pc:sldMkLst>
          <pc:docMk/>
          <pc:sldMk cId="2185338459" sldId="376"/>
        </pc:sldMkLst>
        <pc:spChg chg="add del">
          <ac:chgData name="v-kennedys@microsoft.com" userId="S::urn:spo:guest#v-kennedys@microsoft.com::" providerId="AD" clId="Web-{400C8BF6-3FC9-4649-C100-78845832BC5F}" dt="2026-01-28T01:07:22.138" v="6"/>
          <ac:spMkLst>
            <pc:docMk/>
            <pc:sldMk cId="2185338459" sldId="376"/>
            <ac:spMk id="2" creationId="{D587E96D-ADEC-D6B6-CBDF-EA557F26AC0D}"/>
          </ac:spMkLst>
        </pc:spChg>
        <pc:spChg chg="mod">
          <ac:chgData name="v-kennedys@microsoft.com" userId="S::urn:spo:guest#v-kennedys@microsoft.com::" providerId="AD" clId="Web-{400C8BF6-3FC9-4649-C100-78845832BC5F}" dt="2026-01-28T01:07:10.732" v="4" actId="14100"/>
          <ac:spMkLst>
            <pc:docMk/>
            <pc:sldMk cId="2185338459" sldId="376"/>
            <ac:spMk id="4" creationId="{574EA170-4DC8-7938-493B-263B0597E26A}"/>
          </ac:spMkLst>
        </pc:spChg>
        <pc:spChg chg="add mod">
          <ac:chgData name="v-kennedys@microsoft.com" userId="S::urn:spo:guest#v-kennedys@microsoft.com::" providerId="AD" clId="Web-{400C8BF6-3FC9-4649-C100-78845832BC5F}" dt="2026-01-28T01:08:12.452" v="13" actId="20577"/>
          <ac:spMkLst>
            <pc:docMk/>
            <pc:sldMk cId="2185338459" sldId="376"/>
            <ac:spMk id="5" creationId="{70F93FFC-B7AA-7287-9170-00BCEACDEE6A}"/>
          </ac:spMkLst>
        </pc:spChg>
      </pc:sldChg>
      <pc:sldChg chg="modSp">
        <pc:chgData name="v-kennedys@microsoft.com" userId="S::urn:spo:guest#v-kennedys@microsoft.com::" providerId="AD" clId="Web-{400C8BF6-3FC9-4649-C100-78845832BC5F}" dt="2026-01-28T01:10:55.800" v="53"/>
        <pc:sldMkLst>
          <pc:docMk/>
          <pc:sldMk cId="246994060" sldId="385"/>
        </pc:sldMkLst>
        <pc:spChg chg="ord">
          <ac:chgData name="v-kennedys@microsoft.com" userId="S::urn:spo:guest#v-kennedys@microsoft.com::" providerId="AD" clId="Web-{400C8BF6-3FC9-4649-C100-78845832BC5F}" dt="2026-01-28T01:09:23.703" v="22"/>
          <ac:spMkLst>
            <pc:docMk/>
            <pc:sldMk cId="246994060" sldId="385"/>
            <ac:spMk id="2" creationId="{58535A00-9A1A-6E7C-235E-F30B1F144314}"/>
          </ac:spMkLst>
        </pc:spChg>
        <pc:spChg chg="mod modVis">
          <ac:chgData name="v-kennedys@microsoft.com" userId="S::urn:spo:guest#v-kennedys@microsoft.com::" providerId="AD" clId="Web-{400C8BF6-3FC9-4649-C100-78845832BC5F}" dt="2026-01-28T01:10:55.800" v="53"/>
          <ac:spMkLst>
            <pc:docMk/>
            <pc:sldMk cId="246994060" sldId="385"/>
            <ac:spMk id="27" creationId="{F1D702A2-EBDA-357C-AE81-3F02ABB65C47}"/>
          </ac:spMkLst>
        </pc:spChg>
        <pc:spChg chg="ord">
          <ac:chgData name="v-kennedys@microsoft.com" userId="S::urn:spo:guest#v-kennedys@microsoft.com::" providerId="AD" clId="Web-{400C8BF6-3FC9-4649-C100-78845832BC5F}" dt="2026-01-28T01:09:51.469" v="37"/>
          <ac:spMkLst>
            <pc:docMk/>
            <pc:sldMk cId="246994060" sldId="385"/>
            <ac:spMk id="59" creationId="{EF37BA56-D343-D44D-F4B2-F188F9CCBBC5}"/>
          </ac:spMkLst>
        </pc:spChg>
        <pc:spChg chg="ord">
          <ac:chgData name="v-kennedys@microsoft.com" userId="S::urn:spo:guest#v-kennedys@microsoft.com::" providerId="AD" clId="Web-{400C8BF6-3FC9-4649-C100-78845832BC5F}" dt="2026-01-28T01:10:09.938" v="41"/>
          <ac:spMkLst>
            <pc:docMk/>
            <pc:sldMk cId="246994060" sldId="385"/>
            <ac:spMk id="60" creationId="{FD2B1E7A-AEE5-329E-94AB-2BD92E017D63}"/>
          </ac:spMkLst>
        </pc:spChg>
        <pc:spChg chg="mod modVis">
          <ac:chgData name="v-kennedys@microsoft.com" userId="S::urn:spo:guest#v-kennedys@microsoft.com::" providerId="AD" clId="Web-{400C8BF6-3FC9-4649-C100-78845832BC5F}" dt="2026-01-28T01:10:54.503" v="52"/>
          <ac:spMkLst>
            <pc:docMk/>
            <pc:sldMk cId="246994060" sldId="385"/>
            <ac:spMk id="61" creationId="{0D400FF2-CA8B-CCB6-992A-3429D183D3CE}"/>
          </ac:spMkLst>
        </pc:spChg>
        <pc:spChg chg="ord">
          <ac:chgData name="v-kennedys@microsoft.com" userId="S::urn:spo:guest#v-kennedys@microsoft.com::" providerId="AD" clId="Web-{400C8BF6-3FC9-4649-C100-78845832BC5F}" dt="2026-01-28T01:10:18.158" v="44"/>
          <ac:spMkLst>
            <pc:docMk/>
            <pc:sldMk cId="246994060" sldId="385"/>
            <ac:spMk id="62" creationId="{2A23A166-A974-2740-D31D-EAD22220FF15}"/>
          </ac:spMkLst>
        </pc:spChg>
        <pc:spChg chg="ord">
          <ac:chgData name="v-kennedys@microsoft.com" userId="S::urn:spo:guest#v-kennedys@microsoft.com::" providerId="AD" clId="Web-{400C8BF6-3FC9-4649-C100-78845832BC5F}" dt="2026-01-28T01:10:20.377" v="46"/>
          <ac:spMkLst>
            <pc:docMk/>
            <pc:sldMk cId="246994060" sldId="385"/>
            <ac:spMk id="63" creationId="{424A4EE1-7D63-E154-D8E0-28EB400BDE77}"/>
          </ac:spMkLst>
        </pc:spChg>
        <pc:spChg chg="ord">
          <ac:chgData name="v-kennedys@microsoft.com" userId="S::urn:spo:guest#v-kennedys@microsoft.com::" providerId="AD" clId="Web-{400C8BF6-3FC9-4649-C100-78845832BC5F}" dt="2026-01-28T01:09:35" v="31"/>
          <ac:spMkLst>
            <pc:docMk/>
            <pc:sldMk cId="246994060" sldId="385"/>
            <ac:spMk id="65" creationId="{623CB5FB-D068-FD9F-7461-9041C1D78225}"/>
          </ac:spMkLst>
        </pc:spChg>
        <pc:spChg chg="ord">
          <ac:chgData name="v-kennedys@microsoft.com" userId="S::urn:spo:guest#v-kennedys@microsoft.com::" providerId="AD" clId="Web-{400C8BF6-3FC9-4649-C100-78845832BC5F}" dt="2026-01-28T01:10:22.080" v="47"/>
          <ac:spMkLst>
            <pc:docMk/>
            <pc:sldMk cId="246994060" sldId="385"/>
            <ac:spMk id="66" creationId="{A2C1270C-B948-FAD8-BB2E-CDED2F1DE8EF}"/>
          </ac:spMkLst>
        </pc:spChg>
      </pc:sldChg>
      <pc:sldChg chg="modSp">
        <pc:chgData name="v-kennedys@microsoft.com" userId="S::urn:spo:guest#v-kennedys@microsoft.com::" providerId="AD" clId="Web-{400C8BF6-3FC9-4649-C100-78845832BC5F}" dt="2026-01-28T01:13:07.102" v="84"/>
        <pc:sldMkLst>
          <pc:docMk/>
          <pc:sldMk cId="1321034620" sldId="387"/>
        </pc:sldMkLst>
        <pc:spChg chg="ord">
          <ac:chgData name="v-kennedys@microsoft.com" userId="S::urn:spo:guest#v-kennedys@microsoft.com::" providerId="AD" clId="Web-{400C8BF6-3FC9-4649-C100-78845832BC5F}" dt="2026-01-28T01:11:29.083" v="54"/>
          <ac:spMkLst>
            <pc:docMk/>
            <pc:sldMk cId="1321034620" sldId="387"/>
            <ac:spMk id="2" creationId="{7D9DF69B-8479-DC1F-42EB-827D7F7347E2}"/>
          </ac:spMkLst>
        </pc:spChg>
        <pc:spChg chg="mod modVis">
          <ac:chgData name="v-kennedys@microsoft.com" userId="S::urn:spo:guest#v-kennedys@microsoft.com::" providerId="AD" clId="Web-{400C8BF6-3FC9-4649-C100-78845832BC5F}" dt="2026-01-28T01:12:00.224" v="82"/>
          <ac:spMkLst>
            <pc:docMk/>
            <pc:sldMk cId="1321034620" sldId="387"/>
            <ac:spMk id="3" creationId="{2571486E-BC7A-1009-99B0-DF74B84F74A3}"/>
          </ac:spMkLst>
        </pc:spChg>
        <pc:spChg chg="ord">
          <ac:chgData name="v-kennedys@microsoft.com" userId="S::urn:spo:guest#v-kennedys@microsoft.com::" providerId="AD" clId="Web-{400C8BF6-3FC9-4649-C100-78845832BC5F}" dt="2026-01-28T01:11:34.739" v="61"/>
          <ac:spMkLst>
            <pc:docMk/>
            <pc:sldMk cId="1321034620" sldId="387"/>
            <ac:spMk id="4" creationId="{26C0790F-F450-1B88-4572-D79688D261A1}"/>
          </ac:spMkLst>
        </pc:spChg>
        <pc:spChg chg="ord">
          <ac:chgData name="v-kennedys@microsoft.com" userId="S::urn:spo:guest#v-kennedys@microsoft.com::" providerId="AD" clId="Web-{400C8BF6-3FC9-4649-C100-78845832BC5F}" dt="2026-01-28T01:11:37.692" v="67"/>
          <ac:spMkLst>
            <pc:docMk/>
            <pc:sldMk cId="1321034620" sldId="387"/>
            <ac:spMk id="6" creationId="{7D0C6C7B-6454-936F-CBF1-21BEFF0BF2DE}"/>
          </ac:spMkLst>
        </pc:spChg>
        <pc:spChg chg="mod ord">
          <ac:chgData name="v-kennedys@microsoft.com" userId="S::urn:spo:guest#v-kennedys@microsoft.com::" providerId="AD" clId="Web-{400C8BF6-3FC9-4649-C100-78845832BC5F}" dt="2026-01-28T01:12:57.226" v="83"/>
          <ac:spMkLst>
            <pc:docMk/>
            <pc:sldMk cId="1321034620" sldId="387"/>
            <ac:spMk id="7" creationId="{C68AA57F-7F93-1815-294F-0DC2C3E608C3}"/>
          </ac:spMkLst>
        </pc:spChg>
        <pc:spChg chg="ord">
          <ac:chgData name="v-kennedys@microsoft.com" userId="S::urn:spo:guest#v-kennedys@microsoft.com::" providerId="AD" clId="Web-{400C8BF6-3FC9-4649-C100-78845832BC5F}" dt="2026-01-28T01:11:43.036" v="76"/>
          <ac:spMkLst>
            <pc:docMk/>
            <pc:sldMk cId="1321034620" sldId="387"/>
            <ac:spMk id="8" creationId="{B73316D5-E269-1B37-9EAF-B1BFA83C70C7}"/>
          </ac:spMkLst>
        </pc:spChg>
        <pc:cxnChg chg="mod modVis">
          <ac:chgData name="v-kennedys@microsoft.com" userId="S::urn:spo:guest#v-kennedys@microsoft.com::" providerId="AD" clId="Web-{400C8BF6-3FC9-4649-C100-78845832BC5F}" dt="2026-01-28T01:11:58.037" v="80"/>
          <ac:cxnSpMkLst>
            <pc:docMk/>
            <pc:sldMk cId="1321034620" sldId="387"/>
            <ac:cxnSpMk id="11" creationId="{986E7F2A-A9A5-EC89-8C4E-29F6F34B7D4F}"/>
          </ac:cxnSpMkLst>
        </pc:cxnChg>
        <pc:cxnChg chg="mod modVis">
          <ac:chgData name="v-kennedys@microsoft.com" userId="S::urn:spo:guest#v-kennedys@microsoft.com::" providerId="AD" clId="Web-{400C8BF6-3FC9-4649-C100-78845832BC5F}" dt="2026-01-28T01:11:57.490" v="79"/>
          <ac:cxnSpMkLst>
            <pc:docMk/>
            <pc:sldMk cId="1321034620" sldId="387"/>
            <ac:cxnSpMk id="12" creationId="{4450D4A4-97C4-9D3F-39E2-A22F29456BA6}"/>
          </ac:cxnSpMkLst>
        </pc:cxnChg>
        <pc:cxnChg chg="mod modVis">
          <ac:chgData name="v-kennedys@microsoft.com" userId="S::urn:spo:guest#v-kennedys@microsoft.com::" providerId="AD" clId="Web-{400C8BF6-3FC9-4649-C100-78845832BC5F}" dt="2026-01-28T01:13:07.102" v="84"/>
          <ac:cxnSpMkLst>
            <pc:docMk/>
            <pc:sldMk cId="1321034620" sldId="387"/>
            <ac:cxnSpMk id="13" creationId="{D28947CB-8B9A-A5D3-5D4F-411E97A006E2}"/>
          </ac:cxnSpMkLst>
        </pc:cxnChg>
        <pc:cxnChg chg="mod modVis">
          <ac:chgData name="v-kennedys@microsoft.com" userId="S::urn:spo:guest#v-kennedys@microsoft.com::" providerId="AD" clId="Web-{400C8BF6-3FC9-4649-C100-78845832BC5F}" dt="2026-01-28T01:11:55.552" v="77"/>
          <ac:cxnSpMkLst>
            <pc:docMk/>
            <pc:sldMk cId="1321034620" sldId="387"/>
            <ac:cxnSpMk id="14" creationId="{92C3A888-7F87-62DD-02E3-247F1C67FDD8}"/>
          </ac:cxnSpMkLst>
        </pc:cxnChg>
      </pc:sldChg>
    </pc:docChg>
  </pc:docChgLst>
</pc:chgInfo>
</file>

<file path=ppt/comments/modernComment_121_BE8FA7F8.xml><?xml version="1.0" encoding="utf-8"?>
<p188:cmLst xmlns:a="http://schemas.openxmlformats.org/drawingml/2006/main" xmlns:r="http://schemas.openxmlformats.org/officeDocument/2006/relationships" xmlns:p188="http://schemas.microsoft.com/office/powerpoint/2018/8/main">
  <p188:cm id="{F109106A-5328-40C4-A9E7-57C890CA3E88}" authorId="{131D15F1-BE95-A696-7ABA-467D4BA5F84F}" created="2025-12-11T20:07:36.920">
    <pc:sldMkLst xmlns:pc="http://schemas.microsoft.com/office/powerpoint/2013/main/command">
      <pc:docMk/>
      <pc:sldMk cId="3197085688" sldId="289"/>
    </pc:sldMkLst>
    <p188:txBody>
      <a:bodyPr/>
      <a:lstStyle/>
      <a:p>
        <a:r>
          <a:rPr lang="en-US"/>
          <a:t>I have gone through this deck and added comments to each slide. 
It would be helpful to go through this together to review new slide content and hear the talk track. 
It would also be helpful to identify for ourselves and agree on which slides are core to the pitch and should be presented each time and which are "appendix" or "drop in" slides that can be used selectively based on the conversation and the audience. 
Overall the improvements to existing slides and the new slides added are a significant improvement. Nice job! </a:t>
        </a:r>
      </a:p>
    </p188:txBody>
  </p188:cm>
  <p188:cm id="{64787750-8B8D-4F8F-BE55-A40F3BEF8913}" authorId="{131D15F1-BE95-A696-7ABA-467D4BA5F84F}" created="2025-12-11T20:15:41.920">
    <pc:sldMkLst xmlns:pc="http://schemas.microsoft.com/office/powerpoint/2013/main/command">
      <pc:docMk/>
      <pc:sldMk cId="3197085688" sldId="289"/>
    </pc:sldMkLst>
    <p188:txBody>
      <a:bodyPr/>
      <a:lstStyle/>
      <a:p>
        <a:r>
          <a:rPr lang="en-US"/>
          <a:t>I'm adding this comment after I've reviewed everything. My only other overarching comment is that there are three or potentially four different slide formats used throughout the presentation. Some of them are complementary and it is not a problem that they are slightly different and used in the same presentation. Then there are one or two others that are significantly different. 
Once the updates are finalized. We may want to go back and clean up the layouts to ensure that we only have one or two variations used. I can do that at the end this has nothing to do with content it's just a little extra polish at the end</a:t>
        </a:r>
      </a:p>
    </p188:txBody>
  </p188:cm>
  <p188:cm id="{1969AD29-3B07-4822-9152-D33E74FB8977}" authorId="{131D15F1-BE95-A696-7ABA-467D4BA5F84F}" created="2025-12-19T16:19:09.151">
    <ac:deMkLst xmlns:ac="http://schemas.microsoft.com/office/drawing/2013/main/command">
      <pc:docMk xmlns:pc="http://schemas.microsoft.com/office/powerpoint/2013/main/command"/>
      <pc:sldMk xmlns:pc="http://schemas.microsoft.com/office/powerpoint/2013/main/command" cId="3197085688" sldId="289"/>
      <ac:picMk id="24" creationId="{E64DD44B-8806-9491-6CEF-E2707522C97C}"/>
    </ac:deMkLst>
    <p188:txBody>
      <a:bodyPr/>
      <a:lstStyle/>
      <a:p>
        <a:r>
          <a:rPr lang="en-US"/>
          <a:t>We should update the color on the IACCESSIBLE portion of this logo to another color. Currently white or clear. </a:t>
        </a:r>
      </a:p>
    </p188:txBody>
  </p188:cm>
</p188:cmLst>
</file>

<file path=ppt/comments/modernComment_152_0.xml><?xml version="1.0" encoding="utf-8"?>
<p188:cmLst xmlns:a="http://schemas.openxmlformats.org/drawingml/2006/main" xmlns:r="http://schemas.openxmlformats.org/officeDocument/2006/relationships" xmlns:p188="http://schemas.microsoft.com/office/powerpoint/2018/8/main">
  <p188:cm id="{C7539BE9-5C01-4F3E-A095-F9FC8BE6DEB9}" authorId="{131D15F1-BE95-A696-7ABA-467D4BA5F84F}" status="resolved" created="2025-12-11T19:59:13.004" complete="100000">
    <ac:txMkLst xmlns:ac="http://schemas.microsoft.com/office/drawing/2013/main/command">
      <pc:docMk xmlns:pc="http://schemas.microsoft.com/office/powerpoint/2013/main/command"/>
      <pc:sldMk xmlns:pc="http://schemas.microsoft.com/office/powerpoint/2013/main/command" cId="0" sldId="338"/>
      <ac:spMk id="4" creationId="{00000000-0000-0000-0000-000000000000}"/>
      <ac:txMk cp="263">
        <ac:context len="264" hash="1357801026"/>
      </ac:txMk>
    </ac:txMkLst>
    <p188:pos x="6163949" y="2009350"/>
    <p188:txBody>
      <a:bodyPr/>
      <a:lstStyle/>
      <a:p>
        <a:r>
          <a:rPr lang="en-US"/>
          <a:t>Let's talk about this in our next call. I'm not sure I have heard this partnership angle. Does it connect to scale? </a:t>
        </a:r>
      </a:p>
    </p188:txBody>
    <p188:extLst>
      <p:ext xmlns:p="http://schemas.openxmlformats.org/presentationml/2006/main" uri="{57CB4572-C831-44C2-8A1C-0ADB6CCDFE69}">
        <p223:reactions xmlns:p223="http://schemas.microsoft.com/office/powerpoint/2022/03/main">
          <p223:rxn type="👍">
            <p223:instance time="2025-12-19T16:27:34.437" authorId="{131D15F1-BE95-A696-7ABA-467D4BA5F84F}"/>
          </p223:rxn>
        </p223:reactions>
      </p:ext>
    </p188:extLst>
  </p188:cm>
  <p188:cm id="{69B8DCAB-EB7C-4939-9A60-225B7BE420D3}" authorId="{131D15F1-BE95-A696-7ABA-467D4BA5F84F}" created="2025-12-19T16:33:07.250">
    <ac:deMkLst xmlns:ac="http://schemas.microsoft.com/office/drawing/2013/main/command">
      <pc:docMk xmlns:pc="http://schemas.microsoft.com/office/powerpoint/2013/main/command"/>
      <pc:sldMk xmlns:pc="http://schemas.microsoft.com/office/powerpoint/2013/main/command" cId="0" sldId="338"/>
      <ac:spMk id="4" creationId="{00000000-0000-0000-0000-000000000000}"/>
    </ac:deMkLst>
    <p188:txBody>
      <a:bodyPr/>
      <a:lstStyle/>
      <a:p>
        <a:r>
          <a:rPr lang="en-US"/>
          <a:t>We agreed to continue working on this slide to better address scale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9975DB-D878-4F3C-A9B2-A027D24795C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EF7DB74-D2B3-4546-ABA1-0A713AF35A5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186CBF-3BCD-4B0E-9864-60203D1844EC}" type="datetimeFigureOut">
              <a:rPr lang="en-IN" smtClean="0"/>
              <a:t>28-01-2026</a:t>
            </a:fld>
            <a:endParaRPr lang="en-IN"/>
          </a:p>
        </p:txBody>
      </p:sp>
      <p:sp>
        <p:nvSpPr>
          <p:cNvPr id="4" name="Footer Placeholder 3">
            <a:extLst>
              <a:ext uri="{FF2B5EF4-FFF2-40B4-BE49-F238E27FC236}">
                <a16:creationId xmlns:a16="http://schemas.microsoft.com/office/drawing/2014/main" id="{BE6AC960-F2A3-42D2-9C42-294F0CA220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9D40F7D-CB6D-4604-AB37-FE36BAB1B62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459CA7-22FF-4E51-B626-9933BB5B8ECC}" type="slidenum">
              <a:rPr lang="en-IN" smtClean="0"/>
              <a:t>‹#›</a:t>
            </a:fld>
            <a:endParaRPr lang="en-IN"/>
          </a:p>
        </p:txBody>
      </p:sp>
    </p:spTree>
    <p:extLst>
      <p:ext uri="{BB962C8B-B14F-4D97-AF65-F5344CB8AC3E}">
        <p14:creationId xmlns:p14="http://schemas.microsoft.com/office/powerpoint/2010/main" val="26546264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D99568-3CBB-47C7-82F4-4C4B60140494}" type="datetimeFigureOut">
              <a:rPr lang="en-IN" smtClean="0"/>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7661D4-4D43-4CEC-A020-BFCFD7AF0B70}" type="slidenum">
              <a:rPr lang="en-IN" smtClean="0"/>
              <a:t>‹#›</a:t>
            </a:fld>
            <a:endParaRPr lang="en-IN"/>
          </a:p>
        </p:txBody>
      </p:sp>
    </p:spTree>
    <p:extLst>
      <p:ext uri="{BB962C8B-B14F-4D97-AF65-F5344CB8AC3E}">
        <p14:creationId xmlns:p14="http://schemas.microsoft.com/office/powerpoint/2010/main" val="2065585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7661D4-4D43-4CEC-A020-BFCFD7AF0B70}" type="slidenum">
              <a:rPr lang="en-IN" smtClean="0"/>
              <a:t>1</a:t>
            </a:fld>
            <a:endParaRPr lang="en-IN"/>
          </a:p>
        </p:txBody>
      </p:sp>
    </p:spTree>
    <p:extLst>
      <p:ext uri="{BB962C8B-B14F-4D97-AF65-F5344CB8AC3E}">
        <p14:creationId xmlns:p14="http://schemas.microsoft.com/office/powerpoint/2010/main" val="1725062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Add speaker notes and summarize granola notes </a:t>
            </a: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5D7661D4-4D43-4CEC-A020-BFCFD7AF0B70}" type="slidenum">
              <a:rPr lang="en-IN" smtClean="0"/>
              <a:t>7</a:t>
            </a:fld>
            <a:endParaRPr lang="en-IN"/>
          </a:p>
        </p:txBody>
      </p:sp>
    </p:spTree>
    <p:extLst>
      <p:ext uri="{BB962C8B-B14F-4D97-AF65-F5344CB8AC3E}">
        <p14:creationId xmlns:p14="http://schemas.microsoft.com/office/powerpoint/2010/main" val="1264238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D7661D4-4D43-4CEC-A020-BFCFD7AF0B70}" type="slidenum">
              <a:rPr lang="en-IN" smtClean="0"/>
              <a:t>26</a:t>
            </a:fld>
            <a:endParaRPr lang="en-IN"/>
          </a:p>
        </p:txBody>
      </p:sp>
    </p:spTree>
    <p:extLst>
      <p:ext uri="{BB962C8B-B14F-4D97-AF65-F5344CB8AC3E}">
        <p14:creationId xmlns:p14="http://schemas.microsoft.com/office/powerpoint/2010/main" val="1228022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497FA-2450-4009-8627-317B3205C97D}"/>
              </a:ext>
            </a:extLst>
          </p:cNvPr>
          <p:cNvSpPr>
            <a:spLocks noGrp="1"/>
          </p:cNvSpPr>
          <p:nvPr>
            <p:ph type="ctrTitle"/>
          </p:nvPr>
        </p:nvSpPr>
        <p:spPr>
          <a:xfrm>
            <a:off x="360000" y="2835773"/>
            <a:ext cx="5931232" cy="1477328"/>
          </a:xfrm>
        </p:spPr>
        <p:txBody>
          <a:bodyPr vert="horz" wrap="square" lIns="0" tIns="0" rIns="0" bIns="0" rtlCol="0" anchor="b" anchorCtr="0">
            <a:spAutoFit/>
          </a:bodyPr>
          <a:lstStyle>
            <a:lvl1pPr>
              <a:defRPr lang="en-IN" sz="4800" b="1" dirty="0">
                <a:solidFill>
                  <a:schemeClr val="accent1"/>
                </a:solidFill>
              </a:defRPr>
            </a:lvl1pPr>
          </a:lstStyle>
          <a:p>
            <a:pPr marL="0" lvl="0">
              <a:lnSpc>
                <a:spcPct val="100000"/>
              </a:lnSpc>
            </a:pPr>
            <a:r>
              <a:rPr lang="en-US"/>
              <a:t>Click to edit Master title style</a:t>
            </a:r>
            <a:endParaRPr lang="en-IN"/>
          </a:p>
        </p:txBody>
      </p:sp>
      <p:sp>
        <p:nvSpPr>
          <p:cNvPr id="3" name="Subtitle 2">
            <a:extLst>
              <a:ext uri="{FF2B5EF4-FFF2-40B4-BE49-F238E27FC236}">
                <a16:creationId xmlns:a16="http://schemas.microsoft.com/office/drawing/2014/main" id="{668F974D-7E5B-4E4F-9744-DF471334D15C}"/>
              </a:ext>
            </a:extLst>
          </p:cNvPr>
          <p:cNvSpPr>
            <a:spLocks noGrp="1"/>
          </p:cNvSpPr>
          <p:nvPr>
            <p:ph type="subTitle" idx="1"/>
          </p:nvPr>
        </p:nvSpPr>
        <p:spPr>
          <a:xfrm>
            <a:off x="360000" y="4484006"/>
            <a:ext cx="5931232" cy="276999"/>
          </a:xfrm>
        </p:spPr>
        <p:txBody>
          <a:bodyPr vert="horz" wrap="square" lIns="0" tIns="0" rIns="0" bIns="0" rtlCol="0">
            <a:spAutoFit/>
          </a:bodyPr>
          <a:lstStyle>
            <a:lvl1pPr>
              <a:defRPr lang="en-IN" sz="1800">
                <a:solidFill>
                  <a:schemeClr val="accent4"/>
                </a:solidFill>
              </a:defRPr>
            </a:lvl1pPr>
          </a:lstStyle>
          <a:p>
            <a:pPr marL="0" lvl="0" indent="0">
              <a:lnSpc>
                <a:spcPct val="100000"/>
              </a:lnSpc>
              <a:buNone/>
            </a:pPr>
            <a:r>
              <a:rPr lang="en-US"/>
              <a:t>Click to edit Master subtitle style</a:t>
            </a:r>
            <a:endParaRPr lang="en-IN"/>
          </a:p>
        </p:txBody>
      </p:sp>
      <p:sp>
        <p:nvSpPr>
          <p:cNvPr id="4" name="Date Placeholder 3">
            <a:extLst>
              <a:ext uri="{FF2B5EF4-FFF2-40B4-BE49-F238E27FC236}">
                <a16:creationId xmlns:a16="http://schemas.microsoft.com/office/drawing/2014/main" id="{C6FAA205-D515-491E-BC26-715564B1709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D3E272B-589E-430B-9706-A496CE1F97CA}"/>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140505858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497FA-2450-4009-8627-317B3205C97D}"/>
              </a:ext>
            </a:extLst>
          </p:cNvPr>
          <p:cNvSpPr>
            <a:spLocks noGrp="1"/>
          </p:cNvSpPr>
          <p:nvPr>
            <p:ph type="ctrTitle"/>
          </p:nvPr>
        </p:nvSpPr>
        <p:spPr>
          <a:xfrm>
            <a:off x="360000" y="2835773"/>
            <a:ext cx="5931232" cy="1477328"/>
          </a:xfrm>
        </p:spPr>
        <p:txBody>
          <a:bodyPr vert="horz" wrap="square" lIns="0" tIns="0" rIns="0" bIns="0" rtlCol="0" anchor="b" anchorCtr="0">
            <a:spAutoFit/>
          </a:bodyPr>
          <a:lstStyle>
            <a:lvl1pPr>
              <a:defRPr lang="en-IN" sz="4800" b="1" dirty="0">
                <a:solidFill>
                  <a:schemeClr val="accent1"/>
                </a:solidFill>
              </a:defRPr>
            </a:lvl1pPr>
          </a:lstStyle>
          <a:p>
            <a:pPr marL="0" lvl="0">
              <a:lnSpc>
                <a:spcPct val="100000"/>
              </a:lnSpc>
            </a:pPr>
            <a:r>
              <a:rPr lang="en-US"/>
              <a:t>Click to edit Master title style</a:t>
            </a:r>
            <a:endParaRPr lang="en-IN"/>
          </a:p>
        </p:txBody>
      </p:sp>
      <p:sp>
        <p:nvSpPr>
          <p:cNvPr id="3" name="Subtitle 2">
            <a:extLst>
              <a:ext uri="{FF2B5EF4-FFF2-40B4-BE49-F238E27FC236}">
                <a16:creationId xmlns:a16="http://schemas.microsoft.com/office/drawing/2014/main" id="{668F974D-7E5B-4E4F-9744-DF471334D15C}"/>
              </a:ext>
            </a:extLst>
          </p:cNvPr>
          <p:cNvSpPr>
            <a:spLocks noGrp="1"/>
          </p:cNvSpPr>
          <p:nvPr>
            <p:ph type="subTitle" idx="1"/>
          </p:nvPr>
        </p:nvSpPr>
        <p:spPr>
          <a:xfrm>
            <a:off x="360000" y="4484006"/>
            <a:ext cx="5931232" cy="276999"/>
          </a:xfrm>
        </p:spPr>
        <p:txBody>
          <a:bodyPr vert="horz" wrap="square" lIns="0" tIns="0" rIns="0" bIns="0" rtlCol="0">
            <a:spAutoFit/>
          </a:bodyPr>
          <a:lstStyle>
            <a:lvl1pPr>
              <a:defRPr lang="en-IN" sz="1800">
                <a:solidFill>
                  <a:schemeClr val="accent4"/>
                </a:solidFill>
              </a:defRPr>
            </a:lvl1pPr>
          </a:lstStyle>
          <a:p>
            <a:pPr marL="0" lvl="0" indent="0">
              <a:lnSpc>
                <a:spcPct val="100000"/>
              </a:lnSpc>
              <a:buNone/>
            </a:pPr>
            <a:r>
              <a:rPr lang="en-US"/>
              <a:t>Click to edit Master subtitle style</a:t>
            </a:r>
            <a:endParaRPr lang="en-IN"/>
          </a:p>
        </p:txBody>
      </p:sp>
      <p:sp>
        <p:nvSpPr>
          <p:cNvPr id="4" name="Date Placeholder 3">
            <a:extLst>
              <a:ext uri="{FF2B5EF4-FFF2-40B4-BE49-F238E27FC236}">
                <a16:creationId xmlns:a16="http://schemas.microsoft.com/office/drawing/2014/main" id="{C6FAA205-D515-491E-BC26-715564B1709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D3E272B-589E-430B-9706-A496CE1F97CA}"/>
              </a:ext>
            </a:extLst>
          </p:cNvPr>
          <p:cNvSpPr>
            <a:spLocks noGrp="1"/>
          </p:cNvSpPr>
          <p:nvPr>
            <p:ph type="ftr" sz="quarter" idx="11"/>
          </p:nvPr>
        </p:nvSpPr>
        <p:spPr/>
        <p:txBody>
          <a:bodyPr/>
          <a:lstStyle/>
          <a:p>
            <a:endParaRPr lang="en-IN"/>
          </a:p>
        </p:txBody>
      </p:sp>
      <p:sp>
        <p:nvSpPr>
          <p:cNvPr id="6" name="Freeform 5">
            <a:extLst>
              <a:ext uri="{FF2B5EF4-FFF2-40B4-BE49-F238E27FC236}">
                <a16:creationId xmlns:a16="http://schemas.microsoft.com/office/drawing/2014/main" id="{E097C552-227B-6256-26A4-D5980BBFCA03}"/>
              </a:ext>
            </a:extLst>
          </p:cNvPr>
          <p:cNvSpPr/>
          <p:nvPr userDrawn="1"/>
        </p:nvSpPr>
        <p:spPr>
          <a:xfrm>
            <a:off x="5178391" y="1"/>
            <a:ext cx="7013609" cy="6864885"/>
          </a:xfrm>
          <a:custGeom>
            <a:avLst/>
            <a:gdLst>
              <a:gd name="connsiteX0" fmla="*/ 453924 w 7013609"/>
              <a:gd name="connsiteY0" fmla="*/ 0 h 6864885"/>
              <a:gd name="connsiteX1" fmla="*/ 7013609 w 7013609"/>
              <a:gd name="connsiteY1" fmla="*/ 0 h 6864885"/>
              <a:gd name="connsiteX2" fmla="*/ 7013609 w 7013609"/>
              <a:gd name="connsiteY2" fmla="*/ 6864885 h 6864885"/>
              <a:gd name="connsiteX3" fmla="*/ 2944205 w 7013609"/>
              <a:gd name="connsiteY3" fmla="*/ 6864885 h 6864885"/>
              <a:gd name="connsiteX4" fmla="*/ 2759053 w 7013609"/>
              <a:gd name="connsiteY4" fmla="*/ 6770056 h 6864885"/>
              <a:gd name="connsiteX5" fmla="*/ 0 w 7013609"/>
              <a:gd name="connsiteY5" fmla="*/ 2134356 h 6864885"/>
              <a:gd name="connsiteX6" fmla="*/ 414300 w 7013609"/>
              <a:gd name="connsiteY6" fmla="*/ 82255 h 6864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13609" h="6864885">
                <a:moveTo>
                  <a:pt x="453924" y="0"/>
                </a:moveTo>
                <a:lnTo>
                  <a:pt x="7013609" y="0"/>
                </a:lnTo>
                <a:lnTo>
                  <a:pt x="7013609" y="6864885"/>
                </a:lnTo>
                <a:lnTo>
                  <a:pt x="2944205" y="6864885"/>
                </a:lnTo>
                <a:lnTo>
                  <a:pt x="2759053" y="6770056"/>
                </a:lnTo>
                <a:cubicBezTo>
                  <a:pt x="1115638" y="5877299"/>
                  <a:pt x="0" y="4136113"/>
                  <a:pt x="0" y="2134356"/>
                </a:cubicBezTo>
                <a:cubicBezTo>
                  <a:pt x="0" y="1406445"/>
                  <a:pt x="147523" y="712989"/>
                  <a:pt x="414300" y="82255"/>
                </a:cubicBezTo>
                <a:close/>
              </a:path>
            </a:pathLst>
          </a:custGeom>
          <a:solidFill>
            <a:srgbClr val="4B95E0"/>
          </a:solidFill>
          <a:ln>
            <a:noFill/>
          </a:ln>
          <a:effectLst>
            <a:outerShdw blurRad="38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3AF3D41D-2FC9-44AA-D111-CC6F3526BF15}"/>
              </a:ext>
            </a:extLst>
          </p:cNvPr>
          <p:cNvPicPr>
            <a:picLocks noChangeAspect="1"/>
          </p:cNvPicPr>
          <p:nvPr userDrawn="1"/>
        </p:nvPicPr>
        <p:blipFill>
          <a:blip r:embed="rId2"/>
          <a:stretch>
            <a:fillRect/>
          </a:stretch>
        </p:blipFill>
        <p:spPr>
          <a:xfrm>
            <a:off x="6385557" y="499086"/>
            <a:ext cx="4926422" cy="4823730"/>
          </a:xfrm>
          <a:prstGeom prst="rect">
            <a:avLst/>
          </a:prstGeom>
        </p:spPr>
      </p:pic>
    </p:spTree>
    <p:extLst>
      <p:ext uri="{BB962C8B-B14F-4D97-AF65-F5344CB8AC3E}">
        <p14:creationId xmlns:p14="http://schemas.microsoft.com/office/powerpoint/2010/main" val="131927436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497FA-2450-4009-8627-317B3205C97D}"/>
              </a:ext>
            </a:extLst>
          </p:cNvPr>
          <p:cNvSpPr>
            <a:spLocks noGrp="1"/>
          </p:cNvSpPr>
          <p:nvPr>
            <p:ph type="ctrTitle"/>
          </p:nvPr>
        </p:nvSpPr>
        <p:spPr>
          <a:xfrm>
            <a:off x="360000" y="2835773"/>
            <a:ext cx="5931232" cy="1477328"/>
          </a:xfrm>
        </p:spPr>
        <p:txBody>
          <a:bodyPr vert="horz" wrap="square" lIns="0" tIns="0" rIns="0" bIns="0" rtlCol="0" anchor="b" anchorCtr="0">
            <a:spAutoFit/>
          </a:bodyPr>
          <a:lstStyle>
            <a:lvl1pPr>
              <a:defRPr lang="en-IN" sz="4800" b="1" dirty="0">
                <a:solidFill>
                  <a:schemeClr val="accent1"/>
                </a:solidFill>
              </a:defRPr>
            </a:lvl1pPr>
          </a:lstStyle>
          <a:p>
            <a:pPr marL="0" lvl="0">
              <a:lnSpc>
                <a:spcPct val="100000"/>
              </a:lnSpc>
            </a:pPr>
            <a:r>
              <a:rPr lang="en-US"/>
              <a:t>Click to edit Master title style</a:t>
            </a:r>
            <a:endParaRPr lang="en-IN"/>
          </a:p>
        </p:txBody>
      </p:sp>
      <p:sp>
        <p:nvSpPr>
          <p:cNvPr id="3" name="Subtitle 2">
            <a:extLst>
              <a:ext uri="{FF2B5EF4-FFF2-40B4-BE49-F238E27FC236}">
                <a16:creationId xmlns:a16="http://schemas.microsoft.com/office/drawing/2014/main" id="{668F974D-7E5B-4E4F-9744-DF471334D15C}"/>
              </a:ext>
            </a:extLst>
          </p:cNvPr>
          <p:cNvSpPr>
            <a:spLocks noGrp="1"/>
          </p:cNvSpPr>
          <p:nvPr>
            <p:ph type="subTitle" idx="1"/>
          </p:nvPr>
        </p:nvSpPr>
        <p:spPr>
          <a:xfrm>
            <a:off x="360000" y="4484006"/>
            <a:ext cx="5931232" cy="276999"/>
          </a:xfrm>
        </p:spPr>
        <p:txBody>
          <a:bodyPr vert="horz" wrap="square" lIns="0" tIns="0" rIns="0" bIns="0" rtlCol="0">
            <a:spAutoFit/>
          </a:bodyPr>
          <a:lstStyle>
            <a:lvl1pPr>
              <a:defRPr lang="en-IN" sz="1800">
                <a:solidFill>
                  <a:schemeClr val="accent4"/>
                </a:solidFill>
              </a:defRPr>
            </a:lvl1pPr>
          </a:lstStyle>
          <a:p>
            <a:pPr marL="0" lvl="0" indent="0">
              <a:lnSpc>
                <a:spcPct val="100000"/>
              </a:lnSpc>
              <a:buNone/>
            </a:pPr>
            <a:r>
              <a:rPr lang="en-US"/>
              <a:t>Click to edit Master subtitle style</a:t>
            </a:r>
            <a:endParaRPr lang="en-IN"/>
          </a:p>
        </p:txBody>
      </p:sp>
      <p:sp>
        <p:nvSpPr>
          <p:cNvPr id="4" name="Date Placeholder 3">
            <a:extLst>
              <a:ext uri="{FF2B5EF4-FFF2-40B4-BE49-F238E27FC236}">
                <a16:creationId xmlns:a16="http://schemas.microsoft.com/office/drawing/2014/main" id="{C6FAA205-D515-491E-BC26-715564B1709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D3E272B-589E-430B-9706-A496CE1F97CA}"/>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86031588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92946-F218-4129-A1C2-032C8E4887A4}"/>
              </a:ext>
            </a:extLst>
          </p:cNvPr>
          <p:cNvSpPr>
            <a:spLocks noGrp="1"/>
          </p:cNvSpPr>
          <p:nvPr>
            <p:ph type="title"/>
          </p:nvPr>
        </p:nvSpPr>
        <p:spPr>
          <a:xfrm>
            <a:off x="359999" y="360000"/>
            <a:ext cx="11460525" cy="493200"/>
          </a:xfrm>
        </p:spPr>
        <p:txBody>
          <a:bodyPr wrap="square" lIns="0" tIns="0" rIns="0" bIns="0" anchor="t" anchorCtr="0">
            <a:spAutoFit/>
          </a:bodyPr>
          <a:lstStyle>
            <a:lvl1pPr>
              <a:lnSpc>
                <a:spcPct val="100000"/>
              </a:lnSpc>
              <a:defRPr sz="3200" b="1">
                <a:solidFill>
                  <a:schemeClr val="accent1"/>
                </a:solidFill>
              </a:defRPr>
            </a:lvl1p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80A5D4B6-B954-41F5-9596-DECCB0A763E3}"/>
              </a:ext>
            </a:extLst>
          </p:cNvPr>
          <p:cNvSpPr>
            <a:spLocks noGrp="1"/>
          </p:cNvSpPr>
          <p:nvPr>
            <p:ph type="sldNum" sz="quarter" idx="12"/>
          </p:nvPr>
        </p:nvSpPr>
        <p:spPr>
          <a:xfrm>
            <a:off x="11515345" y="6446330"/>
            <a:ext cx="305179" cy="123111"/>
          </a:xfrm>
          <a:noFill/>
        </p:spPr>
        <p:txBody>
          <a:bodyPr wrap="square" lIns="0" tIns="0" rIns="0" bIns="0" anchor="b" anchorCtr="0">
            <a:spAutoFit/>
          </a:bodyPr>
          <a:lstStyle>
            <a:lvl1pPr algn="r">
              <a:defRPr lang="en-IN" sz="800" smtClean="0">
                <a:solidFill>
                  <a:schemeClr val="accent4"/>
                </a:solidFill>
                <a:latin typeface="+mj-lt"/>
              </a:defRPr>
            </a:lvl1pPr>
          </a:lstStyle>
          <a:p>
            <a:pPr>
              <a:spcBef>
                <a:spcPts val="300"/>
              </a:spcBef>
              <a:spcAft>
                <a:spcPts val="300"/>
              </a:spcAft>
            </a:pPr>
            <a:fld id="{EFBDB023-C1A5-4ABF-B6D8-70426759D17D}" type="slidenum">
              <a:rPr lang="en-IN" smtClean="0"/>
              <a:pPr>
                <a:spcBef>
                  <a:spcPts val="300"/>
                </a:spcBef>
                <a:spcAft>
                  <a:spcPts val="300"/>
                </a:spcAft>
              </a:pPr>
              <a:t>‹#›</a:t>
            </a:fld>
            <a:endParaRPr lang="en-IN"/>
          </a:p>
        </p:txBody>
      </p:sp>
      <p:sp>
        <p:nvSpPr>
          <p:cNvPr id="5" name="TextBox 4">
            <a:extLst>
              <a:ext uri="{FF2B5EF4-FFF2-40B4-BE49-F238E27FC236}">
                <a16:creationId xmlns:a16="http://schemas.microsoft.com/office/drawing/2014/main" id="{50AA61F0-C30B-416C-AAB5-D93C780B92DD}"/>
              </a:ext>
            </a:extLst>
          </p:cNvPr>
          <p:cNvSpPr txBox="1"/>
          <p:nvPr userDrawn="1"/>
        </p:nvSpPr>
        <p:spPr>
          <a:xfrm>
            <a:off x="4171262" y="6142382"/>
            <a:ext cx="3849476" cy="715618"/>
          </a:xfrm>
          <a:prstGeom prst="rect">
            <a:avLst/>
          </a:prstGeom>
          <a:noFill/>
        </p:spPr>
        <p:txBody>
          <a:bodyPr wrap="square" lIns="0" tIns="0" rIns="0" bIns="0" anchor="ctr" anchorCtr="0">
            <a:noAutofit/>
          </a:bodyPr>
          <a:lstStyle/>
          <a:p>
            <a:pPr algn="ctr">
              <a:spcBef>
                <a:spcPts val="300"/>
              </a:spcBef>
              <a:spcAft>
                <a:spcPts val="300"/>
              </a:spcAft>
            </a:pPr>
            <a:r>
              <a:rPr lang="en-US" sz="800" err="1">
                <a:solidFill>
                  <a:schemeClr val="accent4"/>
                </a:solidFill>
                <a:latin typeface="+mj-lt"/>
              </a:rPr>
              <a:t>www.iaccessible.net</a:t>
            </a:r>
            <a:r>
              <a:rPr lang="en-US" sz="800">
                <a:solidFill>
                  <a:schemeClr val="accent4"/>
                </a:solidFill>
                <a:latin typeface="+mj-lt"/>
              </a:rPr>
              <a:t> | © 2026 </a:t>
            </a:r>
            <a:r>
              <a:rPr lang="en-US" sz="800" err="1">
                <a:solidFill>
                  <a:schemeClr val="accent4"/>
                </a:solidFill>
                <a:latin typeface="+mj-lt"/>
              </a:rPr>
              <a:t>IAccessible</a:t>
            </a:r>
            <a:r>
              <a:rPr lang="en-US" sz="800">
                <a:solidFill>
                  <a:schemeClr val="accent4"/>
                </a:solidFill>
                <a:latin typeface="+mj-lt"/>
              </a:rPr>
              <a:t> Inc. All Rights Reserved.</a:t>
            </a:r>
          </a:p>
        </p:txBody>
      </p:sp>
      <p:grpSp>
        <p:nvGrpSpPr>
          <p:cNvPr id="10" name="Group 9">
            <a:extLst>
              <a:ext uri="{FF2B5EF4-FFF2-40B4-BE49-F238E27FC236}">
                <a16:creationId xmlns:a16="http://schemas.microsoft.com/office/drawing/2014/main" id="{9FF4CEEE-4515-3889-5063-088F726F05EC}"/>
              </a:ext>
            </a:extLst>
          </p:cNvPr>
          <p:cNvGrpSpPr>
            <a:grpSpLocks noChangeAspect="1"/>
          </p:cNvGrpSpPr>
          <p:nvPr userDrawn="1"/>
        </p:nvGrpSpPr>
        <p:grpSpPr>
          <a:xfrm>
            <a:off x="371475" y="6333081"/>
            <a:ext cx="1358180" cy="334220"/>
            <a:chOff x="5657350" y="4165447"/>
            <a:chExt cx="1493998" cy="367642"/>
          </a:xfrm>
        </p:grpSpPr>
        <p:pic>
          <p:nvPicPr>
            <p:cNvPr id="8" name="Picture 7" descr="IAccessible Logo">
              <a:extLst>
                <a:ext uri="{FF2B5EF4-FFF2-40B4-BE49-F238E27FC236}">
                  <a16:creationId xmlns:a16="http://schemas.microsoft.com/office/drawing/2014/main" id="{80435F98-5852-B3B3-17B6-7B296680A5C0}"/>
                </a:ext>
              </a:extLst>
            </p:cNvPr>
            <p:cNvPicPr>
              <a:picLocks noChangeAspect="1"/>
            </p:cNvPicPr>
            <p:nvPr userDrawn="1"/>
          </p:nvPicPr>
          <p:blipFill rotWithShape="1">
            <a:blip r:embed="rId2"/>
            <a:srcRect l="36967" t="37714" r="36967" b="42301"/>
            <a:stretch/>
          </p:blipFill>
          <p:spPr>
            <a:xfrm>
              <a:off x="5657350" y="4165447"/>
              <a:ext cx="479518" cy="367642"/>
            </a:xfrm>
            <a:prstGeom prst="rect">
              <a:avLst/>
            </a:prstGeom>
          </p:spPr>
        </p:pic>
        <p:pic>
          <p:nvPicPr>
            <p:cNvPr id="9" name="Picture 8" descr="IAccessible Logo">
              <a:extLst>
                <a:ext uri="{FF2B5EF4-FFF2-40B4-BE49-F238E27FC236}">
                  <a16:creationId xmlns:a16="http://schemas.microsoft.com/office/drawing/2014/main" id="{7F10DBE0-B2D8-7B52-4DE6-5E7D5E3C768C}"/>
                </a:ext>
              </a:extLst>
            </p:cNvPr>
            <p:cNvPicPr>
              <a:picLocks noChangeAspect="1"/>
            </p:cNvPicPr>
            <p:nvPr userDrawn="1"/>
          </p:nvPicPr>
          <p:blipFill rotWithShape="1">
            <a:blip r:embed="rId2"/>
            <a:srcRect l="24038" t="59527" r="24402" b="35405"/>
            <a:stretch/>
          </p:blipFill>
          <p:spPr>
            <a:xfrm>
              <a:off x="6202830" y="4302654"/>
              <a:ext cx="948518" cy="93228"/>
            </a:xfrm>
            <a:prstGeom prst="rect">
              <a:avLst/>
            </a:prstGeom>
          </p:spPr>
        </p:pic>
      </p:grpSp>
      <p:sp>
        <p:nvSpPr>
          <p:cNvPr id="11" name="Rectangle 10">
            <a:extLst>
              <a:ext uri="{FF2B5EF4-FFF2-40B4-BE49-F238E27FC236}">
                <a16:creationId xmlns:a16="http://schemas.microsoft.com/office/drawing/2014/main" id="{12B7746F-965C-E8EC-C71A-7BA58668CB01}"/>
              </a:ext>
            </a:extLst>
          </p:cNvPr>
          <p:cNvSpPr/>
          <p:nvPr userDrawn="1"/>
        </p:nvSpPr>
        <p:spPr>
          <a:xfrm>
            <a:off x="0" y="-1"/>
            <a:ext cx="12192000" cy="61423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672986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92946-F218-4129-A1C2-032C8E4887A4}"/>
              </a:ext>
            </a:extLst>
          </p:cNvPr>
          <p:cNvSpPr>
            <a:spLocks noGrp="1"/>
          </p:cNvSpPr>
          <p:nvPr>
            <p:ph type="title"/>
          </p:nvPr>
        </p:nvSpPr>
        <p:spPr>
          <a:xfrm>
            <a:off x="436775" y="608790"/>
            <a:ext cx="11318450" cy="492443"/>
          </a:xfrm>
        </p:spPr>
        <p:txBody>
          <a:bodyPr wrap="square" lIns="0" tIns="0" rIns="0" bIns="0" anchor="b" anchorCtr="0">
            <a:spAutoFit/>
          </a:bodyPr>
          <a:lstStyle>
            <a:lvl1pPr>
              <a:lnSpc>
                <a:spcPct val="100000"/>
              </a:lnSpc>
              <a:defRPr sz="3200" b="1">
                <a:solidFill>
                  <a:schemeClr val="accent1"/>
                </a:solidFill>
              </a:defRPr>
            </a:lvl1pPr>
          </a:lstStyle>
          <a:p>
            <a:r>
              <a:rPr lang="en-US"/>
              <a:t>Click to edit Master title style</a:t>
            </a:r>
            <a:endParaRPr lang="en-IN"/>
          </a:p>
        </p:txBody>
      </p:sp>
      <p:sp>
        <p:nvSpPr>
          <p:cNvPr id="11" name="Freeform: Shape 10">
            <a:extLst>
              <a:ext uri="{FF2B5EF4-FFF2-40B4-BE49-F238E27FC236}">
                <a16:creationId xmlns:a16="http://schemas.microsoft.com/office/drawing/2014/main" id="{A0ADD19D-0C6A-4D94-8482-E6D158AA564D}"/>
              </a:ext>
            </a:extLst>
          </p:cNvPr>
          <p:cNvSpPr/>
          <p:nvPr userDrawn="1"/>
        </p:nvSpPr>
        <p:spPr>
          <a:xfrm>
            <a:off x="11617324" y="6241722"/>
            <a:ext cx="574676" cy="616278"/>
          </a:xfrm>
          <a:custGeom>
            <a:avLst/>
            <a:gdLst>
              <a:gd name="connsiteX0" fmla="*/ 360968 w 574676"/>
              <a:gd name="connsiteY0" fmla="*/ 0 h 616278"/>
              <a:gd name="connsiteX1" fmla="*/ 562789 w 574676"/>
              <a:gd name="connsiteY1" fmla="*/ 61648 h 616278"/>
              <a:gd name="connsiteX2" fmla="*/ 574676 w 574676"/>
              <a:gd name="connsiteY2" fmla="*/ 71456 h 616278"/>
              <a:gd name="connsiteX3" fmla="*/ 574676 w 574676"/>
              <a:gd name="connsiteY3" fmla="*/ 616278 h 616278"/>
              <a:gd name="connsiteX4" fmla="*/ 105806 w 574676"/>
              <a:gd name="connsiteY4" fmla="*/ 616278 h 616278"/>
              <a:gd name="connsiteX5" fmla="*/ 105725 w 574676"/>
              <a:gd name="connsiteY5" fmla="*/ 616211 h 616278"/>
              <a:gd name="connsiteX6" fmla="*/ 0 w 574676"/>
              <a:gd name="connsiteY6" fmla="*/ 360968 h 616278"/>
              <a:gd name="connsiteX7" fmla="*/ 360968 w 574676"/>
              <a:gd name="connsiteY7" fmla="*/ 0 h 616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76" h="616278">
                <a:moveTo>
                  <a:pt x="360968" y="0"/>
                </a:moveTo>
                <a:cubicBezTo>
                  <a:pt x="435727" y="0"/>
                  <a:pt x="505178" y="22727"/>
                  <a:pt x="562789" y="61648"/>
                </a:cubicBezTo>
                <a:lnTo>
                  <a:pt x="574676" y="71456"/>
                </a:lnTo>
                <a:lnTo>
                  <a:pt x="574676" y="616278"/>
                </a:lnTo>
                <a:lnTo>
                  <a:pt x="105806" y="616278"/>
                </a:lnTo>
                <a:lnTo>
                  <a:pt x="105725" y="616211"/>
                </a:lnTo>
                <a:cubicBezTo>
                  <a:pt x="40403" y="550889"/>
                  <a:pt x="0" y="460647"/>
                  <a:pt x="0" y="360968"/>
                </a:cubicBezTo>
                <a:cubicBezTo>
                  <a:pt x="0" y="161611"/>
                  <a:pt x="161611" y="0"/>
                  <a:pt x="360968" y="0"/>
                </a:cubicBezTo>
                <a:close/>
              </a:path>
            </a:pathLst>
          </a:custGeom>
          <a:gradFill flip="none" rotWithShape="1">
            <a:gsLst>
              <a:gs pos="0">
                <a:schemeClr val="accent2"/>
              </a:gs>
              <a:gs pos="100000">
                <a:srgbClr val="00236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a:p>
        </p:txBody>
      </p:sp>
      <p:sp>
        <p:nvSpPr>
          <p:cNvPr id="6" name="Slide Number Placeholder 5">
            <a:extLst>
              <a:ext uri="{FF2B5EF4-FFF2-40B4-BE49-F238E27FC236}">
                <a16:creationId xmlns:a16="http://schemas.microsoft.com/office/drawing/2014/main" id="{80A5D4B6-B954-41F5-9596-DECCB0A763E3}"/>
              </a:ext>
            </a:extLst>
          </p:cNvPr>
          <p:cNvSpPr>
            <a:spLocks noGrp="1"/>
          </p:cNvSpPr>
          <p:nvPr>
            <p:ph type="sldNum" sz="quarter" idx="12"/>
          </p:nvPr>
        </p:nvSpPr>
        <p:spPr>
          <a:xfrm>
            <a:off x="11744694" y="6468775"/>
            <a:ext cx="362146" cy="215444"/>
          </a:xfrm>
        </p:spPr>
        <p:txBody>
          <a:bodyPr wrap="square" lIns="0" tIns="0" rIns="0" bIns="0">
            <a:spAutoFit/>
          </a:bodyPr>
          <a:lstStyle>
            <a:lvl1pPr algn="ctr">
              <a:defRPr sz="1400" b="1">
                <a:solidFill>
                  <a:schemeClr val="bg1"/>
                </a:solidFill>
              </a:defRPr>
            </a:lvl1pPr>
          </a:lstStyle>
          <a:p>
            <a:fld id="{EFBDB023-C1A5-4ABF-B6D8-70426759D17D}" type="slidenum">
              <a:rPr lang="en-IN" smtClean="0"/>
              <a:pPr/>
              <a:t>‹#›</a:t>
            </a:fld>
            <a:endParaRPr lang="en-IN"/>
          </a:p>
        </p:txBody>
      </p:sp>
      <p:sp>
        <p:nvSpPr>
          <p:cNvPr id="12" name="Oval 11">
            <a:extLst>
              <a:ext uri="{FF2B5EF4-FFF2-40B4-BE49-F238E27FC236}">
                <a16:creationId xmlns:a16="http://schemas.microsoft.com/office/drawing/2014/main" id="{291515A2-CBD9-4912-B2F1-6C69BBF8374C}"/>
              </a:ext>
            </a:extLst>
          </p:cNvPr>
          <p:cNvSpPr/>
          <p:nvPr userDrawn="1"/>
        </p:nvSpPr>
        <p:spPr>
          <a:xfrm>
            <a:off x="436775" y="1181735"/>
            <a:ext cx="146685" cy="146685"/>
          </a:xfrm>
          <a:prstGeom prst="ellipse">
            <a:avLst/>
          </a:prstGeom>
          <a:gradFill flip="none" rotWithShape="1">
            <a:gsLst>
              <a:gs pos="0">
                <a:schemeClr val="accent2"/>
              </a:gs>
              <a:gs pos="100000">
                <a:srgbClr val="00236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a:p>
        </p:txBody>
      </p:sp>
      <p:sp>
        <p:nvSpPr>
          <p:cNvPr id="13" name="Oval 12">
            <a:extLst>
              <a:ext uri="{FF2B5EF4-FFF2-40B4-BE49-F238E27FC236}">
                <a16:creationId xmlns:a16="http://schemas.microsoft.com/office/drawing/2014/main" id="{D4E6D51B-4AFE-435E-A76F-BF3E47F5D426}"/>
              </a:ext>
            </a:extLst>
          </p:cNvPr>
          <p:cNvSpPr/>
          <p:nvPr userDrawn="1"/>
        </p:nvSpPr>
        <p:spPr>
          <a:xfrm>
            <a:off x="644561" y="1181735"/>
            <a:ext cx="146685" cy="146685"/>
          </a:xfrm>
          <a:prstGeom prst="ellipse">
            <a:avLst/>
          </a:prstGeom>
          <a:gradFill flip="none" rotWithShape="1">
            <a:gsLst>
              <a:gs pos="0">
                <a:schemeClr val="accent3"/>
              </a:gs>
              <a:gs pos="100000">
                <a:schemeClr val="accent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a:p>
        </p:txBody>
      </p:sp>
      <p:sp>
        <p:nvSpPr>
          <p:cNvPr id="14" name="Oval 13">
            <a:extLst>
              <a:ext uri="{FF2B5EF4-FFF2-40B4-BE49-F238E27FC236}">
                <a16:creationId xmlns:a16="http://schemas.microsoft.com/office/drawing/2014/main" id="{CF4461FB-5C93-401E-8C11-6ED33772C7A3}"/>
              </a:ext>
            </a:extLst>
          </p:cNvPr>
          <p:cNvSpPr/>
          <p:nvPr userDrawn="1"/>
        </p:nvSpPr>
        <p:spPr>
          <a:xfrm>
            <a:off x="852347" y="1181735"/>
            <a:ext cx="146685" cy="146685"/>
          </a:xfrm>
          <a:prstGeom prst="ellipse">
            <a:avLst/>
          </a:prstGeom>
          <a:gradFill flip="none" rotWithShape="1">
            <a:gsLst>
              <a:gs pos="0">
                <a:schemeClr val="accent2"/>
              </a:gs>
              <a:gs pos="100000">
                <a:srgbClr val="00236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a:p>
        </p:txBody>
      </p:sp>
      <p:sp>
        <p:nvSpPr>
          <p:cNvPr id="15" name="Oval 14">
            <a:extLst>
              <a:ext uri="{FF2B5EF4-FFF2-40B4-BE49-F238E27FC236}">
                <a16:creationId xmlns:a16="http://schemas.microsoft.com/office/drawing/2014/main" id="{4A8079A7-58E6-4C9F-A363-6F5CB091911C}"/>
              </a:ext>
            </a:extLst>
          </p:cNvPr>
          <p:cNvSpPr/>
          <p:nvPr userDrawn="1"/>
        </p:nvSpPr>
        <p:spPr>
          <a:xfrm>
            <a:off x="1060132" y="1181735"/>
            <a:ext cx="146685" cy="146685"/>
          </a:xfrm>
          <a:prstGeom prst="ellipse">
            <a:avLst/>
          </a:prstGeom>
          <a:gradFill flip="none" rotWithShape="1">
            <a:gsLst>
              <a:gs pos="0">
                <a:schemeClr val="accent3"/>
              </a:gs>
              <a:gs pos="100000">
                <a:schemeClr val="accent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a:p>
        </p:txBody>
      </p:sp>
      <p:pic>
        <p:nvPicPr>
          <p:cNvPr id="16" name="Picture 15" descr="IAccessible Logo">
            <a:extLst>
              <a:ext uri="{FF2B5EF4-FFF2-40B4-BE49-F238E27FC236}">
                <a16:creationId xmlns:a16="http://schemas.microsoft.com/office/drawing/2014/main" id="{5F736AB9-870E-F527-88C9-2753ACF489E3}"/>
              </a:ext>
            </a:extLst>
          </p:cNvPr>
          <p:cNvPicPr>
            <a:picLocks noChangeAspect="1"/>
          </p:cNvPicPr>
          <p:nvPr userDrawn="1"/>
        </p:nvPicPr>
        <p:blipFill>
          <a:blip r:embed="rId2"/>
          <a:stretch>
            <a:fillRect/>
          </a:stretch>
        </p:blipFill>
        <p:spPr>
          <a:xfrm>
            <a:off x="10023764" y="-863600"/>
            <a:ext cx="2743200" cy="2743200"/>
          </a:xfrm>
          <a:prstGeom prst="rect">
            <a:avLst/>
          </a:prstGeom>
        </p:spPr>
      </p:pic>
    </p:spTree>
    <p:extLst>
      <p:ext uri="{BB962C8B-B14F-4D97-AF65-F5344CB8AC3E}">
        <p14:creationId xmlns:p14="http://schemas.microsoft.com/office/powerpoint/2010/main" val="239143485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78F2C-6E9E-419C-BCEA-DD2FAC594573}"/>
              </a:ext>
            </a:extLst>
          </p:cNvPr>
          <p:cNvSpPr>
            <a:spLocks noGrp="1"/>
          </p:cNvSpPr>
          <p:nvPr userDrawn="1">
            <p:ph type="title"/>
          </p:nvPr>
        </p:nvSpPr>
        <p:spPr>
          <a:xfrm>
            <a:off x="838200" y="3090446"/>
            <a:ext cx="10515600" cy="677108"/>
          </a:xfrm>
        </p:spPr>
        <p:txBody>
          <a:bodyPr lIns="0" tIns="0" rIns="0" bIns="0">
            <a:spAutoFit/>
          </a:bodyPr>
          <a:lstStyle>
            <a:lvl1pPr algn="ctr">
              <a:lnSpc>
                <a:spcPct val="100000"/>
              </a:lnSpc>
              <a:defRPr b="1">
                <a:solidFill>
                  <a:schemeClr val="bg1"/>
                </a:solidFill>
              </a:defRPr>
            </a:lvl1pPr>
          </a:lstStyle>
          <a:p>
            <a:r>
              <a:rPr lang="en-US"/>
              <a:t>Click to edit Master title style</a:t>
            </a:r>
            <a:endParaRPr lang="en-IN"/>
          </a:p>
        </p:txBody>
      </p:sp>
      <p:sp>
        <p:nvSpPr>
          <p:cNvPr id="3" name="Date Placeholder 2">
            <a:extLst>
              <a:ext uri="{FF2B5EF4-FFF2-40B4-BE49-F238E27FC236}">
                <a16:creationId xmlns:a16="http://schemas.microsoft.com/office/drawing/2014/main" id="{CCF123FF-C3F0-4068-90A2-B3389AF40315}"/>
              </a:ext>
            </a:extLst>
          </p:cNvPr>
          <p:cNvSpPr>
            <a:spLocks noGrp="1"/>
          </p:cNvSpPr>
          <p:nvPr userDrawn="1">
            <p:ph type="dt" sz="half" idx="10"/>
          </p:nvPr>
        </p:nvSpPr>
        <p:spPr/>
        <p:txBody>
          <a:bodyPr/>
          <a:lstStyle/>
          <a:p>
            <a:endParaRPr lang="en-IN"/>
          </a:p>
        </p:txBody>
      </p:sp>
      <p:sp>
        <p:nvSpPr>
          <p:cNvPr id="4" name="Footer Placeholder 3">
            <a:extLst>
              <a:ext uri="{FF2B5EF4-FFF2-40B4-BE49-F238E27FC236}">
                <a16:creationId xmlns:a16="http://schemas.microsoft.com/office/drawing/2014/main" id="{5F2D2401-64B1-48CA-AD1B-F13A4080AE4B}"/>
              </a:ext>
            </a:extLst>
          </p:cNvPr>
          <p:cNvSpPr>
            <a:spLocks noGrp="1"/>
          </p:cNvSpPr>
          <p:nvPr userDrawn="1">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E9FCFF-9047-4115-816B-632CC75BEE01}"/>
              </a:ext>
            </a:extLst>
          </p:cNvPr>
          <p:cNvSpPr>
            <a:spLocks noGrp="1"/>
          </p:cNvSpPr>
          <p:nvPr userDrawn="1">
            <p:ph type="sldNum" sz="quarter" idx="12"/>
          </p:nvPr>
        </p:nvSpPr>
        <p:spPr/>
        <p:txBody>
          <a:bodyPr/>
          <a:lstStyle/>
          <a:p>
            <a:fld id="{EFBDB023-C1A5-4ABF-B6D8-70426759D17D}" type="slidenum">
              <a:rPr lang="en-IN" smtClean="0"/>
              <a:t>‹#›</a:t>
            </a:fld>
            <a:endParaRPr lang="en-IN"/>
          </a:p>
        </p:txBody>
      </p:sp>
      <p:pic>
        <p:nvPicPr>
          <p:cNvPr id="6" name="Picture 5" descr="IAccessible Logo">
            <a:extLst>
              <a:ext uri="{FF2B5EF4-FFF2-40B4-BE49-F238E27FC236}">
                <a16:creationId xmlns:a16="http://schemas.microsoft.com/office/drawing/2014/main" id="{2D1FBE0F-1EF4-28A0-F0EB-3A9D1524778F}"/>
              </a:ext>
            </a:extLst>
          </p:cNvPr>
          <p:cNvPicPr>
            <a:picLocks noChangeAspect="1"/>
          </p:cNvPicPr>
          <p:nvPr userDrawn="1"/>
        </p:nvPicPr>
        <p:blipFill>
          <a:blip r:embed="rId2"/>
          <a:stretch>
            <a:fillRect/>
          </a:stretch>
        </p:blipFill>
        <p:spPr>
          <a:xfrm>
            <a:off x="10023764" y="-863600"/>
            <a:ext cx="2743200" cy="2743200"/>
          </a:xfrm>
          <a:prstGeom prst="rect">
            <a:avLst/>
          </a:prstGeom>
        </p:spPr>
      </p:pic>
    </p:spTree>
    <p:extLst>
      <p:ext uri="{BB962C8B-B14F-4D97-AF65-F5344CB8AC3E}">
        <p14:creationId xmlns:p14="http://schemas.microsoft.com/office/powerpoint/2010/main" val="258614607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BCFBC-CD1E-42CB-8D37-D1E5293F9E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98F3636-F139-45AA-B14D-FC3D3696D5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D5E80A-7713-4D57-9035-0BFE870B66C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4086B8B-F228-4D9B-B03F-1DA892179E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9A0EFC-5ED7-496D-9EAC-D97DFF828E1E}"/>
              </a:ext>
            </a:extLst>
          </p:cNvPr>
          <p:cNvSpPr>
            <a:spLocks noGrp="1"/>
          </p:cNvSpPr>
          <p:nvPr>
            <p:ph type="sldNum" sz="quarter" idx="12"/>
          </p:nvPr>
        </p:nvSpPr>
        <p:spPr/>
        <p:txBody>
          <a:bodyPr/>
          <a:lstStyle/>
          <a:p>
            <a:fld id="{EFBDB023-C1A5-4ABF-B6D8-70426759D17D}" type="slidenum">
              <a:rPr lang="en-IN" smtClean="0"/>
              <a:t>‹#›</a:t>
            </a:fld>
            <a:endParaRPr lang="en-IN"/>
          </a:p>
        </p:txBody>
      </p:sp>
      <p:pic>
        <p:nvPicPr>
          <p:cNvPr id="7" name="Picture 6" descr="IAccessible Logo">
            <a:extLst>
              <a:ext uri="{FF2B5EF4-FFF2-40B4-BE49-F238E27FC236}">
                <a16:creationId xmlns:a16="http://schemas.microsoft.com/office/drawing/2014/main" id="{6B635069-108B-FB40-2E89-49D0D02EAC96}"/>
              </a:ext>
            </a:extLst>
          </p:cNvPr>
          <p:cNvPicPr>
            <a:picLocks noChangeAspect="1"/>
          </p:cNvPicPr>
          <p:nvPr userDrawn="1"/>
        </p:nvPicPr>
        <p:blipFill>
          <a:blip r:embed="rId2"/>
          <a:stretch>
            <a:fillRect/>
          </a:stretch>
        </p:blipFill>
        <p:spPr>
          <a:xfrm>
            <a:off x="10023764" y="-863600"/>
            <a:ext cx="2743200" cy="2743200"/>
          </a:xfrm>
          <a:prstGeom prst="rect">
            <a:avLst/>
          </a:prstGeom>
        </p:spPr>
      </p:pic>
    </p:spTree>
    <p:extLst>
      <p:ext uri="{BB962C8B-B14F-4D97-AF65-F5344CB8AC3E}">
        <p14:creationId xmlns:p14="http://schemas.microsoft.com/office/powerpoint/2010/main" val="64710296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A3787-EFCD-495F-AF2F-A77EBC7B6B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088953-6961-4D7D-A79B-FF28000CD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552BEE-4079-497C-942F-ACC5259CF0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E46F4B-7DFF-4CE4-85AC-504973F50794}"/>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2278E31A-F09B-4178-9B20-F017144E5C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953DC4-AFF3-4D92-AEE5-EC3E9A217397}"/>
              </a:ext>
            </a:extLst>
          </p:cNvPr>
          <p:cNvSpPr>
            <a:spLocks noGrp="1"/>
          </p:cNvSpPr>
          <p:nvPr>
            <p:ph type="sldNum" sz="quarter" idx="12"/>
          </p:nvPr>
        </p:nvSpPr>
        <p:spPr/>
        <p:txBody>
          <a:bodyPr/>
          <a:lstStyle/>
          <a:p>
            <a:fld id="{EFBDB023-C1A5-4ABF-B6D8-70426759D17D}" type="slidenum">
              <a:rPr lang="en-IN" smtClean="0"/>
              <a:t>‹#›</a:t>
            </a:fld>
            <a:endParaRPr lang="en-IN"/>
          </a:p>
        </p:txBody>
      </p:sp>
      <p:pic>
        <p:nvPicPr>
          <p:cNvPr id="8" name="Picture 7" descr="IAccessible Logo">
            <a:extLst>
              <a:ext uri="{FF2B5EF4-FFF2-40B4-BE49-F238E27FC236}">
                <a16:creationId xmlns:a16="http://schemas.microsoft.com/office/drawing/2014/main" id="{0C742DB3-91BF-3D64-8D2D-B119A7278E70}"/>
              </a:ext>
            </a:extLst>
          </p:cNvPr>
          <p:cNvPicPr>
            <a:picLocks noChangeAspect="1"/>
          </p:cNvPicPr>
          <p:nvPr userDrawn="1"/>
        </p:nvPicPr>
        <p:blipFill>
          <a:blip r:embed="rId2"/>
          <a:stretch>
            <a:fillRect/>
          </a:stretch>
        </p:blipFill>
        <p:spPr>
          <a:xfrm>
            <a:off x="10023764" y="-863600"/>
            <a:ext cx="2743200" cy="2743200"/>
          </a:xfrm>
          <a:prstGeom prst="rect">
            <a:avLst/>
          </a:prstGeom>
        </p:spPr>
      </p:pic>
    </p:spTree>
    <p:extLst>
      <p:ext uri="{BB962C8B-B14F-4D97-AF65-F5344CB8AC3E}">
        <p14:creationId xmlns:p14="http://schemas.microsoft.com/office/powerpoint/2010/main" val="149668317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6679A-3DB2-4D44-9FEE-19A017EA552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FA2180-1C7B-4345-BFA7-42882C8D30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E0A24B-7325-4CCF-A3B5-E8620756EA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7CDDE7-7252-4B4A-A1FD-6B353297BC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29522-8231-4F2B-A380-2F30B27A24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B340AB-EC15-4469-B9B6-F3E17D9D92BD}"/>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C5159B7D-B64F-40C2-8AD7-FE40FB684AB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46D7BE3-73EC-4849-9C46-04F427F56EA0}"/>
              </a:ext>
            </a:extLst>
          </p:cNvPr>
          <p:cNvSpPr>
            <a:spLocks noGrp="1"/>
          </p:cNvSpPr>
          <p:nvPr>
            <p:ph type="sldNum" sz="quarter" idx="12"/>
          </p:nvPr>
        </p:nvSpPr>
        <p:spPr/>
        <p:txBody>
          <a:bodyPr/>
          <a:lstStyle/>
          <a:p>
            <a:fld id="{EFBDB023-C1A5-4ABF-B6D8-70426759D17D}" type="slidenum">
              <a:rPr lang="en-IN" smtClean="0"/>
              <a:t>‹#›</a:t>
            </a:fld>
            <a:endParaRPr lang="en-IN"/>
          </a:p>
        </p:txBody>
      </p:sp>
      <p:pic>
        <p:nvPicPr>
          <p:cNvPr id="10" name="Picture 9" descr="IAccessible Logo">
            <a:extLst>
              <a:ext uri="{FF2B5EF4-FFF2-40B4-BE49-F238E27FC236}">
                <a16:creationId xmlns:a16="http://schemas.microsoft.com/office/drawing/2014/main" id="{BA943B31-2759-2903-FD93-8A253FC097AB}"/>
              </a:ext>
            </a:extLst>
          </p:cNvPr>
          <p:cNvPicPr>
            <a:picLocks noChangeAspect="1"/>
          </p:cNvPicPr>
          <p:nvPr userDrawn="1"/>
        </p:nvPicPr>
        <p:blipFill>
          <a:blip r:embed="rId2"/>
          <a:stretch>
            <a:fillRect/>
          </a:stretch>
        </p:blipFill>
        <p:spPr>
          <a:xfrm>
            <a:off x="10023764" y="-863600"/>
            <a:ext cx="2743200" cy="2743200"/>
          </a:xfrm>
          <a:prstGeom prst="rect">
            <a:avLst/>
          </a:prstGeom>
        </p:spPr>
      </p:pic>
    </p:spTree>
    <p:extLst>
      <p:ext uri="{BB962C8B-B14F-4D97-AF65-F5344CB8AC3E}">
        <p14:creationId xmlns:p14="http://schemas.microsoft.com/office/powerpoint/2010/main" val="137559194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82EC7A-55E1-460E-875C-78C1A29793F9}"/>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6DB385D7-2C57-4FD3-A21B-FB756E2AB97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043C3F5-5560-44CA-87DD-ADF381233F57}"/>
              </a:ext>
            </a:extLst>
          </p:cNvPr>
          <p:cNvSpPr>
            <a:spLocks noGrp="1"/>
          </p:cNvSpPr>
          <p:nvPr>
            <p:ph type="sldNum" sz="quarter" idx="12"/>
          </p:nvPr>
        </p:nvSpPr>
        <p:spPr/>
        <p:txBody>
          <a:bodyPr/>
          <a:lstStyle/>
          <a:p>
            <a:fld id="{EFBDB023-C1A5-4ABF-B6D8-70426759D17D}" type="slidenum">
              <a:rPr lang="en-IN" smtClean="0"/>
              <a:t>‹#›</a:t>
            </a:fld>
            <a:endParaRPr lang="en-IN"/>
          </a:p>
        </p:txBody>
      </p:sp>
      <p:pic>
        <p:nvPicPr>
          <p:cNvPr id="5" name="Picture 4" descr="IAccessible Logo">
            <a:extLst>
              <a:ext uri="{FF2B5EF4-FFF2-40B4-BE49-F238E27FC236}">
                <a16:creationId xmlns:a16="http://schemas.microsoft.com/office/drawing/2014/main" id="{99AADB9D-07FF-6743-9849-41AF8F06E7DB}"/>
              </a:ext>
            </a:extLst>
          </p:cNvPr>
          <p:cNvPicPr>
            <a:picLocks noChangeAspect="1"/>
          </p:cNvPicPr>
          <p:nvPr userDrawn="1"/>
        </p:nvPicPr>
        <p:blipFill>
          <a:blip r:embed="rId2"/>
          <a:stretch>
            <a:fillRect/>
          </a:stretch>
        </p:blipFill>
        <p:spPr>
          <a:xfrm>
            <a:off x="10023764" y="-863600"/>
            <a:ext cx="2743200" cy="2743200"/>
          </a:xfrm>
          <a:prstGeom prst="rect">
            <a:avLst/>
          </a:prstGeom>
        </p:spPr>
      </p:pic>
    </p:spTree>
    <p:extLst>
      <p:ext uri="{BB962C8B-B14F-4D97-AF65-F5344CB8AC3E}">
        <p14:creationId xmlns:p14="http://schemas.microsoft.com/office/powerpoint/2010/main" val="123629097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50ED8-41CD-4523-B6F2-E8B780863D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5026EBF-8E74-4748-898E-CFC924E3FF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9B5582-476F-4BC3-B018-AB734010A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ABBD37-C0B6-4EDB-A6DF-D3671CCA8AD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377192FF-DBF4-44D3-ADBC-B29CE91DC9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59FFAD-B75C-41F8-A38F-2E69624A752C}"/>
              </a:ext>
            </a:extLst>
          </p:cNvPr>
          <p:cNvSpPr>
            <a:spLocks noGrp="1"/>
          </p:cNvSpPr>
          <p:nvPr>
            <p:ph type="sldNum" sz="quarter" idx="12"/>
          </p:nvPr>
        </p:nvSpPr>
        <p:spPr/>
        <p:txBody>
          <a:bodyPr/>
          <a:lstStyle/>
          <a:p>
            <a:fld id="{EFBDB023-C1A5-4ABF-B6D8-70426759D17D}" type="slidenum">
              <a:rPr lang="en-IN" smtClean="0"/>
              <a:t>‹#›</a:t>
            </a:fld>
            <a:endParaRPr lang="en-IN"/>
          </a:p>
        </p:txBody>
      </p:sp>
      <p:pic>
        <p:nvPicPr>
          <p:cNvPr id="8" name="Picture 7" descr="IAccessible Logo">
            <a:extLst>
              <a:ext uri="{FF2B5EF4-FFF2-40B4-BE49-F238E27FC236}">
                <a16:creationId xmlns:a16="http://schemas.microsoft.com/office/drawing/2014/main" id="{459BF611-A75A-B22E-284F-0752901A9ED2}"/>
              </a:ext>
            </a:extLst>
          </p:cNvPr>
          <p:cNvPicPr>
            <a:picLocks noChangeAspect="1"/>
          </p:cNvPicPr>
          <p:nvPr userDrawn="1"/>
        </p:nvPicPr>
        <p:blipFill>
          <a:blip r:embed="rId2"/>
          <a:stretch>
            <a:fillRect/>
          </a:stretch>
        </p:blipFill>
        <p:spPr>
          <a:xfrm>
            <a:off x="10023764" y="-863600"/>
            <a:ext cx="2743200" cy="2743200"/>
          </a:xfrm>
          <a:prstGeom prst="rect">
            <a:avLst/>
          </a:prstGeom>
        </p:spPr>
      </p:pic>
    </p:spTree>
    <p:extLst>
      <p:ext uri="{BB962C8B-B14F-4D97-AF65-F5344CB8AC3E}">
        <p14:creationId xmlns:p14="http://schemas.microsoft.com/office/powerpoint/2010/main" val="320228539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B7C12-72EB-43D9-B1C5-DFAF63803B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3B2CE0-8D3E-4817-AA73-D4B13FA2AE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FBB775-4AE5-482F-9121-08F7B29312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30B543-7176-4C19-BA73-6FA694D7BE4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B10A29F-46FF-4815-BCAD-B0A183C8C1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11821A-1A9E-40C9-9C62-7C540B261998}"/>
              </a:ext>
            </a:extLst>
          </p:cNvPr>
          <p:cNvSpPr>
            <a:spLocks noGrp="1"/>
          </p:cNvSpPr>
          <p:nvPr>
            <p:ph type="sldNum" sz="quarter" idx="12"/>
          </p:nvPr>
        </p:nvSpPr>
        <p:spPr/>
        <p:txBody>
          <a:bodyPr/>
          <a:lstStyle/>
          <a:p>
            <a:fld id="{EFBDB023-C1A5-4ABF-B6D8-70426759D17D}" type="slidenum">
              <a:rPr lang="en-IN" smtClean="0"/>
              <a:t>‹#›</a:t>
            </a:fld>
            <a:endParaRPr lang="en-IN"/>
          </a:p>
        </p:txBody>
      </p:sp>
      <p:pic>
        <p:nvPicPr>
          <p:cNvPr id="8" name="Picture 7" descr="IAccessible Logo">
            <a:extLst>
              <a:ext uri="{FF2B5EF4-FFF2-40B4-BE49-F238E27FC236}">
                <a16:creationId xmlns:a16="http://schemas.microsoft.com/office/drawing/2014/main" id="{32CAA2F8-08B9-8C9E-DFCD-901B75FFD2A5}"/>
              </a:ext>
            </a:extLst>
          </p:cNvPr>
          <p:cNvPicPr>
            <a:picLocks noChangeAspect="1"/>
          </p:cNvPicPr>
          <p:nvPr userDrawn="1"/>
        </p:nvPicPr>
        <p:blipFill>
          <a:blip r:embed="rId2"/>
          <a:stretch>
            <a:fillRect/>
          </a:stretch>
        </p:blipFill>
        <p:spPr>
          <a:xfrm>
            <a:off x="10023764" y="-863600"/>
            <a:ext cx="2743200" cy="2743200"/>
          </a:xfrm>
          <a:prstGeom prst="rect">
            <a:avLst/>
          </a:prstGeom>
        </p:spPr>
      </p:pic>
    </p:spTree>
    <p:extLst>
      <p:ext uri="{BB962C8B-B14F-4D97-AF65-F5344CB8AC3E}">
        <p14:creationId xmlns:p14="http://schemas.microsoft.com/office/powerpoint/2010/main" val="95727956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9282E-7D53-4006-AB61-42F4A4F08D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FDE700-AF17-434D-A56D-091C27250B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DABB1D-4B7E-42EC-B72F-85885D2E6C60}"/>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A030962-1A9D-42E9-AF7D-5740632F9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D6AC0D-C5CC-4BA2-A404-DE035096B3DA}"/>
              </a:ext>
            </a:extLst>
          </p:cNvPr>
          <p:cNvSpPr>
            <a:spLocks noGrp="1"/>
          </p:cNvSpPr>
          <p:nvPr>
            <p:ph type="sldNum" sz="quarter" idx="12"/>
          </p:nvPr>
        </p:nvSpPr>
        <p:spPr/>
        <p:txBody>
          <a:bodyPr/>
          <a:lstStyle/>
          <a:p>
            <a:fld id="{EFBDB023-C1A5-4ABF-B6D8-70426759D17D}" type="slidenum">
              <a:rPr lang="en-IN" smtClean="0"/>
              <a:t>‹#›</a:t>
            </a:fld>
            <a:endParaRPr lang="en-IN"/>
          </a:p>
        </p:txBody>
      </p:sp>
      <p:pic>
        <p:nvPicPr>
          <p:cNvPr id="7" name="Picture 6" descr="IAccessible Logo">
            <a:extLst>
              <a:ext uri="{FF2B5EF4-FFF2-40B4-BE49-F238E27FC236}">
                <a16:creationId xmlns:a16="http://schemas.microsoft.com/office/drawing/2014/main" id="{23026C5B-D165-55A1-04A9-5326BFC2EC47}"/>
              </a:ext>
            </a:extLst>
          </p:cNvPr>
          <p:cNvPicPr>
            <a:picLocks noChangeAspect="1"/>
          </p:cNvPicPr>
          <p:nvPr userDrawn="1"/>
        </p:nvPicPr>
        <p:blipFill>
          <a:blip r:embed="rId2"/>
          <a:stretch>
            <a:fillRect/>
          </a:stretch>
        </p:blipFill>
        <p:spPr>
          <a:xfrm>
            <a:off x="10023764" y="-863600"/>
            <a:ext cx="2743200" cy="2743200"/>
          </a:xfrm>
          <a:prstGeom prst="rect">
            <a:avLst/>
          </a:prstGeom>
        </p:spPr>
      </p:pic>
    </p:spTree>
    <p:extLst>
      <p:ext uri="{BB962C8B-B14F-4D97-AF65-F5344CB8AC3E}">
        <p14:creationId xmlns:p14="http://schemas.microsoft.com/office/powerpoint/2010/main" val="200180646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428FD0-6041-4CCC-B118-55B56674616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CEF12B-F7E7-47BC-8CDA-CEAAD4A05D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B95A5F-652A-4086-94CB-725897EF215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3AF11212-F7B3-40E7-8760-5C8712ABA8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6DFD44-C254-4BA5-8857-9B7EAD0884DC}"/>
              </a:ext>
            </a:extLst>
          </p:cNvPr>
          <p:cNvSpPr>
            <a:spLocks noGrp="1"/>
          </p:cNvSpPr>
          <p:nvPr>
            <p:ph type="sldNum" sz="quarter" idx="12"/>
          </p:nvPr>
        </p:nvSpPr>
        <p:spPr/>
        <p:txBody>
          <a:bodyPr/>
          <a:lstStyle/>
          <a:p>
            <a:fld id="{EFBDB023-C1A5-4ABF-B6D8-70426759D17D}" type="slidenum">
              <a:rPr lang="en-IN" smtClean="0"/>
              <a:t>‹#›</a:t>
            </a:fld>
            <a:endParaRPr lang="en-IN"/>
          </a:p>
        </p:txBody>
      </p:sp>
      <p:pic>
        <p:nvPicPr>
          <p:cNvPr id="7" name="Picture 6" descr="IAccessible Logo">
            <a:extLst>
              <a:ext uri="{FF2B5EF4-FFF2-40B4-BE49-F238E27FC236}">
                <a16:creationId xmlns:a16="http://schemas.microsoft.com/office/drawing/2014/main" id="{13ADDEC0-2D22-D44B-40C5-FE7F3D5B4070}"/>
              </a:ext>
            </a:extLst>
          </p:cNvPr>
          <p:cNvPicPr>
            <a:picLocks noChangeAspect="1"/>
          </p:cNvPicPr>
          <p:nvPr userDrawn="1"/>
        </p:nvPicPr>
        <p:blipFill>
          <a:blip r:embed="rId2"/>
          <a:stretch>
            <a:fillRect/>
          </a:stretch>
        </p:blipFill>
        <p:spPr>
          <a:xfrm>
            <a:off x="10023764" y="-863600"/>
            <a:ext cx="2743200" cy="2743200"/>
          </a:xfrm>
          <a:prstGeom prst="rect">
            <a:avLst/>
          </a:prstGeom>
        </p:spPr>
      </p:pic>
    </p:spTree>
    <p:extLst>
      <p:ext uri="{BB962C8B-B14F-4D97-AF65-F5344CB8AC3E}">
        <p14:creationId xmlns:p14="http://schemas.microsoft.com/office/powerpoint/2010/main" val="420855499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E7C46A-B969-46AE-9567-6B302DC6AE56}"/>
              </a:ext>
            </a:extLst>
          </p:cNvPr>
          <p:cNvSpPr>
            <a:spLocks noGrp="1"/>
          </p:cNvSpPr>
          <p:nvPr>
            <p:ph type="title"/>
          </p:nvPr>
        </p:nvSpPr>
        <p:spPr>
          <a:xfrm>
            <a:off x="3600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F81605-2F00-4F0A-AFBD-B502F6A7A99E}"/>
              </a:ext>
            </a:extLst>
          </p:cNvPr>
          <p:cNvSpPr>
            <a:spLocks noGrp="1"/>
          </p:cNvSpPr>
          <p:nvPr>
            <p:ph type="body" idx="1"/>
          </p:nvPr>
        </p:nvSpPr>
        <p:spPr>
          <a:xfrm>
            <a:off x="3600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3EBBE1-8EA7-402F-96C6-17605AF375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B590369C-210B-489F-A019-33F3AEA4EA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784773C-0C26-48AD-BB80-0499E700E0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BDB023-C1A5-4ABF-B6D8-70426759D17D}" type="slidenum">
              <a:rPr lang="en-IN" smtClean="0"/>
              <a:t>‹#›</a:t>
            </a:fld>
            <a:endParaRPr lang="en-IN"/>
          </a:p>
        </p:txBody>
      </p:sp>
    </p:spTree>
    <p:extLst>
      <p:ext uri="{BB962C8B-B14F-4D97-AF65-F5344CB8AC3E}">
        <p14:creationId xmlns:p14="http://schemas.microsoft.com/office/powerpoint/2010/main" val="1975408302"/>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50" r:id="rId4"/>
    <p:sldLayoutId id="2147483660" r:id="rId5"/>
    <p:sldLayoutId id="2147483654" r:id="rId6"/>
    <p:sldLayoutId id="2147483651" r:id="rId7"/>
    <p:sldLayoutId id="2147483652" r:id="rId8"/>
    <p:sldLayoutId id="2147483653"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orient="horz" pos="232" userDrawn="1">
          <p15:clr>
            <a:srgbClr val="F26B43"/>
          </p15:clr>
        </p15:guide>
        <p15:guide id="3" orient="horz" pos="4088" userDrawn="1">
          <p15:clr>
            <a:srgbClr val="F26B43"/>
          </p15:clr>
        </p15:guide>
        <p15:guide id="4" pos="744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18/10/relationships/comments" Target="../comments/modernComment_121_BE8FA7F8.xm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info@iaccessible.net" TargetMode="External"/><Relationship Id="rId11" Type="http://schemas.microsoft.com/office/2007/relationships/hdphoto" Target="../media/hdphoto2.wdp"/><Relationship Id="rId5" Type="http://schemas.openxmlformats.org/officeDocument/2006/relationships/hyperlink" Target="https://iaccessible.net/" TargetMode="External"/><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52_0.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mailto:info@iaccessible.net"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hyperlink" Target="https://iaccessible.net/" TargetMode="External"/><Relationship Id="rId5" Type="http://schemas.microsoft.com/office/2007/relationships/hdphoto" Target="../media/hdphoto3.wdp"/><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6BF29D72-E7C7-123B-53B8-178708E0B13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60000" y="387241"/>
            <a:ext cx="2234022" cy="1178222"/>
          </a:xfrm>
          <a:prstGeom prst="rect">
            <a:avLst/>
          </a:prstGeom>
        </p:spPr>
      </p:pic>
      <p:sp>
        <p:nvSpPr>
          <p:cNvPr id="2" name="Title 1">
            <a:extLst>
              <a:ext uri="{FF2B5EF4-FFF2-40B4-BE49-F238E27FC236}">
                <a16:creationId xmlns:a16="http://schemas.microsoft.com/office/drawing/2014/main" id="{62B808BC-E20A-4C9F-B58F-ACD324F39AB9}"/>
              </a:ext>
            </a:extLst>
          </p:cNvPr>
          <p:cNvSpPr>
            <a:spLocks noGrp="1"/>
          </p:cNvSpPr>
          <p:nvPr>
            <p:ph type="ctrTitle"/>
          </p:nvPr>
        </p:nvSpPr>
        <p:spPr>
          <a:xfrm>
            <a:off x="360000" y="2317191"/>
            <a:ext cx="4658725" cy="2215991"/>
          </a:xfrm>
        </p:spPr>
        <p:txBody>
          <a:bodyPr/>
          <a:lstStyle/>
          <a:p>
            <a:r>
              <a:rPr lang="en-US" sz="4000">
                <a:solidFill>
                  <a:schemeClr val="tx1"/>
                </a:solidFill>
              </a:rPr>
              <a:t>People with disabilities power</a:t>
            </a:r>
            <a:br>
              <a:rPr lang="en-US" sz="4000">
                <a:solidFill>
                  <a:schemeClr val="tx1"/>
                </a:solidFill>
              </a:rPr>
            </a:br>
            <a:r>
              <a:rPr lang="en-US" sz="4000">
                <a:solidFill>
                  <a:schemeClr val="tx1"/>
                </a:solidFill>
              </a:rPr>
              <a:t>accessibility in your products</a:t>
            </a:r>
            <a:endParaRPr lang="en-IN" sz="4000">
              <a:solidFill>
                <a:schemeClr val="tx1"/>
              </a:solidFill>
            </a:endParaRPr>
          </a:p>
        </p:txBody>
      </p:sp>
      <p:sp>
        <p:nvSpPr>
          <p:cNvPr id="6" name="https://iaccessible.net">
            <a:extLst>
              <a:ext uri="{FF2B5EF4-FFF2-40B4-BE49-F238E27FC236}">
                <a16:creationId xmlns:a16="http://schemas.microsoft.com/office/drawing/2014/main" id="{67F16E24-1752-9F32-E40E-57E4BD4EBFE4}"/>
              </a:ext>
            </a:extLst>
          </p:cNvPr>
          <p:cNvSpPr txBox="1">
            <a:spLocks/>
          </p:cNvSpPr>
          <p:nvPr/>
        </p:nvSpPr>
        <p:spPr>
          <a:xfrm>
            <a:off x="880021" y="5019747"/>
            <a:ext cx="2087110" cy="221599"/>
          </a:xfrm>
          <a:prstGeom prst="rect">
            <a:avLst/>
          </a:prstGeom>
        </p:spPr>
        <p:txBody>
          <a:bodyPr vert="horz" wrap="none" lIns="0" tIns="0" rIns="0" bIns="0" rtlCol="0"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IN" sz="1800" kern="1200">
                <a:solidFill>
                  <a:schemeClr val="accent4"/>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a:solidFill>
                  <a:schemeClr val="tx1"/>
                </a:solidFill>
                <a:hlinkClick r:id="rId5">
                  <a:extLst>
                    <a:ext uri="{A12FA001-AC4F-418D-AE19-62706E023703}">
                      <ahyp:hlinkClr xmlns:ahyp="http://schemas.microsoft.com/office/drawing/2018/hyperlinkcolor" val="tx"/>
                    </a:ext>
                  </a:extLst>
                </a:hlinkClick>
              </a:rPr>
              <a:t>https://iaccessible.net</a:t>
            </a:r>
            <a:endParaRPr lang="en-US" sz="1600">
              <a:solidFill>
                <a:schemeClr val="tx1"/>
              </a:solidFill>
            </a:endParaRPr>
          </a:p>
        </p:txBody>
      </p:sp>
      <p:sp>
        <p:nvSpPr>
          <p:cNvPr id="9" name="https://iaccessible.net">
            <a:extLst>
              <a:ext uri="{FF2B5EF4-FFF2-40B4-BE49-F238E27FC236}">
                <a16:creationId xmlns:a16="http://schemas.microsoft.com/office/drawing/2014/main" id="{D4F88D9B-0387-735A-CF5C-515102541A85}"/>
              </a:ext>
            </a:extLst>
          </p:cNvPr>
          <p:cNvSpPr txBox="1">
            <a:spLocks/>
          </p:cNvSpPr>
          <p:nvPr/>
        </p:nvSpPr>
        <p:spPr>
          <a:xfrm>
            <a:off x="880021" y="5617111"/>
            <a:ext cx="1938031" cy="221599"/>
          </a:xfrm>
          <a:prstGeom prst="rect">
            <a:avLst/>
          </a:prstGeom>
        </p:spPr>
        <p:txBody>
          <a:bodyPr vert="horz" wrap="none" lIns="0" tIns="0" rIns="0" bIns="0" rtlCol="0"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IN" sz="1800" kern="1200">
                <a:solidFill>
                  <a:schemeClr val="accent4"/>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600">
                <a:solidFill>
                  <a:schemeClr val="tx1"/>
                </a:solidFill>
                <a:hlinkClick r:id="rId6">
                  <a:extLst>
                    <a:ext uri="{A12FA001-AC4F-418D-AE19-62706E023703}">
                      <ahyp:hlinkClr xmlns:ahyp="http://schemas.microsoft.com/office/drawing/2018/hyperlinkcolor" val="tx"/>
                    </a:ext>
                  </a:extLst>
                </a:hlinkClick>
              </a:rPr>
              <a:t>info@iaccessible.net</a:t>
            </a:r>
            <a:endParaRPr lang="en-IN" sz="1600">
              <a:solidFill>
                <a:schemeClr val="tx1"/>
              </a:solidFill>
            </a:endParaRPr>
          </a:p>
        </p:txBody>
      </p:sp>
      <p:pic>
        <p:nvPicPr>
          <p:cNvPr id="3" name="Picture 2" descr="A person and a child in a wheelchair">
            <a:extLst>
              <a:ext uri="{FF2B5EF4-FFF2-40B4-BE49-F238E27FC236}">
                <a16:creationId xmlns:a16="http://schemas.microsoft.com/office/drawing/2014/main" id="{E4A499D9-EE63-F646-38A7-69FF2E2346D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85021" y="789048"/>
            <a:ext cx="5346979" cy="5305637"/>
          </a:xfrm>
          <a:prstGeom prst="rect">
            <a:avLst/>
          </a:prstGeom>
        </p:spPr>
      </p:pic>
      <p:pic>
        <p:nvPicPr>
          <p:cNvPr id="4" name="Website">
            <a:extLst>
              <a:ext uri="{FF2B5EF4-FFF2-40B4-BE49-F238E27FC236}">
                <a16:creationId xmlns:a16="http://schemas.microsoft.com/office/drawing/2014/main" id="{FF7DB1CF-6EFA-ADCE-78F4-9CB62EF21B30}"/>
              </a:ext>
              <a:ext uri="{C183D7F6-B498-43B3-948B-1728B52AA6E4}">
                <adec:decorative xmlns:adec="http://schemas.microsoft.com/office/drawing/2017/decorative" val="1"/>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321577" y="4938277"/>
            <a:ext cx="384539" cy="384539"/>
          </a:xfrm>
          <a:prstGeom prst="rect">
            <a:avLst/>
          </a:prstGeom>
          <a:noFill/>
          <a:extLst>
            <a:ext uri="{909E8E84-426E-40DD-AFC4-6F175D3DCCD1}">
              <a14:hiddenFill xmlns:a14="http://schemas.microsoft.com/office/drawing/2010/main">
                <a:solidFill>
                  <a:srgbClr val="FFFFFF"/>
                </a:solidFill>
              </a14:hiddenFill>
            </a:ext>
          </a:extLst>
        </p:spPr>
      </p:pic>
      <p:pic>
        <p:nvPicPr>
          <p:cNvPr id="5" name="Email">
            <a:extLst>
              <a:ext uri="{FF2B5EF4-FFF2-40B4-BE49-F238E27FC236}">
                <a16:creationId xmlns:a16="http://schemas.microsoft.com/office/drawing/2014/main" id="{6E986825-C764-9933-41FE-4EAC6A85759E}"/>
              </a:ext>
              <a:ext uri="{C183D7F6-B498-43B3-948B-1728B52AA6E4}">
                <adec:decorative xmlns:adec="http://schemas.microsoft.com/office/drawing/2017/decorative" val="1"/>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348004" y="5551795"/>
            <a:ext cx="352233" cy="352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7085688"/>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4498F48-6FC8-D474-527A-B332BED9189E}"/>
              </a:ext>
              <a:ext uri="{C183D7F6-B498-43B3-948B-1728B52AA6E4}">
                <adec:decorative xmlns:adec="http://schemas.microsoft.com/office/drawing/2017/decorative" val="1"/>
              </a:ext>
            </a:extLst>
          </p:cNvPr>
          <p:cNvPicPr>
            <a:picLocks noChangeAspect="1"/>
          </p:cNvPicPr>
          <p:nvPr/>
        </p:nvPicPr>
        <p:blipFill rotWithShape="1">
          <a:blip r:embed="rId2">
            <a:alphaModFix amt="35000"/>
            <a:extLst>
              <a:ext uri="{28A0092B-C50C-407E-A947-70E740481C1C}">
                <a14:useLocalDpi xmlns:a14="http://schemas.microsoft.com/office/drawing/2010/main" val="0"/>
              </a:ext>
            </a:extLst>
          </a:blip>
          <a:srcRect l="7" t="8880" r="-6" b="15432"/>
          <a:stretch>
            <a:fillRect/>
          </a:stretch>
        </p:blipFill>
        <p:spPr>
          <a:xfrm>
            <a:off x="0" y="0"/>
            <a:ext cx="12192000" cy="6148142"/>
          </a:xfrm>
          <a:prstGeom prst="rect">
            <a:avLst/>
          </a:prstGeom>
          <a:solidFill>
            <a:schemeClr val="tx1"/>
          </a:solidFill>
        </p:spPr>
      </p:pic>
      <p:sp>
        <p:nvSpPr>
          <p:cNvPr id="2" name="Title 1">
            <a:extLst>
              <a:ext uri="{FF2B5EF4-FFF2-40B4-BE49-F238E27FC236}">
                <a16:creationId xmlns:a16="http://schemas.microsoft.com/office/drawing/2014/main" id="{8BBA487A-CCEA-2687-5038-113ECAD1574D}"/>
              </a:ext>
              <a:ext uri="{C183D7F6-B498-43B3-948B-1728B52AA6E4}">
                <adec:decorative xmlns:adec="http://schemas.microsoft.com/office/drawing/2017/decorative" val="0"/>
              </a:ext>
            </a:extLst>
          </p:cNvPr>
          <p:cNvSpPr>
            <a:spLocks noGrp="1"/>
          </p:cNvSpPr>
          <p:nvPr>
            <p:ph type="title"/>
          </p:nvPr>
        </p:nvSpPr>
        <p:spPr/>
        <p:txBody>
          <a:bodyPr/>
          <a:lstStyle/>
          <a:p>
            <a:r>
              <a:rPr lang="en-US">
                <a:solidFill>
                  <a:schemeClr val="bg1"/>
                </a:solidFill>
              </a:rPr>
              <a:t>Accessibility is a growth strategy, not a checkbox </a:t>
            </a:r>
          </a:p>
        </p:txBody>
      </p:sp>
      <p:sp>
        <p:nvSpPr>
          <p:cNvPr id="3" name="Slide Number Placeholder 2">
            <a:extLst>
              <a:ext uri="{FF2B5EF4-FFF2-40B4-BE49-F238E27FC236}">
                <a16:creationId xmlns:a16="http://schemas.microsoft.com/office/drawing/2014/main" id="{C9C33A05-7398-DBE8-0C67-A873E4AD7BE3}"/>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2</a:t>
            </a:fld>
            <a:endParaRPr lang="en-IN"/>
          </a:p>
        </p:txBody>
      </p:sp>
      <p:sp>
        <p:nvSpPr>
          <p:cNvPr id="4" name="Rounded Rectangle 3">
            <a:extLst>
              <a:ext uri="{FF2B5EF4-FFF2-40B4-BE49-F238E27FC236}">
                <a16:creationId xmlns:a16="http://schemas.microsoft.com/office/drawing/2014/main" id="{6A0C56F1-2B64-26DD-F62C-7A7278D5EE69}"/>
              </a:ext>
            </a:extLst>
          </p:cNvPr>
          <p:cNvSpPr/>
          <p:nvPr/>
        </p:nvSpPr>
        <p:spPr>
          <a:xfrm>
            <a:off x="371475" y="1876926"/>
            <a:ext cx="2672514" cy="3104147"/>
          </a:xfrm>
          <a:prstGeom prst="roundRect">
            <a:avLst>
              <a:gd name="adj" fmla="val 8513"/>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1800"/>
              </a:spcAft>
              <a:buClrTx/>
              <a:buSzTx/>
              <a:buFontTx/>
              <a:buNone/>
              <a:tabLst/>
              <a:defRPr/>
            </a:pPr>
            <a:r>
              <a:rPr kumimoji="0" lang="en-US" sz="1800" b="1" i="0" u="none" strike="noStrike" kern="1200" cap="none" spc="0" normalizeH="0" baseline="0" noProof="0">
                <a:ln>
                  <a:noFill/>
                </a:ln>
                <a:solidFill>
                  <a:schemeClr val="bg1"/>
                </a:solidFill>
                <a:effectLst/>
                <a:uLnTx/>
                <a:uFillTx/>
                <a:latin typeface="Open Sans ExtraBold"/>
                <a:ea typeface="+mn-ea"/>
                <a:cs typeface="+mn-cs"/>
              </a:rPr>
              <a:t>Over 1 billion people </a:t>
            </a:r>
            <a:r>
              <a:rPr kumimoji="0" lang="en-US" sz="1800" b="0" i="0" u="none" strike="noStrike" kern="1200" cap="none" spc="0" normalizeH="0" baseline="0" noProof="0">
                <a:ln>
                  <a:noFill/>
                </a:ln>
                <a:solidFill>
                  <a:schemeClr val="bg1"/>
                </a:solidFill>
                <a:effectLst/>
                <a:uLnTx/>
                <a:uFillTx/>
                <a:latin typeface="Open Sans Light"/>
                <a:ea typeface="+mn-ea"/>
                <a:cs typeface="+mn-cs"/>
              </a:rPr>
              <a:t>globally experience some form of disability.</a:t>
            </a:r>
            <a:endParaRPr kumimoji="0" lang="en-US" sz="1800" b="0" i="0" u="none" strike="noStrike" kern="1200" cap="none" spc="0" normalizeH="0" baseline="0" noProof="0">
              <a:ln>
                <a:noFill/>
              </a:ln>
              <a:solidFill>
                <a:schemeClr val="bg1"/>
              </a:solidFill>
              <a:effectLst/>
              <a:uLnTx/>
              <a:uFillTx/>
              <a:latin typeface="Open Sans Light"/>
              <a:ea typeface="Calibri"/>
              <a:cs typeface="Calibri"/>
            </a:endParaRPr>
          </a:p>
        </p:txBody>
      </p:sp>
      <p:sp>
        <p:nvSpPr>
          <p:cNvPr id="6" name="Rounded Rectangle 5">
            <a:extLst>
              <a:ext uri="{FF2B5EF4-FFF2-40B4-BE49-F238E27FC236}">
                <a16:creationId xmlns:a16="http://schemas.microsoft.com/office/drawing/2014/main" id="{2CCE7EF7-2452-6F53-CFF1-064B3E4773A7}"/>
              </a:ext>
            </a:extLst>
          </p:cNvPr>
          <p:cNvSpPr/>
          <p:nvPr/>
        </p:nvSpPr>
        <p:spPr>
          <a:xfrm>
            <a:off x="3296987" y="1876926"/>
            <a:ext cx="2672514" cy="3104147"/>
          </a:xfrm>
          <a:prstGeom prst="roundRect">
            <a:avLst>
              <a:gd name="adj" fmla="val 8513"/>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1800"/>
              </a:spcAft>
              <a:buClrTx/>
              <a:buSzTx/>
              <a:buFontTx/>
              <a:buNone/>
              <a:tabLst/>
              <a:defRPr/>
            </a:pPr>
            <a:r>
              <a:rPr kumimoji="0" lang="en-US" sz="1800" b="1" i="0" u="none" strike="noStrike" kern="1200" cap="none" spc="0" normalizeH="0" baseline="0" noProof="0">
                <a:ln>
                  <a:noFill/>
                </a:ln>
                <a:solidFill>
                  <a:schemeClr val="bg1"/>
                </a:solidFill>
                <a:effectLst/>
                <a:uLnTx/>
                <a:uFillTx/>
                <a:latin typeface="Open Sans ExtraBold"/>
                <a:ea typeface="+mn-ea"/>
                <a:cs typeface="+mn-cs"/>
              </a:rPr>
              <a:t>$500 billion+ </a:t>
            </a:r>
            <a:r>
              <a:rPr kumimoji="0" lang="en-US" sz="1800" b="0" i="0" u="none" strike="noStrike" kern="1200" cap="none" spc="0" normalizeH="0" baseline="0" noProof="0">
                <a:ln>
                  <a:noFill/>
                </a:ln>
                <a:solidFill>
                  <a:schemeClr val="bg1"/>
                </a:solidFill>
                <a:effectLst/>
                <a:uLnTx/>
                <a:uFillTx/>
                <a:latin typeface="Open Sans Light"/>
                <a:ea typeface="+mn-ea"/>
                <a:cs typeface="+mn-cs"/>
              </a:rPr>
              <a:t>in annual spending power and rising digital dependency.</a:t>
            </a:r>
          </a:p>
        </p:txBody>
      </p:sp>
      <p:sp>
        <p:nvSpPr>
          <p:cNvPr id="7" name="Rounded Rectangle 6">
            <a:extLst>
              <a:ext uri="{FF2B5EF4-FFF2-40B4-BE49-F238E27FC236}">
                <a16:creationId xmlns:a16="http://schemas.microsoft.com/office/drawing/2014/main" id="{D09E0C2D-318E-2929-1E1A-A41BA7752BCA}"/>
              </a:ext>
            </a:extLst>
          </p:cNvPr>
          <p:cNvSpPr/>
          <p:nvPr/>
        </p:nvSpPr>
        <p:spPr>
          <a:xfrm>
            <a:off x="6222499" y="1876926"/>
            <a:ext cx="2672514" cy="3104147"/>
          </a:xfrm>
          <a:prstGeom prst="roundRect">
            <a:avLst>
              <a:gd name="adj" fmla="val 8513"/>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1800"/>
              </a:spcAft>
              <a:buClrTx/>
              <a:buSzTx/>
              <a:buFontTx/>
              <a:buNone/>
              <a:tabLst/>
              <a:defRPr/>
            </a:pPr>
            <a:r>
              <a:rPr kumimoji="0" lang="en-US" sz="1800" b="0" i="0" u="none" strike="noStrike" kern="1200" cap="none" spc="0" normalizeH="0" baseline="0" noProof="0">
                <a:ln>
                  <a:noFill/>
                </a:ln>
                <a:solidFill>
                  <a:schemeClr val="bg1"/>
                </a:solidFill>
                <a:effectLst/>
                <a:uLnTx/>
                <a:uFillTx/>
                <a:latin typeface="Open Sans Light"/>
                <a:ea typeface="+mn-ea"/>
                <a:cs typeface="+mn-cs"/>
              </a:rPr>
              <a:t>Companies leading in accessibility </a:t>
            </a:r>
            <a:r>
              <a:rPr kumimoji="0" lang="en-US" sz="1800" b="1" i="0" u="none" strike="noStrike" kern="1200" cap="none" spc="0" normalizeH="0" baseline="0" noProof="0">
                <a:ln>
                  <a:noFill/>
                </a:ln>
                <a:solidFill>
                  <a:schemeClr val="bg1"/>
                </a:solidFill>
                <a:effectLst/>
                <a:uLnTx/>
                <a:uFillTx/>
                <a:latin typeface="Open Sans ExtraBold"/>
                <a:ea typeface="+mn-ea"/>
                <a:cs typeface="+mn-cs"/>
              </a:rPr>
              <a:t>outperform peers in customer loyalty </a:t>
            </a:r>
            <a:r>
              <a:rPr kumimoji="0" lang="en-US" sz="1800" b="0" i="0" u="none" strike="noStrike" kern="1200" cap="none" spc="0" normalizeH="0" baseline="0" noProof="0">
                <a:ln>
                  <a:noFill/>
                </a:ln>
                <a:solidFill>
                  <a:schemeClr val="bg1"/>
                </a:solidFill>
                <a:effectLst/>
                <a:uLnTx/>
                <a:uFillTx/>
                <a:latin typeface="Open Sans Light"/>
                <a:ea typeface="+mn-ea"/>
                <a:cs typeface="+mn-cs"/>
              </a:rPr>
              <a:t>and </a:t>
            </a:r>
            <a:r>
              <a:rPr kumimoji="0" lang="en-US" sz="1800" b="1" i="0" u="none" strike="noStrike" kern="1200" cap="none" spc="0" normalizeH="0" baseline="0" noProof="0">
                <a:ln>
                  <a:noFill/>
                </a:ln>
                <a:solidFill>
                  <a:schemeClr val="bg1"/>
                </a:solidFill>
                <a:effectLst/>
                <a:uLnTx/>
                <a:uFillTx/>
                <a:latin typeface="Open Sans ExtraBold"/>
                <a:ea typeface="+mn-ea"/>
                <a:cs typeface="+mn-cs"/>
              </a:rPr>
              <a:t>brand trust</a:t>
            </a:r>
            <a:r>
              <a:rPr kumimoji="0" lang="en-US" sz="1800" b="0" i="0" u="none" strike="noStrike" kern="1200" cap="none" spc="0" normalizeH="0" baseline="0" noProof="0">
                <a:ln>
                  <a:noFill/>
                </a:ln>
                <a:solidFill>
                  <a:schemeClr val="bg1"/>
                </a:solidFill>
                <a:effectLst/>
                <a:uLnTx/>
                <a:uFillTx/>
                <a:latin typeface="Open Sans Light"/>
                <a:ea typeface="+mn-ea"/>
                <a:cs typeface="+mn-cs"/>
              </a:rPr>
              <a:t>.</a:t>
            </a:r>
          </a:p>
        </p:txBody>
      </p:sp>
      <p:sp>
        <p:nvSpPr>
          <p:cNvPr id="8" name="Rounded Rectangle 7">
            <a:extLst>
              <a:ext uri="{FF2B5EF4-FFF2-40B4-BE49-F238E27FC236}">
                <a16:creationId xmlns:a16="http://schemas.microsoft.com/office/drawing/2014/main" id="{9936FD0B-22FC-E28B-7C14-7D2C353EF690}"/>
              </a:ext>
            </a:extLst>
          </p:cNvPr>
          <p:cNvSpPr/>
          <p:nvPr/>
        </p:nvSpPr>
        <p:spPr>
          <a:xfrm>
            <a:off x="9148010" y="1876926"/>
            <a:ext cx="2672514" cy="3104147"/>
          </a:xfrm>
          <a:prstGeom prst="roundRect">
            <a:avLst>
              <a:gd name="adj" fmla="val 8513"/>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1800"/>
              </a:spcAft>
              <a:buClrTx/>
              <a:buSzTx/>
              <a:buFontTx/>
              <a:buNone/>
              <a:tabLst/>
              <a:defRPr/>
            </a:pPr>
            <a:r>
              <a:rPr kumimoji="0" lang="en-US" sz="1800" b="0" i="0" u="none" strike="noStrike" kern="1200" cap="none" spc="0" normalizeH="0" baseline="0" noProof="0">
                <a:ln>
                  <a:noFill/>
                </a:ln>
                <a:solidFill>
                  <a:schemeClr val="bg1"/>
                </a:solidFill>
                <a:effectLst/>
                <a:uLnTx/>
                <a:uFillTx/>
                <a:latin typeface="Open Sans Light"/>
                <a:ea typeface="+mn-ea"/>
                <a:cs typeface="+mn-cs"/>
              </a:rPr>
              <a:t>Accessibility </a:t>
            </a:r>
            <a:r>
              <a:rPr kumimoji="0" lang="en-US" sz="1800" b="1" i="0" u="none" strike="noStrike" kern="1200" cap="none" spc="0" normalizeH="0" baseline="0" noProof="0">
                <a:ln>
                  <a:noFill/>
                </a:ln>
                <a:solidFill>
                  <a:schemeClr val="bg1"/>
                </a:solidFill>
                <a:effectLst/>
                <a:uLnTx/>
                <a:uFillTx/>
                <a:latin typeface="Open Sans ExtraBold"/>
                <a:ea typeface="+mn-ea"/>
                <a:cs typeface="+mn-cs"/>
              </a:rPr>
              <a:t>sparks innovations</a:t>
            </a:r>
            <a:r>
              <a:rPr kumimoji="0" lang="en-US" sz="1800" b="0" i="0" u="none" strike="noStrike" kern="1200" cap="none" spc="0" normalizeH="0" baseline="0" noProof="0">
                <a:ln>
                  <a:noFill/>
                </a:ln>
                <a:solidFill>
                  <a:schemeClr val="bg1"/>
                </a:solidFill>
                <a:effectLst/>
                <a:uLnTx/>
                <a:uFillTx/>
                <a:latin typeface="Open Sans Light"/>
                <a:ea typeface="+mn-ea"/>
                <a:cs typeface="+mn-cs"/>
              </a:rPr>
              <a:t> everyone uses — captions, voice input, dark mode.</a:t>
            </a:r>
          </a:p>
        </p:txBody>
      </p:sp>
    </p:spTree>
    <p:extLst>
      <p:ext uri="{BB962C8B-B14F-4D97-AF65-F5344CB8AC3E}">
        <p14:creationId xmlns:p14="http://schemas.microsoft.com/office/powerpoint/2010/main" val="1604288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A0918-75A5-C6DF-6CA9-4B8AB99D9B2B}"/>
              </a:ext>
            </a:extLst>
          </p:cNvPr>
          <p:cNvSpPr>
            <a:spLocks noGrp="1"/>
          </p:cNvSpPr>
          <p:nvPr>
            <p:ph type="title"/>
          </p:nvPr>
        </p:nvSpPr>
        <p:spPr>
          <a:xfrm>
            <a:off x="359999" y="360000"/>
            <a:ext cx="11460525" cy="984885"/>
          </a:xfrm>
        </p:spPr>
        <p:txBody>
          <a:bodyPr/>
          <a:lstStyle/>
          <a:p>
            <a:r>
              <a:rPr lang="en-US"/>
              <a:t>Accessibility Drives Growth, Loyalty, </a:t>
            </a:r>
            <a:br>
              <a:rPr lang="en-US"/>
            </a:br>
            <a:r>
              <a:rPr lang="en-US"/>
              <a:t>and Product Innovation.</a:t>
            </a:r>
          </a:p>
        </p:txBody>
      </p:sp>
      <p:sp>
        <p:nvSpPr>
          <p:cNvPr id="3" name="Slide Number Placeholder 2">
            <a:extLst>
              <a:ext uri="{FF2B5EF4-FFF2-40B4-BE49-F238E27FC236}">
                <a16:creationId xmlns:a16="http://schemas.microsoft.com/office/drawing/2014/main" id="{1BB97716-2AFD-A986-4697-471B8CBF44DA}"/>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3</a:t>
            </a:fld>
            <a:endParaRPr lang="en-IN"/>
          </a:p>
        </p:txBody>
      </p:sp>
      <p:grpSp>
        <p:nvGrpSpPr>
          <p:cNvPr id="4" name="Group 3">
            <a:extLst>
              <a:ext uri="{FF2B5EF4-FFF2-40B4-BE49-F238E27FC236}">
                <a16:creationId xmlns:a16="http://schemas.microsoft.com/office/drawing/2014/main" id="{CB46833A-541B-F64B-D9E9-82A5E787CAE9}"/>
              </a:ext>
              <a:ext uri="{C183D7F6-B498-43B3-948B-1728B52AA6E4}">
                <adec:decorative xmlns:adec="http://schemas.microsoft.com/office/drawing/2017/decorative" val="1"/>
              </a:ext>
            </a:extLst>
          </p:cNvPr>
          <p:cNvGrpSpPr/>
          <p:nvPr/>
        </p:nvGrpSpPr>
        <p:grpSpPr>
          <a:xfrm>
            <a:off x="1745656" y="1660650"/>
            <a:ext cx="779644" cy="779644"/>
            <a:chOff x="1745656" y="2144193"/>
            <a:chExt cx="779644" cy="779644"/>
          </a:xfrm>
        </p:grpSpPr>
        <p:sp>
          <p:nvSpPr>
            <p:cNvPr id="5" name="Rectangle: Rounded Corners 21">
              <a:extLst>
                <a:ext uri="{FF2B5EF4-FFF2-40B4-BE49-F238E27FC236}">
                  <a16:creationId xmlns:a16="http://schemas.microsoft.com/office/drawing/2014/main" id="{461C5861-8622-07F1-7799-3437343A6228}"/>
                </a:ext>
                <a:ext uri="{C183D7F6-B498-43B3-948B-1728B52AA6E4}">
                  <adec:decorative xmlns:adec="http://schemas.microsoft.com/office/drawing/2017/decorative" val="1"/>
                </a:ext>
              </a:extLst>
            </p:cNvPr>
            <p:cNvSpPr/>
            <p:nvPr/>
          </p:nvSpPr>
          <p:spPr>
            <a:xfrm rot="2704994">
              <a:off x="1745656" y="2144193"/>
              <a:ext cx="779644" cy="779644"/>
            </a:xfrm>
            <a:prstGeom prst="roundRect">
              <a:avLst/>
            </a:prstGeom>
            <a:solidFill>
              <a:srgbClr val="2F7D9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Graphic 34">
              <a:extLst>
                <a:ext uri="{FF2B5EF4-FFF2-40B4-BE49-F238E27FC236}">
                  <a16:creationId xmlns:a16="http://schemas.microsoft.com/office/drawing/2014/main" id="{5A472E74-D9CA-F80C-B9C4-62EB2256BFF7}"/>
                </a:ext>
                <a:ext uri="{C183D7F6-B498-43B3-948B-1728B52AA6E4}">
                  <adec:decorative xmlns:adec="http://schemas.microsoft.com/office/drawing/2017/decorative" val="1"/>
                </a:ext>
              </a:extLst>
            </p:cNvPr>
            <p:cNvSpPr/>
            <p:nvPr/>
          </p:nvSpPr>
          <p:spPr>
            <a:xfrm>
              <a:off x="1885129" y="2293604"/>
              <a:ext cx="500698" cy="500700"/>
            </a:xfrm>
            <a:custGeom>
              <a:avLst/>
              <a:gdLst>
                <a:gd name="connsiteX0" fmla="*/ 2249665 w 5376684"/>
                <a:gd name="connsiteY0" fmla="*/ 0 h 5376712"/>
                <a:gd name="connsiteX1" fmla="*/ 2193637 w 5376684"/>
                <a:gd name="connsiteY1" fmla="*/ 55989 h 5376712"/>
                <a:gd name="connsiteX2" fmla="*/ 2193637 w 5376684"/>
                <a:gd name="connsiteY2" fmla="*/ 590158 h 5376712"/>
                <a:gd name="connsiteX3" fmla="*/ 1553306 w 5376684"/>
                <a:gd name="connsiteY3" fmla="*/ 853613 h 5376712"/>
                <a:gd name="connsiteX4" fmla="*/ 1176841 w 5376684"/>
                <a:gd name="connsiteY4" fmla="*/ 477188 h 5376712"/>
                <a:gd name="connsiteX5" fmla="*/ 1176802 w 5376684"/>
                <a:gd name="connsiteY5" fmla="*/ 477188 h 5376712"/>
                <a:gd name="connsiteX6" fmla="*/ 1097660 w 5376684"/>
                <a:gd name="connsiteY6" fmla="*/ 477188 h 5376712"/>
                <a:gd name="connsiteX7" fmla="*/ 477188 w 5376684"/>
                <a:gd name="connsiteY7" fmla="*/ 1097582 h 5376712"/>
                <a:gd name="connsiteX8" fmla="*/ 477188 w 5376684"/>
                <a:gd name="connsiteY8" fmla="*/ 1097620 h 5376712"/>
                <a:gd name="connsiteX9" fmla="*/ 460769 w 5376684"/>
                <a:gd name="connsiteY9" fmla="*/ 1137230 h 5376712"/>
                <a:gd name="connsiteX10" fmla="*/ 477188 w 5376684"/>
                <a:gd name="connsiteY10" fmla="*/ 1176840 h 5376712"/>
                <a:gd name="connsiteX11" fmla="*/ 854574 w 5376684"/>
                <a:gd name="connsiteY11" fmla="*/ 1554226 h 5376712"/>
                <a:gd name="connsiteX12" fmla="*/ 588748 w 5376684"/>
                <a:gd name="connsiteY12" fmla="*/ 2193646 h 5376712"/>
                <a:gd name="connsiteX13" fmla="*/ 56028 w 5376684"/>
                <a:gd name="connsiteY13" fmla="*/ 2193646 h 5376712"/>
                <a:gd name="connsiteX14" fmla="*/ 0 w 5376684"/>
                <a:gd name="connsiteY14" fmla="*/ 2249635 h 5376712"/>
                <a:gd name="connsiteX15" fmla="*/ 0 w 5376684"/>
                <a:gd name="connsiteY15" fmla="*/ 3127126 h 5376712"/>
                <a:gd name="connsiteX16" fmla="*/ 0 w 5376684"/>
                <a:gd name="connsiteY16" fmla="*/ 3127088 h 5376712"/>
                <a:gd name="connsiteX17" fmla="*/ 56028 w 5376684"/>
                <a:gd name="connsiteY17" fmla="*/ 3183076 h 5376712"/>
                <a:gd name="connsiteX18" fmla="*/ 590198 w 5376684"/>
                <a:gd name="connsiteY18" fmla="*/ 3183076 h 5376712"/>
                <a:gd name="connsiteX19" fmla="*/ 853574 w 5376684"/>
                <a:gd name="connsiteY19" fmla="*/ 3823486 h 5376712"/>
                <a:gd name="connsiteX20" fmla="*/ 477188 w 5376684"/>
                <a:gd name="connsiteY20" fmla="*/ 4199912 h 5376712"/>
                <a:gd name="connsiteX21" fmla="*/ 477188 w 5376684"/>
                <a:gd name="connsiteY21" fmla="*/ 4199874 h 5376712"/>
                <a:gd name="connsiteX22" fmla="*/ 477188 w 5376684"/>
                <a:gd name="connsiteY22" fmla="*/ 4279092 h 5376712"/>
                <a:gd name="connsiteX23" fmla="*/ 1097660 w 5376684"/>
                <a:gd name="connsiteY23" fmla="*/ 4899487 h 5376712"/>
                <a:gd name="connsiteX24" fmla="*/ 1176802 w 5376684"/>
                <a:gd name="connsiteY24" fmla="*/ 4899487 h 5376712"/>
                <a:gd name="connsiteX25" fmla="*/ 1554188 w 5376684"/>
                <a:gd name="connsiteY25" fmla="*/ 4522179 h 5376712"/>
                <a:gd name="connsiteX26" fmla="*/ 2193609 w 5376684"/>
                <a:gd name="connsiteY26" fmla="*/ 4787927 h 5376712"/>
                <a:gd name="connsiteX27" fmla="*/ 2193609 w 5376684"/>
                <a:gd name="connsiteY27" fmla="*/ 5320686 h 5376712"/>
                <a:gd name="connsiteX28" fmla="*/ 2193647 w 5376684"/>
                <a:gd name="connsiteY28" fmla="*/ 5320724 h 5376712"/>
                <a:gd name="connsiteX29" fmla="*/ 2249675 w 5376684"/>
                <a:gd name="connsiteY29" fmla="*/ 5376712 h 5376712"/>
                <a:gd name="connsiteX30" fmla="*/ 3127097 w 5376684"/>
                <a:gd name="connsiteY30" fmla="*/ 5376712 h 5376712"/>
                <a:gd name="connsiteX31" fmla="*/ 3183048 w 5376684"/>
                <a:gd name="connsiteY31" fmla="*/ 5320724 h 5376712"/>
                <a:gd name="connsiteX32" fmla="*/ 3183048 w 5376684"/>
                <a:gd name="connsiteY32" fmla="*/ 4786554 h 5376712"/>
                <a:gd name="connsiteX33" fmla="*/ 3823458 w 5376684"/>
                <a:gd name="connsiteY33" fmla="*/ 4523099 h 5376712"/>
                <a:gd name="connsiteX34" fmla="*/ 4199883 w 5376684"/>
                <a:gd name="connsiteY34" fmla="*/ 4899486 h 5376712"/>
                <a:gd name="connsiteX35" fmla="*/ 4279064 w 5376684"/>
                <a:gd name="connsiteY35" fmla="*/ 4899486 h 5376712"/>
                <a:gd name="connsiteX36" fmla="*/ 4899576 w 5376684"/>
                <a:gd name="connsiteY36" fmla="*/ 4279092 h 5376712"/>
                <a:gd name="connsiteX37" fmla="*/ 4899576 w 5376684"/>
                <a:gd name="connsiteY37" fmla="*/ 4199873 h 5376712"/>
                <a:gd name="connsiteX38" fmla="*/ 4522190 w 5376684"/>
                <a:gd name="connsiteY38" fmla="*/ 3822487 h 5376712"/>
                <a:gd name="connsiteX39" fmla="*/ 4788016 w 5376684"/>
                <a:gd name="connsiteY39" fmla="*/ 3183066 h 5376712"/>
                <a:gd name="connsiteX40" fmla="*/ 5320696 w 5376684"/>
                <a:gd name="connsiteY40" fmla="*/ 3183066 h 5376712"/>
                <a:gd name="connsiteX41" fmla="*/ 5376685 w 5376684"/>
                <a:gd name="connsiteY41" fmla="*/ 3127078 h 5376712"/>
                <a:gd name="connsiteX42" fmla="*/ 5376685 w 5376684"/>
                <a:gd name="connsiteY42" fmla="*/ 2249587 h 5376712"/>
                <a:gd name="connsiteX43" fmla="*/ 5376685 w 5376684"/>
                <a:gd name="connsiteY43" fmla="*/ 2249625 h 5376712"/>
                <a:gd name="connsiteX44" fmla="*/ 5320696 w 5376684"/>
                <a:gd name="connsiteY44" fmla="*/ 2193636 h 5376712"/>
                <a:gd name="connsiteX45" fmla="*/ 4786527 w 5376684"/>
                <a:gd name="connsiteY45" fmla="*/ 2193636 h 5376712"/>
                <a:gd name="connsiteX46" fmla="*/ 4523072 w 5376684"/>
                <a:gd name="connsiteY46" fmla="*/ 1553305 h 5376712"/>
                <a:gd name="connsiteX47" fmla="*/ 4899537 w 5376684"/>
                <a:gd name="connsiteY47" fmla="*/ 1176840 h 5376712"/>
                <a:gd name="connsiteX48" fmla="*/ 4899575 w 5376684"/>
                <a:gd name="connsiteY48" fmla="*/ 1176840 h 5376712"/>
                <a:gd name="connsiteX49" fmla="*/ 4915993 w 5376684"/>
                <a:gd name="connsiteY49" fmla="*/ 1137230 h 5376712"/>
                <a:gd name="connsiteX50" fmla="*/ 4899575 w 5376684"/>
                <a:gd name="connsiteY50" fmla="*/ 1097620 h 5376712"/>
                <a:gd name="connsiteX51" fmla="*/ 4279063 w 5376684"/>
                <a:gd name="connsiteY51" fmla="*/ 477226 h 5376712"/>
                <a:gd name="connsiteX52" fmla="*/ 4279063 w 5376684"/>
                <a:gd name="connsiteY52" fmla="*/ 477188 h 5376712"/>
                <a:gd name="connsiteX53" fmla="*/ 4199883 w 5376684"/>
                <a:gd name="connsiteY53" fmla="*/ 477188 h 5376712"/>
                <a:gd name="connsiteX54" fmla="*/ 3822575 w 5376684"/>
                <a:gd name="connsiteY54" fmla="*/ 854495 h 5376712"/>
                <a:gd name="connsiteX55" fmla="*/ 3183047 w 5376684"/>
                <a:gd name="connsiteY55" fmla="*/ 588748 h 5376712"/>
                <a:gd name="connsiteX56" fmla="*/ 3183047 w 5376684"/>
                <a:gd name="connsiteY56" fmla="*/ 55989 h 5376712"/>
                <a:gd name="connsiteX57" fmla="*/ 3127097 w 5376684"/>
                <a:gd name="connsiteY57" fmla="*/ 0 h 5376712"/>
                <a:gd name="connsiteX58" fmla="*/ 2305654 w 5376684"/>
                <a:gd name="connsiteY58" fmla="*/ 112060 h 5376712"/>
                <a:gd name="connsiteX59" fmla="*/ 3071095 w 5376684"/>
                <a:gd name="connsiteY59" fmla="*/ 112060 h 5376712"/>
                <a:gd name="connsiteX60" fmla="*/ 3071095 w 5376684"/>
                <a:gd name="connsiteY60" fmla="*/ 629702 h 5376712"/>
                <a:gd name="connsiteX61" fmla="*/ 3071095 w 5376684"/>
                <a:gd name="connsiteY61" fmla="*/ 629663 h 5376712"/>
                <a:gd name="connsiteX62" fmla="*/ 3115335 w 5376684"/>
                <a:gd name="connsiteY62" fmla="*/ 684389 h 5376712"/>
                <a:gd name="connsiteX63" fmla="*/ 3802624 w 5376684"/>
                <a:gd name="connsiteY63" fmla="*/ 970074 h 5376712"/>
                <a:gd name="connsiteX64" fmla="*/ 3802662 w 5376684"/>
                <a:gd name="connsiteY64" fmla="*/ 970074 h 5376712"/>
                <a:gd name="connsiteX65" fmla="*/ 3872773 w 5376684"/>
                <a:gd name="connsiteY65" fmla="*/ 962688 h 5376712"/>
                <a:gd name="connsiteX66" fmla="*/ 4239480 w 5376684"/>
                <a:gd name="connsiteY66" fmla="*/ 595981 h 5376712"/>
                <a:gd name="connsiteX67" fmla="*/ 4780772 w 5376684"/>
                <a:gd name="connsiteY67" fmla="*/ 1137155 h 5376712"/>
                <a:gd name="connsiteX68" fmla="*/ 4415025 w 5376684"/>
                <a:gd name="connsiteY68" fmla="*/ 1502863 h 5376712"/>
                <a:gd name="connsiteX69" fmla="*/ 4407601 w 5376684"/>
                <a:gd name="connsiteY69" fmla="*/ 1572859 h 5376712"/>
                <a:gd name="connsiteX70" fmla="*/ 4690650 w 5376684"/>
                <a:gd name="connsiteY70" fmla="*/ 2261147 h 5376712"/>
                <a:gd name="connsiteX71" fmla="*/ 4745414 w 5376684"/>
                <a:gd name="connsiteY71" fmla="*/ 2305540 h 5376712"/>
                <a:gd name="connsiteX72" fmla="*/ 5264702 w 5376684"/>
                <a:gd name="connsiteY72" fmla="*/ 2305540 h 5376712"/>
                <a:gd name="connsiteX73" fmla="*/ 5264702 w 5376684"/>
                <a:gd name="connsiteY73" fmla="*/ 3070981 h 5376712"/>
                <a:gd name="connsiteX74" fmla="*/ 4747020 w 5376684"/>
                <a:gd name="connsiteY74" fmla="*/ 3070981 h 5376712"/>
                <a:gd name="connsiteX75" fmla="*/ 4692295 w 5376684"/>
                <a:gd name="connsiteY75" fmla="*/ 3115297 h 5376712"/>
                <a:gd name="connsiteX76" fmla="*/ 4406610 w 5376684"/>
                <a:gd name="connsiteY76" fmla="*/ 3802518 h 5376712"/>
                <a:gd name="connsiteX77" fmla="*/ 4406572 w 5376684"/>
                <a:gd name="connsiteY77" fmla="*/ 3802518 h 5376712"/>
                <a:gd name="connsiteX78" fmla="*/ 4413958 w 5376684"/>
                <a:gd name="connsiteY78" fmla="*/ 3872668 h 5376712"/>
                <a:gd name="connsiteX79" fmla="*/ 4780773 w 5376684"/>
                <a:gd name="connsiteY79" fmla="*/ 4239483 h 5376712"/>
                <a:gd name="connsiteX80" fmla="*/ 4239481 w 5376684"/>
                <a:gd name="connsiteY80" fmla="*/ 4780657 h 5376712"/>
                <a:gd name="connsiteX81" fmla="*/ 3873851 w 5376684"/>
                <a:gd name="connsiteY81" fmla="*/ 4415028 h 5376712"/>
                <a:gd name="connsiteX82" fmla="*/ 3873851 w 5376684"/>
                <a:gd name="connsiteY82" fmla="*/ 4414990 h 5376712"/>
                <a:gd name="connsiteX83" fmla="*/ 3803817 w 5376684"/>
                <a:gd name="connsiteY83" fmla="*/ 4407489 h 5376712"/>
                <a:gd name="connsiteX84" fmla="*/ 3115607 w 5376684"/>
                <a:gd name="connsiteY84" fmla="*/ 4690606 h 5376712"/>
                <a:gd name="connsiteX85" fmla="*/ 3071061 w 5376684"/>
                <a:gd name="connsiteY85" fmla="*/ 4745486 h 5376712"/>
                <a:gd name="connsiteX86" fmla="*/ 3071061 w 5376684"/>
                <a:gd name="connsiteY86" fmla="*/ 5264656 h 5376712"/>
                <a:gd name="connsiteX87" fmla="*/ 2305620 w 5376684"/>
                <a:gd name="connsiteY87" fmla="*/ 5264656 h 5376712"/>
                <a:gd name="connsiteX88" fmla="*/ 2305620 w 5376684"/>
                <a:gd name="connsiteY88" fmla="*/ 4747054 h 5376712"/>
                <a:gd name="connsiteX89" fmla="*/ 2261380 w 5376684"/>
                <a:gd name="connsiteY89" fmla="*/ 4692328 h 5376712"/>
                <a:gd name="connsiteX90" fmla="*/ 1574090 w 5376684"/>
                <a:gd name="connsiteY90" fmla="*/ 4406643 h 5376712"/>
                <a:gd name="connsiteX91" fmla="*/ 1574090 w 5376684"/>
                <a:gd name="connsiteY91" fmla="*/ 4406605 h 5376712"/>
                <a:gd name="connsiteX92" fmla="*/ 1503980 w 5376684"/>
                <a:gd name="connsiteY92" fmla="*/ 4413991 h 5376712"/>
                <a:gd name="connsiteX93" fmla="*/ 1137273 w 5376684"/>
                <a:gd name="connsiteY93" fmla="*/ 4780806 h 5376712"/>
                <a:gd name="connsiteX94" fmla="*/ 595981 w 5376684"/>
                <a:gd name="connsiteY94" fmla="*/ 4239514 h 5376712"/>
                <a:gd name="connsiteX95" fmla="*/ 961728 w 5376684"/>
                <a:gd name="connsiteY95" fmla="*/ 3873767 h 5376712"/>
                <a:gd name="connsiteX96" fmla="*/ 961690 w 5376684"/>
                <a:gd name="connsiteY96" fmla="*/ 3873805 h 5376712"/>
                <a:gd name="connsiteX97" fmla="*/ 969152 w 5376684"/>
                <a:gd name="connsiteY97" fmla="*/ 3803847 h 5376712"/>
                <a:gd name="connsiteX98" fmla="*/ 686034 w 5376684"/>
                <a:gd name="connsiteY98" fmla="*/ 3115559 h 5376712"/>
                <a:gd name="connsiteX99" fmla="*/ 631231 w 5376684"/>
                <a:gd name="connsiteY99" fmla="*/ 3071012 h 5376712"/>
                <a:gd name="connsiteX100" fmla="*/ 112022 w 5376684"/>
                <a:gd name="connsiteY100" fmla="*/ 3071012 h 5376712"/>
                <a:gd name="connsiteX101" fmla="*/ 112022 w 5376684"/>
                <a:gd name="connsiteY101" fmla="*/ 2305571 h 5376712"/>
                <a:gd name="connsiteX102" fmla="*/ 629664 w 5376684"/>
                <a:gd name="connsiteY102" fmla="*/ 2305571 h 5376712"/>
                <a:gd name="connsiteX103" fmla="*/ 684505 w 5376684"/>
                <a:gd name="connsiteY103" fmla="*/ 2261331 h 5376712"/>
                <a:gd name="connsiteX104" fmla="*/ 970111 w 5376684"/>
                <a:gd name="connsiteY104" fmla="*/ 1574111 h 5376712"/>
                <a:gd name="connsiteX105" fmla="*/ 962725 w 5376684"/>
                <a:gd name="connsiteY105" fmla="*/ 1504000 h 5376712"/>
                <a:gd name="connsiteX106" fmla="*/ 596018 w 5376684"/>
                <a:gd name="connsiteY106" fmla="*/ 1137186 h 5376712"/>
                <a:gd name="connsiteX107" fmla="*/ 1137310 w 5376684"/>
                <a:gd name="connsiteY107" fmla="*/ 595893 h 5376712"/>
                <a:gd name="connsiteX108" fmla="*/ 1502940 w 5376684"/>
                <a:gd name="connsiteY108" fmla="*/ 961640 h 5376712"/>
                <a:gd name="connsiteX109" fmla="*/ 1572859 w 5376684"/>
                <a:gd name="connsiteY109" fmla="*/ 969103 h 5376712"/>
                <a:gd name="connsiteX110" fmla="*/ 2261148 w 5376684"/>
                <a:gd name="connsiteY110" fmla="*/ 686054 h 5376712"/>
                <a:gd name="connsiteX111" fmla="*/ 2261186 w 5376684"/>
                <a:gd name="connsiteY111" fmla="*/ 686015 h 5376712"/>
                <a:gd name="connsiteX112" fmla="*/ 2305618 w 5376684"/>
                <a:gd name="connsiteY112" fmla="*/ 631251 h 5376712"/>
                <a:gd name="connsiteX113" fmla="*/ 2688350 w 5376684"/>
                <a:gd name="connsiteY113" fmla="*/ 1064107 h 5376712"/>
                <a:gd name="connsiteX114" fmla="*/ 2361067 w 5376684"/>
                <a:gd name="connsiteY114" fmla="*/ 1097096 h 5376712"/>
                <a:gd name="connsiteX115" fmla="*/ 2056091 w 5376684"/>
                <a:gd name="connsiteY115" fmla="*/ 1191776 h 5376712"/>
                <a:gd name="connsiteX116" fmla="*/ 1780165 w 5376684"/>
                <a:gd name="connsiteY116" fmla="*/ 1341526 h 5376712"/>
                <a:gd name="connsiteX117" fmla="*/ 1539870 w 5376684"/>
                <a:gd name="connsiteY117" fmla="*/ 1539800 h 5376712"/>
                <a:gd name="connsiteX118" fmla="*/ 1341595 w 5376684"/>
                <a:gd name="connsiteY118" fmla="*/ 1780173 h 5376712"/>
                <a:gd name="connsiteX119" fmla="*/ 1191846 w 5376684"/>
                <a:gd name="connsiteY119" fmla="*/ 2056100 h 5376712"/>
                <a:gd name="connsiteX120" fmla="*/ 1097166 w 5376684"/>
                <a:gd name="connsiteY120" fmla="*/ 2361075 h 5376712"/>
                <a:gd name="connsiteX121" fmla="*/ 1105279 w 5376684"/>
                <a:gd name="connsiteY121" fmla="*/ 2403173 h 5376712"/>
                <a:gd name="connsiteX122" fmla="*/ 1140755 w 5376684"/>
                <a:gd name="connsiteY122" fmla="*/ 2427206 h 5376712"/>
                <a:gd name="connsiteX123" fmla="*/ 1182852 w 5376684"/>
                <a:gd name="connsiteY123" fmla="*/ 2419093 h 5376712"/>
                <a:gd name="connsiteX124" fmla="*/ 1206886 w 5376684"/>
                <a:gd name="connsiteY124" fmla="*/ 2383578 h 5376712"/>
                <a:gd name="connsiteX125" fmla="*/ 1294946 w 5376684"/>
                <a:gd name="connsiteY125" fmla="*/ 2099804 h 5376712"/>
                <a:gd name="connsiteX126" fmla="*/ 1434359 w 5376684"/>
                <a:gd name="connsiteY126" fmla="*/ 1842893 h 5376712"/>
                <a:gd name="connsiteX127" fmla="*/ 1619084 w 5376684"/>
                <a:gd name="connsiteY127" fmla="*/ 1619048 h 5376712"/>
                <a:gd name="connsiteX128" fmla="*/ 1842929 w 5376684"/>
                <a:gd name="connsiteY128" fmla="*/ 1434392 h 5376712"/>
                <a:gd name="connsiteX129" fmla="*/ 2099761 w 5376684"/>
                <a:gd name="connsiteY129" fmla="*/ 1294978 h 5376712"/>
                <a:gd name="connsiteX130" fmla="*/ 2383575 w 5376684"/>
                <a:gd name="connsiteY130" fmla="*/ 1206842 h 5376712"/>
                <a:gd name="connsiteX131" fmla="*/ 2688354 w 5376684"/>
                <a:gd name="connsiteY131" fmla="*/ 1176150 h 5376712"/>
                <a:gd name="connsiteX132" fmla="*/ 2993212 w 5376684"/>
                <a:gd name="connsiteY132" fmla="*/ 1206919 h 5376712"/>
                <a:gd name="connsiteX133" fmla="*/ 3276986 w 5376684"/>
                <a:gd name="connsiteY133" fmla="*/ 1294978 h 5376712"/>
                <a:gd name="connsiteX134" fmla="*/ 3533818 w 5376684"/>
                <a:gd name="connsiteY134" fmla="*/ 1434392 h 5376712"/>
                <a:gd name="connsiteX135" fmla="*/ 3757663 w 5376684"/>
                <a:gd name="connsiteY135" fmla="*/ 1619048 h 5376712"/>
                <a:gd name="connsiteX136" fmla="*/ 3942281 w 5376684"/>
                <a:gd name="connsiteY136" fmla="*/ 1842893 h 5376712"/>
                <a:gd name="connsiteX137" fmla="*/ 4081694 w 5376684"/>
                <a:gd name="connsiteY137" fmla="*/ 2099804 h 5376712"/>
                <a:gd name="connsiteX138" fmla="*/ 4138257 w 5376684"/>
                <a:gd name="connsiteY138" fmla="*/ 2257822 h 5376712"/>
                <a:gd name="connsiteX139" fmla="*/ 4079168 w 5376684"/>
                <a:gd name="connsiteY139" fmla="*/ 2223761 h 5376712"/>
                <a:gd name="connsiteX140" fmla="*/ 4079206 w 5376684"/>
                <a:gd name="connsiteY140" fmla="*/ 2223761 h 5376712"/>
                <a:gd name="connsiteX141" fmla="*/ 4047060 w 5376684"/>
                <a:gd name="connsiteY141" fmla="*/ 2215916 h 5376712"/>
                <a:gd name="connsiteX142" fmla="*/ 3995931 w 5376684"/>
                <a:gd name="connsiteY142" fmla="*/ 2259429 h 5376712"/>
                <a:gd name="connsiteX143" fmla="*/ 4023294 w 5376684"/>
                <a:gd name="connsiteY143" fmla="*/ 2320738 h 5376712"/>
                <a:gd name="connsiteX144" fmla="*/ 4189268 w 5376684"/>
                <a:gd name="connsiteY144" fmla="*/ 2416489 h 5376712"/>
                <a:gd name="connsiteX145" fmla="*/ 4238942 w 5376684"/>
                <a:gd name="connsiteY145" fmla="*/ 2427473 h 5376712"/>
                <a:gd name="connsiteX146" fmla="*/ 4241583 w 5376684"/>
                <a:gd name="connsiteY146" fmla="*/ 2426860 h 5376712"/>
                <a:gd name="connsiteX147" fmla="*/ 4242807 w 5376684"/>
                <a:gd name="connsiteY147" fmla="*/ 2426439 h 5376712"/>
                <a:gd name="connsiteX148" fmla="*/ 4279623 w 5376684"/>
                <a:gd name="connsiteY148" fmla="*/ 2389624 h 5376712"/>
                <a:gd name="connsiteX149" fmla="*/ 4373461 w 5376684"/>
                <a:gd name="connsiteY149" fmla="*/ 2227050 h 5376712"/>
                <a:gd name="connsiteX150" fmla="*/ 4374150 w 5376684"/>
                <a:gd name="connsiteY150" fmla="*/ 2170984 h 5376712"/>
                <a:gd name="connsiteX151" fmla="*/ 4325891 w 5376684"/>
                <a:gd name="connsiteY151" fmla="*/ 2142396 h 5376712"/>
                <a:gd name="connsiteX152" fmla="*/ 4276446 w 5376684"/>
                <a:gd name="connsiteY152" fmla="*/ 2170984 h 5376712"/>
                <a:gd name="connsiteX153" fmla="*/ 4245447 w 5376684"/>
                <a:gd name="connsiteY153" fmla="*/ 2224639 h 5376712"/>
                <a:gd name="connsiteX154" fmla="*/ 4185056 w 5376684"/>
                <a:gd name="connsiteY154" fmla="*/ 2056098 h 5376712"/>
                <a:gd name="connsiteX155" fmla="*/ 4035307 w 5376684"/>
                <a:gd name="connsiteY155" fmla="*/ 1780172 h 5376712"/>
                <a:gd name="connsiteX156" fmla="*/ 3837032 w 5376684"/>
                <a:gd name="connsiteY156" fmla="*/ 1539799 h 5376712"/>
                <a:gd name="connsiteX157" fmla="*/ 3596659 w 5376684"/>
                <a:gd name="connsiteY157" fmla="*/ 1341524 h 5376712"/>
                <a:gd name="connsiteX158" fmla="*/ 3320733 w 5376684"/>
                <a:gd name="connsiteY158" fmla="*/ 1191775 h 5376712"/>
                <a:gd name="connsiteX159" fmla="*/ 3015797 w 5376684"/>
                <a:gd name="connsiteY159" fmla="*/ 1097094 h 5376712"/>
                <a:gd name="connsiteX160" fmla="*/ 2688513 w 5376684"/>
                <a:gd name="connsiteY160" fmla="*/ 1064105 h 5376712"/>
                <a:gd name="connsiteX161" fmla="*/ 2688350 w 5376684"/>
                <a:gd name="connsiteY161" fmla="*/ 1532303 h 5376712"/>
                <a:gd name="connsiteX162" fmla="*/ 2324171 w 5376684"/>
                <a:gd name="connsiteY162" fmla="*/ 1898089 h 5376712"/>
                <a:gd name="connsiteX163" fmla="*/ 2324132 w 5376684"/>
                <a:gd name="connsiteY163" fmla="*/ 1898089 h 5376712"/>
                <a:gd name="connsiteX164" fmla="*/ 2324553 w 5376684"/>
                <a:gd name="connsiteY164" fmla="*/ 1912172 h 5376712"/>
                <a:gd name="connsiteX165" fmla="*/ 2500481 w 5376684"/>
                <a:gd name="connsiteY165" fmla="*/ 3110167 h 5376712"/>
                <a:gd name="connsiteX166" fmla="*/ 2688272 w 5376684"/>
                <a:gd name="connsiteY166" fmla="*/ 3295127 h 5376712"/>
                <a:gd name="connsiteX167" fmla="*/ 2876142 w 5376684"/>
                <a:gd name="connsiteY167" fmla="*/ 3110324 h 5376712"/>
                <a:gd name="connsiteX168" fmla="*/ 3051002 w 5376684"/>
                <a:gd name="connsiteY168" fmla="*/ 1919089 h 5376712"/>
                <a:gd name="connsiteX169" fmla="*/ 3051040 w 5376684"/>
                <a:gd name="connsiteY169" fmla="*/ 1919089 h 5376712"/>
                <a:gd name="connsiteX170" fmla="*/ 3052264 w 5376684"/>
                <a:gd name="connsiteY170" fmla="*/ 1907378 h 5376712"/>
                <a:gd name="connsiteX171" fmla="*/ 3052188 w 5376684"/>
                <a:gd name="connsiteY171" fmla="*/ 1898232 h 5376712"/>
                <a:gd name="connsiteX172" fmla="*/ 2688009 w 5376684"/>
                <a:gd name="connsiteY172" fmla="*/ 1532289 h 5376712"/>
                <a:gd name="connsiteX173" fmla="*/ 2688350 w 5376684"/>
                <a:gd name="connsiteY173" fmla="*/ 1644362 h 5376712"/>
                <a:gd name="connsiteX174" fmla="*/ 2940626 w 5376684"/>
                <a:gd name="connsiteY174" fmla="*/ 1900391 h 5376712"/>
                <a:gd name="connsiteX175" fmla="*/ 2765081 w 5376684"/>
                <a:gd name="connsiteY175" fmla="*/ 3095741 h 5376712"/>
                <a:gd name="connsiteX176" fmla="*/ 2765043 w 5376684"/>
                <a:gd name="connsiteY176" fmla="*/ 3095702 h 5376712"/>
                <a:gd name="connsiteX177" fmla="*/ 2765043 w 5376684"/>
                <a:gd name="connsiteY177" fmla="*/ 3095932 h 5376712"/>
                <a:gd name="connsiteX178" fmla="*/ 2764928 w 5376684"/>
                <a:gd name="connsiteY178" fmla="*/ 3096544 h 5376712"/>
                <a:gd name="connsiteX179" fmla="*/ 2764545 w 5376684"/>
                <a:gd name="connsiteY179" fmla="*/ 3101137 h 5376712"/>
                <a:gd name="connsiteX180" fmla="*/ 2764469 w 5376684"/>
                <a:gd name="connsiteY180" fmla="*/ 3103777 h 5376712"/>
                <a:gd name="connsiteX181" fmla="*/ 2688312 w 5376684"/>
                <a:gd name="connsiteY181" fmla="*/ 3183073 h 5376712"/>
                <a:gd name="connsiteX182" fmla="*/ 2612384 w 5376684"/>
                <a:gd name="connsiteY182" fmla="*/ 3106380 h 5376712"/>
                <a:gd name="connsiteX183" fmla="*/ 2612384 w 5376684"/>
                <a:gd name="connsiteY183" fmla="*/ 3106419 h 5376712"/>
                <a:gd name="connsiteX184" fmla="*/ 2612192 w 5376684"/>
                <a:gd name="connsiteY184" fmla="*/ 3099798 h 5376712"/>
                <a:gd name="connsiteX185" fmla="*/ 2610930 w 5376684"/>
                <a:gd name="connsiteY185" fmla="*/ 3090728 h 5376712"/>
                <a:gd name="connsiteX186" fmla="*/ 2436188 w 5376684"/>
                <a:gd name="connsiteY186" fmla="*/ 1900277 h 5376712"/>
                <a:gd name="connsiteX187" fmla="*/ 2688386 w 5376684"/>
                <a:gd name="connsiteY187" fmla="*/ 1644101 h 5376712"/>
                <a:gd name="connsiteX188" fmla="*/ 1119337 w 5376684"/>
                <a:gd name="connsiteY188" fmla="*/ 2631621 h 5376712"/>
                <a:gd name="connsiteX189" fmla="*/ 1119337 w 5376684"/>
                <a:gd name="connsiteY189" fmla="*/ 2631582 h 5376712"/>
                <a:gd name="connsiteX190" fmla="*/ 1099514 w 5376684"/>
                <a:gd name="connsiteY190" fmla="*/ 2635524 h 5376712"/>
                <a:gd name="connsiteX191" fmla="*/ 1095534 w 5376684"/>
                <a:gd name="connsiteY191" fmla="*/ 2637591 h 5376712"/>
                <a:gd name="connsiteX192" fmla="*/ 1092931 w 5376684"/>
                <a:gd name="connsiteY192" fmla="*/ 2638854 h 5376712"/>
                <a:gd name="connsiteX193" fmla="*/ 1091669 w 5376684"/>
                <a:gd name="connsiteY193" fmla="*/ 2639466 h 5376712"/>
                <a:gd name="connsiteX194" fmla="*/ 1072189 w 5376684"/>
                <a:gd name="connsiteY194" fmla="*/ 2658103 h 5376712"/>
                <a:gd name="connsiteX195" fmla="*/ 945825 w 5376684"/>
                <a:gd name="connsiteY195" fmla="*/ 2801964 h 5376712"/>
                <a:gd name="connsiteX196" fmla="*/ 931704 w 5376684"/>
                <a:gd name="connsiteY196" fmla="*/ 2842645 h 5376712"/>
                <a:gd name="connsiteX197" fmla="*/ 950686 w 5376684"/>
                <a:gd name="connsiteY197" fmla="*/ 2881336 h 5376712"/>
                <a:gd name="connsiteX198" fmla="*/ 991482 w 5376684"/>
                <a:gd name="connsiteY198" fmla="*/ 2895113 h 5376712"/>
                <a:gd name="connsiteX199" fmla="*/ 1030020 w 5376684"/>
                <a:gd name="connsiteY199" fmla="*/ 2875901 h 5376712"/>
                <a:gd name="connsiteX200" fmla="*/ 1070204 w 5376684"/>
                <a:gd name="connsiteY200" fmla="*/ 2830130 h 5376712"/>
                <a:gd name="connsiteX201" fmla="*/ 1096993 w 5376684"/>
                <a:gd name="connsiteY201" fmla="*/ 3015854 h 5376712"/>
                <a:gd name="connsiteX202" fmla="*/ 1191674 w 5376684"/>
                <a:gd name="connsiteY202" fmla="*/ 3320790 h 5376712"/>
                <a:gd name="connsiteX203" fmla="*/ 1341423 w 5376684"/>
                <a:gd name="connsiteY203" fmla="*/ 3596717 h 5376712"/>
                <a:gd name="connsiteX204" fmla="*/ 1539698 w 5376684"/>
                <a:gd name="connsiteY204" fmla="*/ 3837012 h 5376712"/>
                <a:gd name="connsiteX205" fmla="*/ 1779992 w 5376684"/>
                <a:gd name="connsiteY205" fmla="*/ 4035365 h 5376712"/>
                <a:gd name="connsiteX206" fmla="*/ 2055919 w 5376684"/>
                <a:gd name="connsiteY206" fmla="*/ 4185075 h 5376712"/>
                <a:gd name="connsiteX207" fmla="*/ 2360855 w 5376684"/>
                <a:gd name="connsiteY207" fmla="*/ 4279756 h 5376712"/>
                <a:gd name="connsiteX208" fmla="*/ 2522165 w 5376684"/>
                <a:gd name="connsiteY208" fmla="*/ 4304325 h 5376712"/>
                <a:gd name="connsiteX209" fmla="*/ 2522203 w 5376684"/>
                <a:gd name="connsiteY209" fmla="*/ 4304402 h 5376712"/>
                <a:gd name="connsiteX210" fmla="*/ 2563841 w 5376684"/>
                <a:gd name="connsiteY210" fmla="*/ 4292461 h 5376712"/>
                <a:gd name="connsiteX211" fmla="*/ 2584546 w 5376684"/>
                <a:gd name="connsiteY211" fmla="*/ 4254420 h 5376712"/>
                <a:gd name="connsiteX212" fmla="*/ 2571916 w 5376684"/>
                <a:gd name="connsiteY212" fmla="*/ 4212973 h 5376712"/>
                <a:gd name="connsiteX213" fmla="*/ 2533493 w 5376684"/>
                <a:gd name="connsiteY213" fmla="*/ 4192920 h 5376712"/>
                <a:gd name="connsiteX214" fmla="*/ 2383361 w 5376684"/>
                <a:gd name="connsiteY214" fmla="*/ 4169996 h 5376712"/>
                <a:gd name="connsiteX215" fmla="*/ 2099548 w 5376684"/>
                <a:gd name="connsiteY215" fmla="*/ 4081936 h 5376712"/>
                <a:gd name="connsiteX216" fmla="*/ 1842715 w 5376684"/>
                <a:gd name="connsiteY216" fmla="*/ 3942523 h 5376712"/>
                <a:gd name="connsiteX217" fmla="*/ 1618870 w 5376684"/>
                <a:gd name="connsiteY217" fmla="*/ 3757906 h 5376712"/>
                <a:gd name="connsiteX218" fmla="*/ 1434145 w 5376684"/>
                <a:gd name="connsiteY218" fmla="*/ 3533992 h 5376712"/>
                <a:gd name="connsiteX219" fmla="*/ 1294732 w 5376684"/>
                <a:gd name="connsiteY219" fmla="*/ 3277160 h 5376712"/>
                <a:gd name="connsiteX220" fmla="*/ 1206672 w 5376684"/>
                <a:gd name="connsiteY220" fmla="*/ 2993386 h 5376712"/>
                <a:gd name="connsiteX221" fmla="*/ 1181376 w 5376684"/>
                <a:gd name="connsiteY221" fmla="*/ 2817155 h 5376712"/>
                <a:gd name="connsiteX222" fmla="*/ 1233385 w 5376684"/>
                <a:gd name="connsiteY222" fmla="*/ 2862850 h 5376712"/>
                <a:gd name="connsiteX223" fmla="*/ 1233424 w 5376684"/>
                <a:gd name="connsiteY223" fmla="*/ 2862811 h 5376712"/>
                <a:gd name="connsiteX224" fmla="*/ 1274104 w 5376684"/>
                <a:gd name="connsiteY224" fmla="*/ 2876895 h 5376712"/>
                <a:gd name="connsiteX225" fmla="*/ 1312757 w 5376684"/>
                <a:gd name="connsiteY225" fmla="*/ 2857951 h 5376712"/>
                <a:gd name="connsiteX226" fmla="*/ 1326573 w 5376684"/>
                <a:gd name="connsiteY226" fmla="*/ 2817193 h 5376712"/>
                <a:gd name="connsiteX227" fmla="*/ 1307362 w 5376684"/>
                <a:gd name="connsiteY227" fmla="*/ 2778655 h 5376712"/>
                <a:gd name="connsiteX228" fmla="*/ 1163961 w 5376684"/>
                <a:gd name="connsiteY228" fmla="*/ 2652713 h 5376712"/>
                <a:gd name="connsiteX229" fmla="*/ 1140960 w 5376684"/>
                <a:gd name="connsiteY229" fmla="*/ 2635873 h 5376712"/>
                <a:gd name="connsiteX230" fmla="*/ 1140577 w 5376684"/>
                <a:gd name="connsiteY230" fmla="*/ 2635759 h 5376712"/>
                <a:gd name="connsiteX231" fmla="*/ 1136597 w 5376684"/>
                <a:gd name="connsiteY231" fmla="*/ 2634534 h 5376712"/>
                <a:gd name="connsiteX232" fmla="*/ 1133306 w 5376684"/>
                <a:gd name="connsiteY232" fmla="*/ 2633883 h 5376712"/>
                <a:gd name="connsiteX233" fmla="*/ 1132043 w 5376684"/>
                <a:gd name="connsiteY233" fmla="*/ 2633462 h 5376712"/>
                <a:gd name="connsiteX234" fmla="*/ 1119491 w 5376684"/>
                <a:gd name="connsiteY234" fmla="*/ 2632238 h 5376712"/>
                <a:gd name="connsiteX235" fmla="*/ 4255697 w 5376684"/>
                <a:gd name="connsiteY235" fmla="*/ 2631621 h 5376712"/>
                <a:gd name="connsiteX236" fmla="*/ 4255697 w 5376684"/>
                <a:gd name="connsiteY236" fmla="*/ 2631582 h 5376712"/>
                <a:gd name="connsiteX237" fmla="*/ 4216317 w 5376684"/>
                <a:gd name="connsiteY237" fmla="*/ 2648575 h 5376712"/>
                <a:gd name="connsiteX238" fmla="*/ 4200473 w 5376684"/>
                <a:gd name="connsiteY238" fmla="*/ 2688413 h 5376712"/>
                <a:gd name="connsiteX239" fmla="*/ 4169781 w 5376684"/>
                <a:gd name="connsiteY239" fmla="*/ 2993193 h 5376712"/>
                <a:gd name="connsiteX240" fmla="*/ 4081645 w 5376684"/>
                <a:gd name="connsiteY240" fmla="*/ 3276967 h 5376712"/>
                <a:gd name="connsiteX241" fmla="*/ 3942231 w 5376684"/>
                <a:gd name="connsiteY241" fmla="*/ 3533799 h 5376712"/>
                <a:gd name="connsiteX242" fmla="*/ 3757614 w 5376684"/>
                <a:gd name="connsiteY242" fmla="*/ 3757713 h 5376712"/>
                <a:gd name="connsiteX243" fmla="*/ 3533769 w 5376684"/>
                <a:gd name="connsiteY243" fmla="*/ 3942330 h 5376712"/>
                <a:gd name="connsiteX244" fmla="*/ 3276937 w 5376684"/>
                <a:gd name="connsiteY244" fmla="*/ 4081744 h 5376712"/>
                <a:gd name="connsiteX245" fmla="*/ 2993163 w 5376684"/>
                <a:gd name="connsiteY245" fmla="*/ 4169803 h 5376712"/>
                <a:gd name="connsiteX246" fmla="*/ 2974793 w 5376684"/>
                <a:gd name="connsiteY246" fmla="*/ 4173094 h 5376712"/>
                <a:gd name="connsiteX247" fmla="*/ 3013446 w 5376684"/>
                <a:gd name="connsiteY247" fmla="*/ 4121315 h 5376712"/>
                <a:gd name="connsiteX248" fmla="*/ 3013446 w 5376684"/>
                <a:gd name="connsiteY248" fmla="*/ 4121391 h 5376712"/>
                <a:gd name="connsiteX249" fmla="*/ 3019645 w 5376684"/>
                <a:gd name="connsiteY249" fmla="*/ 4063106 h 5376712"/>
                <a:gd name="connsiteX250" fmla="*/ 2970507 w 5376684"/>
                <a:gd name="connsiteY250" fmla="*/ 4031189 h 5376712"/>
                <a:gd name="connsiteX251" fmla="*/ 2923587 w 5376684"/>
                <a:gd name="connsiteY251" fmla="*/ 4054304 h 5376712"/>
                <a:gd name="connsiteX252" fmla="*/ 2809235 w 5376684"/>
                <a:gd name="connsiteY252" fmla="*/ 4207424 h 5376712"/>
                <a:gd name="connsiteX253" fmla="*/ 2792128 w 5376684"/>
                <a:gd name="connsiteY253" fmla="*/ 4250363 h 5376712"/>
                <a:gd name="connsiteX254" fmla="*/ 2792167 w 5376684"/>
                <a:gd name="connsiteY254" fmla="*/ 4251626 h 5376712"/>
                <a:gd name="connsiteX255" fmla="*/ 2792167 w 5376684"/>
                <a:gd name="connsiteY255" fmla="*/ 4252009 h 5376712"/>
                <a:gd name="connsiteX256" fmla="*/ 2823242 w 5376684"/>
                <a:gd name="connsiteY256" fmla="*/ 4299043 h 5376712"/>
                <a:gd name="connsiteX257" fmla="*/ 2975362 w 5376684"/>
                <a:gd name="connsiteY257" fmla="*/ 4412817 h 5376712"/>
                <a:gd name="connsiteX258" fmla="*/ 3017000 w 5376684"/>
                <a:gd name="connsiteY258" fmla="*/ 4423571 h 5376712"/>
                <a:gd name="connsiteX259" fmla="*/ 3053969 w 5376684"/>
                <a:gd name="connsiteY259" fmla="*/ 4401642 h 5376712"/>
                <a:gd name="connsiteX260" fmla="*/ 3064531 w 5376684"/>
                <a:gd name="connsiteY260" fmla="*/ 4359966 h 5376712"/>
                <a:gd name="connsiteX261" fmla="*/ 3042449 w 5376684"/>
                <a:gd name="connsiteY261" fmla="*/ 4323074 h 5376712"/>
                <a:gd name="connsiteX262" fmla="*/ 2990287 w 5376684"/>
                <a:gd name="connsiteY262" fmla="*/ 4284077 h 5376712"/>
                <a:gd name="connsiteX263" fmla="*/ 3015583 w 5376684"/>
                <a:gd name="connsiteY263" fmla="*/ 4279484 h 5376712"/>
                <a:gd name="connsiteX264" fmla="*/ 3320559 w 5376684"/>
                <a:gd name="connsiteY264" fmla="*/ 4184804 h 5376712"/>
                <a:gd name="connsiteX265" fmla="*/ 3596485 w 5376684"/>
                <a:gd name="connsiteY265" fmla="*/ 4035093 h 5376712"/>
                <a:gd name="connsiteX266" fmla="*/ 3836858 w 5376684"/>
                <a:gd name="connsiteY266" fmla="*/ 3836740 h 5376712"/>
                <a:gd name="connsiteX267" fmla="*/ 4035133 w 5376684"/>
                <a:gd name="connsiteY267" fmla="*/ 3596446 h 5376712"/>
                <a:gd name="connsiteX268" fmla="*/ 4184882 w 5376684"/>
                <a:gd name="connsiteY268" fmla="*/ 3320519 h 5376712"/>
                <a:gd name="connsiteX269" fmla="*/ 4279563 w 5376684"/>
                <a:gd name="connsiteY269" fmla="*/ 3015544 h 5376712"/>
                <a:gd name="connsiteX270" fmla="*/ 4312552 w 5376684"/>
                <a:gd name="connsiteY270" fmla="*/ 2688260 h 5376712"/>
                <a:gd name="connsiteX271" fmla="*/ 4296134 w 5376684"/>
                <a:gd name="connsiteY271" fmla="*/ 2647809 h 5376712"/>
                <a:gd name="connsiteX272" fmla="*/ 4255644 w 5376684"/>
                <a:gd name="connsiteY272" fmla="*/ 2631429 h 5376712"/>
                <a:gd name="connsiteX273" fmla="*/ 2688350 w 5376684"/>
                <a:gd name="connsiteY273" fmla="*/ 3363575 h 5376712"/>
                <a:gd name="connsiteX274" fmla="*/ 2456167 w 5376684"/>
                <a:gd name="connsiteY274" fmla="*/ 3600049 h 5376712"/>
                <a:gd name="connsiteX275" fmla="*/ 2688350 w 5376684"/>
                <a:gd name="connsiteY275" fmla="*/ 3836444 h 5376712"/>
                <a:gd name="connsiteX276" fmla="*/ 2920533 w 5376684"/>
                <a:gd name="connsiteY276" fmla="*/ 3600049 h 5376712"/>
                <a:gd name="connsiteX277" fmla="*/ 2688350 w 5376684"/>
                <a:gd name="connsiteY277" fmla="*/ 3363575 h 5376712"/>
                <a:gd name="connsiteX278" fmla="*/ 2688350 w 5376684"/>
                <a:gd name="connsiteY278" fmla="*/ 3475595 h 5376712"/>
                <a:gd name="connsiteX279" fmla="*/ 2808561 w 5376684"/>
                <a:gd name="connsiteY279" fmla="*/ 3600049 h 5376712"/>
                <a:gd name="connsiteX280" fmla="*/ 2688350 w 5376684"/>
                <a:gd name="connsiteY280" fmla="*/ 3724384 h 5376712"/>
                <a:gd name="connsiteX281" fmla="*/ 2568178 w 5376684"/>
                <a:gd name="connsiteY281" fmla="*/ 3600049 h 5376712"/>
                <a:gd name="connsiteX282" fmla="*/ 2688350 w 5376684"/>
                <a:gd name="connsiteY282" fmla="*/ 3475595 h 5376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Lst>
              <a:rect l="l" t="t" r="r" b="b"/>
              <a:pathLst>
                <a:path w="5376684" h="5376712">
                  <a:moveTo>
                    <a:pt x="2249665" y="0"/>
                  </a:moveTo>
                  <a:cubicBezTo>
                    <a:pt x="2218743" y="-38"/>
                    <a:pt x="2193637" y="25029"/>
                    <a:pt x="2193637" y="55989"/>
                  </a:cubicBezTo>
                  <a:lnTo>
                    <a:pt x="2193637" y="590158"/>
                  </a:lnTo>
                  <a:cubicBezTo>
                    <a:pt x="1967196" y="642971"/>
                    <a:pt x="1751345" y="731835"/>
                    <a:pt x="1553306" y="853613"/>
                  </a:cubicBezTo>
                  <a:lnTo>
                    <a:pt x="1176841" y="477188"/>
                  </a:lnTo>
                  <a:lnTo>
                    <a:pt x="1176802" y="477188"/>
                  </a:lnTo>
                  <a:cubicBezTo>
                    <a:pt x="1154950" y="455373"/>
                    <a:pt x="1119550" y="455373"/>
                    <a:pt x="1097660" y="477188"/>
                  </a:cubicBezTo>
                  <a:lnTo>
                    <a:pt x="477188" y="1097582"/>
                  </a:lnTo>
                  <a:lnTo>
                    <a:pt x="477188" y="1097620"/>
                  </a:lnTo>
                  <a:cubicBezTo>
                    <a:pt x="466702" y="1108106"/>
                    <a:pt x="460769" y="1122342"/>
                    <a:pt x="460769" y="1137230"/>
                  </a:cubicBezTo>
                  <a:cubicBezTo>
                    <a:pt x="460769" y="1152079"/>
                    <a:pt x="466701" y="1166316"/>
                    <a:pt x="477188" y="1176840"/>
                  </a:cubicBezTo>
                  <a:lnTo>
                    <a:pt x="854574" y="1554226"/>
                  </a:lnTo>
                  <a:cubicBezTo>
                    <a:pt x="732070" y="1751893"/>
                    <a:pt x="642407" y="1967391"/>
                    <a:pt x="588748" y="2193646"/>
                  </a:cubicBezTo>
                  <a:lnTo>
                    <a:pt x="56028" y="2193646"/>
                  </a:lnTo>
                  <a:cubicBezTo>
                    <a:pt x="25106" y="2193646"/>
                    <a:pt x="39" y="2218675"/>
                    <a:pt x="0" y="2249635"/>
                  </a:cubicBezTo>
                  <a:lnTo>
                    <a:pt x="0" y="3127126"/>
                  </a:lnTo>
                  <a:lnTo>
                    <a:pt x="0" y="3127088"/>
                  </a:lnTo>
                  <a:cubicBezTo>
                    <a:pt x="38" y="3158048"/>
                    <a:pt x="25105" y="3183076"/>
                    <a:pt x="56028" y="3183076"/>
                  </a:cubicBezTo>
                  <a:lnTo>
                    <a:pt x="590198" y="3183076"/>
                  </a:lnTo>
                  <a:cubicBezTo>
                    <a:pt x="643086" y="3409518"/>
                    <a:pt x="731756" y="3625398"/>
                    <a:pt x="853574" y="3823486"/>
                  </a:cubicBezTo>
                  <a:lnTo>
                    <a:pt x="477188" y="4199912"/>
                  </a:lnTo>
                  <a:lnTo>
                    <a:pt x="477188" y="4199874"/>
                  </a:lnTo>
                  <a:cubicBezTo>
                    <a:pt x="455335" y="4221764"/>
                    <a:pt x="455335" y="4257203"/>
                    <a:pt x="477188" y="4279092"/>
                  </a:cubicBezTo>
                  <a:lnTo>
                    <a:pt x="1097660" y="4899487"/>
                  </a:lnTo>
                  <a:cubicBezTo>
                    <a:pt x="1119551" y="4921339"/>
                    <a:pt x="1154951" y="4921339"/>
                    <a:pt x="1176802" y="4899487"/>
                  </a:cubicBezTo>
                  <a:lnTo>
                    <a:pt x="1554188" y="4522179"/>
                  </a:lnTo>
                  <a:cubicBezTo>
                    <a:pt x="1751856" y="4644722"/>
                    <a:pt x="1967315" y="4734268"/>
                    <a:pt x="2193609" y="4787927"/>
                  </a:cubicBezTo>
                  <a:lnTo>
                    <a:pt x="2193609" y="5320686"/>
                  </a:lnTo>
                  <a:lnTo>
                    <a:pt x="2193647" y="5320724"/>
                  </a:lnTo>
                  <a:cubicBezTo>
                    <a:pt x="2193647" y="5351645"/>
                    <a:pt x="2218752" y="5376712"/>
                    <a:pt x="2249675" y="5376712"/>
                  </a:cubicBezTo>
                  <a:lnTo>
                    <a:pt x="3127097" y="5376712"/>
                  </a:lnTo>
                  <a:cubicBezTo>
                    <a:pt x="3157981" y="5376674"/>
                    <a:pt x="3183048" y="5351607"/>
                    <a:pt x="3183048" y="5320724"/>
                  </a:cubicBezTo>
                  <a:lnTo>
                    <a:pt x="3183048" y="4786554"/>
                  </a:lnTo>
                  <a:cubicBezTo>
                    <a:pt x="3409489" y="4733665"/>
                    <a:pt x="3625369" y="4644917"/>
                    <a:pt x="3823458" y="4523099"/>
                  </a:cubicBezTo>
                  <a:lnTo>
                    <a:pt x="4199883" y="4899486"/>
                  </a:lnTo>
                  <a:cubicBezTo>
                    <a:pt x="4221736" y="4921377"/>
                    <a:pt x="4257213" y="4921377"/>
                    <a:pt x="4279064" y="4899486"/>
                  </a:cubicBezTo>
                  <a:lnTo>
                    <a:pt x="4899576" y="4279092"/>
                  </a:lnTo>
                  <a:cubicBezTo>
                    <a:pt x="4921429" y="4257201"/>
                    <a:pt x="4921429" y="4221763"/>
                    <a:pt x="4899576" y="4199873"/>
                  </a:cubicBezTo>
                  <a:lnTo>
                    <a:pt x="4522190" y="3822487"/>
                  </a:lnTo>
                  <a:cubicBezTo>
                    <a:pt x="4644693" y="3624820"/>
                    <a:pt x="4734357" y="3409322"/>
                    <a:pt x="4788016" y="3183066"/>
                  </a:cubicBezTo>
                  <a:lnTo>
                    <a:pt x="5320696" y="3183066"/>
                  </a:lnTo>
                  <a:cubicBezTo>
                    <a:pt x="5351618" y="3183028"/>
                    <a:pt x="5376647" y="3157999"/>
                    <a:pt x="5376685" y="3127078"/>
                  </a:cubicBezTo>
                  <a:lnTo>
                    <a:pt x="5376685" y="2249587"/>
                  </a:lnTo>
                  <a:lnTo>
                    <a:pt x="5376685" y="2249625"/>
                  </a:lnTo>
                  <a:cubicBezTo>
                    <a:pt x="5376647" y="2218703"/>
                    <a:pt x="5351618" y="2193675"/>
                    <a:pt x="5320696" y="2193636"/>
                  </a:cubicBezTo>
                  <a:lnTo>
                    <a:pt x="4786527" y="2193636"/>
                  </a:lnTo>
                  <a:cubicBezTo>
                    <a:pt x="4733714" y="1967195"/>
                    <a:pt x="4644850" y="1751384"/>
                    <a:pt x="4523072" y="1553305"/>
                  </a:cubicBezTo>
                  <a:lnTo>
                    <a:pt x="4899537" y="1176840"/>
                  </a:lnTo>
                  <a:lnTo>
                    <a:pt x="4899575" y="1176840"/>
                  </a:lnTo>
                  <a:cubicBezTo>
                    <a:pt x="4910099" y="1166316"/>
                    <a:pt x="4915993" y="1152080"/>
                    <a:pt x="4915993" y="1137230"/>
                  </a:cubicBezTo>
                  <a:cubicBezTo>
                    <a:pt x="4915993" y="1122343"/>
                    <a:pt x="4910099" y="1108106"/>
                    <a:pt x="4899575" y="1097620"/>
                  </a:cubicBezTo>
                  <a:lnTo>
                    <a:pt x="4279063" y="477226"/>
                  </a:lnTo>
                  <a:lnTo>
                    <a:pt x="4279063" y="477188"/>
                  </a:lnTo>
                  <a:cubicBezTo>
                    <a:pt x="4257211" y="455335"/>
                    <a:pt x="4221734" y="455335"/>
                    <a:pt x="4199883" y="477188"/>
                  </a:cubicBezTo>
                  <a:lnTo>
                    <a:pt x="3822575" y="854495"/>
                  </a:lnTo>
                  <a:cubicBezTo>
                    <a:pt x="3624908" y="731952"/>
                    <a:pt x="3409332" y="642407"/>
                    <a:pt x="3183047" y="588748"/>
                  </a:cubicBezTo>
                  <a:lnTo>
                    <a:pt x="3183047" y="55989"/>
                  </a:lnTo>
                  <a:cubicBezTo>
                    <a:pt x="3183047" y="25067"/>
                    <a:pt x="3157980" y="0"/>
                    <a:pt x="3127097" y="0"/>
                  </a:cubicBezTo>
                  <a:close/>
                  <a:moveTo>
                    <a:pt x="2305654" y="112060"/>
                  </a:moveTo>
                  <a:lnTo>
                    <a:pt x="3071095" y="112060"/>
                  </a:lnTo>
                  <a:lnTo>
                    <a:pt x="3071095" y="629702"/>
                  </a:lnTo>
                  <a:lnTo>
                    <a:pt x="3071095" y="629663"/>
                  </a:lnTo>
                  <a:cubicBezTo>
                    <a:pt x="3071095" y="656070"/>
                    <a:pt x="3089541" y="678878"/>
                    <a:pt x="3115335" y="684389"/>
                  </a:cubicBezTo>
                  <a:cubicBezTo>
                    <a:pt x="3359921" y="736896"/>
                    <a:pt x="3592906" y="833717"/>
                    <a:pt x="3802624" y="970074"/>
                  </a:cubicBezTo>
                  <a:lnTo>
                    <a:pt x="3802662" y="970074"/>
                  </a:lnTo>
                  <a:cubicBezTo>
                    <a:pt x="3824821" y="984502"/>
                    <a:pt x="3854059" y="981401"/>
                    <a:pt x="3872773" y="962688"/>
                  </a:cubicBezTo>
                  <a:lnTo>
                    <a:pt x="4239480" y="595981"/>
                  </a:lnTo>
                  <a:lnTo>
                    <a:pt x="4780772" y="1137155"/>
                  </a:lnTo>
                  <a:lnTo>
                    <a:pt x="4415025" y="1502863"/>
                  </a:lnTo>
                  <a:cubicBezTo>
                    <a:pt x="4396388" y="1521538"/>
                    <a:pt x="4393287" y="1550662"/>
                    <a:pt x="4407601" y="1572859"/>
                  </a:cubicBezTo>
                  <a:cubicBezTo>
                    <a:pt x="4543193" y="1783115"/>
                    <a:pt x="4639058" y="2016375"/>
                    <a:pt x="4690650" y="2261147"/>
                  </a:cubicBezTo>
                  <a:cubicBezTo>
                    <a:pt x="4696122" y="2287018"/>
                    <a:pt x="4718970" y="2305540"/>
                    <a:pt x="4745414" y="2305540"/>
                  </a:cubicBezTo>
                  <a:lnTo>
                    <a:pt x="5264702" y="2305540"/>
                  </a:lnTo>
                  <a:lnTo>
                    <a:pt x="5264702" y="3070981"/>
                  </a:lnTo>
                  <a:lnTo>
                    <a:pt x="4747020" y="3070981"/>
                  </a:lnTo>
                  <a:cubicBezTo>
                    <a:pt x="4720615" y="3071019"/>
                    <a:pt x="4697806" y="3089465"/>
                    <a:pt x="4692295" y="3115297"/>
                  </a:cubicBezTo>
                  <a:cubicBezTo>
                    <a:pt x="4639826" y="3359922"/>
                    <a:pt x="4542967" y="3592791"/>
                    <a:pt x="4406610" y="3802518"/>
                  </a:cubicBezTo>
                  <a:lnTo>
                    <a:pt x="4406572" y="3802518"/>
                  </a:lnTo>
                  <a:cubicBezTo>
                    <a:pt x="4392182" y="3824715"/>
                    <a:pt x="4395244" y="3853953"/>
                    <a:pt x="4413958" y="3872668"/>
                  </a:cubicBezTo>
                  <a:lnTo>
                    <a:pt x="4780773" y="4239483"/>
                  </a:lnTo>
                  <a:lnTo>
                    <a:pt x="4239481" y="4780657"/>
                  </a:lnTo>
                  <a:lnTo>
                    <a:pt x="3873851" y="4415028"/>
                  </a:lnTo>
                  <a:lnTo>
                    <a:pt x="3873851" y="4414990"/>
                  </a:lnTo>
                  <a:cubicBezTo>
                    <a:pt x="3855176" y="4396314"/>
                    <a:pt x="3826014" y="4393175"/>
                    <a:pt x="3803817" y="4407489"/>
                  </a:cubicBezTo>
                  <a:cubicBezTo>
                    <a:pt x="3593600" y="4543081"/>
                    <a:pt x="3360379" y="4639024"/>
                    <a:pt x="3115607" y="4690606"/>
                  </a:cubicBezTo>
                  <a:cubicBezTo>
                    <a:pt x="3089622" y="4696079"/>
                    <a:pt x="3071061" y="4718964"/>
                    <a:pt x="3071061" y="4745486"/>
                  </a:cubicBezTo>
                  <a:lnTo>
                    <a:pt x="3071061" y="5264656"/>
                  </a:lnTo>
                  <a:lnTo>
                    <a:pt x="2305620" y="5264656"/>
                  </a:lnTo>
                  <a:lnTo>
                    <a:pt x="2305620" y="4747054"/>
                  </a:lnTo>
                  <a:cubicBezTo>
                    <a:pt x="2305620" y="4720647"/>
                    <a:pt x="2287174" y="4697877"/>
                    <a:pt x="2261380" y="4692328"/>
                  </a:cubicBezTo>
                  <a:cubicBezTo>
                    <a:pt x="2016794" y="4639859"/>
                    <a:pt x="1783847" y="4543000"/>
                    <a:pt x="1574090" y="4406643"/>
                  </a:cubicBezTo>
                  <a:lnTo>
                    <a:pt x="1574090" y="4406605"/>
                  </a:lnTo>
                  <a:cubicBezTo>
                    <a:pt x="1551894" y="4392215"/>
                    <a:pt x="1522655" y="4395315"/>
                    <a:pt x="1503980" y="4413991"/>
                  </a:cubicBezTo>
                  <a:lnTo>
                    <a:pt x="1137273" y="4780806"/>
                  </a:lnTo>
                  <a:lnTo>
                    <a:pt x="595981" y="4239514"/>
                  </a:lnTo>
                  <a:lnTo>
                    <a:pt x="961728" y="3873767"/>
                  </a:lnTo>
                  <a:lnTo>
                    <a:pt x="961690" y="3873805"/>
                  </a:lnTo>
                  <a:cubicBezTo>
                    <a:pt x="980327" y="3855129"/>
                    <a:pt x="983427" y="3826006"/>
                    <a:pt x="969152" y="3803847"/>
                  </a:cubicBezTo>
                  <a:cubicBezTo>
                    <a:pt x="833560" y="3593630"/>
                    <a:pt x="737616" y="3360331"/>
                    <a:pt x="686034" y="3115559"/>
                  </a:cubicBezTo>
                  <a:cubicBezTo>
                    <a:pt x="680600" y="3089612"/>
                    <a:pt x="657715" y="3071050"/>
                    <a:pt x="631231" y="3071012"/>
                  </a:cubicBezTo>
                  <a:lnTo>
                    <a:pt x="112022" y="3071012"/>
                  </a:lnTo>
                  <a:lnTo>
                    <a:pt x="112022" y="2305571"/>
                  </a:lnTo>
                  <a:lnTo>
                    <a:pt x="629664" y="2305571"/>
                  </a:lnTo>
                  <a:cubicBezTo>
                    <a:pt x="656108" y="2305648"/>
                    <a:pt x="678955" y="2287163"/>
                    <a:pt x="684505" y="2261331"/>
                  </a:cubicBezTo>
                  <a:cubicBezTo>
                    <a:pt x="736974" y="2016745"/>
                    <a:pt x="833755" y="1783877"/>
                    <a:pt x="970111" y="1574111"/>
                  </a:cubicBezTo>
                  <a:cubicBezTo>
                    <a:pt x="984501" y="1551952"/>
                    <a:pt x="981439" y="1522714"/>
                    <a:pt x="962725" y="1504000"/>
                  </a:cubicBezTo>
                  <a:lnTo>
                    <a:pt x="596018" y="1137186"/>
                  </a:lnTo>
                  <a:lnTo>
                    <a:pt x="1137310" y="595893"/>
                  </a:lnTo>
                  <a:lnTo>
                    <a:pt x="1502940" y="961640"/>
                  </a:lnTo>
                  <a:cubicBezTo>
                    <a:pt x="1521577" y="980277"/>
                    <a:pt x="1550701" y="983378"/>
                    <a:pt x="1572859" y="969103"/>
                  </a:cubicBezTo>
                  <a:cubicBezTo>
                    <a:pt x="1783076" y="833510"/>
                    <a:pt x="2016376" y="737606"/>
                    <a:pt x="2261148" y="686054"/>
                  </a:cubicBezTo>
                  <a:lnTo>
                    <a:pt x="2261186" y="686015"/>
                  </a:lnTo>
                  <a:cubicBezTo>
                    <a:pt x="2287094" y="680581"/>
                    <a:pt x="2305618" y="657734"/>
                    <a:pt x="2305618" y="631251"/>
                  </a:cubicBezTo>
                  <a:close/>
                  <a:moveTo>
                    <a:pt x="2688350" y="1064107"/>
                  </a:moveTo>
                  <a:cubicBezTo>
                    <a:pt x="2576290" y="1064107"/>
                    <a:pt x="2466846" y="1075434"/>
                    <a:pt x="2361067" y="1097096"/>
                  </a:cubicBezTo>
                  <a:cubicBezTo>
                    <a:pt x="2255326" y="1118756"/>
                    <a:pt x="2153299" y="1150713"/>
                    <a:pt x="2056091" y="1191776"/>
                  </a:cubicBezTo>
                  <a:cubicBezTo>
                    <a:pt x="1958923" y="1232878"/>
                    <a:pt x="1866536" y="1283165"/>
                    <a:pt x="1780165" y="1341526"/>
                  </a:cubicBezTo>
                  <a:cubicBezTo>
                    <a:pt x="1693751" y="1399887"/>
                    <a:pt x="1613349" y="1466322"/>
                    <a:pt x="1539870" y="1539800"/>
                  </a:cubicBezTo>
                  <a:cubicBezTo>
                    <a:pt x="1466391" y="1613279"/>
                    <a:pt x="1399957" y="1693763"/>
                    <a:pt x="1341595" y="1780173"/>
                  </a:cubicBezTo>
                  <a:cubicBezTo>
                    <a:pt x="1283234" y="1866587"/>
                    <a:pt x="1232945" y="1958893"/>
                    <a:pt x="1191846" y="2056100"/>
                  </a:cubicBezTo>
                  <a:cubicBezTo>
                    <a:pt x="1150744" y="2153268"/>
                    <a:pt x="1118789" y="2255296"/>
                    <a:pt x="1097166" y="2361075"/>
                  </a:cubicBezTo>
                  <a:cubicBezTo>
                    <a:pt x="1094180" y="2375618"/>
                    <a:pt x="1097089" y="2390772"/>
                    <a:pt x="1105279" y="2403173"/>
                  </a:cubicBezTo>
                  <a:cubicBezTo>
                    <a:pt x="1113430" y="2415572"/>
                    <a:pt x="1126212" y="2424221"/>
                    <a:pt x="1140755" y="2427206"/>
                  </a:cubicBezTo>
                  <a:cubicBezTo>
                    <a:pt x="1155336" y="2430191"/>
                    <a:pt x="1170452" y="2427283"/>
                    <a:pt x="1182852" y="2419093"/>
                  </a:cubicBezTo>
                  <a:cubicBezTo>
                    <a:pt x="1195290" y="2410941"/>
                    <a:pt x="1203901" y="2398159"/>
                    <a:pt x="1206886" y="2383578"/>
                  </a:cubicBezTo>
                  <a:cubicBezTo>
                    <a:pt x="1227054" y="2285146"/>
                    <a:pt x="1256675" y="2190241"/>
                    <a:pt x="1294946" y="2099804"/>
                  </a:cubicBezTo>
                  <a:cubicBezTo>
                    <a:pt x="1333216" y="2009367"/>
                    <a:pt x="1379982" y="1923338"/>
                    <a:pt x="1434359" y="1842893"/>
                  </a:cubicBezTo>
                  <a:cubicBezTo>
                    <a:pt x="1488703" y="1762450"/>
                    <a:pt x="1550661" y="1687481"/>
                    <a:pt x="1619084" y="1619048"/>
                  </a:cubicBezTo>
                  <a:cubicBezTo>
                    <a:pt x="1687507" y="1550615"/>
                    <a:pt x="1762446" y="1488776"/>
                    <a:pt x="1842929" y="1434392"/>
                  </a:cubicBezTo>
                  <a:cubicBezTo>
                    <a:pt x="1923372" y="1380048"/>
                    <a:pt x="2009324" y="1333246"/>
                    <a:pt x="2099761" y="1294978"/>
                  </a:cubicBezTo>
                  <a:cubicBezTo>
                    <a:pt x="2190199" y="1256711"/>
                    <a:pt x="2285143" y="1226973"/>
                    <a:pt x="2383575" y="1206842"/>
                  </a:cubicBezTo>
                  <a:cubicBezTo>
                    <a:pt x="2482007" y="1186674"/>
                    <a:pt x="2583877" y="1176150"/>
                    <a:pt x="2688354" y="1176150"/>
                  </a:cubicBezTo>
                  <a:cubicBezTo>
                    <a:pt x="2792831" y="1176150"/>
                    <a:pt x="2894780" y="1186750"/>
                    <a:pt x="2993212" y="1206919"/>
                  </a:cubicBezTo>
                  <a:cubicBezTo>
                    <a:pt x="3091644" y="1227087"/>
                    <a:pt x="3186548" y="1256708"/>
                    <a:pt x="3276986" y="1294978"/>
                  </a:cubicBezTo>
                  <a:cubicBezTo>
                    <a:pt x="3367419" y="1333248"/>
                    <a:pt x="3453374" y="1380015"/>
                    <a:pt x="3533818" y="1434392"/>
                  </a:cubicBezTo>
                  <a:cubicBezTo>
                    <a:pt x="3614261" y="1488736"/>
                    <a:pt x="3689230" y="1550615"/>
                    <a:pt x="3757663" y="1619048"/>
                  </a:cubicBezTo>
                  <a:cubicBezTo>
                    <a:pt x="3826090" y="1687475"/>
                    <a:pt x="3887936" y="1762449"/>
                    <a:pt x="3942281" y="1842893"/>
                  </a:cubicBezTo>
                  <a:cubicBezTo>
                    <a:pt x="3996624" y="1923337"/>
                    <a:pt x="4043465" y="2009367"/>
                    <a:pt x="4081694" y="2099804"/>
                  </a:cubicBezTo>
                  <a:cubicBezTo>
                    <a:pt x="4103355" y="2151124"/>
                    <a:pt x="4122260" y="2203820"/>
                    <a:pt x="4138257" y="2257822"/>
                  </a:cubicBezTo>
                  <a:lnTo>
                    <a:pt x="4079168" y="2223761"/>
                  </a:lnTo>
                  <a:lnTo>
                    <a:pt x="4079206" y="2223761"/>
                  </a:lnTo>
                  <a:cubicBezTo>
                    <a:pt x="4069524" y="2217944"/>
                    <a:pt x="4058311" y="2215227"/>
                    <a:pt x="4047060" y="2215916"/>
                  </a:cubicBezTo>
                  <a:cubicBezTo>
                    <a:pt x="4022261" y="2217447"/>
                    <a:pt x="4001442" y="2235165"/>
                    <a:pt x="3995931" y="2259429"/>
                  </a:cubicBezTo>
                  <a:cubicBezTo>
                    <a:pt x="3990420" y="2283654"/>
                    <a:pt x="4001595" y="2308644"/>
                    <a:pt x="4023294" y="2320738"/>
                  </a:cubicBezTo>
                  <a:lnTo>
                    <a:pt x="4189268" y="2416489"/>
                  </a:lnTo>
                  <a:cubicBezTo>
                    <a:pt x="4203122" y="2427894"/>
                    <a:pt x="4221568" y="2431988"/>
                    <a:pt x="4238942" y="2427473"/>
                  </a:cubicBezTo>
                  <a:cubicBezTo>
                    <a:pt x="4239822" y="2427281"/>
                    <a:pt x="4240703" y="2427090"/>
                    <a:pt x="4241583" y="2426860"/>
                  </a:cubicBezTo>
                  <a:cubicBezTo>
                    <a:pt x="4241965" y="2426707"/>
                    <a:pt x="4242386" y="2426592"/>
                    <a:pt x="4242807" y="2426439"/>
                  </a:cubicBezTo>
                  <a:cubicBezTo>
                    <a:pt x="4260374" y="2420967"/>
                    <a:pt x="4274150" y="2407190"/>
                    <a:pt x="4279623" y="2389624"/>
                  </a:cubicBezTo>
                  <a:lnTo>
                    <a:pt x="4373461" y="2227050"/>
                  </a:lnTo>
                  <a:cubicBezTo>
                    <a:pt x="4383718" y="2209828"/>
                    <a:pt x="4383985" y="2188473"/>
                    <a:pt x="4374150" y="2170984"/>
                  </a:cubicBezTo>
                  <a:cubicBezTo>
                    <a:pt x="4364353" y="2153494"/>
                    <a:pt x="4345945" y="2142626"/>
                    <a:pt x="4325891" y="2142396"/>
                  </a:cubicBezTo>
                  <a:cubicBezTo>
                    <a:pt x="4305455" y="2142166"/>
                    <a:pt x="4286473" y="2153150"/>
                    <a:pt x="4276446" y="2170984"/>
                  </a:cubicBezTo>
                  <a:lnTo>
                    <a:pt x="4245447" y="2224639"/>
                  </a:lnTo>
                  <a:cubicBezTo>
                    <a:pt x="4228302" y="2167080"/>
                    <a:pt x="4208248" y="2110786"/>
                    <a:pt x="4185056" y="2056098"/>
                  </a:cubicBezTo>
                  <a:cubicBezTo>
                    <a:pt x="4143954" y="1958930"/>
                    <a:pt x="4093667" y="1866582"/>
                    <a:pt x="4035307" y="1780172"/>
                  </a:cubicBezTo>
                  <a:cubicBezTo>
                    <a:pt x="3976945" y="1693758"/>
                    <a:pt x="3910511" y="1613277"/>
                    <a:pt x="3837032" y="1539799"/>
                  </a:cubicBezTo>
                  <a:cubicBezTo>
                    <a:pt x="3763554" y="1466320"/>
                    <a:pt x="3683031" y="1399886"/>
                    <a:pt x="3596659" y="1341524"/>
                  </a:cubicBezTo>
                  <a:cubicBezTo>
                    <a:pt x="3510246" y="1283163"/>
                    <a:pt x="3417901" y="1232874"/>
                    <a:pt x="3320733" y="1191775"/>
                  </a:cubicBezTo>
                  <a:cubicBezTo>
                    <a:pt x="3223565" y="1150673"/>
                    <a:pt x="3121537" y="1118718"/>
                    <a:pt x="3015797" y="1097094"/>
                  </a:cubicBezTo>
                  <a:cubicBezTo>
                    <a:pt x="2910017" y="1075434"/>
                    <a:pt x="2800563" y="1064105"/>
                    <a:pt x="2688513" y="1064105"/>
                  </a:cubicBezTo>
                  <a:close/>
                  <a:moveTo>
                    <a:pt x="2688350" y="1532303"/>
                  </a:moveTo>
                  <a:cubicBezTo>
                    <a:pt x="2489037" y="1532303"/>
                    <a:pt x="2327345" y="1696904"/>
                    <a:pt x="2324171" y="1898089"/>
                  </a:cubicBezTo>
                  <a:lnTo>
                    <a:pt x="2324132" y="1898089"/>
                  </a:lnTo>
                  <a:cubicBezTo>
                    <a:pt x="2323673" y="1902796"/>
                    <a:pt x="2323826" y="1907503"/>
                    <a:pt x="2324553" y="1912172"/>
                  </a:cubicBezTo>
                  <a:lnTo>
                    <a:pt x="2500481" y="3110167"/>
                  </a:lnTo>
                  <a:cubicBezTo>
                    <a:pt x="2503772" y="3211587"/>
                    <a:pt x="2586435" y="3295127"/>
                    <a:pt x="2688272" y="3295127"/>
                  </a:cubicBezTo>
                  <a:cubicBezTo>
                    <a:pt x="2790074" y="3295127"/>
                    <a:pt x="2872694" y="3211660"/>
                    <a:pt x="2876142" y="3110324"/>
                  </a:cubicBezTo>
                  <a:lnTo>
                    <a:pt x="3051002" y="1919089"/>
                  </a:lnTo>
                  <a:lnTo>
                    <a:pt x="3051040" y="1919089"/>
                  </a:lnTo>
                  <a:cubicBezTo>
                    <a:pt x="3051843" y="1915262"/>
                    <a:pt x="3052264" y="1911320"/>
                    <a:pt x="3052264" y="1907378"/>
                  </a:cubicBezTo>
                  <a:cubicBezTo>
                    <a:pt x="3052494" y="1904355"/>
                    <a:pt x="3052456" y="1901293"/>
                    <a:pt x="3052188" y="1898232"/>
                  </a:cubicBezTo>
                  <a:cubicBezTo>
                    <a:pt x="3048897" y="1696930"/>
                    <a:pt x="2887361" y="1532289"/>
                    <a:pt x="2688009" y="1532289"/>
                  </a:cubicBezTo>
                  <a:close/>
                  <a:moveTo>
                    <a:pt x="2688350" y="1644362"/>
                  </a:moveTo>
                  <a:cubicBezTo>
                    <a:pt x="2826431" y="1644362"/>
                    <a:pt x="2938716" y="1757333"/>
                    <a:pt x="2940626" y="1900391"/>
                  </a:cubicBezTo>
                  <a:lnTo>
                    <a:pt x="2765081" y="3095741"/>
                  </a:lnTo>
                  <a:lnTo>
                    <a:pt x="2765043" y="3095702"/>
                  </a:lnTo>
                  <a:lnTo>
                    <a:pt x="2765043" y="3095932"/>
                  </a:lnTo>
                  <a:cubicBezTo>
                    <a:pt x="2765005" y="3096123"/>
                    <a:pt x="2764966" y="3096353"/>
                    <a:pt x="2764928" y="3096544"/>
                  </a:cubicBezTo>
                  <a:cubicBezTo>
                    <a:pt x="2764737" y="3098075"/>
                    <a:pt x="2764584" y="3099606"/>
                    <a:pt x="2764545" y="3101137"/>
                  </a:cubicBezTo>
                  <a:cubicBezTo>
                    <a:pt x="2764507" y="3102017"/>
                    <a:pt x="2764469" y="3102897"/>
                    <a:pt x="2764469" y="3103777"/>
                  </a:cubicBezTo>
                  <a:cubicBezTo>
                    <a:pt x="2764469" y="3148936"/>
                    <a:pt x="2730293" y="3183073"/>
                    <a:pt x="2688312" y="3183073"/>
                  </a:cubicBezTo>
                  <a:cubicBezTo>
                    <a:pt x="2647133" y="3183073"/>
                    <a:pt x="2613685" y="3150275"/>
                    <a:pt x="2612384" y="3106380"/>
                  </a:cubicBezTo>
                  <a:lnTo>
                    <a:pt x="2612384" y="3106419"/>
                  </a:lnTo>
                  <a:cubicBezTo>
                    <a:pt x="2612460" y="3104199"/>
                    <a:pt x="2612384" y="3102018"/>
                    <a:pt x="2612192" y="3099798"/>
                  </a:cubicBezTo>
                  <a:cubicBezTo>
                    <a:pt x="2612001" y="3096736"/>
                    <a:pt x="2611618" y="3093713"/>
                    <a:pt x="2610930" y="3090728"/>
                  </a:cubicBezTo>
                  <a:lnTo>
                    <a:pt x="2436188" y="1900277"/>
                  </a:lnTo>
                  <a:cubicBezTo>
                    <a:pt x="2438254" y="1757151"/>
                    <a:pt x="2550236" y="1644101"/>
                    <a:pt x="2688386" y="1644101"/>
                  </a:cubicBezTo>
                  <a:close/>
                  <a:moveTo>
                    <a:pt x="1119337" y="2631621"/>
                  </a:moveTo>
                  <a:lnTo>
                    <a:pt x="1119337" y="2631582"/>
                  </a:lnTo>
                  <a:cubicBezTo>
                    <a:pt x="1112525" y="2631697"/>
                    <a:pt x="1105828" y="2633037"/>
                    <a:pt x="1099514" y="2635524"/>
                  </a:cubicBezTo>
                  <a:cubicBezTo>
                    <a:pt x="1098174" y="2636175"/>
                    <a:pt x="1096835" y="2636864"/>
                    <a:pt x="1095534" y="2637591"/>
                  </a:cubicBezTo>
                  <a:cubicBezTo>
                    <a:pt x="1094654" y="2638012"/>
                    <a:pt x="1093773" y="2638394"/>
                    <a:pt x="1092931" y="2638854"/>
                  </a:cubicBezTo>
                  <a:cubicBezTo>
                    <a:pt x="1092511" y="2639045"/>
                    <a:pt x="1092090" y="2639275"/>
                    <a:pt x="1091669" y="2639466"/>
                  </a:cubicBezTo>
                  <a:cubicBezTo>
                    <a:pt x="1083747" y="2644020"/>
                    <a:pt x="1077049" y="2650411"/>
                    <a:pt x="1072189" y="2658103"/>
                  </a:cubicBezTo>
                  <a:lnTo>
                    <a:pt x="945825" y="2801964"/>
                  </a:lnTo>
                  <a:cubicBezTo>
                    <a:pt x="935875" y="2813101"/>
                    <a:pt x="930824" y="2827758"/>
                    <a:pt x="931704" y="2842645"/>
                  </a:cubicBezTo>
                  <a:cubicBezTo>
                    <a:pt x="932622" y="2857570"/>
                    <a:pt x="939473" y="2871501"/>
                    <a:pt x="950686" y="2881336"/>
                  </a:cubicBezTo>
                  <a:cubicBezTo>
                    <a:pt x="961899" y="2891171"/>
                    <a:pt x="976594" y="2896146"/>
                    <a:pt x="991482" y="2895113"/>
                  </a:cubicBezTo>
                  <a:cubicBezTo>
                    <a:pt x="1006369" y="2894118"/>
                    <a:pt x="1020223" y="2887191"/>
                    <a:pt x="1030020" y="2875901"/>
                  </a:cubicBezTo>
                  <a:lnTo>
                    <a:pt x="1070204" y="2830130"/>
                  </a:lnTo>
                  <a:cubicBezTo>
                    <a:pt x="1075485" y="2893085"/>
                    <a:pt x="1084555" y="2955122"/>
                    <a:pt x="1096993" y="3015854"/>
                  </a:cubicBezTo>
                  <a:cubicBezTo>
                    <a:pt x="1118654" y="3121595"/>
                    <a:pt x="1150610" y="3223622"/>
                    <a:pt x="1191674" y="3320790"/>
                  </a:cubicBezTo>
                  <a:cubicBezTo>
                    <a:pt x="1232776" y="3417959"/>
                    <a:pt x="1283063" y="3510307"/>
                    <a:pt x="1341423" y="3596717"/>
                  </a:cubicBezTo>
                  <a:cubicBezTo>
                    <a:pt x="1399785" y="3683131"/>
                    <a:pt x="1466219" y="3763572"/>
                    <a:pt x="1539698" y="3837012"/>
                  </a:cubicBezTo>
                  <a:cubicBezTo>
                    <a:pt x="1613176" y="3910490"/>
                    <a:pt x="1693581" y="3977003"/>
                    <a:pt x="1779992" y="4035365"/>
                  </a:cubicBezTo>
                  <a:cubicBezTo>
                    <a:pt x="1866406" y="4093726"/>
                    <a:pt x="1958751" y="4144015"/>
                    <a:pt x="2055919" y="4185075"/>
                  </a:cubicBezTo>
                  <a:cubicBezTo>
                    <a:pt x="2153087" y="4226177"/>
                    <a:pt x="2255115" y="4258132"/>
                    <a:pt x="2360855" y="4279756"/>
                  </a:cubicBezTo>
                  <a:cubicBezTo>
                    <a:pt x="2413744" y="4290548"/>
                    <a:pt x="2467556" y="4298776"/>
                    <a:pt x="2522165" y="4304325"/>
                  </a:cubicBezTo>
                  <a:lnTo>
                    <a:pt x="2522203" y="4304402"/>
                  </a:lnTo>
                  <a:cubicBezTo>
                    <a:pt x="2537090" y="4306162"/>
                    <a:pt x="2552093" y="4301876"/>
                    <a:pt x="2563841" y="4292461"/>
                  </a:cubicBezTo>
                  <a:cubicBezTo>
                    <a:pt x="2575552" y="4283085"/>
                    <a:pt x="2583014" y="4269384"/>
                    <a:pt x="2584546" y="4254420"/>
                  </a:cubicBezTo>
                  <a:cubicBezTo>
                    <a:pt x="2586038" y="4239457"/>
                    <a:pt x="2581484" y="4224531"/>
                    <a:pt x="2571916" y="4212973"/>
                  </a:cubicBezTo>
                  <a:cubicBezTo>
                    <a:pt x="2562310" y="4201416"/>
                    <a:pt x="2548495" y="4194182"/>
                    <a:pt x="2533493" y="4192920"/>
                  </a:cubicBezTo>
                  <a:cubicBezTo>
                    <a:pt x="2482670" y="4187638"/>
                    <a:pt x="2432572" y="4180099"/>
                    <a:pt x="2383361" y="4169996"/>
                  </a:cubicBezTo>
                  <a:cubicBezTo>
                    <a:pt x="2284929" y="4149828"/>
                    <a:pt x="2189985" y="4120207"/>
                    <a:pt x="2099548" y="4081936"/>
                  </a:cubicBezTo>
                  <a:cubicBezTo>
                    <a:pt x="2009115" y="4043667"/>
                    <a:pt x="1923199" y="3996862"/>
                    <a:pt x="1842715" y="3942523"/>
                  </a:cubicBezTo>
                  <a:cubicBezTo>
                    <a:pt x="1762272" y="3888180"/>
                    <a:pt x="1687303" y="3826339"/>
                    <a:pt x="1618870" y="3757906"/>
                  </a:cubicBezTo>
                  <a:cubicBezTo>
                    <a:pt x="1550443" y="3689479"/>
                    <a:pt x="1488480" y="3614427"/>
                    <a:pt x="1434145" y="3533992"/>
                  </a:cubicBezTo>
                  <a:cubicBezTo>
                    <a:pt x="1379802" y="3453549"/>
                    <a:pt x="1333000" y="3367597"/>
                    <a:pt x="1294732" y="3277160"/>
                  </a:cubicBezTo>
                  <a:cubicBezTo>
                    <a:pt x="1256464" y="3186723"/>
                    <a:pt x="1226802" y="3091818"/>
                    <a:pt x="1206672" y="2993386"/>
                  </a:cubicBezTo>
                  <a:cubicBezTo>
                    <a:pt x="1194885" y="2935751"/>
                    <a:pt x="1186466" y="2876927"/>
                    <a:pt x="1181376" y="2817155"/>
                  </a:cubicBezTo>
                  <a:lnTo>
                    <a:pt x="1233385" y="2862850"/>
                  </a:lnTo>
                  <a:lnTo>
                    <a:pt x="1233424" y="2862811"/>
                  </a:lnTo>
                  <a:cubicBezTo>
                    <a:pt x="1244598" y="2872761"/>
                    <a:pt x="1259217" y="2877813"/>
                    <a:pt x="1274104" y="2876895"/>
                  </a:cubicBezTo>
                  <a:cubicBezTo>
                    <a:pt x="1289029" y="2875976"/>
                    <a:pt x="1302922" y="2869164"/>
                    <a:pt x="1312757" y="2857951"/>
                  </a:cubicBezTo>
                  <a:cubicBezTo>
                    <a:pt x="1322630" y="2846738"/>
                    <a:pt x="1327605" y="2832081"/>
                    <a:pt x="1326573" y="2817193"/>
                  </a:cubicBezTo>
                  <a:cubicBezTo>
                    <a:pt x="1325578" y="2802306"/>
                    <a:pt x="1318651" y="2788414"/>
                    <a:pt x="1307362" y="2778655"/>
                  </a:cubicBezTo>
                  <a:lnTo>
                    <a:pt x="1163961" y="2652713"/>
                  </a:lnTo>
                  <a:cubicBezTo>
                    <a:pt x="1157876" y="2645212"/>
                    <a:pt x="1149954" y="2639433"/>
                    <a:pt x="1140960" y="2635873"/>
                  </a:cubicBezTo>
                  <a:cubicBezTo>
                    <a:pt x="1140845" y="2635835"/>
                    <a:pt x="1140692" y="2635797"/>
                    <a:pt x="1140577" y="2635759"/>
                  </a:cubicBezTo>
                  <a:cubicBezTo>
                    <a:pt x="1139238" y="2635299"/>
                    <a:pt x="1137937" y="2634878"/>
                    <a:pt x="1136597" y="2634534"/>
                  </a:cubicBezTo>
                  <a:cubicBezTo>
                    <a:pt x="1135526" y="2634266"/>
                    <a:pt x="1134416" y="2634075"/>
                    <a:pt x="1133306" y="2633883"/>
                  </a:cubicBezTo>
                  <a:cubicBezTo>
                    <a:pt x="1132885" y="2633769"/>
                    <a:pt x="1132464" y="2633615"/>
                    <a:pt x="1132043" y="2633462"/>
                  </a:cubicBezTo>
                  <a:cubicBezTo>
                    <a:pt x="1127910" y="2632582"/>
                    <a:pt x="1123700" y="2632161"/>
                    <a:pt x="1119491" y="2632238"/>
                  </a:cubicBezTo>
                  <a:close/>
                  <a:moveTo>
                    <a:pt x="4255697" y="2631621"/>
                  </a:moveTo>
                  <a:lnTo>
                    <a:pt x="4255697" y="2631582"/>
                  </a:lnTo>
                  <a:cubicBezTo>
                    <a:pt x="4240810" y="2631812"/>
                    <a:pt x="4226650" y="2637935"/>
                    <a:pt x="4216317" y="2648575"/>
                  </a:cubicBezTo>
                  <a:cubicBezTo>
                    <a:pt x="4205946" y="2659251"/>
                    <a:pt x="4200282" y="2673565"/>
                    <a:pt x="4200473" y="2688413"/>
                  </a:cubicBezTo>
                  <a:cubicBezTo>
                    <a:pt x="4200473" y="2792890"/>
                    <a:pt x="4189949" y="2894761"/>
                    <a:pt x="4169781" y="2993193"/>
                  </a:cubicBezTo>
                  <a:cubicBezTo>
                    <a:pt x="4149612" y="3091625"/>
                    <a:pt x="4119876" y="3186530"/>
                    <a:pt x="4081645" y="3276967"/>
                  </a:cubicBezTo>
                  <a:cubicBezTo>
                    <a:pt x="4043375" y="3367400"/>
                    <a:pt x="3996570" y="3453355"/>
                    <a:pt x="3942231" y="3533799"/>
                  </a:cubicBezTo>
                  <a:cubicBezTo>
                    <a:pt x="3887888" y="3614243"/>
                    <a:pt x="3826047" y="3689290"/>
                    <a:pt x="3757614" y="3757713"/>
                  </a:cubicBezTo>
                  <a:cubicBezTo>
                    <a:pt x="3689181" y="3826136"/>
                    <a:pt x="3614252" y="3887985"/>
                    <a:pt x="3533769" y="3942330"/>
                  </a:cubicBezTo>
                  <a:cubicBezTo>
                    <a:pt x="3453325" y="3996674"/>
                    <a:pt x="3367374" y="4043515"/>
                    <a:pt x="3276937" y="4081744"/>
                  </a:cubicBezTo>
                  <a:cubicBezTo>
                    <a:pt x="3186504" y="4120013"/>
                    <a:pt x="3091594" y="4149673"/>
                    <a:pt x="2993163" y="4169803"/>
                  </a:cubicBezTo>
                  <a:cubicBezTo>
                    <a:pt x="2987231" y="4171066"/>
                    <a:pt x="2980916" y="4172444"/>
                    <a:pt x="2974793" y="4173094"/>
                  </a:cubicBezTo>
                  <a:lnTo>
                    <a:pt x="3013446" y="4121315"/>
                  </a:lnTo>
                  <a:lnTo>
                    <a:pt x="3013446" y="4121391"/>
                  </a:lnTo>
                  <a:cubicBezTo>
                    <a:pt x="3026304" y="4104667"/>
                    <a:pt x="3028715" y="4082164"/>
                    <a:pt x="3019645" y="4063106"/>
                  </a:cubicBezTo>
                  <a:cubicBezTo>
                    <a:pt x="3010575" y="4044048"/>
                    <a:pt x="2991593" y="4031725"/>
                    <a:pt x="2970507" y="4031189"/>
                  </a:cubicBezTo>
                  <a:cubicBezTo>
                    <a:pt x="2951984" y="4030691"/>
                    <a:pt x="2934456" y="4039340"/>
                    <a:pt x="2923587" y="4054304"/>
                  </a:cubicBezTo>
                  <a:lnTo>
                    <a:pt x="2809235" y="4207424"/>
                  </a:lnTo>
                  <a:cubicBezTo>
                    <a:pt x="2797639" y="4218599"/>
                    <a:pt x="2791363" y="4234252"/>
                    <a:pt x="2792128" y="4250363"/>
                  </a:cubicBezTo>
                  <a:cubicBezTo>
                    <a:pt x="2792128" y="4250784"/>
                    <a:pt x="2792128" y="4251205"/>
                    <a:pt x="2792167" y="4251626"/>
                  </a:cubicBezTo>
                  <a:lnTo>
                    <a:pt x="2792167" y="4252009"/>
                  </a:lnTo>
                  <a:cubicBezTo>
                    <a:pt x="2793315" y="4272139"/>
                    <a:pt x="2805178" y="4290087"/>
                    <a:pt x="2823242" y="4299043"/>
                  </a:cubicBezTo>
                  <a:lnTo>
                    <a:pt x="2975362" y="4412817"/>
                  </a:lnTo>
                  <a:cubicBezTo>
                    <a:pt x="2987264" y="4421772"/>
                    <a:pt x="3002228" y="4425676"/>
                    <a:pt x="3017000" y="4423571"/>
                  </a:cubicBezTo>
                  <a:cubicBezTo>
                    <a:pt x="3031734" y="4421466"/>
                    <a:pt x="3045052" y="4413583"/>
                    <a:pt x="3053969" y="4401642"/>
                  </a:cubicBezTo>
                  <a:cubicBezTo>
                    <a:pt x="3062886" y="4389701"/>
                    <a:pt x="3066713" y="4374700"/>
                    <a:pt x="3064531" y="4359966"/>
                  </a:cubicBezTo>
                  <a:cubicBezTo>
                    <a:pt x="3062388" y="4345232"/>
                    <a:pt x="3054428" y="4331952"/>
                    <a:pt x="3042449" y="4323074"/>
                  </a:cubicBezTo>
                  <a:lnTo>
                    <a:pt x="2990287" y="4284077"/>
                  </a:lnTo>
                  <a:cubicBezTo>
                    <a:pt x="2998707" y="4282814"/>
                    <a:pt x="3007165" y="4280785"/>
                    <a:pt x="3015583" y="4279484"/>
                  </a:cubicBezTo>
                  <a:cubicBezTo>
                    <a:pt x="3121324" y="4257824"/>
                    <a:pt x="3223351" y="4225867"/>
                    <a:pt x="3320559" y="4184804"/>
                  </a:cubicBezTo>
                  <a:cubicBezTo>
                    <a:pt x="3417727" y="4143701"/>
                    <a:pt x="3510075" y="4093453"/>
                    <a:pt x="3596485" y="4035093"/>
                  </a:cubicBezTo>
                  <a:cubicBezTo>
                    <a:pt x="3682899" y="3976732"/>
                    <a:pt x="3763419" y="3910180"/>
                    <a:pt x="3836858" y="3836740"/>
                  </a:cubicBezTo>
                  <a:cubicBezTo>
                    <a:pt x="3910337" y="3763262"/>
                    <a:pt x="3976771" y="3682857"/>
                    <a:pt x="4035133" y="3596446"/>
                  </a:cubicBezTo>
                  <a:cubicBezTo>
                    <a:pt x="4093495" y="3510032"/>
                    <a:pt x="4143783" y="3417687"/>
                    <a:pt x="4184882" y="3320519"/>
                  </a:cubicBezTo>
                  <a:cubicBezTo>
                    <a:pt x="4225984" y="3223351"/>
                    <a:pt x="4257902" y="3121323"/>
                    <a:pt x="4279563" y="3015544"/>
                  </a:cubicBezTo>
                  <a:cubicBezTo>
                    <a:pt x="4301224" y="2909803"/>
                    <a:pt x="4312552" y="2800310"/>
                    <a:pt x="4312552" y="2688260"/>
                  </a:cubicBezTo>
                  <a:cubicBezTo>
                    <a:pt x="4312743" y="2673105"/>
                    <a:pt x="4306850" y="2658524"/>
                    <a:pt x="4296134" y="2647809"/>
                  </a:cubicBezTo>
                  <a:cubicBezTo>
                    <a:pt x="4285380" y="2637093"/>
                    <a:pt x="4270799" y="2631200"/>
                    <a:pt x="4255644" y="2631429"/>
                  </a:cubicBezTo>
                  <a:close/>
                  <a:moveTo>
                    <a:pt x="2688350" y="3363575"/>
                  </a:moveTo>
                  <a:cubicBezTo>
                    <a:pt x="2560027" y="3363575"/>
                    <a:pt x="2456167" y="3470844"/>
                    <a:pt x="2456167" y="3600049"/>
                  </a:cubicBezTo>
                  <a:cubicBezTo>
                    <a:pt x="2456167" y="3729253"/>
                    <a:pt x="2560066" y="3836483"/>
                    <a:pt x="2688350" y="3836444"/>
                  </a:cubicBezTo>
                  <a:cubicBezTo>
                    <a:pt x="2816673" y="3836444"/>
                    <a:pt x="2920533" y="3729253"/>
                    <a:pt x="2920533" y="3600049"/>
                  </a:cubicBezTo>
                  <a:cubicBezTo>
                    <a:pt x="2920533" y="3470844"/>
                    <a:pt x="2816634" y="3363575"/>
                    <a:pt x="2688350" y="3363575"/>
                  </a:cubicBezTo>
                  <a:close/>
                  <a:moveTo>
                    <a:pt x="2688350" y="3475595"/>
                  </a:moveTo>
                  <a:cubicBezTo>
                    <a:pt x="2754672" y="3475595"/>
                    <a:pt x="2808561" y="3529939"/>
                    <a:pt x="2808561" y="3600049"/>
                  </a:cubicBezTo>
                  <a:cubicBezTo>
                    <a:pt x="2808561" y="3670121"/>
                    <a:pt x="2754638" y="3724384"/>
                    <a:pt x="2688350" y="3724384"/>
                  </a:cubicBezTo>
                  <a:cubicBezTo>
                    <a:pt x="2622028" y="3724384"/>
                    <a:pt x="2568178" y="3670117"/>
                    <a:pt x="2568178" y="3600049"/>
                  </a:cubicBezTo>
                  <a:cubicBezTo>
                    <a:pt x="2568178" y="3529976"/>
                    <a:pt x="2622063" y="3475595"/>
                    <a:pt x="2688350" y="3475595"/>
                  </a:cubicBezTo>
                  <a:close/>
                </a:path>
              </a:pathLst>
            </a:custGeom>
            <a:solidFill>
              <a:schemeClr val="bg1"/>
            </a:solidFill>
            <a:ln w="9797" cap="flat">
              <a:noFill/>
              <a:prstDash val="solid"/>
              <a:miter/>
            </a:ln>
          </p:spPr>
          <p:txBody>
            <a:bodyPr rtlCol="0" anchor="ctr"/>
            <a:lstStyle/>
            <a:p>
              <a:endParaRPr lang="en-IN"/>
            </a:p>
          </p:txBody>
        </p:sp>
      </p:grpSp>
      <p:sp>
        <p:nvSpPr>
          <p:cNvPr id="7" name="TextBox 6">
            <a:extLst>
              <a:ext uri="{FF2B5EF4-FFF2-40B4-BE49-F238E27FC236}">
                <a16:creationId xmlns:a16="http://schemas.microsoft.com/office/drawing/2014/main" id="{4AB9ACFA-B13B-9688-609C-12920746B0D8}"/>
              </a:ext>
            </a:extLst>
          </p:cNvPr>
          <p:cNvSpPr txBox="1"/>
          <p:nvPr/>
        </p:nvSpPr>
        <p:spPr>
          <a:xfrm>
            <a:off x="371478" y="2606439"/>
            <a:ext cx="3528000" cy="527004"/>
          </a:xfrm>
          <a:prstGeom prst="rect">
            <a:avLst/>
          </a:prstGeom>
          <a:noFill/>
        </p:spPr>
        <p:txBody>
          <a:bodyPr wrap="square" lIns="0" tIns="0" rIns="0" bIns="0">
            <a:spAutoFit/>
          </a:bodyPr>
          <a:lstStyle/>
          <a:p>
            <a:pPr algn="ctr">
              <a:lnSpc>
                <a:spcPct val="110000"/>
              </a:lnSpc>
              <a:spcBef>
                <a:spcPts val="300"/>
              </a:spcBef>
              <a:spcAft>
                <a:spcPts val="300"/>
              </a:spcAft>
            </a:pPr>
            <a:r>
              <a:rPr lang="en-IN" sz="1600" b="1" i="0" u="none" strike="noStrike" baseline="0">
                <a:solidFill>
                  <a:srgbClr val="2F7D95"/>
                </a:solidFill>
                <a:latin typeface="+mj-lt"/>
              </a:rPr>
              <a:t>MINIMIZE</a:t>
            </a:r>
            <a:br>
              <a:rPr lang="en-IN" sz="1600" b="1" i="0" u="none" strike="noStrike" baseline="0">
                <a:solidFill>
                  <a:srgbClr val="2F7D95"/>
                </a:solidFill>
                <a:latin typeface="+mj-lt"/>
              </a:rPr>
            </a:br>
            <a:r>
              <a:rPr lang="en-IN" sz="1600" b="1" i="0" u="none" strike="noStrike" baseline="0">
                <a:solidFill>
                  <a:srgbClr val="2F7D95"/>
                </a:solidFill>
                <a:latin typeface="+mj-lt"/>
              </a:rPr>
              <a:t>LEGAL RISK</a:t>
            </a:r>
            <a:endParaRPr lang="en-IN" sz="1600" b="0" i="0" u="none" strike="noStrike" baseline="0">
              <a:solidFill>
                <a:srgbClr val="2F7D95"/>
              </a:solidFill>
              <a:latin typeface="+mj-lt"/>
            </a:endParaRPr>
          </a:p>
        </p:txBody>
      </p:sp>
      <p:cxnSp>
        <p:nvCxnSpPr>
          <p:cNvPr id="8" name="Straight Connector 7">
            <a:extLst>
              <a:ext uri="{FF2B5EF4-FFF2-40B4-BE49-F238E27FC236}">
                <a16:creationId xmlns:a16="http://schemas.microsoft.com/office/drawing/2014/main" id="{4CB0C781-7C9A-7657-0D68-355DC4206AA4}"/>
              </a:ext>
              <a:ext uri="{C183D7F6-B498-43B3-948B-1728B52AA6E4}">
                <adec:decorative xmlns:adec="http://schemas.microsoft.com/office/drawing/2017/decorative" val="1"/>
              </a:ext>
            </a:extLst>
          </p:cNvPr>
          <p:cNvCxnSpPr>
            <a:cxnSpLocks/>
          </p:cNvCxnSpPr>
          <p:nvPr/>
        </p:nvCxnSpPr>
        <p:spPr>
          <a:xfrm>
            <a:off x="1900926" y="3263716"/>
            <a:ext cx="469105" cy="0"/>
          </a:xfrm>
          <a:prstGeom prst="line">
            <a:avLst/>
          </a:prstGeom>
          <a:ln w="50800" cap="rnd">
            <a:solidFill>
              <a:srgbClr val="2F7D95"/>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DE9D52C9-36F9-CF56-C172-112D0D5303D8}"/>
              </a:ext>
              <a:ext uri="{C183D7F6-B498-43B3-948B-1728B52AA6E4}">
                <adec:decorative xmlns:adec="http://schemas.microsoft.com/office/drawing/2017/decorative" val="1"/>
              </a:ext>
            </a:extLst>
          </p:cNvPr>
          <p:cNvGrpSpPr/>
          <p:nvPr/>
        </p:nvGrpSpPr>
        <p:grpSpPr>
          <a:xfrm>
            <a:off x="5706179" y="1670589"/>
            <a:ext cx="779644" cy="779644"/>
            <a:chOff x="5660514" y="2144193"/>
            <a:chExt cx="779644" cy="779644"/>
          </a:xfrm>
        </p:grpSpPr>
        <p:sp>
          <p:nvSpPr>
            <p:cNvPr id="11" name="Rectangle: Rounded Corners 22">
              <a:extLst>
                <a:ext uri="{FF2B5EF4-FFF2-40B4-BE49-F238E27FC236}">
                  <a16:creationId xmlns:a16="http://schemas.microsoft.com/office/drawing/2014/main" id="{496B7075-34EC-C447-57C3-FDD5E5E6AD5A}"/>
                </a:ext>
                <a:ext uri="{C183D7F6-B498-43B3-948B-1728B52AA6E4}">
                  <adec:decorative xmlns:adec="http://schemas.microsoft.com/office/drawing/2017/decorative" val="1"/>
                </a:ext>
              </a:extLst>
            </p:cNvPr>
            <p:cNvSpPr/>
            <p:nvPr/>
          </p:nvSpPr>
          <p:spPr>
            <a:xfrm rot="2704994">
              <a:off x="5660514" y="2144193"/>
              <a:ext cx="779644" cy="779644"/>
            </a:xfrm>
            <a:prstGeom prst="roundRect">
              <a:avLst/>
            </a:prstGeom>
            <a:solidFill>
              <a:srgbClr val="2F7D9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a:extLst>
                <a:ext uri="{FF2B5EF4-FFF2-40B4-BE49-F238E27FC236}">
                  <a16:creationId xmlns:a16="http://schemas.microsoft.com/office/drawing/2014/main" id="{C96D46C5-7C36-F85B-F478-4A3DC997E634}"/>
                </a:ext>
                <a:ext uri="{C183D7F6-B498-43B3-948B-1728B52AA6E4}">
                  <adec:decorative xmlns:adec="http://schemas.microsoft.com/office/drawing/2017/decorative" val="1"/>
                </a:ext>
              </a:extLst>
            </p:cNvPr>
            <p:cNvGrpSpPr/>
            <p:nvPr/>
          </p:nvGrpSpPr>
          <p:grpSpPr>
            <a:xfrm>
              <a:off x="5816159" y="2301883"/>
              <a:ext cx="468354" cy="464264"/>
              <a:chOff x="12734909" y="6510597"/>
              <a:chExt cx="5029369" cy="4985440"/>
            </a:xfrm>
            <a:solidFill>
              <a:schemeClr val="bg1"/>
            </a:solidFill>
          </p:grpSpPr>
          <p:sp>
            <p:nvSpPr>
              <p:cNvPr id="13" name="Freeform: Shape 88">
                <a:extLst>
                  <a:ext uri="{FF2B5EF4-FFF2-40B4-BE49-F238E27FC236}">
                    <a16:creationId xmlns:a16="http://schemas.microsoft.com/office/drawing/2014/main" id="{5DA765E0-D38A-D943-9836-50598301ED93}"/>
                  </a:ext>
                </a:extLst>
              </p:cNvPr>
              <p:cNvSpPr/>
              <p:nvPr/>
            </p:nvSpPr>
            <p:spPr>
              <a:xfrm>
                <a:off x="13150319" y="8491573"/>
                <a:ext cx="1016205" cy="1023229"/>
              </a:xfrm>
              <a:custGeom>
                <a:avLst/>
                <a:gdLst>
                  <a:gd name="connsiteX0" fmla="*/ 496944 w 1016205"/>
                  <a:gd name="connsiteY0" fmla="*/ 114 h 1023229"/>
                  <a:gd name="connsiteX1" fmla="*/ 143600 w 1016205"/>
                  <a:gd name="connsiteY1" fmla="*/ 154076 h 1023229"/>
                  <a:gd name="connsiteX2" fmla="*/ 13 w 1016205"/>
                  <a:gd name="connsiteY2" fmla="*/ 511789 h 1023229"/>
                  <a:gd name="connsiteX3" fmla="*/ 147617 w 1016205"/>
                  <a:gd name="connsiteY3" fmla="*/ 873216 h 1023229"/>
                  <a:gd name="connsiteX4" fmla="*/ 508122 w 1016205"/>
                  <a:gd name="connsiteY4" fmla="*/ 1023229 h 1023229"/>
                  <a:gd name="connsiteX5" fmla="*/ 868589 w 1016205"/>
                  <a:gd name="connsiteY5" fmla="*/ 873216 h 1023229"/>
                  <a:gd name="connsiteX6" fmla="*/ 1016192 w 1016205"/>
                  <a:gd name="connsiteY6" fmla="*/ 511789 h 1023229"/>
                  <a:gd name="connsiteX7" fmla="*/ 864719 w 1016205"/>
                  <a:gd name="connsiteY7" fmla="*/ 146160 h 1023229"/>
                  <a:gd name="connsiteX8" fmla="*/ 496944 w 1016205"/>
                  <a:gd name="connsiteY8" fmla="*/ 124 h 1023229"/>
                  <a:gd name="connsiteX9" fmla="*/ 496944 w 1016205"/>
                  <a:gd name="connsiteY9" fmla="*/ 115534 h 1023229"/>
                  <a:gd name="connsiteX10" fmla="*/ 496944 w 1016205"/>
                  <a:gd name="connsiteY10" fmla="*/ 115496 h 1023229"/>
                  <a:gd name="connsiteX11" fmla="*/ 784774 w 1016205"/>
                  <a:gd name="connsiteY11" fmla="*/ 227359 h 1023229"/>
                  <a:gd name="connsiteX12" fmla="*/ 905014 w 1016205"/>
                  <a:gd name="connsiteY12" fmla="*/ 511780 h 1023229"/>
                  <a:gd name="connsiteX13" fmla="*/ 706848 w 1016205"/>
                  <a:gd name="connsiteY13" fmla="*/ 855023 h 1023229"/>
                  <a:gd name="connsiteX14" fmla="*/ 310485 w 1016205"/>
                  <a:gd name="connsiteY14" fmla="*/ 855023 h 1023229"/>
                  <a:gd name="connsiteX15" fmla="*/ 112288 w 1016205"/>
                  <a:gd name="connsiteY15" fmla="*/ 511780 h 1023229"/>
                  <a:gd name="connsiteX16" fmla="*/ 224231 w 1016205"/>
                  <a:gd name="connsiteY16" fmla="*/ 235618 h 1023229"/>
                  <a:gd name="connsiteX17" fmla="*/ 496944 w 1016205"/>
                  <a:gd name="connsiteY17" fmla="*/ 115486 h 1023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16205" h="1023229">
                    <a:moveTo>
                      <a:pt x="496944" y="114"/>
                    </a:moveTo>
                    <a:cubicBezTo>
                      <a:pt x="363497" y="3022"/>
                      <a:pt x="236595" y="58361"/>
                      <a:pt x="143600" y="154076"/>
                    </a:cubicBezTo>
                    <a:cubicBezTo>
                      <a:pt x="50604" y="249827"/>
                      <a:pt x="-947" y="378303"/>
                      <a:pt x="13" y="511789"/>
                    </a:cubicBezTo>
                    <a:cubicBezTo>
                      <a:pt x="-867" y="647107"/>
                      <a:pt x="52252" y="777233"/>
                      <a:pt x="147617" y="873216"/>
                    </a:cubicBezTo>
                    <a:cubicBezTo>
                      <a:pt x="243024" y="969235"/>
                      <a:pt x="372755" y="1023229"/>
                      <a:pt x="508122" y="1023229"/>
                    </a:cubicBezTo>
                    <a:cubicBezTo>
                      <a:pt x="643441" y="1023229"/>
                      <a:pt x="773184" y="969231"/>
                      <a:pt x="868589" y="873216"/>
                    </a:cubicBezTo>
                    <a:cubicBezTo>
                      <a:pt x="963958" y="777234"/>
                      <a:pt x="1017113" y="647117"/>
                      <a:pt x="1016192" y="511789"/>
                    </a:cubicBezTo>
                    <a:cubicBezTo>
                      <a:pt x="1017187" y="374433"/>
                      <a:pt x="962576" y="242564"/>
                      <a:pt x="864719" y="146160"/>
                    </a:cubicBezTo>
                    <a:cubicBezTo>
                      <a:pt x="766900" y="49796"/>
                      <a:pt x="634221" y="-2904"/>
                      <a:pt x="496944" y="124"/>
                    </a:cubicBezTo>
                    <a:close/>
                    <a:moveTo>
                      <a:pt x="496944" y="115534"/>
                    </a:moveTo>
                    <a:lnTo>
                      <a:pt x="496944" y="115496"/>
                    </a:lnTo>
                    <a:cubicBezTo>
                      <a:pt x="604066" y="112358"/>
                      <a:pt x="707886" y="152694"/>
                      <a:pt x="784774" y="227359"/>
                    </a:cubicBezTo>
                    <a:cubicBezTo>
                      <a:pt x="861659" y="301986"/>
                      <a:pt x="905054" y="404590"/>
                      <a:pt x="905014" y="511780"/>
                    </a:cubicBezTo>
                    <a:cubicBezTo>
                      <a:pt x="905014" y="653378"/>
                      <a:pt x="829470" y="784229"/>
                      <a:pt x="706848" y="855023"/>
                    </a:cubicBezTo>
                    <a:cubicBezTo>
                      <a:pt x="584187" y="925823"/>
                      <a:pt x="433106" y="925823"/>
                      <a:pt x="310485" y="855023"/>
                    </a:cubicBezTo>
                    <a:cubicBezTo>
                      <a:pt x="187824" y="784223"/>
                      <a:pt x="112288" y="653378"/>
                      <a:pt x="112288" y="511780"/>
                    </a:cubicBezTo>
                    <a:cubicBezTo>
                      <a:pt x="112288" y="408685"/>
                      <a:pt x="152434" y="309596"/>
                      <a:pt x="224231" y="235618"/>
                    </a:cubicBezTo>
                    <a:cubicBezTo>
                      <a:pt x="296063" y="161642"/>
                      <a:pt x="393878" y="118552"/>
                      <a:pt x="496944" y="115486"/>
                    </a:cubicBezTo>
                    <a:close/>
                  </a:path>
                </a:pathLst>
              </a:custGeom>
              <a:grpFill/>
              <a:ln w="9797" cap="flat">
                <a:noFill/>
                <a:prstDash val="solid"/>
                <a:miter/>
              </a:ln>
            </p:spPr>
            <p:txBody>
              <a:bodyPr rtlCol="0" anchor="ctr"/>
              <a:lstStyle/>
              <a:p>
                <a:endParaRPr lang="en-IN"/>
              </a:p>
            </p:txBody>
          </p:sp>
          <p:sp>
            <p:nvSpPr>
              <p:cNvPr id="14" name="Freeform: Shape 89">
                <a:extLst>
                  <a:ext uri="{FF2B5EF4-FFF2-40B4-BE49-F238E27FC236}">
                    <a16:creationId xmlns:a16="http://schemas.microsoft.com/office/drawing/2014/main" id="{8B3B0FDA-474D-D983-8D97-81F51A79DAA6}"/>
                  </a:ext>
                </a:extLst>
              </p:cNvPr>
              <p:cNvSpPr/>
              <p:nvPr/>
            </p:nvSpPr>
            <p:spPr>
              <a:xfrm>
                <a:off x="13532538" y="6510597"/>
                <a:ext cx="4231740" cy="4985440"/>
              </a:xfrm>
              <a:custGeom>
                <a:avLst/>
                <a:gdLst>
                  <a:gd name="connsiteX0" fmla="*/ 1656403 w 4231740"/>
                  <a:gd name="connsiteY0" fmla="*/ 1351 h 4985440"/>
                  <a:gd name="connsiteX1" fmla="*/ 85432 w 4231740"/>
                  <a:gd name="connsiteY1" fmla="*/ 627301 h 4985440"/>
                  <a:gd name="connsiteX2" fmla="*/ 5639 w 4231740"/>
                  <a:gd name="connsiteY2" fmla="*/ 875785 h 4985440"/>
                  <a:gd name="connsiteX3" fmla="*/ 178735 w 4231740"/>
                  <a:gd name="connsiteY3" fmla="*/ 1071121 h 4985440"/>
                  <a:gd name="connsiteX4" fmla="*/ 435028 w 4231740"/>
                  <a:gd name="connsiteY4" fmla="*/ 1021790 h 4985440"/>
                  <a:gd name="connsiteX5" fmla="*/ 1817601 w 4231740"/>
                  <a:gd name="connsiteY5" fmla="*/ 528641 h 4985440"/>
                  <a:gd name="connsiteX6" fmla="*/ 3156282 w 4231740"/>
                  <a:gd name="connsiteY6" fmla="*/ 1130862 h 4985440"/>
                  <a:gd name="connsiteX7" fmla="*/ 3704423 w 4231740"/>
                  <a:gd name="connsiteY7" fmla="*/ 2492665 h 4985440"/>
                  <a:gd name="connsiteX8" fmla="*/ 3156282 w 4231740"/>
                  <a:gd name="connsiteY8" fmla="*/ 3854370 h 4985440"/>
                  <a:gd name="connsiteX9" fmla="*/ 1817601 w 4231740"/>
                  <a:gd name="connsiteY9" fmla="*/ 4456630 h 4985440"/>
                  <a:gd name="connsiteX10" fmla="*/ 435028 w 4231740"/>
                  <a:gd name="connsiteY10" fmla="*/ 3963481 h 4985440"/>
                  <a:gd name="connsiteX11" fmla="*/ 178735 w 4231740"/>
                  <a:gd name="connsiteY11" fmla="*/ 3914150 h 4985440"/>
                  <a:gd name="connsiteX12" fmla="*/ 5639 w 4231740"/>
                  <a:gd name="connsiteY12" fmla="*/ 4109446 h 4985440"/>
                  <a:gd name="connsiteX13" fmla="*/ 85432 w 4231740"/>
                  <a:gd name="connsiteY13" fmla="*/ 4357931 h 4985440"/>
                  <a:gd name="connsiteX14" fmla="*/ 1551476 w 4231740"/>
                  <a:gd name="connsiteY14" fmla="*/ 4978365 h 4985440"/>
                  <a:gd name="connsiteX15" fmla="*/ 3094036 w 4231740"/>
                  <a:gd name="connsiteY15" fmla="*/ 4585029 h 4985440"/>
                  <a:gd name="connsiteX16" fmla="*/ 4083940 w 4231740"/>
                  <a:gd name="connsiteY16" fmla="*/ 3338343 h 4985440"/>
                  <a:gd name="connsiteX17" fmla="*/ 4117503 w 4231740"/>
                  <a:gd name="connsiteY17" fmla="*/ 1746699 h 4985440"/>
                  <a:gd name="connsiteX18" fmla="*/ 3180955 w 4231740"/>
                  <a:gd name="connsiteY18" fmla="*/ 459354 h 4985440"/>
                  <a:gd name="connsiteX19" fmla="*/ 1656323 w 4231740"/>
                  <a:gd name="connsiteY19" fmla="*/ 1377 h 4985440"/>
                  <a:gd name="connsiteX20" fmla="*/ 1659963 w 4231740"/>
                  <a:gd name="connsiteY20" fmla="*/ 112990 h 4985440"/>
                  <a:gd name="connsiteX21" fmla="*/ 1659924 w 4231740"/>
                  <a:gd name="connsiteY21" fmla="*/ 112951 h 4985440"/>
                  <a:gd name="connsiteX22" fmla="*/ 3116172 w 4231740"/>
                  <a:gd name="connsiteY22" fmla="*/ 550453 h 4985440"/>
                  <a:gd name="connsiteX23" fmla="*/ 4010661 w 4231740"/>
                  <a:gd name="connsiteY23" fmla="*/ 1779994 h 4985440"/>
                  <a:gd name="connsiteX24" fmla="*/ 3978667 w 4231740"/>
                  <a:gd name="connsiteY24" fmla="*/ 3300119 h 4985440"/>
                  <a:gd name="connsiteX25" fmla="*/ 3033243 w 4231740"/>
                  <a:gd name="connsiteY25" fmla="*/ 4490962 h 4985440"/>
                  <a:gd name="connsiteX26" fmla="*/ 1559948 w 4231740"/>
                  <a:gd name="connsiteY26" fmla="*/ 4866809 h 4985440"/>
                  <a:gd name="connsiteX27" fmla="*/ 159545 w 4231740"/>
                  <a:gd name="connsiteY27" fmla="*/ 4274347 h 4985440"/>
                  <a:gd name="connsiteX28" fmla="*/ 112129 w 4231740"/>
                  <a:gd name="connsiteY28" fmla="*/ 4130603 h 4985440"/>
                  <a:gd name="connsiteX29" fmla="*/ 212510 w 4231740"/>
                  <a:gd name="connsiteY29" fmla="*/ 4017328 h 4985440"/>
                  <a:gd name="connsiteX30" fmla="*/ 360917 w 4231740"/>
                  <a:gd name="connsiteY30" fmla="*/ 4047103 h 4985440"/>
                  <a:gd name="connsiteX31" fmla="*/ 1822161 w 4231740"/>
                  <a:gd name="connsiteY31" fmla="*/ 4568223 h 4985440"/>
                  <a:gd name="connsiteX32" fmla="*/ 3236869 w 4231740"/>
                  <a:gd name="connsiteY32" fmla="*/ 3931712 h 4985440"/>
                  <a:gd name="connsiteX33" fmla="*/ 3816164 w 4231740"/>
                  <a:gd name="connsiteY33" fmla="*/ 2492610 h 4985440"/>
                  <a:gd name="connsiteX34" fmla="*/ 3236869 w 4231740"/>
                  <a:gd name="connsiteY34" fmla="*/ 1053508 h 4985440"/>
                  <a:gd name="connsiteX35" fmla="*/ 1822161 w 4231740"/>
                  <a:gd name="connsiteY35" fmla="*/ 416997 h 4985440"/>
                  <a:gd name="connsiteX36" fmla="*/ 360917 w 4231740"/>
                  <a:gd name="connsiteY36" fmla="*/ 938087 h 4985440"/>
                  <a:gd name="connsiteX37" fmla="*/ 212314 w 4231740"/>
                  <a:gd name="connsiteY37" fmla="*/ 968244 h 4985440"/>
                  <a:gd name="connsiteX38" fmla="*/ 111737 w 4231740"/>
                  <a:gd name="connsiteY38" fmla="*/ 854734 h 4985440"/>
                  <a:gd name="connsiteX39" fmla="*/ 159536 w 4231740"/>
                  <a:gd name="connsiteY39" fmla="*/ 710834 h 4985440"/>
                  <a:gd name="connsiteX40" fmla="*/ 1659968 w 4231740"/>
                  <a:gd name="connsiteY40" fmla="*/ 112983 h 498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231740" h="4985440">
                    <a:moveTo>
                      <a:pt x="1656403" y="1351"/>
                    </a:moveTo>
                    <a:cubicBezTo>
                      <a:pt x="1075805" y="20562"/>
                      <a:pt x="520131" y="241989"/>
                      <a:pt x="85432" y="627301"/>
                    </a:cubicBezTo>
                    <a:cubicBezTo>
                      <a:pt x="16813" y="690255"/>
                      <a:pt x="-13500" y="784701"/>
                      <a:pt x="5639" y="875785"/>
                    </a:cubicBezTo>
                    <a:cubicBezTo>
                      <a:pt x="24812" y="966907"/>
                      <a:pt x="90599" y="1041151"/>
                      <a:pt x="178735" y="1071121"/>
                    </a:cubicBezTo>
                    <a:cubicBezTo>
                      <a:pt x="266871" y="1101086"/>
                      <a:pt x="364302" y="1082334"/>
                      <a:pt x="435028" y="1021790"/>
                    </a:cubicBezTo>
                    <a:cubicBezTo>
                      <a:pt x="814893" y="685014"/>
                      <a:pt x="1310383" y="508283"/>
                      <a:pt x="1817601" y="528641"/>
                    </a:cubicBezTo>
                    <a:cubicBezTo>
                      <a:pt x="2324867" y="548963"/>
                      <a:pt x="2804565" y="764772"/>
                      <a:pt x="3156282" y="1130862"/>
                    </a:cubicBezTo>
                    <a:cubicBezTo>
                      <a:pt x="3507980" y="1496952"/>
                      <a:pt x="3704423" y="1984938"/>
                      <a:pt x="3704423" y="2492665"/>
                    </a:cubicBezTo>
                    <a:cubicBezTo>
                      <a:pt x="3704423" y="3000314"/>
                      <a:pt x="3507980" y="3488250"/>
                      <a:pt x="3156282" y="3854370"/>
                    </a:cubicBezTo>
                    <a:cubicBezTo>
                      <a:pt x="2804545" y="4220460"/>
                      <a:pt x="2324828" y="4436301"/>
                      <a:pt x="1817601" y="4456630"/>
                    </a:cubicBezTo>
                    <a:cubicBezTo>
                      <a:pt x="1310373" y="4476951"/>
                      <a:pt x="814863" y="4300218"/>
                      <a:pt x="435028" y="3963481"/>
                    </a:cubicBezTo>
                    <a:cubicBezTo>
                      <a:pt x="364304" y="3902899"/>
                      <a:pt x="266870" y="3884146"/>
                      <a:pt x="178735" y="3914150"/>
                    </a:cubicBezTo>
                    <a:cubicBezTo>
                      <a:pt x="90599" y="3944115"/>
                      <a:pt x="24812" y="4018362"/>
                      <a:pt x="5639" y="4109446"/>
                    </a:cubicBezTo>
                    <a:cubicBezTo>
                      <a:pt x="-13496" y="4200568"/>
                      <a:pt x="16813" y="4295014"/>
                      <a:pt x="85432" y="4357931"/>
                    </a:cubicBezTo>
                    <a:cubicBezTo>
                      <a:pt x="493159" y="4719426"/>
                      <a:pt x="1008127" y="4937383"/>
                      <a:pt x="1551476" y="4978365"/>
                    </a:cubicBezTo>
                    <a:cubicBezTo>
                      <a:pt x="2094875" y="5019390"/>
                      <a:pt x="2636706" y="4881197"/>
                      <a:pt x="3094036" y="4585029"/>
                    </a:cubicBezTo>
                    <a:cubicBezTo>
                      <a:pt x="3551406" y="4288822"/>
                      <a:pt x="3899126" y="3850890"/>
                      <a:pt x="4083940" y="3338343"/>
                    </a:cubicBezTo>
                    <a:cubicBezTo>
                      <a:pt x="4268783" y="2825717"/>
                      <a:pt x="4280569" y="2266633"/>
                      <a:pt x="4117503" y="1746699"/>
                    </a:cubicBezTo>
                    <a:cubicBezTo>
                      <a:pt x="3954400" y="1226764"/>
                      <a:pt x="3625461" y="774597"/>
                      <a:pt x="3180955" y="459354"/>
                    </a:cubicBezTo>
                    <a:cubicBezTo>
                      <a:pt x="2736448" y="144160"/>
                      <a:pt x="2200946" y="-16728"/>
                      <a:pt x="1656323" y="1377"/>
                    </a:cubicBezTo>
                    <a:close/>
                    <a:moveTo>
                      <a:pt x="1659963" y="112990"/>
                    </a:moveTo>
                    <a:lnTo>
                      <a:pt x="1659924" y="112951"/>
                    </a:lnTo>
                    <a:cubicBezTo>
                      <a:pt x="2180133" y="95730"/>
                      <a:pt x="2691564" y="249386"/>
                      <a:pt x="3116172" y="550453"/>
                    </a:cubicBezTo>
                    <a:cubicBezTo>
                      <a:pt x="3540701" y="851519"/>
                      <a:pt x="3854896" y="1283397"/>
                      <a:pt x="4010661" y="1779994"/>
                    </a:cubicBezTo>
                    <a:cubicBezTo>
                      <a:pt x="4166455" y="2276592"/>
                      <a:pt x="4155208" y="2810556"/>
                      <a:pt x="3978667" y="3300119"/>
                    </a:cubicBezTo>
                    <a:cubicBezTo>
                      <a:pt x="3802162" y="3789711"/>
                      <a:pt x="3470058" y="4208001"/>
                      <a:pt x="3033243" y="4490962"/>
                    </a:cubicBezTo>
                    <a:cubicBezTo>
                      <a:pt x="2596388" y="4773893"/>
                      <a:pt x="2078903" y="4905920"/>
                      <a:pt x="1559948" y="4866809"/>
                    </a:cubicBezTo>
                    <a:cubicBezTo>
                      <a:pt x="1040925" y="4827697"/>
                      <a:pt x="549079" y="4619589"/>
                      <a:pt x="159545" y="4274347"/>
                    </a:cubicBezTo>
                    <a:cubicBezTo>
                      <a:pt x="119284" y="4238296"/>
                      <a:pt x="101221" y="4183570"/>
                      <a:pt x="112129" y="4130603"/>
                    </a:cubicBezTo>
                    <a:cubicBezTo>
                      <a:pt x="123036" y="4077676"/>
                      <a:pt x="161267" y="4034507"/>
                      <a:pt x="212510" y="4017328"/>
                    </a:cubicBezTo>
                    <a:cubicBezTo>
                      <a:pt x="263754" y="4000107"/>
                      <a:pt x="320279" y="4011473"/>
                      <a:pt x="360917" y="4047103"/>
                    </a:cubicBezTo>
                    <a:cubicBezTo>
                      <a:pt x="762404" y="4402974"/>
                      <a:pt x="1286061" y="4589738"/>
                      <a:pt x="1822161" y="4568223"/>
                    </a:cubicBezTo>
                    <a:cubicBezTo>
                      <a:pt x="2358251" y="4546715"/>
                      <a:pt x="2865165" y="4318621"/>
                      <a:pt x="3236869" y="3931712"/>
                    </a:cubicBezTo>
                    <a:cubicBezTo>
                      <a:pt x="3608582" y="3544803"/>
                      <a:pt x="3816164" y="3029072"/>
                      <a:pt x="3816164" y="2492610"/>
                    </a:cubicBezTo>
                    <a:cubicBezTo>
                      <a:pt x="3816164" y="1956059"/>
                      <a:pt x="3608582" y="1440397"/>
                      <a:pt x="3236869" y="1053508"/>
                    </a:cubicBezTo>
                    <a:cubicBezTo>
                      <a:pt x="2865185" y="666599"/>
                      <a:pt x="2358222" y="438511"/>
                      <a:pt x="1822161" y="416997"/>
                    </a:cubicBezTo>
                    <a:cubicBezTo>
                      <a:pt x="1286071" y="395489"/>
                      <a:pt x="762404" y="582206"/>
                      <a:pt x="360917" y="938087"/>
                    </a:cubicBezTo>
                    <a:cubicBezTo>
                      <a:pt x="320313" y="973947"/>
                      <a:pt x="263673" y="985427"/>
                      <a:pt x="212314" y="968244"/>
                    </a:cubicBezTo>
                    <a:cubicBezTo>
                      <a:pt x="160917" y="951061"/>
                      <a:pt x="122609" y="907815"/>
                      <a:pt x="111737" y="854734"/>
                    </a:cubicBezTo>
                    <a:cubicBezTo>
                      <a:pt x="100868" y="801692"/>
                      <a:pt x="119085" y="746848"/>
                      <a:pt x="159536" y="710834"/>
                    </a:cubicBezTo>
                    <a:cubicBezTo>
                      <a:pt x="574768" y="342834"/>
                      <a:pt x="1105460" y="131382"/>
                      <a:pt x="1659968" y="112983"/>
                    </a:cubicBezTo>
                    <a:close/>
                  </a:path>
                </a:pathLst>
              </a:custGeom>
              <a:grpFill/>
              <a:ln w="9797" cap="flat">
                <a:noFill/>
                <a:prstDash val="solid"/>
                <a:miter/>
              </a:ln>
            </p:spPr>
            <p:txBody>
              <a:bodyPr rtlCol="0" anchor="ctr"/>
              <a:lstStyle/>
              <a:p>
                <a:endParaRPr lang="en-IN"/>
              </a:p>
            </p:txBody>
          </p:sp>
          <p:sp>
            <p:nvSpPr>
              <p:cNvPr id="15" name="Freeform: Shape 90">
                <a:extLst>
                  <a:ext uri="{FF2B5EF4-FFF2-40B4-BE49-F238E27FC236}">
                    <a16:creationId xmlns:a16="http://schemas.microsoft.com/office/drawing/2014/main" id="{5DE5A34C-E50B-C624-928A-3A6160294D51}"/>
                  </a:ext>
                </a:extLst>
              </p:cNvPr>
              <p:cNvSpPr/>
              <p:nvPr/>
            </p:nvSpPr>
            <p:spPr>
              <a:xfrm>
                <a:off x="12734909" y="8079838"/>
                <a:ext cx="3637237" cy="1847012"/>
              </a:xfrm>
              <a:custGeom>
                <a:avLst/>
                <a:gdLst>
                  <a:gd name="connsiteX0" fmla="*/ 906280 w 3637237"/>
                  <a:gd name="connsiteY0" fmla="*/ 173 h 1847012"/>
                  <a:gd name="connsiteX1" fmla="*/ 292156 w 3637237"/>
                  <a:gd name="connsiteY1" fmla="*/ 249500 h 1847012"/>
                  <a:gd name="connsiteX2" fmla="*/ 3258 w 3637237"/>
                  <a:gd name="connsiteY2" fmla="*/ 846019 h 1847012"/>
                  <a:gd name="connsiteX3" fmla="*/ 188375 w 3637237"/>
                  <a:gd name="connsiteY3" fmla="*/ 1482451 h 1847012"/>
                  <a:gd name="connsiteX4" fmla="*/ 752171 w 3637237"/>
                  <a:gd name="connsiteY4" fmla="*/ 1830975 h 1847012"/>
                  <a:gd name="connsiteX5" fmla="*/ 1404220 w 3637237"/>
                  <a:gd name="connsiteY5" fmla="*/ 1712027 h 1847012"/>
                  <a:gd name="connsiteX6" fmla="*/ 1808656 w 3637237"/>
                  <a:gd name="connsiteY6" fmla="*/ 1186920 h 1847012"/>
                  <a:gd name="connsiteX7" fmla="*/ 2422358 w 3637237"/>
                  <a:gd name="connsiteY7" fmla="*/ 1186920 h 1847012"/>
                  <a:gd name="connsiteX8" fmla="*/ 2422358 w 3637237"/>
                  <a:gd name="connsiteY8" fmla="*/ 1434719 h 1847012"/>
                  <a:gd name="connsiteX9" fmla="*/ 2509614 w 3637237"/>
                  <a:gd name="connsiteY9" fmla="*/ 1585928 h 1847012"/>
                  <a:gd name="connsiteX10" fmla="*/ 2684199 w 3637237"/>
                  <a:gd name="connsiteY10" fmla="*/ 1585928 h 1847012"/>
                  <a:gd name="connsiteX11" fmla="*/ 2771493 w 3637237"/>
                  <a:gd name="connsiteY11" fmla="*/ 1434719 h 1847012"/>
                  <a:gd name="connsiteX12" fmla="*/ 2771493 w 3637237"/>
                  <a:gd name="connsiteY12" fmla="*/ 1186920 h 1847012"/>
                  <a:gd name="connsiteX13" fmla="*/ 3110142 w 3637237"/>
                  <a:gd name="connsiteY13" fmla="*/ 1186920 h 1847012"/>
                  <a:gd name="connsiteX14" fmla="*/ 3110142 w 3637237"/>
                  <a:gd name="connsiteY14" fmla="*/ 1345663 h 1847012"/>
                  <a:gd name="connsiteX15" fmla="*/ 3243363 w 3637237"/>
                  <a:gd name="connsiteY15" fmla="*/ 1569656 h 1847012"/>
                  <a:gd name="connsiteX16" fmla="*/ 3504016 w 3637237"/>
                  <a:gd name="connsiteY16" fmla="*/ 1569656 h 1847012"/>
                  <a:gd name="connsiteX17" fmla="*/ 3637238 w 3637237"/>
                  <a:gd name="connsiteY17" fmla="*/ 1345663 h 1847012"/>
                  <a:gd name="connsiteX18" fmla="*/ 3637238 w 3637237"/>
                  <a:gd name="connsiteY18" fmla="*/ 659863 h 1847012"/>
                  <a:gd name="connsiteX19" fmla="*/ 1808699 w 3637237"/>
                  <a:gd name="connsiteY19" fmla="*/ 659863 h 1847012"/>
                  <a:gd name="connsiteX20" fmla="*/ 1468630 w 3637237"/>
                  <a:gd name="connsiteY20" fmla="*/ 178001 h 1847012"/>
                  <a:gd name="connsiteX21" fmla="*/ 906323 w 3637237"/>
                  <a:gd name="connsiteY21" fmla="*/ 163 h 1847012"/>
                  <a:gd name="connsiteX22" fmla="*/ 909380 w 3637237"/>
                  <a:gd name="connsiteY22" fmla="*/ 111811 h 1847012"/>
                  <a:gd name="connsiteX23" fmla="*/ 1435516 w 3637237"/>
                  <a:gd name="connsiteY23" fmla="*/ 293558 h 1847012"/>
                  <a:gd name="connsiteX24" fmla="*/ 1720858 w 3637237"/>
                  <a:gd name="connsiteY24" fmla="*/ 771472 h 1847012"/>
                  <a:gd name="connsiteX25" fmla="*/ 3525491 w 3637237"/>
                  <a:gd name="connsiteY25" fmla="*/ 771472 h 1847012"/>
                  <a:gd name="connsiteX26" fmla="*/ 3525491 w 3637237"/>
                  <a:gd name="connsiteY26" fmla="*/ 1345634 h 1847012"/>
                  <a:gd name="connsiteX27" fmla="*/ 3525530 w 3637237"/>
                  <a:gd name="connsiteY27" fmla="*/ 1345672 h 1847012"/>
                  <a:gd name="connsiteX28" fmla="*/ 3448989 w 3637237"/>
                  <a:gd name="connsiteY28" fmla="*/ 1475259 h 1847012"/>
                  <a:gd name="connsiteX29" fmla="*/ 3298476 w 3637237"/>
                  <a:gd name="connsiteY29" fmla="*/ 1475259 h 1847012"/>
                  <a:gd name="connsiteX30" fmla="*/ 3221936 w 3637237"/>
                  <a:gd name="connsiteY30" fmla="*/ 1345672 h 1847012"/>
                  <a:gd name="connsiteX31" fmla="*/ 3221936 w 3637237"/>
                  <a:gd name="connsiteY31" fmla="*/ 1075330 h 1847012"/>
                  <a:gd name="connsiteX32" fmla="*/ 2659599 w 3637237"/>
                  <a:gd name="connsiteY32" fmla="*/ 1075330 h 1847012"/>
                  <a:gd name="connsiteX33" fmla="*/ 2659599 w 3637237"/>
                  <a:gd name="connsiteY33" fmla="*/ 1434768 h 1847012"/>
                  <a:gd name="connsiteX34" fmla="*/ 2659561 w 3637237"/>
                  <a:gd name="connsiteY34" fmla="*/ 1434729 h 1847012"/>
                  <a:gd name="connsiteX35" fmla="*/ 2596837 w 3637237"/>
                  <a:gd name="connsiteY35" fmla="*/ 1494431 h 1847012"/>
                  <a:gd name="connsiteX36" fmla="*/ 2534113 w 3637237"/>
                  <a:gd name="connsiteY36" fmla="*/ 1434729 h 1847012"/>
                  <a:gd name="connsiteX37" fmla="*/ 2534113 w 3637237"/>
                  <a:gd name="connsiteY37" fmla="*/ 1075292 h 1847012"/>
                  <a:gd name="connsiteX38" fmla="*/ 1720832 w 3637237"/>
                  <a:gd name="connsiteY38" fmla="*/ 1075292 h 1847012"/>
                  <a:gd name="connsiteX39" fmla="*/ 1402621 w 3637237"/>
                  <a:gd name="connsiteY39" fmla="*/ 1578620 h 1847012"/>
                  <a:gd name="connsiteX40" fmla="*/ 826500 w 3637237"/>
                  <a:gd name="connsiteY40" fmla="*/ 1729329 h 1847012"/>
                  <a:gd name="connsiteX41" fmla="*/ 302578 w 3637237"/>
                  <a:gd name="connsiteY41" fmla="*/ 1446319 h 1847012"/>
                  <a:gd name="connsiteX42" fmla="*/ 112758 w 3637237"/>
                  <a:gd name="connsiteY42" fmla="*/ 881877 h 1847012"/>
                  <a:gd name="connsiteX43" fmla="*/ 359255 w 3637237"/>
                  <a:gd name="connsiteY43" fmla="*/ 339820 h 1847012"/>
                  <a:gd name="connsiteX44" fmla="*/ 909345 w 3637237"/>
                  <a:gd name="connsiteY44" fmla="*/ 111811 h 184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637237" h="1847012">
                    <a:moveTo>
                      <a:pt x="906280" y="173"/>
                    </a:moveTo>
                    <a:cubicBezTo>
                      <a:pt x="677771" y="4421"/>
                      <a:pt x="458982" y="93284"/>
                      <a:pt x="292156" y="249500"/>
                    </a:cubicBezTo>
                    <a:cubicBezTo>
                      <a:pt x="125379" y="405755"/>
                      <a:pt x="22431" y="618275"/>
                      <a:pt x="3258" y="846019"/>
                    </a:cubicBezTo>
                    <a:cubicBezTo>
                      <a:pt x="-15915" y="1073763"/>
                      <a:pt x="50023" y="1300557"/>
                      <a:pt x="188375" y="1482451"/>
                    </a:cubicBezTo>
                    <a:cubicBezTo>
                      <a:pt x="326681" y="1664384"/>
                      <a:pt x="527562" y="1788573"/>
                      <a:pt x="752171" y="1830975"/>
                    </a:cubicBezTo>
                    <a:cubicBezTo>
                      <a:pt x="976741" y="1873378"/>
                      <a:pt x="1209080" y="1831013"/>
                      <a:pt x="1404220" y="1712027"/>
                    </a:cubicBezTo>
                    <a:cubicBezTo>
                      <a:pt x="1599359" y="1593080"/>
                      <a:pt x="1743446" y="1405985"/>
                      <a:pt x="1808656" y="1186920"/>
                    </a:cubicBezTo>
                    <a:lnTo>
                      <a:pt x="2422358" y="1186920"/>
                    </a:lnTo>
                    <a:lnTo>
                      <a:pt x="2422358" y="1434719"/>
                    </a:lnTo>
                    <a:cubicBezTo>
                      <a:pt x="2422358" y="1497100"/>
                      <a:pt x="2455615" y="1554734"/>
                      <a:pt x="2509614" y="1585928"/>
                    </a:cubicBezTo>
                    <a:cubicBezTo>
                      <a:pt x="2563651" y="1617081"/>
                      <a:pt x="2630207" y="1617081"/>
                      <a:pt x="2684199" y="1585928"/>
                    </a:cubicBezTo>
                    <a:cubicBezTo>
                      <a:pt x="2738236" y="1554738"/>
                      <a:pt x="2771493" y="1497104"/>
                      <a:pt x="2771493" y="1434719"/>
                    </a:cubicBezTo>
                    <a:lnTo>
                      <a:pt x="2771493" y="1186920"/>
                    </a:lnTo>
                    <a:lnTo>
                      <a:pt x="3110142" y="1186920"/>
                    </a:lnTo>
                    <a:lnTo>
                      <a:pt x="3110142" y="1345663"/>
                    </a:lnTo>
                    <a:cubicBezTo>
                      <a:pt x="3111940" y="1438584"/>
                      <a:pt x="3162572" y="1523697"/>
                      <a:pt x="3243363" y="1569656"/>
                    </a:cubicBezTo>
                    <a:cubicBezTo>
                      <a:pt x="3324151" y="1615618"/>
                      <a:pt x="3423190" y="1615618"/>
                      <a:pt x="3504016" y="1569656"/>
                    </a:cubicBezTo>
                    <a:cubicBezTo>
                      <a:pt x="3584804" y="1523693"/>
                      <a:pt x="3635435" y="1438580"/>
                      <a:pt x="3637238" y="1345663"/>
                    </a:cubicBezTo>
                    <a:lnTo>
                      <a:pt x="3637238" y="659863"/>
                    </a:lnTo>
                    <a:lnTo>
                      <a:pt x="1808699" y="659863"/>
                    </a:lnTo>
                    <a:cubicBezTo>
                      <a:pt x="1751064" y="466370"/>
                      <a:pt x="1631625" y="297144"/>
                      <a:pt x="1468630" y="178001"/>
                    </a:cubicBezTo>
                    <a:cubicBezTo>
                      <a:pt x="1305674" y="58828"/>
                      <a:pt x="1108164" y="-3629"/>
                      <a:pt x="906323" y="163"/>
                    </a:cubicBezTo>
                    <a:close/>
                    <a:moveTo>
                      <a:pt x="909380" y="111811"/>
                    </a:moveTo>
                    <a:cubicBezTo>
                      <a:pt x="1100689" y="108482"/>
                      <a:pt x="1287030" y="172852"/>
                      <a:pt x="1435516" y="293558"/>
                    </a:cubicBezTo>
                    <a:cubicBezTo>
                      <a:pt x="1584001" y="414264"/>
                      <a:pt x="1685078" y="583534"/>
                      <a:pt x="1720858" y="771472"/>
                    </a:cubicBezTo>
                    <a:lnTo>
                      <a:pt x="3525491" y="771472"/>
                    </a:lnTo>
                    <a:lnTo>
                      <a:pt x="3525491" y="1345634"/>
                    </a:lnTo>
                    <a:lnTo>
                      <a:pt x="3525530" y="1345672"/>
                    </a:lnTo>
                    <a:cubicBezTo>
                      <a:pt x="3524726" y="1399366"/>
                      <a:pt x="3495641" y="1448660"/>
                      <a:pt x="3448989" y="1475259"/>
                    </a:cubicBezTo>
                    <a:cubicBezTo>
                      <a:pt x="3402338" y="1501896"/>
                      <a:pt x="3345091" y="1501896"/>
                      <a:pt x="3298476" y="1475259"/>
                    </a:cubicBezTo>
                    <a:cubicBezTo>
                      <a:pt x="3251825" y="1448662"/>
                      <a:pt x="3222701" y="1399370"/>
                      <a:pt x="3221936" y="1345672"/>
                    </a:cubicBezTo>
                    <a:lnTo>
                      <a:pt x="3221936" y="1075330"/>
                    </a:lnTo>
                    <a:lnTo>
                      <a:pt x="2659599" y="1075330"/>
                    </a:lnTo>
                    <a:lnTo>
                      <a:pt x="2659599" y="1434768"/>
                    </a:lnTo>
                    <a:lnTo>
                      <a:pt x="2659561" y="1434729"/>
                    </a:lnTo>
                    <a:cubicBezTo>
                      <a:pt x="2657916" y="1468178"/>
                      <a:pt x="2630323" y="1494431"/>
                      <a:pt x="2596837" y="1494431"/>
                    </a:cubicBezTo>
                    <a:cubicBezTo>
                      <a:pt x="2563350" y="1494431"/>
                      <a:pt x="2535758" y="1468178"/>
                      <a:pt x="2534113" y="1434729"/>
                    </a:cubicBezTo>
                    <a:lnTo>
                      <a:pt x="2534113" y="1075292"/>
                    </a:lnTo>
                    <a:lnTo>
                      <a:pt x="1720832" y="1075292"/>
                    </a:lnTo>
                    <a:cubicBezTo>
                      <a:pt x="1682371" y="1277318"/>
                      <a:pt x="1568633" y="1457223"/>
                      <a:pt x="1402621" y="1578620"/>
                    </a:cubicBezTo>
                    <a:cubicBezTo>
                      <a:pt x="1236608" y="1700056"/>
                      <a:pt x="1030712" y="1753901"/>
                      <a:pt x="826500" y="1729329"/>
                    </a:cubicBezTo>
                    <a:cubicBezTo>
                      <a:pt x="622327" y="1704798"/>
                      <a:pt x="435075" y="1603652"/>
                      <a:pt x="302578" y="1446319"/>
                    </a:cubicBezTo>
                    <a:cubicBezTo>
                      <a:pt x="170091" y="1289026"/>
                      <a:pt x="102236" y="1087274"/>
                      <a:pt x="112758" y="881877"/>
                    </a:cubicBezTo>
                    <a:cubicBezTo>
                      <a:pt x="123281" y="676479"/>
                      <a:pt x="211376" y="482760"/>
                      <a:pt x="359255" y="339820"/>
                    </a:cubicBezTo>
                    <a:cubicBezTo>
                      <a:pt x="507094" y="196841"/>
                      <a:pt x="703722" y="115368"/>
                      <a:pt x="909345" y="111811"/>
                    </a:cubicBezTo>
                    <a:close/>
                  </a:path>
                </a:pathLst>
              </a:custGeom>
              <a:grpFill/>
              <a:ln w="9797" cap="flat">
                <a:noFill/>
                <a:prstDash val="solid"/>
                <a:miter/>
              </a:ln>
            </p:spPr>
            <p:txBody>
              <a:bodyPr rtlCol="0" anchor="ctr"/>
              <a:lstStyle/>
              <a:p>
                <a:endParaRPr lang="en-IN"/>
              </a:p>
            </p:txBody>
          </p:sp>
        </p:grpSp>
      </p:grpSp>
      <p:sp>
        <p:nvSpPr>
          <p:cNvPr id="16" name="TextBox 15">
            <a:extLst>
              <a:ext uri="{FF2B5EF4-FFF2-40B4-BE49-F238E27FC236}">
                <a16:creationId xmlns:a16="http://schemas.microsoft.com/office/drawing/2014/main" id="{C962251E-5BFF-6E52-BE25-E1F5EDDF13DA}"/>
              </a:ext>
            </a:extLst>
          </p:cNvPr>
          <p:cNvSpPr txBox="1"/>
          <p:nvPr/>
        </p:nvSpPr>
        <p:spPr>
          <a:xfrm>
            <a:off x="4332001" y="2606439"/>
            <a:ext cx="3528000" cy="527004"/>
          </a:xfrm>
          <a:prstGeom prst="rect">
            <a:avLst/>
          </a:prstGeom>
          <a:noFill/>
        </p:spPr>
        <p:txBody>
          <a:bodyPr wrap="square" lIns="0" tIns="0" rIns="0" bIns="0">
            <a:spAutoFit/>
          </a:bodyPr>
          <a:lstStyle/>
          <a:p>
            <a:pPr algn="ctr">
              <a:lnSpc>
                <a:spcPct val="110000"/>
              </a:lnSpc>
              <a:spcBef>
                <a:spcPts val="300"/>
              </a:spcBef>
              <a:spcAft>
                <a:spcPts val="300"/>
              </a:spcAft>
            </a:pPr>
            <a:r>
              <a:rPr lang="en-US" sz="1600" b="1">
                <a:solidFill>
                  <a:srgbClr val="2F7D95"/>
                </a:solidFill>
                <a:latin typeface="+mj-lt"/>
              </a:rPr>
              <a:t>YOUR UNTAPPED </a:t>
            </a:r>
            <a:br>
              <a:rPr lang="en-US" sz="1600" b="1">
                <a:solidFill>
                  <a:srgbClr val="2F7D95"/>
                </a:solidFill>
                <a:latin typeface="+mj-lt"/>
              </a:rPr>
            </a:br>
            <a:r>
              <a:rPr lang="en-US" sz="1600" b="1">
                <a:solidFill>
                  <a:srgbClr val="2F7D95"/>
                </a:solidFill>
                <a:latin typeface="+mj-lt"/>
              </a:rPr>
              <a:t>MARKET IS MASSIVE</a:t>
            </a:r>
            <a:endParaRPr lang="en-US" sz="1600" b="1" i="0" u="none" strike="noStrike" baseline="0">
              <a:solidFill>
                <a:srgbClr val="2F7D95"/>
              </a:solidFill>
              <a:latin typeface="+mj-lt"/>
            </a:endParaRPr>
          </a:p>
        </p:txBody>
      </p:sp>
      <p:cxnSp>
        <p:nvCxnSpPr>
          <p:cNvPr id="17" name="Straight Connector 16">
            <a:extLst>
              <a:ext uri="{FF2B5EF4-FFF2-40B4-BE49-F238E27FC236}">
                <a16:creationId xmlns:a16="http://schemas.microsoft.com/office/drawing/2014/main" id="{C1329941-8270-7107-ADFF-94A3F4ADD458}"/>
              </a:ext>
              <a:ext uri="{C183D7F6-B498-43B3-948B-1728B52AA6E4}">
                <adec:decorative xmlns:adec="http://schemas.microsoft.com/office/drawing/2017/decorative" val="1"/>
              </a:ext>
            </a:extLst>
          </p:cNvPr>
          <p:cNvCxnSpPr>
            <a:cxnSpLocks/>
          </p:cNvCxnSpPr>
          <p:nvPr/>
        </p:nvCxnSpPr>
        <p:spPr>
          <a:xfrm>
            <a:off x="5861449" y="3263716"/>
            <a:ext cx="469105" cy="0"/>
          </a:xfrm>
          <a:prstGeom prst="line">
            <a:avLst/>
          </a:prstGeom>
          <a:ln w="50800" cap="rnd">
            <a:solidFill>
              <a:srgbClr val="2F7D95"/>
            </a:solidFill>
          </a:ln>
        </p:spPr>
        <p:style>
          <a:lnRef idx="1">
            <a:schemeClr val="accent1"/>
          </a:lnRef>
          <a:fillRef idx="0">
            <a:schemeClr val="accent1"/>
          </a:fillRef>
          <a:effectRef idx="0">
            <a:schemeClr val="accent1"/>
          </a:effectRef>
          <a:fontRef idx="minor">
            <a:schemeClr val="tx1"/>
          </a:fontRef>
        </p:style>
      </p:cxnSp>
      <p:sp>
        <p:nvSpPr>
          <p:cNvPr id="20" name="Rectangle: Rounded Corners 23">
            <a:extLst>
              <a:ext uri="{FF2B5EF4-FFF2-40B4-BE49-F238E27FC236}">
                <a16:creationId xmlns:a16="http://schemas.microsoft.com/office/drawing/2014/main" id="{F40884F3-51D5-CE28-8B2D-6482B7755209}"/>
              </a:ext>
              <a:ext uri="{C183D7F6-B498-43B3-948B-1728B52AA6E4}">
                <adec:decorative xmlns:adec="http://schemas.microsoft.com/office/drawing/2017/decorative" val="1"/>
              </a:ext>
            </a:extLst>
          </p:cNvPr>
          <p:cNvSpPr/>
          <p:nvPr/>
        </p:nvSpPr>
        <p:spPr>
          <a:xfrm rot="2704994">
            <a:off x="9666702" y="1660650"/>
            <a:ext cx="779644" cy="779644"/>
          </a:xfrm>
          <a:prstGeom prst="roundRect">
            <a:avLst/>
          </a:prstGeom>
          <a:solidFill>
            <a:srgbClr val="2F7D9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A4CE4432-3563-E99F-7D05-A7C24C0D79B3}"/>
              </a:ext>
              <a:ext uri="{C183D7F6-B498-43B3-948B-1728B52AA6E4}">
                <adec:decorative xmlns:adec="http://schemas.microsoft.com/office/drawing/2017/decorative" val="1"/>
              </a:ext>
            </a:extLst>
          </p:cNvPr>
          <p:cNvGrpSpPr/>
          <p:nvPr/>
        </p:nvGrpSpPr>
        <p:grpSpPr>
          <a:xfrm>
            <a:off x="9871430" y="1844866"/>
            <a:ext cx="370188" cy="431090"/>
            <a:chOff x="15432404" y="182398"/>
            <a:chExt cx="3975215" cy="4629211"/>
          </a:xfrm>
          <a:solidFill>
            <a:schemeClr val="bg1"/>
          </a:solidFill>
        </p:grpSpPr>
        <p:sp>
          <p:nvSpPr>
            <p:cNvPr id="22" name="Freeform: Shape 40">
              <a:extLst>
                <a:ext uri="{FF2B5EF4-FFF2-40B4-BE49-F238E27FC236}">
                  <a16:creationId xmlns:a16="http://schemas.microsoft.com/office/drawing/2014/main" id="{55619BFC-AE5F-C4E3-0CFB-3E27EE4E7A17}"/>
                </a:ext>
              </a:extLst>
            </p:cNvPr>
            <p:cNvSpPr/>
            <p:nvPr/>
          </p:nvSpPr>
          <p:spPr>
            <a:xfrm>
              <a:off x="15628958" y="3189084"/>
              <a:ext cx="889051" cy="1622427"/>
            </a:xfrm>
            <a:custGeom>
              <a:avLst/>
              <a:gdLst>
                <a:gd name="connsiteX0" fmla="*/ 860464 w 889051"/>
                <a:gd name="connsiteY0" fmla="*/ 60 h 1622427"/>
                <a:gd name="connsiteX1" fmla="*/ 28588 w 889051"/>
                <a:gd name="connsiteY1" fmla="*/ 60 h 1622427"/>
                <a:gd name="connsiteX2" fmla="*/ 0 w 889051"/>
                <a:gd name="connsiteY2" fmla="*/ 28648 h 1622427"/>
                <a:gd name="connsiteX3" fmla="*/ 0 w 889051"/>
                <a:gd name="connsiteY3" fmla="*/ 1593840 h 1622427"/>
                <a:gd name="connsiteX4" fmla="*/ 28588 w 889051"/>
                <a:gd name="connsiteY4" fmla="*/ 1622427 h 1622427"/>
                <a:gd name="connsiteX5" fmla="*/ 860464 w 889051"/>
                <a:gd name="connsiteY5" fmla="*/ 1622427 h 1622427"/>
                <a:gd name="connsiteX6" fmla="*/ 889051 w 889051"/>
                <a:gd name="connsiteY6" fmla="*/ 1593840 h 1622427"/>
                <a:gd name="connsiteX7" fmla="*/ 889051 w 889051"/>
                <a:gd name="connsiteY7" fmla="*/ 28550 h 1622427"/>
                <a:gd name="connsiteX8" fmla="*/ 860464 w 889051"/>
                <a:gd name="connsiteY8" fmla="*/ 0 h 1622427"/>
                <a:gd name="connsiteX9" fmla="*/ 831875 w 889051"/>
                <a:gd name="connsiteY9" fmla="*/ 1565251 h 1622427"/>
                <a:gd name="connsiteX10" fmla="*/ 57176 w 889051"/>
                <a:gd name="connsiteY10" fmla="*/ 1565251 h 1622427"/>
                <a:gd name="connsiteX11" fmla="*/ 57176 w 889051"/>
                <a:gd name="connsiteY11" fmla="*/ 57177 h 1622427"/>
                <a:gd name="connsiteX12" fmla="*/ 831915 w 889051"/>
                <a:gd name="connsiteY12" fmla="*/ 57177 h 1622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9051" h="1622427">
                  <a:moveTo>
                    <a:pt x="860464" y="60"/>
                  </a:moveTo>
                  <a:lnTo>
                    <a:pt x="28588" y="60"/>
                  </a:lnTo>
                  <a:cubicBezTo>
                    <a:pt x="12820" y="60"/>
                    <a:pt x="0" y="12880"/>
                    <a:pt x="0" y="28648"/>
                  </a:cubicBezTo>
                  <a:lnTo>
                    <a:pt x="0" y="1593840"/>
                  </a:lnTo>
                  <a:cubicBezTo>
                    <a:pt x="0" y="1609607"/>
                    <a:pt x="12820" y="1622427"/>
                    <a:pt x="28588" y="1622427"/>
                  </a:cubicBezTo>
                  <a:lnTo>
                    <a:pt x="860464" y="1622427"/>
                  </a:lnTo>
                  <a:cubicBezTo>
                    <a:pt x="876307" y="1622427"/>
                    <a:pt x="889051" y="1609607"/>
                    <a:pt x="889051" y="1593840"/>
                  </a:cubicBezTo>
                  <a:lnTo>
                    <a:pt x="889051" y="28550"/>
                  </a:lnTo>
                  <a:cubicBezTo>
                    <a:pt x="889051" y="12783"/>
                    <a:pt x="876307" y="0"/>
                    <a:pt x="860464" y="0"/>
                  </a:cubicBezTo>
                  <a:close/>
                  <a:moveTo>
                    <a:pt x="831875" y="1565251"/>
                  </a:moveTo>
                  <a:lnTo>
                    <a:pt x="57176" y="1565251"/>
                  </a:lnTo>
                  <a:lnTo>
                    <a:pt x="57176" y="57177"/>
                  </a:lnTo>
                  <a:lnTo>
                    <a:pt x="831915" y="57177"/>
                  </a:lnTo>
                  <a:close/>
                </a:path>
              </a:pathLst>
            </a:custGeom>
            <a:grpFill/>
            <a:ln w="9797" cap="flat">
              <a:solidFill>
                <a:schemeClr val="bg1"/>
              </a:solidFill>
              <a:prstDash val="solid"/>
              <a:miter/>
            </a:ln>
          </p:spPr>
          <p:txBody>
            <a:bodyPr rtlCol="0" anchor="ctr"/>
            <a:lstStyle/>
            <a:p>
              <a:endParaRPr lang="en-IN"/>
            </a:p>
          </p:txBody>
        </p:sp>
        <p:sp>
          <p:nvSpPr>
            <p:cNvPr id="23" name="Freeform: Shape 41">
              <a:extLst>
                <a:ext uri="{FF2B5EF4-FFF2-40B4-BE49-F238E27FC236}">
                  <a16:creationId xmlns:a16="http://schemas.microsoft.com/office/drawing/2014/main" id="{2C8B6B46-C636-EA15-B2D0-29BD2653B9CE}"/>
                </a:ext>
              </a:extLst>
            </p:cNvPr>
            <p:cNvSpPr/>
            <p:nvPr/>
          </p:nvSpPr>
          <p:spPr>
            <a:xfrm>
              <a:off x="17073704" y="2346492"/>
              <a:ext cx="889090" cy="2465117"/>
            </a:xfrm>
            <a:custGeom>
              <a:avLst/>
              <a:gdLst>
                <a:gd name="connsiteX0" fmla="*/ 860503 w 889090"/>
                <a:gd name="connsiteY0" fmla="*/ 0 h 2465117"/>
                <a:gd name="connsiteX1" fmla="*/ 28588 w 889090"/>
                <a:gd name="connsiteY1" fmla="*/ 0 h 2465117"/>
                <a:gd name="connsiteX2" fmla="*/ 0 w 889090"/>
                <a:gd name="connsiteY2" fmla="*/ 28588 h 2465117"/>
                <a:gd name="connsiteX3" fmla="*/ 0 w 889090"/>
                <a:gd name="connsiteY3" fmla="*/ 2436530 h 2465117"/>
                <a:gd name="connsiteX4" fmla="*/ 28588 w 889090"/>
                <a:gd name="connsiteY4" fmla="*/ 2465118 h 2465117"/>
                <a:gd name="connsiteX5" fmla="*/ 860503 w 889090"/>
                <a:gd name="connsiteY5" fmla="*/ 2465118 h 2465117"/>
                <a:gd name="connsiteX6" fmla="*/ 889091 w 889090"/>
                <a:gd name="connsiteY6" fmla="*/ 2436530 h 2465117"/>
                <a:gd name="connsiteX7" fmla="*/ 889091 w 889090"/>
                <a:gd name="connsiteY7" fmla="*/ 28588 h 2465117"/>
                <a:gd name="connsiteX8" fmla="*/ 860503 w 889090"/>
                <a:gd name="connsiteY8" fmla="*/ 38 h 2465117"/>
                <a:gd name="connsiteX9" fmla="*/ 831915 w 889090"/>
                <a:gd name="connsiteY9" fmla="*/ 2407942 h 2465117"/>
                <a:gd name="connsiteX10" fmla="*/ 57137 w 889090"/>
                <a:gd name="connsiteY10" fmla="*/ 2407942 h 2465117"/>
                <a:gd name="connsiteX11" fmla="*/ 57137 w 889090"/>
                <a:gd name="connsiteY11" fmla="*/ 57117 h 2465117"/>
                <a:gd name="connsiteX12" fmla="*/ 831915 w 889090"/>
                <a:gd name="connsiteY12" fmla="*/ 57117 h 2465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9090" h="2465117">
                  <a:moveTo>
                    <a:pt x="860503" y="0"/>
                  </a:moveTo>
                  <a:lnTo>
                    <a:pt x="28588" y="0"/>
                  </a:lnTo>
                  <a:cubicBezTo>
                    <a:pt x="12744" y="0"/>
                    <a:pt x="0" y="12820"/>
                    <a:pt x="0" y="28588"/>
                  </a:cubicBezTo>
                  <a:lnTo>
                    <a:pt x="0" y="2436530"/>
                  </a:lnTo>
                  <a:cubicBezTo>
                    <a:pt x="0" y="2452297"/>
                    <a:pt x="12744" y="2465118"/>
                    <a:pt x="28588" y="2465118"/>
                  </a:cubicBezTo>
                  <a:lnTo>
                    <a:pt x="860503" y="2465118"/>
                  </a:lnTo>
                  <a:cubicBezTo>
                    <a:pt x="876270" y="2465118"/>
                    <a:pt x="889091" y="2452297"/>
                    <a:pt x="889091" y="2436530"/>
                  </a:cubicBezTo>
                  <a:lnTo>
                    <a:pt x="889091" y="28588"/>
                  </a:lnTo>
                  <a:cubicBezTo>
                    <a:pt x="889091" y="12820"/>
                    <a:pt x="876270" y="38"/>
                    <a:pt x="860503" y="38"/>
                  </a:cubicBezTo>
                  <a:close/>
                  <a:moveTo>
                    <a:pt x="831915" y="2407942"/>
                  </a:moveTo>
                  <a:lnTo>
                    <a:pt x="57137" y="2407942"/>
                  </a:lnTo>
                  <a:lnTo>
                    <a:pt x="57137" y="57117"/>
                  </a:lnTo>
                  <a:lnTo>
                    <a:pt x="831915" y="57117"/>
                  </a:lnTo>
                  <a:close/>
                </a:path>
              </a:pathLst>
            </a:custGeom>
            <a:grpFill/>
            <a:ln w="9797" cap="flat">
              <a:solidFill>
                <a:schemeClr val="bg1"/>
              </a:solidFill>
              <a:prstDash val="solid"/>
              <a:miter/>
            </a:ln>
          </p:spPr>
          <p:txBody>
            <a:bodyPr rtlCol="0" anchor="ctr"/>
            <a:lstStyle/>
            <a:p>
              <a:endParaRPr lang="en-IN"/>
            </a:p>
          </p:txBody>
        </p:sp>
        <p:sp>
          <p:nvSpPr>
            <p:cNvPr id="24" name="Freeform: Shape 42">
              <a:extLst>
                <a:ext uri="{FF2B5EF4-FFF2-40B4-BE49-F238E27FC236}">
                  <a16:creationId xmlns:a16="http://schemas.microsoft.com/office/drawing/2014/main" id="{E6AFE88B-6026-484C-FA68-D5A66AA85AD3}"/>
                </a:ext>
              </a:extLst>
            </p:cNvPr>
            <p:cNvSpPr/>
            <p:nvPr/>
          </p:nvSpPr>
          <p:spPr>
            <a:xfrm>
              <a:off x="18518528" y="1623952"/>
              <a:ext cx="889091" cy="3187558"/>
            </a:xfrm>
            <a:custGeom>
              <a:avLst/>
              <a:gdLst>
                <a:gd name="connsiteX0" fmla="*/ 860464 w 889091"/>
                <a:gd name="connsiteY0" fmla="*/ 0 h 3187558"/>
                <a:gd name="connsiteX1" fmla="*/ 28588 w 889091"/>
                <a:gd name="connsiteY1" fmla="*/ 0 h 3187558"/>
                <a:gd name="connsiteX2" fmla="*/ 0 w 889091"/>
                <a:gd name="connsiteY2" fmla="*/ 28588 h 3187558"/>
                <a:gd name="connsiteX3" fmla="*/ 0 w 889091"/>
                <a:gd name="connsiteY3" fmla="*/ 3158971 h 3187558"/>
                <a:gd name="connsiteX4" fmla="*/ 28588 w 889091"/>
                <a:gd name="connsiteY4" fmla="*/ 3187559 h 3187558"/>
                <a:gd name="connsiteX5" fmla="*/ 860503 w 889091"/>
                <a:gd name="connsiteY5" fmla="*/ 3187559 h 3187558"/>
                <a:gd name="connsiteX6" fmla="*/ 889091 w 889091"/>
                <a:gd name="connsiteY6" fmla="*/ 3158971 h 3187558"/>
                <a:gd name="connsiteX7" fmla="*/ 889091 w 889091"/>
                <a:gd name="connsiteY7" fmla="*/ 28588 h 3187558"/>
                <a:gd name="connsiteX8" fmla="*/ 860464 w 889091"/>
                <a:gd name="connsiteY8" fmla="*/ 0 h 3187558"/>
                <a:gd name="connsiteX9" fmla="*/ 831875 w 889091"/>
                <a:gd name="connsiteY9" fmla="*/ 3130481 h 3187558"/>
                <a:gd name="connsiteX10" fmla="*/ 57176 w 889091"/>
                <a:gd name="connsiteY10" fmla="*/ 3130481 h 3187558"/>
                <a:gd name="connsiteX11" fmla="*/ 57176 w 889091"/>
                <a:gd name="connsiteY11" fmla="*/ 57117 h 3187558"/>
                <a:gd name="connsiteX12" fmla="*/ 831954 w 889091"/>
                <a:gd name="connsiteY12" fmla="*/ 57117 h 3187558"/>
                <a:gd name="connsiteX13" fmla="*/ 831954 w 889091"/>
                <a:gd name="connsiteY13" fmla="*/ 3130481 h 3187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9091" h="3187558">
                  <a:moveTo>
                    <a:pt x="860464" y="0"/>
                  </a:moveTo>
                  <a:lnTo>
                    <a:pt x="28588" y="0"/>
                  </a:lnTo>
                  <a:cubicBezTo>
                    <a:pt x="12821" y="0"/>
                    <a:pt x="0" y="12820"/>
                    <a:pt x="0" y="28588"/>
                  </a:cubicBezTo>
                  <a:lnTo>
                    <a:pt x="0" y="3158971"/>
                  </a:lnTo>
                  <a:cubicBezTo>
                    <a:pt x="0" y="3174739"/>
                    <a:pt x="12821" y="3187559"/>
                    <a:pt x="28588" y="3187559"/>
                  </a:cubicBezTo>
                  <a:lnTo>
                    <a:pt x="860503" y="3187559"/>
                  </a:lnTo>
                  <a:cubicBezTo>
                    <a:pt x="876271" y="3187559"/>
                    <a:pt x="889091" y="3174739"/>
                    <a:pt x="889091" y="3158971"/>
                  </a:cubicBezTo>
                  <a:lnTo>
                    <a:pt x="889091" y="28588"/>
                  </a:lnTo>
                  <a:cubicBezTo>
                    <a:pt x="889053" y="12782"/>
                    <a:pt x="876308" y="0"/>
                    <a:pt x="860464" y="0"/>
                  </a:cubicBezTo>
                  <a:close/>
                  <a:moveTo>
                    <a:pt x="831875" y="3130481"/>
                  </a:moveTo>
                  <a:lnTo>
                    <a:pt x="57176" y="3130481"/>
                  </a:lnTo>
                  <a:lnTo>
                    <a:pt x="57176" y="57117"/>
                  </a:lnTo>
                  <a:lnTo>
                    <a:pt x="831954" y="57117"/>
                  </a:lnTo>
                  <a:lnTo>
                    <a:pt x="831954" y="3130481"/>
                  </a:lnTo>
                  <a:close/>
                </a:path>
              </a:pathLst>
            </a:custGeom>
            <a:grpFill/>
            <a:ln w="9797" cap="flat">
              <a:solidFill>
                <a:schemeClr val="bg1"/>
              </a:solidFill>
              <a:prstDash val="solid"/>
              <a:miter/>
            </a:ln>
          </p:spPr>
          <p:txBody>
            <a:bodyPr rtlCol="0" anchor="ctr"/>
            <a:lstStyle/>
            <a:p>
              <a:endParaRPr lang="en-IN"/>
            </a:p>
          </p:txBody>
        </p:sp>
        <p:sp>
          <p:nvSpPr>
            <p:cNvPr id="25" name="Freeform: Shape 43">
              <a:extLst>
                <a:ext uri="{FF2B5EF4-FFF2-40B4-BE49-F238E27FC236}">
                  <a16:creationId xmlns:a16="http://schemas.microsoft.com/office/drawing/2014/main" id="{11B51D79-4ACE-67F0-7E70-DEACB9953A10}"/>
                </a:ext>
              </a:extLst>
            </p:cNvPr>
            <p:cNvSpPr/>
            <p:nvPr/>
          </p:nvSpPr>
          <p:spPr>
            <a:xfrm>
              <a:off x="15432404" y="182398"/>
              <a:ext cx="2738879" cy="2142282"/>
            </a:xfrm>
            <a:custGeom>
              <a:avLst/>
              <a:gdLst>
                <a:gd name="connsiteX0" fmla="*/ 2737522 w 2738879"/>
                <a:gd name="connsiteY0" fmla="*/ 477270 h 2142282"/>
                <a:gd name="connsiteX1" fmla="*/ 2735685 w 2738879"/>
                <a:gd name="connsiteY1" fmla="*/ 455724 h 2142282"/>
                <a:gd name="connsiteX2" fmla="*/ 2730786 w 2738879"/>
                <a:gd name="connsiteY2" fmla="*/ 435670 h 2142282"/>
                <a:gd name="connsiteX3" fmla="*/ 2701931 w 2738879"/>
                <a:gd name="connsiteY3" fmla="*/ 438694 h 2142282"/>
                <a:gd name="connsiteX4" fmla="*/ 2728146 w 2738879"/>
                <a:gd name="connsiteY4" fmla="*/ 425949 h 2142282"/>
                <a:gd name="connsiteX5" fmla="*/ 2723630 w 2738879"/>
                <a:gd name="connsiteY5" fmla="*/ 410220 h 2142282"/>
                <a:gd name="connsiteX6" fmla="*/ 2702811 w 2738879"/>
                <a:gd name="connsiteY6" fmla="*/ 367932 h 2142282"/>
                <a:gd name="connsiteX7" fmla="*/ 2673610 w 2738879"/>
                <a:gd name="connsiteY7" fmla="*/ 330082 h 2142282"/>
                <a:gd name="connsiteX8" fmla="*/ 2661938 w 2738879"/>
                <a:gd name="connsiteY8" fmla="*/ 319558 h 2142282"/>
                <a:gd name="connsiteX9" fmla="*/ 2654323 w 2738879"/>
                <a:gd name="connsiteY9" fmla="*/ 312861 h 2142282"/>
                <a:gd name="connsiteX10" fmla="*/ 2638824 w 2738879"/>
                <a:gd name="connsiteY10" fmla="*/ 299849 h 2142282"/>
                <a:gd name="connsiteX11" fmla="*/ 2620033 w 2738879"/>
                <a:gd name="connsiteY11" fmla="*/ 288522 h 2142282"/>
                <a:gd name="connsiteX12" fmla="*/ 2602084 w 2738879"/>
                <a:gd name="connsiteY12" fmla="*/ 311216 h 2142282"/>
                <a:gd name="connsiteX13" fmla="*/ 2611728 w 2738879"/>
                <a:gd name="connsiteY13" fmla="*/ 283738 h 2142282"/>
                <a:gd name="connsiteX14" fmla="*/ 2598257 w 2738879"/>
                <a:gd name="connsiteY14" fmla="*/ 276429 h 2142282"/>
                <a:gd name="connsiteX15" fmla="*/ 2553443 w 2738879"/>
                <a:gd name="connsiteY15" fmla="*/ 261159 h 2142282"/>
                <a:gd name="connsiteX16" fmla="*/ 1456261 w 2738879"/>
                <a:gd name="connsiteY16" fmla="*/ 6276 h 2142282"/>
                <a:gd name="connsiteX17" fmla="*/ 1401764 w 2738879"/>
                <a:gd name="connsiteY17" fmla="*/ 0 h 2142282"/>
                <a:gd name="connsiteX18" fmla="*/ 1168543 w 2738879"/>
                <a:gd name="connsiteY18" fmla="*/ 185568 h 2142282"/>
                <a:gd name="connsiteX19" fmla="*/ 1347841 w 2738879"/>
                <a:gd name="connsiteY19" fmla="*/ 473320 h 2142282"/>
                <a:gd name="connsiteX20" fmla="*/ 1881286 w 2738879"/>
                <a:gd name="connsiteY20" fmla="*/ 597234 h 2142282"/>
                <a:gd name="connsiteX21" fmla="*/ 112901 w 2738879"/>
                <a:gd name="connsiteY21" fmla="*/ 1698923 h 2142282"/>
                <a:gd name="connsiteX22" fmla="*/ 36132 w 2738879"/>
                <a:gd name="connsiteY22" fmla="*/ 2029233 h 2142282"/>
                <a:gd name="connsiteX23" fmla="*/ 239883 w 2738879"/>
                <a:gd name="connsiteY23" fmla="*/ 2142283 h 2142282"/>
                <a:gd name="connsiteX24" fmla="*/ 366482 w 2738879"/>
                <a:gd name="connsiteY24" fmla="*/ 2106003 h 2142282"/>
                <a:gd name="connsiteX25" fmla="*/ 2134866 w 2738879"/>
                <a:gd name="connsiteY25" fmla="*/ 1004314 h 2142282"/>
                <a:gd name="connsiteX26" fmla="*/ 2010952 w 2738879"/>
                <a:gd name="connsiteY26" fmla="*/ 1537759 h 2142282"/>
                <a:gd name="connsiteX27" fmla="*/ 2190249 w 2738879"/>
                <a:gd name="connsiteY27" fmla="*/ 1825510 h 2142282"/>
                <a:gd name="connsiteX28" fmla="*/ 2244669 w 2738879"/>
                <a:gd name="connsiteY28" fmla="*/ 1831787 h 2142282"/>
                <a:gd name="connsiteX29" fmla="*/ 2477959 w 2738879"/>
                <a:gd name="connsiteY29" fmla="*/ 1646219 h 2142282"/>
                <a:gd name="connsiteX30" fmla="*/ 2732802 w 2738879"/>
                <a:gd name="connsiteY30" fmla="*/ 549135 h 2142282"/>
                <a:gd name="connsiteX31" fmla="*/ 2738811 w 2738879"/>
                <a:gd name="connsiteY31" fmla="*/ 502369 h 2142282"/>
                <a:gd name="connsiteX32" fmla="*/ 2738198 w 2738879"/>
                <a:gd name="connsiteY32" fmla="*/ 486525 h 2142282"/>
                <a:gd name="connsiteX33" fmla="*/ 2677055 w 2738879"/>
                <a:gd name="connsiteY33" fmla="*/ 536053 h 2142282"/>
                <a:gd name="connsiteX34" fmla="*/ 2422211 w 2738879"/>
                <a:gd name="connsiteY34" fmla="*/ 1633235 h 2142282"/>
                <a:gd name="connsiteX35" fmla="*/ 2244599 w 2738879"/>
                <a:gd name="connsiteY35" fmla="*/ 1774568 h 2142282"/>
                <a:gd name="connsiteX36" fmla="*/ 2203038 w 2738879"/>
                <a:gd name="connsiteY36" fmla="*/ 1769785 h 2142282"/>
                <a:gd name="connsiteX37" fmla="*/ 2066485 w 2738879"/>
                <a:gd name="connsiteY37" fmla="*/ 1550613 h 2142282"/>
                <a:gd name="connsiteX38" fmla="*/ 2205977 w 2738879"/>
                <a:gd name="connsiteY38" fmla="*/ 949960 h 2142282"/>
                <a:gd name="connsiteX39" fmla="*/ 2194764 w 2738879"/>
                <a:gd name="connsiteY39" fmla="*/ 920223 h 2142282"/>
                <a:gd name="connsiteX40" fmla="*/ 2163038 w 2738879"/>
                <a:gd name="connsiteY40" fmla="*/ 919190 h 2142282"/>
                <a:gd name="connsiteX41" fmla="*/ 336262 w 2738879"/>
                <a:gd name="connsiteY41" fmla="*/ 2057422 h 2142282"/>
                <a:gd name="connsiteX42" fmla="*/ 239861 w 2738879"/>
                <a:gd name="connsiteY42" fmla="*/ 2085015 h 2142282"/>
                <a:gd name="connsiteX43" fmla="*/ 84595 w 2738879"/>
                <a:gd name="connsiteY43" fmla="*/ 1998945 h 2142282"/>
                <a:gd name="connsiteX44" fmla="*/ 143072 w 2738879"/>
                <a:gd name="connsiteY44" fmla="*/ 1747315 h 2142282"/>
                <a:gd name="connsiteX45" fmla="*/ 1969848 w 2738879"/>
                <a:gd name="connsiteY45" fmla="*/ 609181 h 2142282"/>
                <a:gd name="connsiteX46" fmla="*/ 1982936 w 2738879"/>
                <a:gd name="connsiteY46" fmla="*/ 580249 h 2142282"/>
                <a:gd name="connsiteX47" fmla="*/ 1961237 w 2738879"/>
                <a:gd name="connsiteY47" fmla="*/ 557096 h 2142282"/>
                <a:gd name="connsiteX48" fmla="*/ 1360584 w 2738879"/>
                <a:gd name="connsiteY48" fmla="*/ 417604 h 2142282"/>
                <a:gd name="connsiteX49" fmla="*/ 1224002 w 2738879"/>
                <a:gd name="connsiteY49" fmla="*/ 198393 h 2142282"/>
                <a:gd name="connsiteX50" fmla="*/ 1401693 w 2738879"/>
                <a:gd name="connsiteY50" fmla="*/ 57138 h 2142282"/>
                <a:gd name="connsiteX51" fmla="*/ 1443293 w 2738879"/>
                <a:gd name="connsiteY51" fmla="*/ 61921 h 2142282"/>
                <a:gd name="connsiteX52" fmla="*/ 2540573 w 2738879"/>
                <a:gd name="connsiteY52" fmla="*/ 316804 h 2142282"/>
                <a:gd name="connsiteX53" fmla="*/ 2575092 w 2738879"/>
                <a:gd name="connsiteY53" fmla="*/ 328705 h 2142282"/>
                <a:gd name="connsiteX54" fmla="*/ 2581942 w 2738879"/>
                <a:gd name="connsiteY54" fmla="*/ 332532 h 2142282"/>
                <a:gd name="connsiteX55" fmla="*/ 2592811 w 2738879"/>
                <a:gd name="connsiteY55" fmla="*/ 338694 h 2142282"/>
                <a:gd name="connsiteX56" fmla="*/ 2605555 w 2738879"/>
                <a:gd name="connsiteY56" fmla="*/ 346310 h 2142282"/>
                <a:gd name="connsiteX57" fmla="*/ 2615543 w 2738879"/>
                <a:gd name="connsiteY57" fmla="*/ 354844 h 2142282"/>
                <a:gd name="connsiteX58" fmla="*/ 2619983 w 2738879"/>
                <a:gd name="connsiteY58" fmla="*/ 358900 h 2142282"/>
                <a:gd name="connsiteX59" fmla="*/ 2625341 w 2738879"/>
                <a:gd name="connsiteY59" fmla="*/ 363416 h 2142282"/>
                <a:gd name="connsiteX60" fmla="*/ 2632191 w 2738879"/>
                <a:gd name="connsiteY60" fmla="*/ 369348 h 2142282"/>
                <a:gd name="connsiteX61" fmla="*/ 2654234 w 2738879"/>
                <a:gd name="connsiteY61" fmla="*/ 397936 h 2142282"/>
                <a:gd name="connsiteX62" fmla="*/ 2669888 w 2738879"/>
                <a:gd name="connsiteY62" fmla="*/ 429777 h 2142282"/>
                <a:gd name="connsiteX63" fmla="*/ 2672528 w 2738879"/>
                <a:gd name="connsiteY63" fmla="*/ 439306 h 2142282"/>
                <a:gd name="connsiteX64" fmla="*/ 2674289 w 2738879"/>
                <a:gd name="connsiteY64" fmla="*/ 446233 h 2142282"/>
                <a:gd name="connsiteX65" fmla="*/ 2675896 w 2738879"/>
                <a:gd name="connsiteY65" fmla="*/ 451782 h 2142282"/>
                <a:gd name="connsiteX66" fmla="*/ 2679225 w 2738879"/>
                <a:gd name="connsiteY66" fmla="*/ 464756 h 2142282"/>
                <a:gd name="connsiteX67" fmla="*/ 2680603 w 2738879"/>
                <a:gd name="connsiteY67" fmla="*/ 484924 h 2142282"/>
                <a:gd name="connsiteX68" fmla="*/ 2681100 w 2738879"/>
                <a:gd name="connsiteY68" fmla="*/ 491430 h 2142282"/>
                <a:gd name="connsiteX69" fmla="*/ 2681560 w 2738879"/>
                <a:gd name="connsiteY69" fmla="*/ 500232 h 2142282"/>
                <a:gd name="connsiteX70" fmla="*/ 2677044 w 2738879"/>
                <a:gd name="connsiteY70" fmla="*/ 536052 h 21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2738879" h="2142282">
                  <a:moveTo>
                    <a:pt x="2737522" y="477270"/>
                  </a:moveTo>
                  <a:cubicBezTo>
                    <a:pt x="2737254" y="469884"/>
                    <a:pt x="2736833" y="462651"/>
                    <a:pt x="2735685" y="455724"/>
                  </a:cubicBezTo>
                  <a:cubicBezTo>
                    <a:pt x="2734613" y="448874"/>
                    <a:pt x="2732776" y="442291"/>
                    <a:pt x="2730786" y="435670"/>
                  </a:cubicBezTo>
                  <a:lnTo>
                    <a:pt x="2701931" y="438694"/>
                  </a:lnTo>
                  <a:lnTo>
                    <a:pt x="2728146" y="425949"/>
                  </a:lnTo>
                  <a:cubicBezTo>
                    <a:pt x="2726960" y="420821"/>
                    <a:pt x="2725582" y="415655"/>
                    <a:pt x="2723630" y="410220"/>
                  </a:cubicBezTo>
                  <a:cubicBezTo>
                    <a:pt x="2718042" y="395410"/>
                    <a:pt x="2711039" y="381250"/>
                    <a:pt x="2702811" y="367932"/>
                  </a:cubicBezTo>
                  <a:cubicBezTo>
                    <a:pt x="2694621" y="354844"/>
                    <a:pt x="2685054" y="342367"/>
                    <a:pt x="2673610" y="330082"/>
                  </a:cubicBezTo>
                  <a:cubicBezTo>
                    <a:pt x="2669937" y="326294"/>
                    <a:pt x="2665956" y="322926"/>
                    <a:pt x="2661938" y="319558"/>
                  </a:cubicBezTo>
                  <a:lnTo>
                    <a:pt x="2654323" y="312861"/>
                  </a:lnTo>
                  <a:cubicBezTo>
                    <a:pt x="2649233" y="308230"/>
                    <a:pt x="2644220" y="303715"/>
                    <a:pt x="2638824" y="299849"/>
                  </a:cubicBezTo>
                  <a:cubicBezTo>
                    <a:pt x="2632892" y="295525"/>
                    <a:pt x="2626462" y="291966"/>
                    <a:pt x="2620033" y="288522"/>
                  </a:cubicBezTo>
                  <a:lnTo>
                    <a:pt x="2602084" y="311216"/>
                  </a:lnTo>
                  <a:lnTo>
                    <a:pt x="2611728" y="283738"/>
                  </a:lnTo>
                  <a:cubicBezTo>
                    <a:pt x="2607212" y="280983"/>
                    <a:pt x="2602697" y="278380"/>
                    <a:pt x="2598257" y="276429"/>
                  </a:cubicBezTo>
                  <a:cubicBezTo>
                    <a:pt x="2583409" y="269693"/>
                    <a:pt x="2568292" y="264527"/>
                    <a:pt x="2553443" y="261159"/>
                  </a:cubicBezTo>
                  <a:lnTo>
                    <a:pt x="1456261" y="6276"/>
                  </a:lnTo>
                  <a:cubicBezTo>
                    <a:pt x="1438389" y="2105"/>
                    <a:pt x="1420058" y="0"/>
                    <a:pt x="1401764" y="0"/>
                  </a:cubicBezTo>
                  <a:cubicBezTo>
                    <a:pt x="1289822" y="0"/>
                    <a:pt x="1193840" y="76349"/>
                    <a:pt x="1168543" y="185568"/>
                  </a:cubicBezTo>
                  <a:cubicBezTo>
                    <a:pt x="1138578" y="314312"/>
                    <a:pt x="1219059" y="443350"/>
                    <a:pt x="1347841" y="473320"/>
                  </a:cubicBezTo>
                  <a:lnTo>
                    <a:pt x="1881286" y="597234"/>
                  </a:lnTo>
                  <a:lnTo>
                    <a:pt x="112901" y="1698923"/>
                  </a:lnTo>
                  <a:cubicBezTo>
                    <a:pt x="734" y="1768804"/>
                    <a:pt x="-33674" y="1917027"/>
                    <a:pt x="36132" y="2029233"/>
                  </a:cubicBezTo>
                  <a:cubicBezTo>
                    <a:pt x="80181" y="2099995"/>
                    <a:pt x="156372" y="2142283"/>
                    <a:pt x="239883" y="2142283"/>
                  </a:cubicBezTo>
                  <a:cubicBezTo>
                    <a:pt x="284582" y="2142283"/>
                    <a:pt x="328402" y="2129691"/>
                    <a:pt x="366482" y="2106003"/>
                  </a:cubicBezTo>
                  <a:lnTo>
                    <a:pt x="2134866" y="1004314"/>
                  </a:lnTo>
                  <a:lnTo>
                    <a:pt x="2010952" y="1537759"/>
                  </a:lnTo>
                  <a:cubicBezTo>
                    <a:pt x="1981063" y="1666464"/>
                    <a:pt x="2061430" y="1795619"/>
                    <a:pt x="2190249" y="1825510"/>
                  </a:cubicBezTo>
                  <a:cubicBezTo>
                    <a:pt x="2208121" y="1829682"/>
                    <a:pt x="2226415" y="1831787"/>
                    <a:pt x="2244669" y="1831787"/>
                  </a:cubicBezTo>
                  <a:cubicBezTo>
                    <a:pt x="2356690" y="1831787"/>
                    <a:pt x="2452634" y="1755476"/>
                    <a:pt x="2477959" y="1646219"/>
                  </a:cubicBezTo>
                  <a:lnTo>
                    <a:pt x="2732802" y="549135"/>
                  </a:lnTo>
                  <a:cubicBezTo>
                    <a:pt x="2736400" y="533751"/>
                    <a:pt x="2738466" y="517868"/>
                    <a:pt x="2738811" y="502369"/>
                  </a:cubicBezTo>
                  <a:cubicBezTo>
                    <a:pt x="2739040" y="497050"/>
                    <a:pt x="2738658" y="491807"/>
                    <a:pt x="2738198" y="486525"/>
                  </a:cubicBezTo>
                  <a:close/>
                  <a:moveTo>
                    <a:pt x="2677055" y="536053"/>
                  </a:moveTo>
                  <a:lnTo>
                    <a:pt x="2422211" y="1633235"/>
                  </a:lnTo>
                  <a:cubicBezTo>
                    <a:pt x="2402885" y="1716434"/>
                    <a:pt x="2329866" y="1774568"/>
                    <a:pt x="2244599" y="1774568"/>
                  </a:cubicBezTo>
                  <a:cubicBezTo>
                    <a:pt x="2230707" y="1774568"/>
                    <a:pt x="2216777" y="1772961"/>
                    <a:pt x="2203038" y="1769785"/>
                  </a:cubicBezTo>
                  <a:cubicBezTo>
                    <a:pt x="2104949" y="1746976"/>
                    <a:pt x="2043756" y="1648623"/>
                    <a:pt x="2066485" y="1550613"/>
                  </a:cubicBezTo>
                  <a:lnTo>
                    <a:pt x="2205977" y="949960"/>
                  </a:lnTo>
                  <a:cubicBezTo>
                    <a:pt x="2208617" y="938709"/>
                    <a:pt x="2204216" y="926997"/>
                    <a:pt x="2194764" y="920223"/>
                  </a:cubicBezTo>
                  <a:cubicBezTo>
                    <a:pt x="2185349" y="913488"/>
                    <a:pt x="2172835" y="913067"/>
                    <a:pt x="2163038" y="919190"/>
                  </a:cubicBezTo>
                  <a:lnTo>
                    <a:pt x="336262" y="2057422"/>
                  </a:lnTo>
                  <a:cubicBezTo>
                    <a:pt x="307216" y="2075486"/>
                    <a:pt x="273920" y="2085015"/>
                    <a:pt x="239861" y="2085015"/>
                  </a:cubicBezTo>
                  <a:cubicBezTo>
                    <a:pt x="176255" y="2085015"/>
                    <a:pt x="118200" y="2052829"/>
                    <a:pt x="84595" y="1998945"/>
                  </a:cubicBezTo>
                  <a:cubicBezTo>
                    <a:pt x="31400" y="1913449"/>
                    <a:pt x="57615" y="1800592"/>
                    <a:pt x="143072" y="1747315"/>
                  </a:cubicBezTo>
                  <a:lnTo>
                    <a:pt x="1969848" y="609181"/>
                  </a:lnTo>
                  <a:cubicBezTo>
                    <a:pt x="1979683" y="603058"/>
                    <a:pt x="1984888" y="591653"/>
                    <a:pt x="1982936" y="580249"/>
                  </a:cubicBezTo>
                  <a:cubicBezTo>
                    <a:pt x="1981061" y="568882"/>
                    <a:pt x="1972412" y="559736"/>
                    <a:pt x="1961237" y="557096"/>
                  </a:cubicBezTo>
                  <a:lnTo>
                    <a:pt x="1360584" y="417604"/>
                  </a:lnTo>
                  <a:cubicBezTo>
                    <a:pt x="1262495" y="394795"/>
                    <a:pt x="1201263" y="296521"/>
                    <a:pt x="1224002" y="198393"/>
                  </a:cubicBezTo>
                  <a:cubicBezTo>
                    <a:pt x="1243367" y="115346"/>
                    <a:pt x="1316463" y="57138"/>
                    <a:pt x="1401693" y="57138"/>
                  </a:cubicBezTo>
                  <a:cubicBezTo>
                    <a:pt x="1415624" y="57138"/>
                    <a:pt x="1429592" y="58745"/>
                    <a:pt x="1443293" y="61921"/>
                  </a:cubicBezTo>
                  <a:lnTo>
                    <a:pt x="2540573" y="316804"/>
                  </a:lnTo>
                  <a:cubicBezTo>
                    <a:pt x="2551785" y="319368"/>
                    <a:pt x="2563190" y="323310"/>
                    <a:pt x="2575092" y="328705"/>
                  </a:cubicBezTo>
                  <a:cubicBezTo>
                    <a:pt x="2577541" y="329739"/>
                    <a:pt x="2579723" y="331155"/>
                    <a:pt x="2581942" y="332532"/>
                  </a:cubicBezTo>
                  <a:lnTo>
                    <a:pt x="2592811" y="338694"/>
                  </a:lnTo>
                  <a:cubicBezTo>
                    <a:pt x="2597059" y="341028"/>
                    <a:pt x="2601345" y="343248"/>
                    <a:pt x="2605555" y="346310"/>
                  </a:cubicBezTo>
                  <a:cubicBezTo>
                    <a:pt x="2609153" y="348874"/>
                    <a:pt x="2612291" y="351897"/>
                    <a:pt x="2615543" y="354844"/>
                  </a:cubicBezTo>
                  <a:cubicBezTo>
                    <a:pt x="2615773" y="354997"/>
                    <a:pt x="2619830" y="358747"/>
                    <a:pt x="2619983" y="358900"/>
                  </a:cubicBezTo>
                  <a:lnTo>
                    <a:pt x="2625341" y="363416"/>
                  </a:lnTo>
                  <a:cubicBezTo>
                    <a:pt x="2627866" y="365521"/>
                    <a:pt x="2630430" y="367588"/>
                    <a:pt x="2632191" y="369348"/>
                  </a:cubicBezTo>
                  <a:cubicBezTo>
                    <a:pt x="2640611" y="378418"/>
                    <a:pt x="2648035" y="388101"/>
                    <a:pt x="2654234" y="397936"/>
                  </a:cubicBezTo>
                  <a:cubicBezTo>
                    <a:pt x="2660472" y="408039"/>
                    <a:pt x="2665792" y="418908"/>
                    <a:pt x="2669888" y="429777"/>
                  </a:cubicBezTo>
                  <a:cubicBezTo>
                    <a:pt x="2671036" y="432915"/>
                    <a:pt x="2671724" y="436130"/>
                    <a:pt x="2672528" y="439306"/>
                  </a:cubicBezTo>
                  <a:lnTo>
                    <a:pt x="2674289" y="446233"/>
                  </a:lnTo>
                  <a:cubicBezTo>
                    <a:pt x="2674327" y="446348"/>
                    <a:pt x="2675819" y="451667"/>
                    <a:pt x="2675896" y="451782"/>
                  </a:cubicBezTo>
                  <a:cubicBezTo>
                    <a:pt x="2677082" y="455915"/>
                    <a:pt x="2678422" y="460010"/>
                    <a:pt x="2679225" y="464756"/>
                  </a:cubicBezTo>
                  <a:cubicBezTo>
                    <a:pt x="2680029" y="469616"/>
                    <a:pt x="2680182" y="474514"/>
                    <a:pt x="2680603" y="484924"/>
                  </a:cubicBezTo>
                  <a:lnTo>
                    <a:pt x="2681100" y="491430"/>
                  </a:lnTo>
                  <a:cubicBezTo>
                    <a:pt x="2681330" y="494224"/>
                    <a:pt x="2681674" y="496979"/>
                    <a:pt x="2681560" y="500232"/>
                  </a:cubicBezTo>
                  <a:cubicBezTo>
                    <a:pt x="2681330" y="512478"/>
                    <a:pt x="2679761" y="524457"/>
                    <a:pt x="2677044" y="536052"/>
                  </a:cubicBezTo>
                  <a:close/>
                </a:path>
              </a:pathLst>
            </a:custGeom>
            <a:grpFill/>
            <a:ln w="9797" cap="flat">
              <a:solidFill>
                <a:schemeClr val="bg1"/>
              </a:solidFill>
              <a:prstDash val="solid"/>
              <a:miter/>
            </a:ln>
          </p:spPr>
          <p:txBody>
            <a:bodyPr rtlCol="0" anchor="ctr"/>
            <a:lstStyle/>
            <a:p>
              <a:endParaRPr lang="en-IN"/>
            </a:p>
          </p:txBody>
        </p:sp>
      </p:grpSp>
      <p:sp>
        <p:nvSpPr>
          <p:cNvPr id="26" name="TextBox 25">
            <a:extLst>
              <a:ext uri="{FF2B5EF4-FFF2-40B4-BE49-F238E27FC236}">
                <a16:creationId xmlns:a16="http://schemas.microsoft.com/office/drawing/2014/main" id="{D1C11270-7883-A43D-3A7B-5ED7070B0EEA}"/>
              </a:ext>
            </a:extLst>
          </p:cNvPr>
          <p:cNvSpPr txBox="1"/>
          <p:nvPr/>
        </p:nvSpPr>
        <p:spPr>
          <a:xfrm>
            <a:off x="8292524" y="2606439"/>
            <a:ext cx="3528000" cy="527004"/>
          </a:xfrm>
          <a:prstGeom prst="rect">
            <a:avLst/>
          </a:prstGeom>
          <a:noFill/>
        </p:spPr>
        <p:txBody>
          <a:bodyPr wrap="square" lIns="0" tIns="0" rIns="0" bIns="0">
            <a:spAutoFit/>
          </a:bodyPr>
          <a:lstStyle/>
          <a:p>
            <a:pPr algn="ctr">
              <a:lnSpc>
                <a:spcPct val="110000"/>
              </a:lnSpc>
              <a:spcBef>
                <a:spcPts val="300"/>
              </a:spcBef>
              <a:spcAft>
                <a:spcPts val="300"/>
              </a:spcAft>
            </a:pPr>
            <a:r>
              <a:rPr lang="en-US" sz="1600" b="1" i="0" u="none" strike="noStrike" baseline="0">
                <a:solidFill>
                  <a:srgbClr val="2F7D95"/>
                </a:solidFill>
                <a:latin typeface="+mj-lt"/>
              </a:rPr>
              <a:t>INNOVATION AND </a:t>
            </a:r>
            <a:br>
              <a:rPr lang="en-US" sz="1600" b="1" i="0" u="none" strike="noStrike" baseline="0">
                <a:solidFill>
                  <a:srgbClr val="2F7D95"/>
                </a:solidFill>
                <a:latin typeface="+mj-lt"/>
              </a:rPr>
            </a:br>
            <a:r>
              <a:rPr lang="en-US" sz="1600" b="1" i="0" u="none" strike="noStrike" baseline="0">
                <a:solidFill>
                  <a:srgbClr val="2F7D95"/>
                </a:solidFill>
                <a:latin typeface="+mj-lt"/>
              </a:rPr>
              <a:t>COMPETITIVE ADVANTAGE</a:t>
            </a:r>
          </a:p>
        </p:txBody>
      </p:sp>
      <p:cxnSp>
        <p:nvCxnSpPr>
          <p:cNvPr id="27" name="Straight Connector 26">
            <a:extLst>
              <a:ext uri="{FF2B5EF4-FFF2-40B4-BE49-F238E27FC236}">
                <a16:creationId xmlns:a16="http://schemas.microsoft.com/office/drawing/2014/main" id="{6789E3EF-13FB-2DFB-17F4-D7BE78C7AFFF}"/>
              </a:ext>
              <a:ext uri="{C183D7F6-B498-43B3-948B-1728B52AA6E4}">
                <adec:decorative xmlns:adec="http://schemas.microsoft.com/office/drawing/2017/decorative" val="1"/>
              </a:ext>
            </a:extLst>
          </p:cNvPr>
          <p:cNvCxnSpPr>
            <a:cxnSpLocks/>
          </p:cNvCxnSpPr>
          <p:nvPr/>
        </p:nvCxnSpPr>
        <p:spPr>
          <a:xfrm>
            <a:off x="9821972" y="3263716"/>
            <a:ext cx="469105" cy="0"/>
          </a:xfrm>
          <a:prstGeom prst="line">
            <a:avLst/>
          </a:prstGeom>
          <a:ln w="50800" cap="rnd">
            <a:solidFill>
              <a:srgbClr val="2F7D9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A8536EA-E62B-89BB-7C1E-56FB66A4269E}"/>
              </a:ext>
            </a:extLst>
          </p:cNvPr>
          <p:cNvSpPr txBox="1"/>
          <p:nvPr/>
        </p:nvSpPr>
        <p:spPr>
          <a:xfrm>
            <a:off x="371478" y="3475926"/>
            <a:ext cx="3666514" cy="2113848"/>
          </a:xfrm>
          <a:prstGeom prst="rect">
            <a:avLst/>
          </a:prstGeom>
          <a:noFill/>
        </p:spPr>
        <p:txBody>
          <a:bodyPr wrap="square" lIns="0" tIns="0" rIns="0" bIns="0" anchor="t">
            <a:spAutoFit/>
          </a:bodyPr>
          <a:lstStyle/>
          <a:p>
            <a:pPr marL="179705" indent="-179705">
              <a:lnSpc>
                <a:spcPct val="110000"/>
              </a:lnSpc>
              <a:spcBef>
                <a:spcPts val="300"/>
              </a:spcBef>
              <a:spcAft>
                <a:spcPts val="300"/>
              </a:spcAft>
              <a:buFont typeface="Arial" panose="020B0604020202020204" pitchFamily="34" charset="0"/>
              <a:buChar char="•"/>
            </a:pPr>
            <a:r>
              <a:rPr lang="en-US" sz="1400">
                <a:solidFill>
                  <a:schemeClr val="accent4"/>
                </a:solidFill>
                <a:latin typeface="+mj-lt"/>
              </a:rPr>
              <a:t>Digital accessibility lawsuits up 320% over 5 years (</a:t>
            </a:r>
            <a:r>
              <a:rPr lang="en-US" sz="1400" err="1">
                <a:solidFill>
                  <a:schemeClr val="accent4"/>
                </a:solidFill>
                <a:latin typeface="+mj-lt"/>
              </a:rPr>
              <a:t>UsableNet</a:t>
            </a:r>
            <a:r>
              <a:rPr lang="en-US" sz="1400">
                <a:solidFill>
                  <a:schemeClr val="accent4"/>
                </a:solidFill>
                <a:latin typeface="+mj-lt"/>
              </a:rPr>
              <a:t>)</a:t>
            </a:r>
            <a:endParaRPr lang="en-US" sz="1400">
              <a:solidFill>
                <a:schemeClr val="accent4"/>
              </a:solidFill>
            </a:endParaRPr>
          </a:p>
          <a:p>
            <a:pPr marL="179705" indent="-179705">
              <a:lnSpc>
                <a:spcPct val="110000"/>
              </a:lnSpc>
              <a:spcBef>
                <a:spcPts val="300"/>
              </a:spcBef>
              <a:spcAft>
                <a:spcPts val="300"/>
              </a:spcAft>
              <a:buFont typeface="Arial" panose="020B0604020202020204" pitchFamily="34" charset="0"/>
              <a:buChar char="•"/>
            </a:pPr>
            <a:r>
              <a:rPr lang="en-US" sz="1400">
                <a:solidFill>
                  <a:schemeClr val="accent4"/>
                </a:solidFill>
                <a:latin typeface="+mj-lt"/>
              </a:rPr>
              <a:t>DOJ &amp; EEOC issuing updated rules aligning to WCAG 2.2</a:t>
            </a:r>
            <a:endParaRPr lang="en-US" sz="1400">
              <a:solidFill>
                <a:schemeClr val="accent4"/>
              </a:solidFill>
              <a:latin typeface="+mj-lt"/>
              <a:ea typeface="Open Sans Light"/>
              <a:cs typeface="Open Sans Light"/>
            </a:endParaRPr>
          </a:p>
          <a:p>
            <a:pPr marL="179705" indent="-179705">
              <a:lnSpc>
                <a:spcPct val="110000"/>
              </a:lnSpc>
              <a:spcBef>
                <a:spcPts val="300"/>
              </a:spcBef>
              <a:spcAft>
                <a:spcPts val="300"/>
              </a:spcAft>
              <a:buFont typeface="Arial" panose="020B0604020202020204" pitchFamily="34" charset="0"/>
              <a:buChar char="•"/>
            </a:pPr>
            <a:r>
              <a:rPr lang="en-US" sz="1400">
                <a:solidFill>
                  <a:schemeClr val="accent4"/>
                </a:solidFill>
                <a:latin typeface="+mj-lt"/>
              </a:rPr>
              <a:t>21% of companies sued multiple times</a:t>
            </a:r>
            <a:endParaRPr lang="en-US" sz="1400">
              <a:solidFill>
                <a:schemeClr val="accent4"/>
              </a:solidFill>
              <a:latin typeface="+mj-lt"/>
              <a:ea typeface="Open Sans Light"/>
              <a:cs typeface="Open Sans Light"/>
            </a:endParaRPr>
          </a:p>
          <a:p>
            <a:pPr marL="179705" indent="-179705">
              <a:lnSpc>
                <a:spcPct val="110000"/>
              </a:lnSpc>
              <a:spcBef>
                <a:spcPts val="300"/>
              </a:spcBef>
              <a:spcAft>
                <a:spcPts val="300"/>
              </a:spcAft>
              <a:buFont typeface="Arial" panose="020B0604020202020204" pitchFamily="34" charset="0"/>
              <a:buChar char="•"/>
            </a:pPr>
            <a:r>
              <a:rPr lang="en-US" sz="1400">
                <a:solidFill>
                  <a:schemeClr val="accent4"/>
                </a:solidFill>
                <a:latin typeface="+mj-lt"/>
              </a:rPr>
              <a:t> Global laws tightening simultaneously (ADA, Section 508, EN 301 549,AODA) </a:t>
            </a:r>
            <a:endParaRPr lang="en-US" sz="1400" b="0" i="0" u="none" strike="noStrike" baseline="0">
              <a:solidFill>
                <a:schemeClr val="accent4"/>
              </a:solidFill>
              <a:latin typeface="+mj-lt"/>
              <a:ea typeface="Open Sans Light"/>
              <a:cs typeface="Open Sans Light"/>
            </a:endParaRPr>
          </a:p>
        </p:txBody>
      </p:sp>
      <p:sp>
        <p:nvSpPr>
          <p:cNvPr id="18" name="TextBox 17">
            <a:extLst>
              <a:ext uri="{FF2B5EF4-FFF2-40B4-BE49-F238E27FC236}">
                <a16:creationId xmlns:a16="http://schemas.microsoft.com/office/drawing/2014/main" id="{DD642587-10B8-C398-708F-7D3E0F0C2036}"/>
              </a:ext>
            </a:extLst>
          </p:cNvPr>
          <p:cNvSpPr txBox="1"/>
          <p:nvPr/>
        </p:nvSpPr>
        <p:spPr>
          <a:xfrm>
            <a:off x="4262745" y="3475926"/>
            <a:ext cx="3666514" cy="2350836"/>
          </a:xfrm>
          <a:prstGeom prst="rect">
            <a:avLst/>
          </a:prstGeom>
          <a:noFill/>
        </p:spPr>
        <p:txBody>
          <a:bodyPr wrap="square" lIns="0" tIns="0" rIns="0" bIns="0">
            <a:spAutoFit/>
          </a:bodyPr>
          <a:lstStyle>
            <a:defPPr>
              <a:defRPr lang="en-US"/>
            </a:defPPr>
            <a:lvl1pPr marL="180000" indent="-180000">
              <a:lnSpc>
                <a:spcPct val="110000"/>
              </a:lnSpc>
              <a:spcBef>
                <a:spcPts val="300"/>
              </a:spcBef>
              <a:spcAft>
                <a:spcPts val="300"/>
              </a:spcAft>
              <a:buFont typeface="Arial" panose="020B0604020202020204" pitchFamily="34" charset="0"/>
              <a:buChar char="•"/>
              <a:defRPr sz="1200" b="0" i="0" u="none" strike="noStrike" baseline="0">
                <a:solidFill>
                  <a:schemeClr val="accent4"/>
                </a:solidFill>
                <a:latin typeface="+mj-lt"/>
              </a:defRPr>
            </a:lvl1pPr>
          </a:lstStyle>
          <a:p>
            <a:r>
              <a:rPr lang="en-US" sz="1400"/>
              <a:t>1.3B people globally with disabilities (WHO).</a:t>
            </a:r>
          </a:p>
          <a:p>
            <a:r>
              <a:rPr lang="en-US" sz="1400"/>
              <a:t>$500B–$1T in annual disposable income.</a:t>
            </a:r>
          </a:p>
          <a:p>
            <a:r>
              <a:rPr lang="en-US" sz="1400"/>
              <a:t>82% say they spend more with companies that offer accessible experiences.</a:t>
            </a:r>
          </a:p>
          <a:p>
            <a:r>
              <a:rPr lang="en-US" sz="1400"/>
              <a:t>Companies investing in accessibility see up to a 50% improvement in customer retention and brand perception -- Forester.</a:t>
            </a:r>
          </a:p>
        </p:txBody>
      </p:sp>
      <p:sp>
        <p:nvSpPr>
          <p:cNvPr id="28" name="TextBox 27">
            <a:extLst>
              <a:ext uri="{FF2B5EF4-FFF2-40B4-BE49-F238E27FC236}">
                <a16:creationId xmlns:a16="http://schemas.microsoft.com/office/drawing/2014/main" id="{EA52846F-78B5-0A48-4EA1-BC89AAEB6A99}"/>
              </a:ext>
            </a:extLst>
          </p:cNvPr>
          <p:cNvSpPr txBox="1"/>
          <p:nvPr/>
        </p:nvSpPr>
        <p:spPr>
          <a:xfrm>
            <a:off x="8154010" y="3475926"/>
            <a:ext cx="3666514" cy="1248996"/>
          </a:xfrm>
          <a:prstGeom prst="rect">
            <a:avLst/>
          </a:prstGeom>
          <a:noFill/>
        </p:spPr>
        <p:txBody>
          <a:bodyPr wrap="square" lIns="0" tIns="0" rIns="0" bIns="0">
            <a:spAutoFit/>
          </a:bodyPr>
          <a:lstStyle>
            <a:defPPr>
              <a:defRPr lang="en-US"/>
            </a:defPPr>
            <a:lvl1pPr marL="180000" indent="-180000">
              <a:lnSpc>
                <a:spcPct val="110000"/>
              </a:lnSpc>
              <a:spcBef>
                <a:spcPts val="300"/>
              </a:spcBef>
              <a:spcAft>
                <a:spcPts val="300"/>
              </a:spcAft>
              <a:buFont typeface="Arial" panose="020B0604020202020204" pitchFamily="34" charset="0"/>
              <a:buChar char="•"/>
              <a:defRPr sz="1200" b="0" i="0" u="none" strike="noStrike" baseline="0">
                <a:solidFill>
                  <a:schemeClr val="accent4"/>
                </a:solidFill>
                <a:latin typeface="+mj-lt"/>
              </a:defRPr>
            </a:lvl1pPr>
          </a:lstStyle>
          <a:p>
            <a:r>
              <a:rPr lang="en-US" sz="1400"/>
              <a:t>Companies lose $6.9B annually to accessible competitors (US </a:t>
            </a:r>
            <a:r>
              <a:rPr lang="en-US" sz="1400" err="1"/>
              <a:t>DoC</a:t>
            </a:r>
            <a:r>
              <a:rPr lang="en-US" sz="1400"/>
              <a:t>).</a:t>
            </a:r>
          </a:p>
          <a:p>
            <a:r>
              <a:rPr lang="en-US" sz="1400"/>
              <a:t>Up to 70% of accessibility-driven features become general-use features – </a:t>
            </a:r>
            <a:r>
              <a:rPr lang="en-US" sz="1400" err="1"/>
              <a:t>Worldbank</a:t>
            </a:r>
            <a:r>
              <a:rPr lang="en-US" sz="1400"/>
              <a:t>/Microsoft.</a:t>
            </a:r>
          </a:p>
        </p:txBody>
      </p:sp>
    </p:spTree>
    <p:extLst>
      <p:ext uri="{BB962C8B-B14F-4D97-AF65-F5344CB8AC3E}">
        <p14:creationId xmlns:p14="http://schemas.microsoft.com/office/powerpoint/2010/main" val="373904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B514-4175-B2A6-C00A-6F431101D3B8}"/>
              </a:ext>
            </a:extLst>
          </p:cNvPr>
          <p:cNvSpPr>
            <a:spLocks noGrp="1"/>
          </p:cNvSpPr>
          <p:nvPr>
            <p:ph type="title"/>
          </p:nvPr>
        </p:nvSpPr>
        <p:spPr/>
        <p:txBody>
          <a:bodyPr/>
          <a:lstStyle/>
          <a:p>
            <a:r>
              <a:rPr lang="en-US"/>
              <a:t>Our Lived Experience Powers Every Insight We Deliver</a:t>
            </a:r>
          </a:p>
        </p:txBody>
      </p:sp>
      <p:sp>
        <p:nvSpPr>
          <p:cNvPr id="3" name="Slide Number Placeholder 2">
            <a:extLst>
              <a:ext uri="{FF2B5EF4-FFF2-40B4-BE49-F238E27FC236}">
                <a16:creationId xmlns:a16="http://schemas.microsoft.com/office/drawing/2014/main" id="{8C99881B-051A-1F5A-155B-0020B364B2C2}"/>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4</a:t>
            </a:fld>
            <a:endParaRPr lang="en-IN"/>
          </a:p>
        </p:txBody>
      </p:sp>
      <p:sp>
        <p:nvSpPr>
          <p:cNvPr id="4" name="TextBox 3">
            <a:extLst>
              <a:ext uri="{FF2B5EF4-FFF2-40B4-BE49-F238E27FC236}">
                <a16:creationId xmlns:a16="http://schemas.microsoft.com/office/drawing/2014/main" id="{9480D3D7-DD52-47D5-48C1-215D0C4BD27C}"/>
              </a:ext>
            </a:extLst>
          </p:cNvPr>
          <p:cNvSpPr txBox="1"/>
          <p:nvPr/>
        </p:nvSpPr>
        <p:spPr>
          <a:xfrm>
            <a:off x="360000" y="999359"/>
            <a:ext cx="11460524" cy="276999"/>
          </a:xfrm>
          <a:prstGeom prst="rect">
            <a:avLst/>
          </a:prstGeom>
        </p:spPr>
        <p:txBody>
          <a:bodyPr vert="horz" wrap="square" lIns="0" tIns="0" rIns="0" bIns="0" rtlCol="0" anchor="t" anchorCtr="0">
            <a:spAutoFit/>
          </a:bodyPr>
          <a:lstStyle>
            <a:lvl1pPr>
              <a:lnSpc>
                <a:spcPct val="100000"/>
              </a:lnSpc>
              <a:spcBef>
                <a:spcPct val="0"/>
              </a:spcBef>
              <a:buNone/>
              <a:defRPr sz="3200" b="1">
                <a:solidFill>
                  <a:schemeClr val="accent1"/>
                </a:solidFill>
                <a:latin typeface="+mj-lt"/>
                <a:ea typeface="+mj-ea"/>
                <a:cs typeface="+mj-cs"/>
              </a:defRPr>
            </a:lvl1pPr>
          </a:lstStyle>
          <a:p>
            <a:r>
              <a:rPr sz="1800" b="0">
                <a:latin typeface="+mn-lt"/>
              </a:rPr>
              <a:t>Accessibility designed and delivered by people who live it every day</a:t>
            </a:r>
            <a:r>
              <a:rPr lang="en-US" sz="1800" b="0">
                <a:latin typeface="+mn-lt"/>
              </a:rPr>
              <a:t>.</a:t>
            </a:r>
            <a:endParaRPr sz="1800" b="0">
              <a:latin typeface="+mn-lt"/>
            </a:endParaRPr>
          </a:p>
        </p:txBody>
      </p:sp>
      <p:pic>
        <p:nvPicPr>
          <p:cNvPr id="5" name="Picture 4" descr="Headshot of Manish, an Indian middle aged man, smiling with arms crossed  ">
            <a:extLst>
              <a:ext uri="{FF2B5EF4-FFF2-40B4-BE49-F238E27FC236}">
                <a16:creationId xmlns:a16="http://schemas.microsoft.com/office/drawing/2014/main" id="{622105D6-27E1-EB6C-211D-AE1D0BF8D480}"/>
              </a:ext>
            </a:extLst>
          </p:cNvPr>
          <p:cNvPicPr>
            <a:picLocks noChangeAspect="1"/>
          </p:cNvPicPr>
          <p:nvPr/>
        </p:nvPicPr>
        <p:blipFill rotWithShape="1">
          <a:blip r:embed="rId2">
            <a:extLst>
              <a:ext uri="{28A0092B-C50C-407E-A947-70E740481C1C}">
                <a14:useLocalDpi xmlns:a14="http://schemas.microsoft.com/office/drawing/2010/main" val="0"/>
              </a:ext>
            </a:extLst>
          </a:blip>
          <a:srcRect l="22139" t="7613" r="23891" b="56407"/>
          <a:stretch/>
        </p:blipFill>
        <p:spPr>
          <a:xfrm>
            <a:off x="382576" y="2227951"/>
            <a:ext cx="2286000" cy="2286000"/>
          </a:xfrm>
          <a:prstGeom prst="ellipse">
            <a:avLst/>
          </a:prstGeom>
          <a:ln>
            <a:solidFill>
              <a:srgbClr val="2F7D95"/>
            </a:solidFill>
          </a:ln>
        </p:spPr>
      </p:pic>
      <p:sp>
        <p:nvSpPr>
          <p:cNvPr id="6" name="TextBox 5">
            <a:extLst>
              <a:ext uri="{FF2B5EF4-FFF2-40B4-BE49-F238E27FC236}">
                <a16:creationId xmlns:a16="http://schemas.microsoft.com/office/drawing/2014/main" id="{B2A26BFE-B349-4442-8561-F86842A4D942}"/>
              </a:ext>
            </a:extLst>
          </p:cNvPr>
          <p:cNvSpPr txBox="1"/>
          <p:nvPr/>
        </p:nvSpPr>
        <p:spPr>
          <a:xfrm>
            <a:off x="2906176" y="2361957"/>
            <a:ext cx="3010438" cy="2017988"/>
          </a:xfrm>
          <a:prstGeom prst="rect">
            <a:avLst/>
          </a:prstGeom>
          <a:noFill/>
        </p:spPr>
        <p:txBody>
          <a:bodyPr wrap="square" lIns="0" tIns="0" rIns="0" bIns="0" anchor="ctr">
            <a:spAutoFit/>
          </a:bodyPr>
          <a:lstStyle/>
          <a:p>
            <a:pPr algn="l">
              <a:lnSpc>
                <a:spcPct val="120000"/>
              </a:lnSpc>
              <a:spcAft>
                <a:spcPts val="1000"/>
              </a:spcAft>
            </a:pPr>
            <a:r>
              <a:rPr lang="en-US" sz="2000" b="1">
                <a:solidFill>
                  <a:srgbClr val="2F7D95"/>
                </a:solidFill>
                <a:latin typeface="+mj-lt"/>
              </a:rPr>
              <a:t>MANISH AGRAWAL</a:t>
            </a:r>
          </a:p>
          <a:p>
            <a:pPr algn="l">
              <a:spcAft>
                <a:spcPts val="600"/>
              </a:spcAft>
            </a:pPr>
            <a:r>
              <a:rPr sz="1400">
                <a:solidFill>
                  <a:srgbClr val="3C3C3C"/>
                </a:solidFill>
              </a:rPr>
              <a:t>Blind technologist • 20+ years in accessibility</a:t>
            </a:r>
          </a:p>
          <a:p>
            <a:pPr algn="l">
              <a:spcAft>
                <a:spcPts val="600"/>
              </a:spcAft>
            </a:pPr>
            <a:r>
              <a:rPr sz="1400">
                <a:solidFill>
                  <a:srgbClr val="3C3C3C"/>
                </a:solidFill>
              </a:rPr>
              <a:t>Led Microsoft Narrator &amp; Responsible AI in Windows</a:t>
            </a:r>
          </a:p>
          <a:p>
            <a:pPr algn="l">
              <a:spcAft>
                <a:spcPts val="600"/>
              </a:spcAft>
            </a:pPr>
            <a:r>
              <a:rPr sz="1400">
                <a:solidFill>
                  <a:srgbClr val="3C3C3C"/>
                </a:solidFill>
              </a:rPr>
              <a:t>NVDA contributor Patents in accessible design</a:t>
            </a:r>
          </a:p>
        </p:txBody>
      </p:sp>
      <p:pic>
        <p:nvPicPr>
          <p:cNvPr id="7" name="Picture 6" descr="Headshot of Aman, who is albino and is smiling at the camera">
            <a:extLst>
              <a:ext uri="{FF2B5EF4-FFF2-40B4-BE49-F238E27FC236}">
                <a16:creationId xmlns:a16="http://schemas.microsoft.com/office/drawing/2014/main" id="{CCC49B1D-6943-98AF-49BA-04669FDF110C}"/>
              </a:ext>
            </a:extLst>
          </p:cNvPr>
          <p:cNvPicPr>
            <a:picLocks noChangeAspect="1"/>
          </p:cNvPicPr>
          <p:nvPr/>
        </p:nvPicPr>
        <p:blipFill rotWithShape="1">
          <a:blip r:embed="rId3">
            <a:extLst>
              <a:ext uri="{28A0092B-C50C-407E-A947-70E740481C1C}">
                <a14:useLocalDpi xmlns:a14="http://schemas.microsoft.com/office/drawing/2010/main" val="0"/>
              </a:ext>
            </a:extLst>
          </a:blip>
          <a:srcRect t="2965" b="2965"/>
          <a:stretch/>
        </p:blipFill>
        <p:spPr>
          <a:xfrm>
            <a:off x="6284129" y="2227951"/>
            <a:ext cx="2286000" cy="2286000"/>
          </a:xfrm>
          <a:prstGeom prst="ellipse">
            <a:avLst/>
          </a:prstGeom>
          <a:solidFill>
            <a:schemeClr val="bg1"/>
          </a:solidFill>
          <a:ln>
            <a:solidFill>
              <a:srgbClr val="2F7D95"/>
            </a:solidFill>
          </a:ln>
        </p:spPr>
      </p:pic>
      <p:sp>
        <p:nvSpPr>
          <p:cNvPr id="8" name="TextBox 7">
            <a:extLst>
              <a:ext uri="{FF2B5EF4-FFF2-40B4-BE49-F238E27FC236}">
                <a16:creationId xmlns:a16="http://schemas.microsoft.com/office/drawing/2014/main" id="{C13890D8-E438-1301-DB6B-51FE528C11C1}"/>
              </a:ext>
            </a:extLst>
          </p:cNvPr>
          <p:cNvSpPr txBox="1"/>
          <p:nvPr/>
        </p:nvSpPr>
        <p:spPr>
          <a:xfrm>
            <a:off x="8807729" y="2361957"/>
            <a:ext cx="3009815" cy="1728678"/>
          </a:xfrm>
          <a:prstGeom prst="rect">
            <a:avLst/>
          </a:prstGeom>
          <a:noFill/>
        </p:spPr>
        <p:txBody>
          <a:bodyPr wrap="square" lIns="0" tIns="0" rIns="0" bIns="0" anchor="ctr">
            <a:spAutoFit/>
          </a:bodyPr>
          <a:lstStyle/>
          <a:p>
            <a:pPr algn="l">
              <a:lnSpc>
                <a:spcPct val="120000"/>
              </a:lnSpc>
              <a:spcAft>
                <a:spcPts val="1000"/>
              </a:spcAft>
            </a:pPr>
            <a:r>
              <a:rPr lang="en-US" sz="2000" b="1">
                <a:solidFill>
                  <a:srgbClr val="2F7D95"/>
                </a:solidFill>
                <a:latin typeface="+mj-lt"/>
              </a:rPr>
              <a:t>AMAN SINGAL</a:t>
            </a:r>
          </a:p>
          <a:p>
            <a:pPr algn="l">
              <a:spcAft>
                <a:spcPts val="600"/>
              </a:spcAft>
            </a:pPr>
            <a:r>
              <a:rPr lang="en-US" sz="1400">
                <a:solidFill>
                  <a:srgbClr val="3C3C3C"/>
                </a:solidFill>
              </a:rPr>
              <a:t>Trusted Tester-certified leader with lived disability</a:t>
            </a:r>
          </a:p>
          <a:p>
            <a:pPr algn="l">
              <a:spcAft>
                <a:spcPts val="600"/>
              </a:spcAft>
            </a:pPr>
            <a:r>
              <a:rPr lang="en-US" sz="1400">
                <a:solidFill>
                  <a:srgbClr val="3C3C3C"/>
                </a:solidFill>
              </a:rPr>
              <a:t>Led inclusive design initiatives at Microsoft</a:t>
            </a:r>
          </a:p>
          <a:p>
            <a:pPr algn="l">
              <a:spcAft>
                <a:spcPts val="600"/>
              </a:spcAft>
            </a:pPr>
            <a:r>
              <a:rPr lang="en-US" sz="1400">
                <a:solidFill>
                  <a:srgbClr val="3C3C3C"/>
                </a:solidFill>
              </a:rPr>
              <a:t>Harvard LDT graduate</a:t>
            </a:r>
            <a:endParaRPr sz="1400">
              <a:solidFill>
                <a:srgbClr val="3C3C3C"/>
              </a:solidFill>
            </a:endParaRPr>
          </a:p>
        </p:txBody>
      </p:sp>
    </p:spTree>
    <p:extLst>
      <p:ext uri="{BB962C8B-B14F-4D97-AF65-F5344CB8AC3E}">
        <p14:creationId xmlns:p14="http://schemas.microsoft.com/office/powerpoint/2010/main" val="4230532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36F1C-68B0-6C47-2B54-00065E5CA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B65D7-5D21-D68C-66EC-8EAC630F2648}"/>
              </a:ext>
            </a:extLst>
          </p:cNvPr>
          <p:cNvSpPr>
            <a:spLocks noGrp="1"/>
          </p:cNvSpPr>
          <p:nvPr>
            <p:ph type="title"/>
          </p:nvPr>
        </p:nvSpPr>
        <p:spPr>
          <a:xfrm>
            <a:off x="360000" y="360000"/>
            <a:ext cx="6062316" cy="984885"/>
          </a:xfrm>
        </p:spPr>
        <p:txBody>
          <a:bodyPr/>
          <a:lstStyle/>
          <a:p>
            <a:r>
              <a:rPr lang="en-US"/>
              <a:t>Teams Struggle to Build Accessible Products Without the Right Expertise</a:t>
            </a:r>
          </a:p>
        </p:txBody>
      </p:sp>
      <p:sp>
        <p:nvSpPr>
          <p:cNvPr id="3" name="Slide Number Placeholder 2">
            <a:extLst>
              <a:ext uri="{FF2B5EF4-FFF2-40B4-BE49-F238E27FC236}">
                <a16:creationId xmlns:a16="http://schemas.microsoft.com/office/drawing/2014/main" id="{2D1361B8-D3D9-D8FE-8014-67DE09FFEB68}"/>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5</a:t>
            </a:fld>
            <a:endParaRPr lang="en-IN"/>
          </a:p>
        </p:txBody>
      </p:sp>
      <p:pic>
        <p:nvPicPr>
          <p:cNvPr id="8" name="Picture 7">
            <a:extLst>
              <a:ext uri="{FF2B5EF4-FFF2-40B4-BE49-F238E27FC236}">
                <a16:creationId xmlns:a16="http://schemas.microsoft.com/office/drawing/2014/main" id="{B1E9B80E-2BF1-6B8A-8EEA-A49DDA9225CF}"/>
              </a:ext>
              <a:ext uri="{C183D7F6-B498-43B3-948B-1728B52AA6E4}">
                <adec:decorative xmlns:adec="http://schemas.microsoft.com/office/drawing/2017/decorative" val="1"/>
              </a:ext>
            </a:extLst>
          </p:cNvPr>
          <p:cNvPicPr>
            <a:picLocks noChangeAspect="1"/>
          </p:cNvPicPr>
          <p:nvPr/>
        </p:nvPicPr>
        <p:blipFill>
          <a:blip r:embed="rId2"/>
          <a:srcRect l="7354" t="831" r="31953" b="1016"/>
          <a:stretch>
            <a:fillRect/>
          </a:stretch>
        </p:blipFill>
        <p:spPr>
          <a:xfrm>
            <a:off x="6681671" y="0"/>
            <a:ext cx="4833674" cy="5195944"/>
          </a:xfrm>
          <a:prstGeom prst="round2SameRect">
            <a:avLst>
              <a:gd name="adj1" fmla="val 0"/>
              <a:gd name="adj2" fmla="val 50000"/>
            </a:avLst>
          </a:prstGeom>
          <a:ln>
            <a:noFill/>
          </a:ln>
        </p:spPr>
      </p:pic>
      <p:sp>
        <p:nvSpPr>
          <p:cNvPr id="9" name="TextBox 8">
            <a:extLst>
              <a:ext uri="{FF2B5EF4-FFF2-40B4-BE49-F238E27FC236}">
                <a16:creationId xmlns:a16="http://schemas.microsoft.com/office/drawing/2014/main" id="{D918FCE2-E486-0EFD-F410-FDDC24C14694}"/>
              </a:ext>
            </a:extLst>
          </p:cNvPr>
          <p:cNvSpPr txBox="1"/>
          <p:nvPr/>
        </p:nvSpPr>
        <p:spPr>
          <a:xfrm>
            <a:off x="360000" y="2333622"/>
            <a:ext cx="5511546" cy="2862322"/>
          </a:xfrm>
          <a:prstGeom prst="rect">
            <a:avLst/>
          </a:prstGeom>
          <a:noFill/>
        </p:spPr>
        <p:txBody>
          <a:bodyPr wrap="square" lIns="0" tIns="0" rIns="0" bIns="0" anchor="t">
            <a:spAutoFit/>
          </a:bodyPr>
          <a:lstStyle/>
          <a:p>
            <a:pPr marL="182880" indent="-182880" algn="l">
              <a:spcBef>
                <a:spcPts val="600"/>
              </a:spcBef>
              <a:spcAft>
                <a:spcPts val="600"/>
              </a:spcAft>
              <a:buFont typeface="Arial" panose="020B0604020202020204" pitchFamily="34" charset="0"/>
              <a:buChar char="•"/>
            </a:pPr>
            <a:r>
              <a:rPr sz="1400">
                <a:solidFill>
                  <a:srgbClr val="3C3C3C"/>
                </a:solidFill>
              </a:rPr>
              <a:t>Hard to test effectively with real assistive technology workflows.</a:t>
            </a:r>
            <a:endParaRPr lang="en-US" sz="1400">
              <a:solidFill>
                <a:srgbClr val="3C3C3C"/>
              </a:solidFill>
              <a:ea typeface="Calibri"/>
              <a:cs typeface="Calibri"/>
            </a:endParaRPr>
          </a:p>
          <a:p>
            <a:pPr marL="182880" indent="-182880" algn="l">
              <a:spcBef>
                <a:spcPts val="600"/>
              </a:spcBef>
              <a:spcAft>
                <a:spcPts val="600"/>
              </a:spcAft>
              <a:buFont typeface="Arial" panose="020B0604020202020204" pitchFamily="34" charset="0"/>
              <a:buChar char="•"/>
            </a:pPr>
            <a:r>
              <a:rPr sz="1400">
                <a:solidFill>
                  <a:srgbClr val="3C3C3C"/>
                </a:solidFill>
              </a:rPr>
              <a:t>Difficult to prioritize: "Which issues actually matter to users?"</a:t>
            </a:r>
            <a:endParaRPr sz="1400">
              <a:solidFill>
                <a:srgbClr val="3C3C3C"/>
              </a:solidFill>
              <a:ea typeface="Calibri"/>
              <a:cs typeface="Calibri"/>
            </a:endParaRPr>
          </a:p>
          <a:p>
            <a:pPr marL="182880" indent="-182880" algn="l">
              <a:spcBef>
                <a:spcPts val="600"/>
              </a:spcBef>
              <a:spcAft>
                <a:spcPts val="600"/>
              </a:spcAft>
              <a:buFont typeface="Arial" panose="020B0604020202020204" pitchFamily="34" charset="0"/>
              <a:buChar char="•"/>
            </a:pPr>
            <a:r>
              <a:rPr sz="1400">
                <a:solidFill>
                  <a:srgbClr val="3C3C3C"/>
                </a:solidFill>
              </a:rPr>
              <a:t>Uncertainty about legally defensible interpretations of WCAG.</a:t>
            </a:r>
            <a:endParaRPr sz="1400">
              <a:solidFill>
                <a:srgbClr val="3C3C3C"/>
              </a:solidFill>
              <a:ea typeface="Calibri"/>
              <a:cs typeface="Calibri"/>
            </a:endParaRPr>
          </a:p>
          <a:p>
            <a:pPr marL="182880" indent="-182880" algn="l">
              <a:spcBef>
                <a:spcPts val="600"/>
              </a:spcBef>
              <a:spcAft>
                <a:spcPts val="600"/>
              </a:spcAft>
              <a:buFont typeface="Arial" panose="020B0604020202020204" pitchFamily="34" charset="0"/>
              <a:buChar char="•"/>
            </a:pPr>
            <a:r>
              <a:rPr sz="1400">
                <a:solidFill>
                  <a:srgbClr val="3C3C3C"/>
                </a:solidFill>
              </a:rPr>
              <a:t>Unsure how to remediate issues efficiently and correctly.</a:t>
            </a:r>
            <a:endParaRPr sz="1400">
              <a:solidFill>
                <a:srgbClr val="3C3C3C"/>
              </a:solidFill>
              <a:ea typeface="Calibri"/>
              <a:cs typeface="Calibri"/>
            </a:endParaRPr>
          </a:p>
          <a:p>
            <a:pPr marL="182880" indent="-182880" algn="l">
              <a:spcBef>
                <a:spcPts val="600"/>
              </a:spcBef>
              <a:spcAft>
                <a:spcPts val="600"/>
              </a:spcAft>
              <a:buFont typeface="Arial" panose="020B0604020202020204" pitchFamily="34" charset="0"/>
              <a:buChar char="•"/>
            </a:pPr>
            <a:r>
              <a:rPr sz="1400">
                <a:solidFill>
                  <a:srgbClr val="3C3C3C"/>
                </a:solidFill>
              </a:rPr>
              <a:t>Automation alone cannot provide full compliance or coverage.</a:t>
            </a:r>
            <a:endParaRPr sz="1400">
              <a:solidFill>
                <a:srgbClr val="3C3C3C"/>
              </a:solidFill>
              <a:ea typeface="Calibri"/>
              <a:cs typeface="Calibri"/>
            </a:endParaRPr>
          </a:p>
          <a:p>
            <a:pPr marL="182880" indent="-182880" algn="l">
              <a:spcBef>
                <a:spcPts val="600"/>
              </a:spcBef>
              <a:spcAft>
                <a:spcPts val="600"/>
              </a:spcAft>
              <a:buFont typeface="Arial" panose="020B0604020202020204" pitchFamily="34" charset="0"/>
              <a:buChar char="•"/>
            </a:pPr>
            <a:r>
              <a:rPr sz="1400">
                <a:solidFill>
                  <a:srgbClr val="3C3C3C"/>
                </a:solidFill>
              </a:rPr>
              <a:t>High remediation cost when issues are found late in development.</a:t>
            </a:r>
            <a:endParaRPr sz="1400">
              <a:solidFill>
                <a:srgbClr val="3C3C3C"/>
              </a:solidFill>
              <a:ea typeface="Calibri"/>
              <a:cs typeface="Calibri"/>
            </a:endParaRPr>
          </a:p>
          <a:p>
            <a:pPr marL="182880" indent="-182880" algn="l">
              <a:spcBef>
                <a:spcPts val="600"/>
              </a:spcBef>
              <a:spcAft>
                <a:spcPts val="600"/>
              </a:spcAft>
              <a:buFont typeface="Arial" panose="020B0604020202020204" pitchFamily="34" charset="0"/>
              <a:buChar char="•"/>
            </a:pPr>
            <a:r>
              <a:rPr sz="1400">
                <a:solidFill>
                  <a:srgbClr val="3C3C3C"/>
                </a:solidFill>
              </a:rPr>
              <a:t>Difficult to scale accessibility consistently across teams and releases.</a:t>
            </a:r>
            <a:endParaRPr sz="1400">
              <a:solidFill>
                <a:srgbClr val="3C3C3C"/>
              </a:solidFill>
              <a:ea typeface="Calibri"/>
              <a:cs typeface="Calibri"/>
            </a:endParaRPr>
          </a:p>
        </p:txBody>
      </p:sp>
    </p:spTree>
    <p:extLst>
      <p:ext uri="{BB962C8B-B14F-4D97-AF65-F5344CB8AC3E}">
        <p14:creationId xmlns:p14="http://schemas.microsoft.com/office/powerpoint/2010/main" val="2518130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9396B-8E7C-00C8-9C9A-DDA42894BC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F3AB30-B884-AFF9-2167-94CF0C330701}"/>
              </a:ext>
            </a:extLst>
          </p:cNvPr>
          <p:cNvSpPr>
            <a:spLocks noGrp="1"/>
          </p:cNvSpPr>
          <p:nvPr>
            <p:ph type="title"/>
          </p:nvPr>
        </p:nvSpPr>
        <p:spPr>
          <a:xfrm>
            <a:off x="359999" y="360000"/>
            <a:ext cx="11460525" cy="984885"/>
          </a:xfrm>
        </p:spPr>
        <p:txBody>
          <a:bodyPr/>
          <a:lstStyle/>
          <a:p>
            <a:r>
              <a:rPr lang="en-US"/>
              <a:t>Lived Experience Reveals </a:t>
            </a:r>
            <a:br>
              <a:rPr lang="en-US"/>
            </a:br>
            <a:r>
              <a:rPr lang="en-US"/>
              <a:t>Issues Checklists Cannot</a:t>
            </a:r>
          </a:p>
        </p:txBody>
      </p:sp>
      <p:sp>
        <p:nvSpPr>
          <p:cNvPr id="3" name="Slide Number Placeholder 2">
            <a:extLst>
              <a:ext uri="{FF2B5EF4-FFF2-40B4-BE49-F238E27FC236}">
                <a16:creationId xmlns:a16="http://schemas.microsoft.com/office/drawing/2014/main" id="{005D6539-2460-702C-1154-3161396192D4}"/>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6</a:t>
            </a:fld>
            <a:endParaRPr lang="en-IN"/>
          </a:p>
        </p:txBody>
      </p:sp>
      <p:sp>
        <p:nvSpPr>
          <p:cNvPr id="9" name="TextBox 8">
            <a:extLst>
              <a:ext uri="{FF2B5EF4-FFF2-40B4-BE49-F238E27FC236}">
                <a16:creationId xmlns:a16="http://schemas.microsoft.com/office/drawing/2014/main" id="{FDF6C770-3DEC-DAFA-F677-163142C0E73F}"/>
              </a:ext>
            </a:extLst>
          </p:cNvPr>
          <p:cNvSpPr txBox="1"/>
          <p:nvPr/>
        </p:nvSpPr>
        <p:spPr>
          <a:xfrm>
            <a:off x="360000" y="2333622"/>
            <a:ext cx="5511546" cy="2554545"/>
          </a:xfrm>
          <a:prstGeom prst="rect">
            <a:avLst/>
          </a:prstGeom>
          <a:noFill/>
        </p:spPr>
        <p:txBody>
          <a:bodyPr wrap="square" lIns="0" tIns="0" rIns="0" bIns="0" anchor="t">
            <a:spAutoFit/>
          </a:bodyPr>
          <a:lstStyle/>
          <a:p>
            <a:pPr marL="182880" indent="-182880" algn="l">
              <a:spcBef>
                <a:spcPts val="600"/>
              </a:spcBef>
              <a:spcAft>
                <a:spcPts val="600"/>
              </a:spcAft>
              <a:buFont typeface="Arial" panose="020B0604020202020204" pitchFamily="34" charset="0"/>
              <a:buChar char="•"/>
            </a:pPr>
            <a:r>
              <a:rPr lang="en-US" sz="1400">
                <a:solidFill>
                  <a:srgbClr val="3C3C3C"/>
                </a:solidFill>
              </a:rPr>
              <a:t>Real-world assistive technology usage reveals issues compliance checklists miss.</a:t>
            </a:r>
          </a:p>
          <a:p>
            <a:pPr marL="182880" indent="-182880" algn="l">
              <a:spcBef>
                <a:spcPts val="600"/>
              </a:spcBef>
              <a:spcAft>
                <a:spcPts val="600"/>
              </a:spcAft>
              <a:buFont typeface="Arial" panose="020B0604020202020204" pitchFamily="34" charset="0"/>
              <a:buChar char="•"/>
            </a:pPr>
            <a:r>
              <a:rPr lang="en-US" sz="1400">
                <a:solidFill>
                  <a:srgbClr val="3C3C3C"/>
                </a:solidFill>
              </a:rPr>
              <a:t>Helps teams understand which bugs actually block users and why.</a:t>
            </a:r>
          </a:p>
          <a:p>
            <a:pPr marL="182880" indent="-182880" algn="l">
              <a:spcBef>
                <a:spcPts val="600"/>
              </a:spcBef>
              <a:spcAft>
                <a:spcPts val="600"/>
              </a:spcAft>
              <a:buFont typeface="Arial" panose="020B0604020202020204" pitchFamily="34" charset="0"/>
              <a:buChar char="•"/>
            </a:pPr>
            <a:r>
              <a:rPr lang="en-US" sz="1400">
                <a:solidFill>
                  <a:srgbClr val="3C3C3C"/>
                </a:solidFill>
              </a:rPr>
              <a:t>Ensures recommendations are accurate, actionable, and contextually correct.</a:t>
            </a:r>
          </a:p>
          <a:p>
            <a:pPr marL="182880" indent="-182880" algn="l">
              <a:spcBef>
                <a:spcPts val="600"/>
              </a:spcBef>
              <a:spcAft>
                <a:spcPts val="600"/>
              </a:spcAft>
              <a:buFont typeface="Arial" panose="020B0604020202020204" pitchFamily="34" charset="0"/>
              <a:buChar char="•"/>
            </a:pPr>
            <a:r>
              <a:rPr lang="en-US" sz="1400">
                <a:solidFill>
                  <a:srgbClr val="3C3C3C"/>
                </a:solidFill>
              </a:rPr>
              <a:t>Produces fixes that are legally defensible because they reflect authentic user impact.</a:t>
            </a:r>
          </a:p>
          <a:p>
            <a:pPr marL="182880" indent="-182880" algn="l">
              <a:spcBef>
                <a:spcPts val="600"/>
              </a:spcBef>
              <a:spcAft>
                <a:spcPts val="600"/>
              </a:spcAft>
              <a:buFont typeface="Arial" panose="020B0604020202020204" pitchFamily="34" charset="0"/>
              <a:buChar char="•"/>
            </a:pPr>
            <a:r>
              <a:rPr lang="en-US" sz="1400">
                <a:solidFill>
                  <a:srgbClr val="3C3C3C"/>
                </a:solidFill>
              </a:rPr>
              <a:t>Creates empathy-driven insights that improve UX for all users.</a:t>
            </a:r>
            <a:endParaRPr sz="1400">
              <a:solidFill>
                <a:srgbClr val="3C3C3C"/>
              </a:solidFill>
              <a:ea typeface="Calibri"/>
              <a:cs typeface="Calibri"/>
            </a:endParaRPr>
          </a:p>
        </p:txBody>
      </p:sp>
      <p:pic>
        <p:nvPicPr>
          <p:cNvPr id="5" name="Picture 4">
            <a:extLst>
              <a:ext uri="{FF2B5EF4-FFF2-40B4-BE49-F238E27FC236}">
                <a16:creationId xmlns:a16="http://schemas.microsoft.com/office/drawing/2014/main" id="{598E6577-756A-EAEF-FB97-B485402E961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l="25998" r="11898" b="972"/>
          <a:stretch>
            <a:fillRect/>
          </a:stretch>
        </p:blipFill>
        <p:spPr>
          <a:xfrm>
            <a:off x="6681671" y="817582"/>
            <a:ext cx="4833674" cy="4378362"/>
          </a:xfrm>
          <a:prstGeom prst="round2SameRect">
            <a:avLst>
              <a:gd name="adj1" fmla="val 0"/>
              <a:gd name="adj2" fmla="val 50000"/>
            </a:avLst>
          </a:prstGeom>
          <a:ln>
            <a:noFill/>
          </a:ln>
        </p:spPr>
      </p:pic>
      <p:sp>
        <p:nvSpPr>
          <p:cNvPr id="6" name="Rectangle 5">
            <a:extLst>
              <a:ext uri="{FF2B5EF4-FFF2-40B4-BE49-F238E27FC236}">
                <a16:creationId xmlns:a16="http://schemas.microsoft.com/office/drawing/2014/main" id="{65704682-B2EC-1087-5F1C-68E947EE5B7F}"/>
              </a:ext>
              <a:ext uri="{C183D7F6-B498-43B3-948B-1728B52AA6E4}">
                <adec:decorative xmlns:adec="http://schemas.microsoft.com/office/drawing/2017/decorative" val="1"/>
              </a:ext>
            </a:extLst>
          </p:cNvPr>
          <p:cNvSpPr/>
          <p:nvPr/>
        </p:nvSpPr>
        <p:spPr>
          <a:xfrm>
            <a:off x="6681671" y="0"/>
            <a:ext cx="4833674" cy="2038575"/>
          </a:xfrm>
          <a:prstGeom prst="rect">
            <a:avLst/>
          </a:prstGeom>
          <a:gradFill>
            <a:gsLst>
              <a:gs pos="51000">
                <a:srgbClr val="E7E6E6"/>
              </a:gs>
              <a:gs pos="0">
                <a:schemeClr val="bg2">
                  <a:lumMod val="90000"/>
                </a:schemeClr>
              </a:gs>
              <a:gs pos="100000">
                <a:schemeClr val="bg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5257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999" y="360000"/>
            <a:ext cx="11460525" cy="493200"/>
          </a:xfrm>
        </p:spPr>
        <p:txBody>
          <a:bodyPr vert="horz" wrap="square" lIns="0" tIns="0" rIns="0" bIns="0" rtlCol="0" anchor="t" anchorCtr="0">
            <a:spAutoFit/>
          </a:bodyPr>
          <a:lstStyle/>
          <a:p>
            <a:r>
              <a:rPr lang="en-US"/>
              <a:t>We Are a Disability-powered Team Built to Deliver Real Accessibility Impact</a:t>
            </a:r>
            <a:endParaRPr/>
          </a:p>
        </p:txBody>
      </p:sp>
      <p:sp>
        <p:nvSpPr>
          <p:cNvPr id="26" name="Rounded Rectangle 25">
            <a:extLst>
              <a:ext uri="{FF2B5EF4-FFF2-40B4-BE49-F238E27FC236}">
                <a16:creationId xmlns:a16="http://schemas.microsoft.com/office/drawing/2014/main" id="{6A912BFF-4B86-A03A-A94F-4D427556B1F4}"/>
              </a:ext>
              <a:ext uri="{C183D7F6-B498-43B3-948B-1728B52AA6E4}">
                <adec:decorative xmlns:adec="http://schemas.microsoft.com/office/drawing/2017/decorative" val="1"/>
              </a:ext>
            </a:extLst>
          </p:cNvPr>
          <p:cNvSpPr/>
          <p:nvPr/>
        </p:nvSpPr>
        <p:spPr>
          <a:xfrm>
            <a:off x="649043" y="3351841"/>
            <a:ext cx="10893912" cy="2521834"/>
          </a:xfrm>
          <a:prstGeom prst="roundRect">
            <a:avLst>
              <a:gd name="adj" fmla="val 848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8CD509A0-CC2C-3ECA-13D4-04C14D243597}"/>
              </a:ext>
              <a:ext uri="{C183D7F6-B498-43B3-948B-1728B52AA6E4}">
                <adec:decorative xmlns:adec="http://schemas.microsoft.com/office/drawing/2017/decorative" val="1"/>
              </a:ext>
            </a:extLst>
          </p:cNvPr>
          <p:cNvSpPr/>
          <p:nvPr/>
        </p:nvSpPr>
        <p:spPr>
          <a:xfrm>
            <a:off x="371475" y="1642305"/>
            <a:ext cx="11449049" cy="1828800"/>
          </a:xfrm>
          <a:prstGeom prst="roundRect">
            <a:avLst>
              <a:gd name="adj" fmla="val 8484"/>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DC62189E-8D38-425F-F7CF-F4E81453DB4B}"/>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7</a:t>
            </a:fld>
            <a:endParaRPr lang="en-US"/>
          </a:p>
        </p:txBody>
      </p:sp>
      <p:sp>
        <p:nvSpPr>
          <p:cNvPr id="4" name="TextBox 3"/>
          <p:cNvSpPr txBox="1"/>
          <p:nvPr/>
        </p:nvSpPr>
        <p:spPr>
          <a:xfrm>
            <a:off x="687950" y="2002707"/>
            <a:ext cx="2502651" cy="1107996"/>
          </a:xfrm>
          <a:prstGeom prst="rect">
            <a:avLst/>
          </a:prstGeom>
          <a:noFill/>
          <a:ln w="25400">
            <a:noFill/>
          </a:ln>
        </p:spPr>
        <p:txBody>
          <a:bodyPr wrap="square" lIns="0" tIns="0" rIns="0" bIns="0" anchor="t">
            <a:spAutoFit/>
          </a:bodyPr>
          <a:lstStyle/>
          <a:p>
            <a:pPr algn="l">
              <a:spcAft>
                <a:spcPts val="1200"/>
              </a:spcAft>
            </a:pPr>
            <a:r>
              <a:rPr>
                <a:solidFill>
                  <a:schemeClr val="bg1"/>
                </a:solidFill>
              </a:rPr>
              <a:t>Disability-owned </a:t>
            </a:r>
            <a:br>
              <a:rPr lang="en-US">
                <a:solidFill>
                  <a:schemeClr val="bg1"/>
                </a:solidFill>
              </a:rPr>
            </a:br>
            <a:r>
              <a:rPr>
                <a:solidFill>
                  <a:schemeClr val="bg1"/>
                </a:solidFill>
              </a:rPr>
              <a:t>small business</a:t>
            </a:r>
            <a:r>
              <a:rPr lang="en-US">
                <a:solidFill>
                  <a:schemeClr val="bg1"/>
                </a:solidFill>
              </a:rPr>
              <a:t> </a:t>
            </a:r>
            <a:r>
              <a:rPr>
                <a:solidFill>
                  <a:schemeClr val="bg1"/>
                </a:solidFill>
              </a:rPr>
              <a:t>headquartered in Redmond, WA</a:t>
            </a:r>
            <a:endParaRPr lang="en-US">
              <a:solidFill>
                <a:schemeClr val="bg1"/>
              </a:solidFill>
              <a:ea typeface="Calibri"/>
              <a:cs typeface="Calibri"/>
            </a:endParaRPr>
          </a:p>
        </p:txBody>
      </p:sp>
      <p:sp>
        <p:nvSpPr>
          <p:cNvPr id="7" name="TextBox 6">
            <a:extLst>
              <a:ext uri="{FF2B5EF4-FFF2-40B4-BE49-F238E27FC236}">
                <a16:creationId xmlns:a16="http://schemas.microsoft.com/office/drawing/2014/main" id="{4C8D9472-2E9D-7553-6887-09D33BE98927}"/>
              </a:ext>
            </a:extLst>
          </p:cNvPr>
          <p:cNvSpPr txBox="1"/>
          <p:nvPr/>
        </p:nvSpPr>
        <p:spPr>
          <a:xfrm>
            <a:off x="3459099" y="2002707"/>
            <a:ext cx="2502651" cy="830997"/>
          </a:xfrm>
          <a:prstGeom prst="rect">
            <a:avLst/>
          </a:prstGeom>
          <a:noFill/>
          <a:ln w="25400">
            <a:noFill/>
          </a:ln>
        </p:spPr>
        <p:txBody>
          <a:bodyPr wrap="square" lIns="0" tIns="0" rIns="0" bIns="0" anchor="t">
            <a:spAutoFit/>
          </a:bodyPr>
          <a:lstStyle/>
          <a:p>
            <a:pPr>
              <a:spcAft>
                <a:spcPts val="1200"/>
              </a:spcAft>
            </a:pPr>
            <a:r>
              <a:rPr lang="en-US">
                <a:solidFill>
                  <a:schemeClr val="bg1"/>
                </a:solidFill>
              </a:rPr>
              <a:t>Every team member has lived experience of disability</a:t>
            </a:r>
            <a:endParaRPr lang="en-US">
              <a:solidFill>
                <a:schemeClr val="bg1"/>
              </a:solidFill>
              <a:ea typeface="Calibri"/>
              <a:cs typeface="Calibri"/>
            </a:endParaRPr>
          </a:p>
        </p:txBody>
      </p:sp>
      <p:sp>
        <p:nvSpPr>
          <p:cNvPr id="8" name="TextBox 7">
            <a:extLst>
              <a:ext uri="{FF2B5EF4-FFF2-40B4-BE49-F238E27FC236}">
                <a16:creationId xmlns:a16="http://schemas.microsoft.com/office/drawing/2014/main" id="{0418AB77-E600-9265-1F34-47781EE614A2}"/>
              </a:ext>
            </a:extLst>
          </p:cNvPr>
          <p:cNvSpPr txBox="1"/>
          <p:nvPr/>
        </p:nvSpPr>
        <p:spPr>
          <a:xfrm>
            <a:off x="6230248" y="2002707"/>
            <a:ext cx="2502651" cy="830997"/>
          </a:xfrm>
          <a:prstGeom prst="rect">
            <a:avLst/>
          </a:prstGeom>
          <a:noFill/>
          <a:ln w="25400">
            <a:noFill/>
          </a:ln>
        </p:spPr>
        <p:txBody>
          <a:bodyPr wrap="square" lIns="0" tIns="0" rIns="0" bIns="0" anchor="t">
            <a:spAutoFit/>
          </a:bodyPr>
          <a:lstStyle/>
          <a:p>
            <a:pPr>
              <a:spcAft>
                <a:spcPts val="1200"/>
              </a:spcAft>
            </a:pPr>
            <a:r>
              <a:rPr lang="en-US">
                <a:solidFill>
                  <a:schemeClr val="bg1"/>
                </a:solidFill>
              </a:rPr>
              <a:t>Dual-shore delivery model across the U.S. and India</a:t>
            </a:r>
            <a:endParaRPr lang="en-US">
              <a:solidFill>
                <a:schemeClr val="bg1"/>
              </a:solidFill>
              <a:ea typeface="Calibri"/>
              <a:cs typeface="Calibri"/>
            </a:endParaRPr>
          </a:p>
        </p:txBody>
      </p:sp>
      <p:sp>
        <p:nvSpPr>
          <p:cNvPr id="9" name="TextBox 8">
            <a:extLst>
              <a:ext uri="{FF2B5EF4-FFF2-40B4-BE49-F238E27FC236}">
                <a16:creationId xmlns:a16="http://schemas.microsoft.com/office/drawing/2014/main" id="{08600412-04D7-B09A-BC6E-8C9FEF1E4094}"/>
              </a:ext>
            </a:extLst>
          </p:cNvPr>
          <p:cNvSpPr txBox="1"/>
          <p:nvPr/>
        </p:nvSpPr>
        <p:spPr>
          <a:xfrm>
            <a:off x="9001397" y="2002707"/>
            <a:ext cx="2502651" cy="1107996"/>
          </a:xfrm>
          <a:prstGeom prst="rect">
            <a:avLst/>
          </a:prstGeom>
          <a:noFill/>
          <a:ln w="25400">
            <a:noFill/>
          </a:ln>
        </p:spPr>
        <p:txBody>
          <a:bodyPr wrap="square" lIns="0" tIns="0" rIns="0" bIns="0" anchor="t">
            <a:spAutoFit/>
          </a:bodyPr>
          <a:lstStyle/>
          <a:p>
            <a:pPr>
              <a:spcAft>
                <a:spcPts val="1200"/>
              </a:spcAft>
            </a:pPr>
            <a:r>
              <a:rPr lang="en-US">
                <a:solidFill>
                  <a:schemeClr val="bg1"/>
                </a:solidFill>
              </a:rPr>
              <a:t>3,000+ self-identified people with disabilities in our research participant database</a:t>
            </a:r>
            <a:endParaRPr lang="en-US">
              <a:solidFill>
                <a:schemeClr val="bg1"/>
              </a:solidFill>
              <a:ea typeface="Calibri"/>
              <a:cs typeface="Calibri"/>
            </a:endParaRPr>
          </a:p>
        </p:txBody>
      </p:sp>
      <p:sp>
        <p:nvSpPr>
          <p:cNvPr id="3" name="TextBox 2">
            <a:extLst>
              <a:ext uri="{FF2B5EF4-FFF2-40B4-BE49-F238E27FC236}">
                <a16:creationId xmlns:a16="http://schemas.microsoft.com/office/drawing/2014/main" id="{ACD0D6DD-557C-4CD7-96C5-DCBD61A3E7DA}"/>
              </a:ext>
            </a:extLst>
          </p:cNvPr>
          <p:cNvSpPr txBox="1"/>
          <p:nvPr/>
        </p:nvSpPr>
        <p:spPr>
          <a:xfrm>
            <a:off x="3602724" y="3712243"/>
            <a:ext cx="4986552" cy="276999"/>
          </a:xfrm>
          <a:prstGeom prst="rect">
            <a:avLst/>
          </a:prstGeom>
          <a:noFill/>
          <a:ln w="25400">
            <a:noFill/>
          </a:ln>
        </p:spPr>
        <p:txBody>
          <a:bodyPr wrap="square" lIns="0" tIns="0" rIns="0" bIns="0" anchor="t">
            <a:spAutoFit/>
          </a:bodyPr>
          <a:lstStyle/>
          <a:p>
            <a:pPr algn="ctr">
              <a:spcAft>
                <a:spcPts val="1200"/>
              </a:spcAft>
            </a:pPr>
            <a:r>
              <a:rPr lang="en-US" sz="1800" b="1">
                <a:solidFill>
                  <a:srgbClr val="2F7D95"/>
                </a:solidFill>
                <a:latin typeface="+mj-lt"/>
              </a:rPr>
              <a:t>OUR CREDENTIALS &amp; AFFILIATIONS</a:t>
            </a:r>
            <a:endParaRPr lang="en-US" sz="1800" b="1">
              <a:solidFill>
                <a:srgbClr val="2F7D95"/>
              </a:solidFill>
              <a:latin typeface="+mj-lt"/>
              <a:ea typeface="Calibri"/>
              <a:cs typeface="Calibri"/>
            </a:endParaRPr>
          </a:p>
        </p:txBody>
      </p:sp>
      <p:cxnSp>
        <p:nvCxnSpPr>
          <p:cNvPr id="14" name="Straight Connector 13">
            <a:extLst>
              <a:ext uri="{FF2B5EF4-FFF2-40B4-BE49-F238E27FC236}">
                <a16:creationId xmlns:a16="http://schemas.microsoft.com/office/drawing/2014/main" id="{0439783B-B3CB-15CA-0D91-E068A5A15509}"/>
              </a:ext>
              <a:ext uri="{C183D7F6-B498-43B3-948B-1728B52AA6E4}">
                <adec:decorative xmlns:adec="http://schemas.microsoft.com/office/drawing/2017/decorative" val="1"/>
              </a:ext>
            </a:extLst>
          </p:cNvPr>
          <p:cNvCxnSpPr>
            <a:cxnSpLocks/>
          </p:cNvCxnSpPr>
          <p:nvPr/>
        </p:nvCxnSpPr>
        <p:spPr>
          <a:xfrm>
            <a:off x="3324850" y="1853424"/>
            <a:ext cx="0" cy="1406562"/>
          </a:xfrm>
          <a:prstGeom prst="line">
            <a:avLst/>
          </a:prstGeom>
          <a:ln w="12700"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BF56D1E-B9CA-3BB7-7659-41D2B514FBA2}"/>
              </a:ext>
              <a:ext uri="{C183D7F6-B498-43B3-948B-1728B52AA6E4}">
                <adec:decorative xmlns:adec="http://schemas.microsoft.com/office/drawing/2017/decorative" val="1"/>
              </a:ext>
            </a:extLst>
          </p:cNvPr>
          <p:cNvCxnSpPr>
            <a:cxnSpLocks/>
          </p:cNvCxnSpPr>
          <p:nvPr/>
        </p:nvCxnSpPr>
        <p:spPr>
          <a:xfrm>
            <a:off x="6095999" y="1853424"/>
            <a:ext cx="0" cy="1406562"/>
          </a:xfrm>
          <a:prstGeom prst="line">
            <a:avLst/>
          </a:prstGeom>
          <a:ln w="12700"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CB147F-B1C2-DD92-DA10-C99EC489C86E}"/>
              </a:ext>
              <a:ext uri="{C183D7F6-B498-43B3-948B-1728B52AA6E4}">
                <adec:decorative xmlns:adec="http://schemas.microsoft.com/office/drawing/2017/decorative" val="1"/>
              </a:ext>
            </a:extLst>
          </p:cNvPr>
          <p:cNvCxnSpPr>
            <a:cxnSpLocks/>
          </p:cNvCxnSpPr>
          <p:nvPr/>
        </p:nvCxnSpPr>
        <p:spPr>
          <a:xfrm>
            <a:off x="8867148" y="1853424"/>
            <a:ext cx="0" cy="1406562"/>
          </a:xfrm>
          <a:prstGeom prst="line">
            <a:avLst/>
          </a:prstGeom>
          <a:ln w="12700" cap="rnd">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FAFE064C-1BCC-69E1-6385-5F8D1D34B198}"/>
              </a:ext>
              <a:ext uri="{C183D7F6-B498-43B3-948B-1728B52AA6E4}">
                <adec:decorative xmlns:adec="http://schemas.microsoft.com/office/drawing/2017/decorative" val="1"/>
              </a:ext>
            </a:extLst>
          </p:cNvPr>
          <p:cNvGrpSpPr/>
          <p:nvPr/>
        </p:nvGrpSpPr>
        <p:grpSpPr>
          <a:xfrm>
            <a:off x="2257164" y="4240328"/>
            <a:ext cx="480804" cy="554699"/>
            <a:chOff x="749487" y="4166809"/>
            <a:chExt cx="823576" cy="950152"/>
          </a:xfrm>
          <a:solidFill>
            <a:srgbClr val="2F7D95"/>
          </a:solidFill>
        </p:grpSpPr>
        <p:sp>
          <p:nvSpPr>
            <p:cNvPr id="21" name="Freeform 20">
              <a:extLst>
                <a:ext uri="{FF2B5EF4-FFF2-40B4-BE49-F238E27FC236}">
                  <a16:creationId xmlns:a16="http://schemas.microsoft.com/office/drawing/2014/main" id="{CD97FB58-BA5F-7AD5-19A9-AA03862469B2}"/>
                </a:ext>
              </a:extLst>
            </p:cNvPr>
            <p:cNvSpPr/>
            <p:nvPr/>
          </p:nvSpPr>
          <p:spPr>
            <a:xfrm>
              <a:off x="928448" y="4415452"/>
              <a:ext cx="460339" cy="327979"/>
            </a:xfrm>
            <a:custGeom>
              <a:avLst/>
              <a:gdLst>
                <a:gd name="csX0" fmla="*/ 444175 w 460339"/>
                <a:gd name="csY0" fmla="*/ 12941 h 327979"/>
                <a:gd name="csX1" fmla="*/ 374317 w 460339"/>
                <a:gd name="csY1" fmla="*/ 16170 h 327979"/>
                <a:gd name="csX2" fmla="*/ 199541 w 460339"/>
                <a:gd name="csY2" fmla="*/ 208281 h 327979"/>
                <a:gd name="csX3" fmla="*/ 82715 w 460339"/>
                <a:gd name="csY3" fmla="*/ 101579 h 327979"/>
                <a:gd name="csX4" fmla="*/ 12857 w 460339"/>
                <a:gd name="csY4" fmla="*/ 104919 h 327979"/>
                <a:gd name="csX5" fmla="*/ 16185 w 460339"/>
                <a:gd name="csY5" fmla="*/ 175030 h 327979"/>
                <a:gd name="csX6" fmla="*/ 169470 w 460339"/>
                <a:gd name="csY6" fmla="*/ 315063 h 327979"/>
                <a:gd name="csX7" fmla="*/ 202790 w 460339"/>
                <a:gd name="csY7" fmla="*/ 327979 h 327979"/>
                <a:gd name="csX8" fmla="*/ 239328 w 460339"/>
                <a:gd name="csY8" fmla="*/ 311834 h 327979"/>
                <a:gd name="csX9" fmla="*/ 447419 w 460339"/>
                <a:gd name="csY9" fmla="*/ 83058 h 327979"/>
                <a:gd name="csX10" fmla="*/ 460288 w 460339"/>
                <a:gd name="csY10" fmla="*/ 47316 h 327979"/>
                <a:gd name="csX11" fmla="*/ 444165 w 460339"/>
                <a:gd name="csY11" fmla="*/ 12947 h 327979"/>
                <a:gd name="csX12" fmla="*/ 435262 w 460339"/>
                <a:gd name="csY12" fmla="*/ 71917 h 327979"/>
                <a:gd name="csX13" fmla="*/ 227171 w 460339"/>
                <a:gd name="csY13" fmla="*/ 300618 h 327979"/>
                <a:gd name="csX14" fmla="*/ 202764 w 460339"/>
                <a:gd name="csY14" fmla="*/ 311455 h 327979"/>
                <a:gd name="csX15" fmla="*/ 180501 w 460339"/>
                <a:gd name="csY15" fmla="*/ 302807 h 327979"/>
                <a:gd name="csX16" fmla="*/ 27244 w 460339"/>
                <a:gd name="csY16" fmla="*/ 162774 h 327979"/>
                <a:gd name="csX17" fmla="*/ 25062 w 460339"/>
                <a:gd name="csY17" fmla="*/ 115935 h 327979"/>
                <a:gd name="csX18" fmla="*/ 49470 w 460339"/>
                <a:gd name="csY18" fmla="*/ 105098 h 327979"/>
                <a:gd name="csX19" fmla="*/ 71733 w 460339"/>
                <a:gd name="csY19" fmla="*/ 113745 h 327979"/>
                <a:gd name="csX20" fmla="*/ 194618 w 460339"/>
                <a:gd name="csY20" fmla="*/ 225948 h 327979"/>
                <a:gd name="csX21" fmla="*/ 206157 w 460339"/>
                <a:gd name="csY21" fmla="*/ 225392 h 327979"/>
                <a:gd name="csX22" fmla="*/ 386518 w 460339"/>
                <a:gd name="csY22" fmla="*/ 27200 h 327979"/>
                <a:gd name="csX23" fmla="*/ 433189 w 460339"/>
                <a:gd name="csY23" fmla="*/ 25122 h 327979"/>
                <a:gd name="csX24" fmla="*/ 443877 w 460339"/>
                <a:gd name="csY24" fmla="*/ 48133 h 327979"/>
                <a:gd name="csX25" fmla="*/ 435260 w 460339"/>
                <a:gd name="csY25" fmla="*/ 71924 h 3279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60339" h="327979">
                  <a:moveTo>
                    <a:pt x="444175" y="12941"/>
                  </a:moveTo>
                  <a:cubicBezTo>
                    <a:pt x="424020" y="-5505"/>
                    <a:pt x="392659" y="-4058"/>
                    <a:pt x="374317" y="16170"/>
                  </a:cubicBezTo>
                  <a:lnTo>
                    <a:pt x="199541" y="208281"/>
                  </a:lnTo>
                  <a:lnTo>
                    <a:pt x="82715" y="101579"/>
                  </a:lnTo>
                  <a:cubicBezTo>
                    <a:pt x="62560" y="83133"/>
                    <a:pt x="31200" y="84655"/>
                    <a:pt x="12857" y="104919"/>
                  </a:cubicBezTo>
                  <a:cubicBezTo>
                    <a:pt x="-5523" y="125147"/>
                    <a:pt x="-4006" y="156621"/>
                    <a:pt x="16185" y="175030"/>
                  </a:cubicBezTo>
                  <a:lnTo>
                    <a:pt x="169470" y="315063"/>
                  </a:lnTo>
                  <a:cubicBezTo>
                    <a:pt x="178567" y="323414"/>
                    <a:pt x="190401" y="327979"/>
                    <a:pt x="202790" y="327979"/>
                  </a:cubicBezTo>
                  <a:cubicBezTo>
                    <a:pt x="216696" y="327979"/>
                    <a:pt x="229972" y="322078"/>
                    <a:pt x="239328" y="311834"/>
                  </a:cubicBezTo>
                  <a:lnTo>
                    <a:pt x="447419" y="83058"/>
                  </a:lnTo>
                  <a:cubicBezTo>
                    <a:pt x="456331" y="73260"/>
                    <a:pt x="460880" y="60529"/>
                    <a:pt x="460288" y="47316"/>
                  </a:cubicBezTo>
                  <a:cubicBezTo>
                    <a:pt x="459697" y="34029"/>
                    <a:pt x="453928" y="21855"/>
                    <a:pt x="444165" y="12947"/>
                  </a:cubicBezTo>
                  <a:close/>
                  <a:moveTo>
                    <a:pt x="435262" y="71917"/>
                  </a:moveTo>
                  <a:lnTo>
                    <a:pt x="227171" y="300618"/>
                  </a:lnTo>
                  <a:cubicBezTo>
                    <a:pt x="220921" y="307447"/>
                    <a:pt x="212009" y="311455"/>
                    <a:pt x="202764" y="311455"/>
                  </a:cubicBezTo>
                  <a:cubicBezTo>
                    <a:pt x="194517" y="311455"/>
                    <a:pt x="186677" y="308412"/>
                    <a:pt x="180501" y="302807"/>
                  </a:cubicBezTo>
                  <a:lnTo>
                    <a:pt x="27244" y="162774"/>
                  </a:lnTo>
                  <a:cubicBezTo>
                    <a:pt x="13783" y="150415"/>
                    <a:pt x="12748" y="129408"/>
                    <a:pt x="25062" y="115935"/>
                  </a:cubicBezTo>
                  <a:cubicBezTo>
                    <a:pt x="31608" y="108697"/>
                    <a:pt x="40484" y="105098"/>
                    <a:pt x="49470" y="105098"/>
                  </a:cubicBezTo>
                  <a:cubicBezTo>
                    <a:pt x="57421" y="105098"/>
                    <a:pt x="65372" y="107955"/>
                    <a:pt x="71733" y="113745"/>
                  </a:cubicBezTo>
                  <a:lnTo>
                    <a:pt x="194618" y="225948"/>
                  </a:lnTo>
                  <a:cubicBezTo>
                    <a:pt x="197947" y="228992"/>
                    <a:pt x="203124" y="228806"/>
                    <a:pt x="206157" y="225392"/>
                  </a:cubicBezTo>
                  <a:lnTo>
                    <a:pt x="386518" y="27200"/>
                  </a:lnTo>
                  <a:cubicBezTo>
                    <a:pt x="398833" y="13690"/>
                    <a:pt x="419764" y="12763"/>
                    <a:pt x="433189" y="25122"/>
                  </a:cubicBezTo>
                  <a:cubicBezTo>
                    <a:pt x="439735" y="31097"/>
                    <a:pt x="443506" y="39263"/>
                    <a:pt x="443877" y="48133"/>
                  </a:cubicBezTo>
                  <a:cubicBezTo>
                    <a:pt x="444246" y="56930"/>
                    <a:pt x="441251" y="65392"/>
                    <a:pt x="435260" y="71924"/>
                  </a:cubicBezTo>
                  <a:close/>
                </a:path>
              </a:pathLst>
            </a:custGeom>
            <a:grpFill/>
            <a:ln w="9438" cap="flat">
              <a:noFill/>
              <a:prstDash val="solid"/>
              <a:miter/>
            </a:ln>
          </p:spPr>
          <p:txBody>
            <a:bodyPr/>
            <a:lstStyle/>
            <a:p>
              <a:endParaRPr lang="en-US"/>
            </a:p>
          </p:txBody>
        </p:sp>
        <p:sp>
          <p:nvSpPr>
            <p:cNvPr id="22" name="Freeform 21">
              <a:extLst>
                <a:ext uri="{FF2B5EF4-FFF2-40B4-BE49-F238E27FC236}">
                  <a16:creationId xmlns:a16="http://schemas.microsoft.com/office/drawing/2014/main" id="{A699B69A-505C-D7CA-1A09-06A89CFFD6EB}"/>
                </a:ext>
              </a:extLst>
            </p:cNvPr>
            <p:cNvSpPr/>
            <p:nvPr/>
          </p:nvSpPr>
          <p:spPr>
            <a:xfrm>
              <a:off x="749487" y="4166809"/>
              <a:ext cx="823576" cy="950152"/>
            </a:xfrm>
            <a:custGeom>
              <a:avLst/>
              <a:gdLst>
                <a:gd name="csX0" fmla="*/ 681757 w 823576"/>
                <a:gd name="csY0" fmla="*/ 725229 h 950152"/>
                <a:gd name="csX1" fmla="*/ 823577 w 823576"/>
                <a:gd name="csY1" fmla="*/ 413314 h 950152"/>
                <a:gd name="csX2" fmla="*/ 411826 w 823576"/>
                <a:gd name="csY2" fmla="*/ 0 h 950152"/>
                <a:gd name="csX3" fmla="*/ 0 w 823576"/>
                <a:gd name="csY3" fmla="*/ 413314 h 950152"/>
                <a:gd name="csX4" fmla="*/ 141820 w 823576"/>
                <a:gd name="csY4" fmla="*/ 725229 h 950152"/>
                <a:gd name="csX5" fmla="*/ 75844 w 823576"/>
                <a:gd name="csY5" fmla="*/ 901197 h 950152"/>
                <a:gd name="csX6" fmla="*/ 77730 w 823576"/>
                <a:gd name="csY6" fmla="*/ 909956 h 950152"/>
                <a:gd name="csX7" fmla="*/ 86458 w 823576"/>
                <a:gd name="csY7" fmla="*/ 911849 h 950152"/>
                <a:gd name="csX8" fmla="*/ 218261 w 823576"/>
                <a:gd name="csY8" fmla="*/ 862931 h 950152"/>
                <a:gd name="csX9" fmla="*/ 299214 w 823576"/>
                <a:gd name="csY9" fmla="*/ 947591 h 950152"/>
                <a:gd name="csX10" fmla="*/ 305168 w 823576"/>
                <a:gd name="csY10" fmla="*/ 950152 h 950152"/>
                <a:gd name="csX11" fmla="*/ 306795 w 823576"/>
                <a:gd name="csY11" fmla="*/ 949967 h 950152"/>
                <a:gd name="csX12" fmla="*/ 312860 w 823576"/>
                <a:gd name="csY12" fmla="*/ 944845 h 950152"/>
                <a:gd name="csX13" fmla="*/ 388303 w 823576"/>
                <a:gd name="csY13" fmla="*/ 743603 h 950152"/>
                <a:gd name="csX14" fmla="*/ 411860 w 823576"/>
                <a:gd name="csY14" fmla="*/ 744568 h 950152"/>
                <a:gd name="csX15" fmla="*/ 435418 w 823576"/>
                <a:gd name="csY15" fmla="*/ 743603 h 950152"/>
                <a:gd name="csX16" fmla="*/ 510861 w 823576"/>
                <a:gd name="csY16" fmla="*/ 944845 h 950152"/>
                <a:gd name="csX17" fmla="*/ 516926 w 823576"/>
                <a:gd name="csY17" fmla="*/ 949967 h 950152"/>
                <a:gd name="csX18" fmla="*/ 518553 w 823576"/>
                <a:gd name="csY18" fmla="*/ 950152 h 950152"/>
                <a:gd name="csX19" fmla="*/ 524507 w 823576"/>
                <a:gd name="csY19" fmla="*/ 947591 h 950152"/>
                <a:gd name="csX20" fmla="*/ 605460 w 823576"/>
                <a:gd name="csY20" fmla="*/ 862931 h 950152"/>
                <a:gd name="csX21" fmla="*/ 737263 w 823576"/>
                <a:gd name="csY21" fmla="*/ 911849 h 950152"/>
                <a:gd name="csX22" fmla="*/ 745991 w 823576"/>
                <a:gd name="csY22" fmla="*/ 909956 h 950152"/>
                <a:gd name="csX23" fmla="*/ 747877 w 823576"/>
                <a:gd name="csY23" fmla="*/ 901197 h 950152"/>
                <a:gd name="csX24" fmla="*/ 16464 w 823576"/>
                <a:gd name="csY24" fmla="*/ 413314 h 950152"/>
                <a:gd name="csX25" fmla="*/ 411836 w 823576"/>
                <a:gd name="csY25" fmla="*/ 16438 h 950152"/>
                <a:gd name="csX26" fmla="*/ 807208 w 823576"/>
                <a:gd name="csY26" fmla="*/ 413238 h 950152"/>
                <a:gd name="csX27" fmla="*/ 675632 w 823576"/>
                <a:gd name="csY27" fmla="*/ 708640 h 950152"/>
                <a:gd name="csX28" fmla="*/ 650559 w 823576"/>
                <a:gd name="csY28" fmla="*/ 641646 h 950152"/>
                <a:gd name="csX29" fmla="*/ 741903 w 823576"/>
                <a:gd name="csY29" fmla="*/ 413240 h 950152"/>
                <a:gd name="csX30" fmla="*/ 411845 w 823576"/>
                <a:gd name="csY30" fmla="*/ 82095 h 950152"/>
                <a:gd name="csX31" fmla="*/ 81826 w 823576"/>
                <a:gd name="csY31" fmla="*/ 413307 h 950152"/>
                <a:gd name="csX32" fmla="*/ 173170 w 823576"/>
                <a:gd name="csY32" fmla="*/ 641713 h 950152"/>
                <a:gd name="csX33" fmla="*/ 148097 w 823576"/>
                <a:gd name="csY33" fmla="*/ 708706 h 950152"/>
                <a:gd name="csX34" fmla="*/ 16483 w 823576"/>
                <a:gd name="csY34" fmla="*/ 413305 h 950152"/>
                <a:gd name="csX35" fmla="*/ 302110 w 823576"/>
                <a:gd name="csY35" fmla="*/ 926765 h 950152"/>
                <a:gd name="csX36" fmla="*/ 226483 w 823576"/>
                <a:gd name="csY36" fmla="*/ 847636 h 950152"/>
                <a:gd name="csX37" fmla="*/ 217681 w 823576"/>
                <a:gd name="csY37" fmla="*/ 845632 h 950152"/>
                <a:gd name="csX38" fmla="*/ 97636 w 823576"/>
                <a:gd name="csY38" fmla="*/ 890096 h 950152"/>
                <a:gd name="csX39" fmla="*/ 185948 w 823576"/>
                <a:gd name="csY39" fmla="*/ 654373 h 950152"/>
                <a:gd name="csX40" fmla="*/ 371298 w 823576"/>
                <a:gd name="csY40" fmla="*/ 741891 h 950152"/>
                <a:gd name="csX41" fmla="*/ 98270 w 823576"/>
                <a:gd name="csY41" fmla="*/ 413314 h 950152"/>
                <a:gd name="csX42" fmla="*/ 411836 w 823576"/>
                <a:gd name="csY42" fmla="*/ 98616 h 950152"/>
                <a:gd name="csX43" fmla="*/ 725401 w 823576"/>
                <a:gd name="csY43" fmla="*/ 413314 h 950152"/>
                <a:gd name="csX44" fmla="*/ 411836 w 823576"/>
                <a:gd name="csY44" fmla="*/ 728013 h 950152"/>
                <a:gd name="csX45" fmla="*/ 98270 w 823576"/>
                <a:gd name="csY45" fmla="*/ 413314 h 950152"/>
                <a:gd name="csX46" fmla="*/ 606029 w 823576"/>
                <a:gd name="csY46" fmla="*/ 845632 h 950152"/>
                <a:gd name="csX47" fmla="*/ 597227 w 823576"/>
                <a:gd name="csY47" fmla="*/ 847636 h 950152"/>
                <a:gd name="csX48" fmla="*/ 521599 w 823576"/>
                <a:gd name="csY48" fmla="*/ 926765 h 950152"/>
                <a:gd name="csX49" fmla="*/ 452296 w 823576"/>
                <a:gd name="csY49" fmla="*/ 741857 h 950152"/>
                <a:gd name="csX50" fmla="*/ 637646 w 823576"/>
                <a:gd name="csY50" fmla="*/ 654340 h 950152"/>
                <a:gd name="csX51" fmla="*/ 725958 w 823576"/>
                <a:gd name="csY51" fmla="*/ 890062 h 9501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823576" h="950152">
                  <a:moveTo>
                    <a:pt x="681757" y="725229"/>
                  </a:moveTo>
                  <a:cubicBezTo>
                    <a:pt x="771881" y="646545"/>
                    <a:pt x="823577" y="533309"/>
                    <a:pt x="823577" y="413314"/>
                  </a:cubicBezTo>
                  <a:cubicBezTo>
                    <a:pt x="823651" y="185393"/>
                    <a:pt x="638852" y="0"/>
                    <a:pt x="411826" y="0"/>
                  </a:cubicBezTo>
                  <a:cubicBezTo>
                    <a:pt x="184801" y="0"/>
                    <a:pt x="0" y="185393"/>
                    <a:pt x="0" y="413314"/>
                  </a:cubicBezTo>
                  <a:cubicBezTo>
                    <a:pt x="0" y="533309"/>
                    <a:pt x="51700" y="646585"/>
                    <a:pt x="141820" y="725229"/>
                  </a:cubicBezTo>
                  <a:lnTo>
                    <a:pt x="75844" y="901197"/>
                  </a:lnTo>
                  <a:cubicBezTo>
                    <a:pt x="74698" y="904240"/>
                    <a:pt x="75474" y="907655"/>
                    <a:pt x="77730" y="909956"/>
                  </a:cubicBezTo>
                  <a:cubicBezTo>
                    <a:pt x="79986" y="912220"/>
                    <a:pt x="83425" y="912999"/>
                    <a:pt x="86458" y="911849"/>
                  </a:cubicBezTo>
                  <a:lnTo>
                    <a:pt x="218261" y="862931"/>
                  </a:lnTo>
                  <a:lnTo>
                    <a:pt x="299214" y="947591"/>
                  </a:lnTo>
                  <a:cubicBezTo>
                    <a:pt x="300841" y="949224"/>
                    <a:pt x="302912" y="950152"/>
                    <a:pt x="305168" y="950152"/>
                  </a:cubicBezTo>
                  <a:cubicBezTo>
                    <a:pt x="305723" y="950152"/>
                    <a:pt x="306314" y="950041"/>
                    <a:pt x="306795" y="949967"/>
                  </a:cubicBezTo>
                  <a:cubicBezTo>
                    <a:pt x="309532" y="949410"/>
                    <a:pt x="311825" y="947406"/>
                    <a:pt x="312860" y="944845"/>
                  </a:cubicBezTo>
                  <a:lnTo>
                    <a:pt x="388303" y="743603"/>
                  </a:lnTo>
                  <a:cubicBezTo>
                    <a:pt x="396069" y="744160"/>
                    <a:pt x="403909" y="744568"/>
                    <a:pt x="411860" y="744568"/>
                  </a:cubicBezTo>
                  <a:cubicBezTo>
                    <a:pt x="419812" y="744568"/>
                    <a:pt x="427689" y="744197"/>
                    <a:pt x="435418" y="743603"/>
                  </a:cubicBezTo>
                  <a:lnTo>
                    <a:pt x="510861" y="944845"/>
                  </a:lnTo>
                  <a:cubicBezTo>
                    <a:pt x="511822" y="947517"/>
                    <a:pt x="514189" y="949410"/>
                    <a:pt x="516926" y="949967"/>
                  </a:cubicBezTo>
                  <a:cubicBezTo>
                    <a:pt x="517480" y="950078"/>
                    <a:pt x="518072" y="950152"/>
                    <a:pt x="518553" y="950152"/>
                  </a:cubicBezTo>
                  <a:cubicBezTo>
                    <a:pt x="520735" y="950152"/>
                    <a:pt x="522917" y="949299"/>
                    <a:pt x="524507" y="947591"/>
                  </a:cubicBezTo>
                  <a:lnTo>
                    <a:pt x="605460" y="862931"/>
                  </a:lnTo>
                  <a:lnTo>
                    <a:pt x="737263" y="911849"/>
                  </a:lnTo>
                  <a:cubicBezTo>
                    <a:pt x="740296" y="912999"/>
                    <a:pt x="743698" y="912220"/>
                    <a:pt x="745991" y="909956"/>
                  </a:cubicBezTo>
                  <a:cubicBezTo>
                    <a:pt x="748247" y="907692"/>
                    <a:pt x="749023" y="904240"/>
                    <a:pt x="747877" y="901197"/>
                  </a:cubicBezTo>
                  <a:close/>
                  <a:moveTo>
                    <a:pt x="16464" y="413314"/>
                  </a:moveTo>
                  <a:cubicBezTo>
                    <a:pt x="16464" y="194486"/>
                    <a:pt x="193786" y="16438"/>
                    <a:pt x="411836" y="16438"/>
                  </a:cubicBezTo>
                  <a:cubicBezTo>
                    <a:pt x="629886" y="16438"/>
                    <a:pt x="807208" y="194400"/>
                    <a:pt x="807208" y="413238"/>
                  </a:cubicBezTo>
                  <a:cubicBezTo>
                    <a:pt x="807208" y="526401"/>
                    <a:pt x="759317" y="633293"/>
                    <a:pt x="675632" y="708640"/>
                  </a:cubicBezTo>
                  <a:lnTo>
                    <a:pt x="650559" y="641646"/>
                  </a:lnTo>
                  <a:cubicBezTo>
                    <a:pt x="707067" y="582151"/>
                    <a:pt x="741903" y="501690"/>
                    <a:pt x="741903" y="413240"/>
                  </a:cubicBezTo>
                  <a:cubicBezTo>
                    <a:pt x="741866" y="230707"/>
                    <a:pt x="593787" y="82095"/>
                    <a:pt x="411845" y="82095"/>
                  </a:cubicBezTo>
                  <a:cubicBezTo>
                    <a:pt x="229903" y="82095"/>
                    <a:pt x="81826" y="230707"/>
                    <a:pt x="81826" y="413307"/>
                  </a:cubicBezTo>
                  <a:cubicBezTo>
                    <a:pt x="81826" y="501752"/>
                    <a:pt x="116662" y="582253"/>
                    <a:pt x="173170" y="641713"/>
                  </a:cubicBezTo>
                  <a:lnTo>
                    <a:pt x="148097" y="708706"/>
                  </a:lnTo>
                  <a:cubicBezTo>
                    <a:pt x="64408" y="633362"/>
                    <a:pt x="16483" y="526468"/>
                    <a:pt x="16483" y="413305"/>
                  </a:cubicBezTo>
                  <a:close/>
                  <a:moveTo>
                    <a:pt x="302110" y="926765"/>
                  </a:moveTo>
                  <a:lnTo>
                    <a:pt x="226483" y="847636"/>
                  </a:lnTo>
                  <a:cubicBezTo>
                    <a:pt x="224227" y="845260"/>
                    <a:pt x="220788" y="844518"/>
                    <a:pt x="217681" y="845632"/>
                  </a:cubicBezTo>
                  <a:lnTo>
                    <a:pt x="97636" y="890096"/>
                  </a:lnTo>
                  <a:lnTo>
                    <a:pt x="185948" y="654373"/>
                  </a:lnTo>
                  <a:cubicBezTo>
                    <a:pt x="235762" y="701398"/>
                    <a:pt x="300038" y="733057"/>
                    <a:pt x="371298" y="741891"/>
                  </a:cubicBezTo>
                  <a:close/>
                  <a:moveTo>
                    <a:pt x="98270" y="413314"/>
                  </a:moveTo>
                  <a:cubicBezTo>
                    <a:pt x="98270" y="239798"/>
                    <a:pt x="238945" y="98616"/>
                    <a:pt x="411836" y="98616"/>
                  </a:cubicBezTo>
                  <a:cubicBezTo>
                    <a:pt x="584727" y="98616"/>
                    <a:pt x="725401" y="239798"/>
                    <a:pt x="725401" y="413314"/>
                  </a:cubicBezTo>
                  <a:cubicBezTo>
                    <a:pt x="725401" y="586831"/>
                    <a:pt x="584727" y="728013"/>
                    <a:pt x="411836" y="728013"/>
                  </a:cubicBezTo>
                  <a:cubicBezTo>
                    <a:pt x="238945" y="728013"/>
                    <a:pt x="98270" y="586831"/>
                    <a:pt x="98270" y="413314"/>
                  </a:cubicBezTo>
                  <a:close/>
                  <a:moveTo>
                    <a:pt x="606029" y="845632"/>
                  </a:moveTo>
                  <a:cubicBezTo>
                    <a:pt x="602996" y="844481"/>
                    <a:pt x="599483" y="845261"/>
                    <a:pt x="597227" y="847636"/>
                  </a:cubicBezTo>
                  <a:lnTo>
                    <a:pt x="521599" y="926765"/>
                  </a:lnTo>
                  <a:lnTo>
                    <a:pt x="452296" y="741857"/>
                  </a:lnTo>
                  <a:cubicBezTo>
                    <a:pt x="523596" y="733024"/>
                    <a:pt x="587868" y="701365"/>
                    <a:pt x="637646" y="654340"/>
                  </a:cubicBezTo>
                  <a:lnTo>
                    <a:pt x="725958" y="890062"/>
                  </a:lnTo>
                  <a:close/>
                </a:path>
              </a:pathLst>
            </a:custGeom>
            <a:grpFill/>
            <a:ln w="9438" cap="flat">
              <a:noFill/>
              <a:prstDash val="solid"/>
              <a:miter/>
            </a:ln>
          </p:spPr>
          <p:txBody>
            <a:bodyPr/>
            <a:lstStyle/>
            <a:p>
              <a:endParaRPr lang="en-US"/>
            </a:p>
          </p:txBody>
        </p:sp>
      </p:grpSp>
      <p:grpSp>
        <p:nvGrpSpPr>
          <p:cNvPr id="33" name="Group 32">
            <a:extLst>
              <a:ext uri="{FF2B5EF4-FFF2-40B4-BE49-F238E27FC236}">
                <a16:creationId xmlns:a16="http://schemas.microsoft.com/office/drawing/2014/main" id="{05372A84-C2CC-65D6-F6CF-0B751EBDAA1A}"/>
              </a:ext>
              <a:ext uri="{C183D7F6-B498-43B3-948B-1728B52AA6E4}">
                <adec:decorative xmlns:adec="http://schemas.microsoft.com/office/drawing/2017/decorative" val="1"/>
              </a:ext>
            </a:extLst>
          </p:cNvPr>
          <p:cNvGrpSpPr/>
          <p:nvPr/>
        </p:nvGrpSpPr>
        <p:grpSpPr>
          <a:xfrm>
            <a:off x="5855597" y="4240328"/>
            <a:ext cx="480804" cy="554699"/>
            <a:chOff x="749487" y="4166809"/>
            <a:chExt cx="823576" cy="950152"/>
          </a:xfrm>
          <a:solidFill>
            <a:srgbClr val="2F7D95"/>
          </a:solidFill>
        </p:grpSpPr>
        <p:sp>
          <p:nvSpPr>
            <p:cNvPr id="34" name="Freeform 33">
              <a:extLst>
                <a:ext uri="{FF2B5EF4-FFF2-40B4-BE49-F238E27FC236}">
                  <a16:creationId xmlns:a16="http://schemas.microsoft.com/office/drawing/2014/main" id="{5912562F-8258-CAD7-DACB-A7A6DD414F02}"/>
                </a:ext>
              </a:extLst>
            </p:cNvPr>
            <p:cNvSpPr/>
            <p:nvPr/>
          </p:nvSpPr>
          <p:spPr>
            <a:xfrm>
              <a:off x="928448" y="4415452"/>
              <a:ext cx="460339" cy="327979"/>
            </a:xfrm>
            <a:custGeom>
              <a:avLst/>
              <a:gdLst>
                <a:gd name="csX0" fmla="*/ 444175 w 460339"/>
                <a:gd name="csY0" fmla="*/ 12941 h 327979"/>
                <a:gd name="csX1" fmla="*/ 374317 w 460339"/>
                <a:gd name="csY1" fmla="*/ 16170 h 327979"/>
                <a:gd name="csX2" fmla="*/ 199541 w 460339"/>
                <a:gd name="csY2" fmla="*/ 208281 h 327979"/>
                <a:gd name="csX3" fmla="*/ 82715 w 460339"/>
                <a:gd name="csY3" fmla="*/ 101579 h 327979"/>
                <a:gd name="csX4" fmla="*/ 12857 w 460339"/>
                <a:gd name="csY4" fmla="*/ 104919 h 327979"/>
                <a:gd name="csX5" fmla="*/ 16185 w 460339"/>
                <a:gd name="csY5" fmla="*/ 175030 h 327979"/>
                <a:gd name="csX6" fmla="*/ 169470 w 460339"/>
                <a:gd name="csY6" fmla="*/ 315063 h 327979"/>
                <a:gd name="csX7" fmla="*/ 202790 w 460339"/>
                <a:gd name="csY7" fmla="*/ 327979 h 327979"/>
                <a:gd name="csX8" fmla="*/ 239328 w 460339"/>
                <a:gd name="csY8" fmla="*/ 311834 h 327979"/>
                <a:gd name="csX9" fmla="*/ 447419 w 460339"/>
                <a:gd name="csY9" fmla="*/ 83058 h 327979"/>
                <a:gd name="csX10" fmla="*/ 460288 w 460339"/>
                <a:gd name="csY10" fmla="*/ 47316 h 327979"/>
                <a:gd name="csX11" fmla="*/ 444165 w 460339"/>
                <a:gd name="csY11" fmla="*/ 12947 h 327979"/>
                <a:gd name="csX12" fmla="*/ 435262 w 460339"/>
                <a:gd name="csY12" fmla="*/ 71917 h 327979"/>
                <a:gd name="csX13" fmla="*/ 227171 w 460339"/>
                <a:gd name="csY13" fmla="*/ 300618 h 327979"/>
                <a:gd name="csX14" fmla="*/ 202764 w 460339"/>
                <a:gd name="csY14" fmla="*/ 311455 h 327979"/>
                <a:gd name="csX15" fmla="*/ 180501 w 460339"/>
                <a:gd name="csY15" fmla="*/ 302807 h 327979"/>
                <a:gd name="csX16" fmla="*/ 27244 w 460339"/>
                <a:gd name="csY16" fmla="*/ 162774 h 327979"/>
                <a:gd name="csX17" fmla="*/ 25062 w 460339"/>
                <a:gd name="csY17" fmla="*/ 115935 h 327979"/>
                <a:gd name="csX18" fmla="*/ 49470 w 460339"/>
                <a:gd name="csY18" fmla="*/ 105098 h 327979"/>
                <a:gd name="csX19" fmla="*/ 71733 w 460339"/>
                <a:gd name="csY19" fmla="*/ 113745 h 327979"/>
                <a:gd name="csX20" fmla="*/ 194618 w 460339"/>
                <a:gd name="csY20" fmla="*/ 225948 h 327979"/>
                <a:gd name="csX21" fmla="*/ 206157 w 460339"/>
                <a:gd name="csY21" fmla="*/ 225392 h 327979"/>
                <a:gd name="csX22" fmla="*/ 386518 w 460339"/>
                <a:gd name="csY22" fmla="*/ 27200 h 327979"/>
                <a:gd name="csX23" fmla="*/ 433189 w 460339"/>
                <a:gd name="csY23" fmla="*/ 25122 h 327979"/>
                <a:gd name="csX24" fmla="*/ 443877 w 460339"/>
                <a:gd name="csY24" fmla="*/ 48133 h 327979"/>
                <a:gd name="csX25" fmla="*/ 435260 w 460339"/>
                <a:gd name="csY25" fmla="*/ 71924 h 3279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60339" h="327979">
                  <a:moveTo>
                    <a:pt x="444175" y="12941"/>
                  </a:moveTo>
                  <a:cubicBezTo>
                    <a:pt x="424020" y="-5505"/>
                    <a:pt x="392659" y="-4058"/>
                    <a:pt x="374317" y="16170"/>
                  </a:cubicBezTo>
                  <a:lnTo>
                    <a:pt x="199541" y="208281"/>
                  </a:lnTo>
                  <a:lnTo>
                    <a:pt x="82715" y="101579"/>
                  </a:lnTo>
                  <a:cubicBezTo>
                    <a:pt x="62560" y="83133"/>
                    <a:pt x="31200" y="84655"/>
                    <a:pt x="12857" y="104919"/>
                  </a:cubicBezTo>
                  <a:cubicBezTo>
                    <a:pt x="-5523" y="125147"/>
                    <a:pt x="-4006" y="156621"/>
                    <a:pt x="16185" y="175030"/>
                  </a:cubicBezTo>
                  <a:lnTo>
                    <a:pt x="169470" y="315063"/>
                  </a:lnTo>
                  <a:cubicBezTo>
                    <a:pt x="178567" y="323414"/>
                    <a:pt x="190401" y="327979"/>
                    <a:pt x="202790" y="327979"/>
                  </a:cubicBezTo>
                  <a:cubicBezTo>
                    <a:pt x="216696" y="327979"/>
                    <a:pt x="229972" y="322078"/>
                    <a:pt x="239328" y="311834"/>
                  </a:cubicBezTo>
                  <a:lnTo>
                    <a:pt x="447419" y="83058"/>
                  </a:lnTo>
                  <a:cubicBezTo>
                    <a:pt x="456331" y="73260"/>
                    <a:pt x="460880" y="60529"/>
                    <a:pt x="460288" y="47316"/>
                  </a:cubicBezTo>
                  <a:cubicBezTo>
                    <a:pt x="459697" y="34029"/>
                    <a:pt x="453928" y="21855"/>
                    <a:pt x="444165" y="12947"/>
                  </a:cubicBezTo>
                  <a:close/>
                  <a:moveTo>
                    <a:pt x="435262" y="71917"/>
                  </a:moveTo>
                  <a:lnTo>
                    <a:pt x="227171" y="300618"/>
                  </a:lnTo>
                  <a:cubicBezTo>
                    <a:pt x="220921" y="307447"/>
                    <a:pt x="212009" y="311455"/>
                    <a:pt x="202764" y="311455"/>
                  </a:cubicBezTo>
                  <a:cubicBezTo>
                    <a:pt x="194517" y="311455"/>
                    <a:pt x="186677" y="308412"/>
                    <a:pt x="180501" y="302807"/>
                  </a:cubicBezTo>
                  <a:lnTo>
                    <a:pt x="27244" y="162774"/>
                  </a:lnTo>
                  <a:cubicBezTo>
                    <a:pt x="13783" y="150415"/>
                    <a:pt x="12748" y="129408"/>
                    <a:pt x="25062" y="115935"/>
                  </a:cubicBezTo>
                  <a:cubicBezTo>
                    <a:pt x="31608" y="108697"/>
                    <a:pt x="40484" y="105098"/>
                    <a:pt x="49470" y="105098"/>
                  </a:cubicBezTo>
                  <a:cubicBezTo>
                    <a:pt x="57421" y="105098"/>
                    <a:pt x="65372" y="107955"/>
                    <a:pt x="71733" y="113745"/>
                  </a:cubicBezTo>
                  <a:lnTo>
                    <a:pt x="194618" y="225948"/>
                  </a:lnTo>
                  <a:cubicBezTo>
                    <a:pt x="197947" y="228992"/>
                    <a:pt x="203124" y="228806"/>
                    <a:pt x="206157" y="225392"/>
                  </a:cubicBezTo>
                  <a:lnTo>
                    <a:pt x="386518" y="27200"/>
                  </a:lnTo>
                  <a:cubicBezTo>
                    <a:pt x="398833" y="13690"/>
                    <a:pt x="419764" y="12763"/>
                    <a:pt x="433189" y="25122"/>
                  </a:cubicBezTo>
                  <a:cubicBezTo>
                    <a:pt x="439735" y="31097"/>
                    <a:pt x="443506" y="39263"/>
                    <a:pt x="443877" y="48133"/>
                  </a:cubicBezTo>
                  <a:cubicBezTo>
                    <a:pt x="444246" y="56930"/>
                    <a:pt x="441251" y="65392"/>
                    <a:pt x="435260" y="71924"/>
                  </a:cubicBezTo>
                  <a:close/>
                </a:path>
              </a:pathLst>
            </a:custGeom>
            <a:grpFill/>
            <a:ln w="9438" cap="flat">
              <a:noFill/>
              <a:prstDash val="solid"/>
              <a:miter/>
            </a:ln>
          </p:spPr>
          <p:txBody>
            <a:bodyPr/>
            <a:lstStyle/>
            <a:p>
              <a:endParaRPr lang="en-US"/>
            </a:p>
          </p:txBody>
        </p:sp>
        <p:sp>
          <p:nvSpPr>
            <p:cNvPr id="35" name="Freeform 34">
              <a:extLst>
                <a:ext uri="{FF2B5EF4-FFF2-40B4-BE49-F238E27FC236}">
                  <a16:creationId xmlns:a16="http://schemas.microsoft.com/office/drawing/2014/main" id="{38B23240-F0DE-750F-C93F-F3BD47AF79D9}"/>
                </a:ext>
              </a:extLst>
            </p:cNvPr>
            <p:cNvSpPr/>
            <p:nvPr/>
          </p:nvSpPr>
          <p:spPr>
            <a:xfrm>
              <a:off x="749487" y="4166809"/>
              <a:ext cx="823576" cy="950152"/>
            </a:xfrm>
            <a:custGeom>
              <a:avLst/>
              <a:gdLst>
                <a:gd name="csX0" fmla="*/ 681757 w 823576"/>
                <a:gd name="csY0" fmla="*/ 725229 h 950152"/>
                <a:gd name="csX1" fmla="*/ 823577 w 823576"/>
                <a:gd name="csY1" fmla="*/ 413314 h 950152"/>
                <a:gd name="csX2" fmla="*/ 411826 w 823576"/>
                <a:gd name="csY2" fmla="*/ 0 h 950152"/>
                <a:gd name="csX3" fmla="*/ 0 w 823576"/>
                <a:gd name="csY3" fmla="*/ 413314 h 950152"/>
                <a:gd name="csX4" fmla="*/ 141820 w 823576"/>
                <a:gd name="csY4" fmla="*/ 725229 h 950152"/>
                <a:gd name="csX5" fmla="*/ 75844 w 823576"/>
                <a:gd name="csY5" fmla="*/ 901197 h 950152"/>
                <a:gd name="csX6" fmla="*/ 77730 w 823576"/>
                <a:gd name="csY6" fmla="*/ 909956 h 950152"/>
                <a:gd name="csX7" fmla="*/ 86458 w 823576"/>
                <a:gd name="csY7" fmla="*/ 911849 h 950152"/>
                <a:gd name="csX8" fmla="*/ 218261 w 823576"/>
                <a:gd name="csY8" fmla="*/ 862931 h 950152"/>
                <a:gd name="csX9" fmla="*/ 299214 w 823576"/>
                <a:gd name="csY9" fmla="*/ 947591 h 950152"/>
                <a:gd name="csX10" fmla="*/ 305168 w 823576"/>
                <a:gd name="csY10" fmla="*/ 950152 h 950152"/>
                <a:gd name="csX11" fmla="*/ 306795 w 823576"/>
                <a:gd name="csY11" fmla="*/ 949967 h 950152"/>
                <a:gd name="csX12" fmla="*/ 312860 w 823576"/>
                <a:gd name="csY12" fmla="*/ 944845 h 950152"/>
                <a:gd name="csX13" fmla="*/ 388303 w 823576"/>
                <a:gd name="csY13" fmla="*/ 743603 h 950152"/>
                <a:gd name="csX14" fmla="*/ 411860 w 823576"/>
                <a:gd name="csY14" fmla="*/ 744568 h 950152"/>
                <a:gd name="csX15" fmla="*/ 435418 w 823576"/>
                <a:gd name="csY15" fmla="*/ 743603 h 950152"/>
                <a:gd name="csX16" fmla="*/ 510861 w 823576"/>
                <a:gd name="csY16" fmla="*/ 944845 h 950152"/>
                <a:gd name="csX17" fmla="*/ 516926 w 823576"/>
                <a:gd name="csY17" fmla="*/ 949967 h 950152"/>
                <a:gd name="csX18" fmla="*/ 518553 w 823576"/>
                <a:gd name="csY18" fmla="*/ 950152 h 950152"/>
                <a:gd name="csX19" fmla="*/ 524507 w 823576"/>
                <a:gd name="csY19" fmla="*/ 947591 h 950152"/>
                <a:gd name="csX20" fmla="*/ 605460 w 823576"/>
                <a:gd name="csY20" fmla="*/ 862931 h 950152"/>
                <a:gd name="csX21" fmla="*/ 737263 w 823576"/>
                <a:gd name="csY21" fmla="*/ 911849 h 950152"/>
                <a:gd name="csX22" fmla="*/ 745991 w 823576"/>
                <a:gd name="csY22" fmla="*/ 909956 h 950152"/>
                <a:gd name="csX23" fmla="*/ 747877 w 823576"/>
                <a:gd name="csY23" fmla="*/ 901197 h 950152"/>
                <a:gd name="csX24" fmla="*/ 16464 w 823576"/>
                <a:gd name="csY24" fmla="*/ 413314 h 950152"/>
                <a:gd name="csX25" fmla="*/ 411836 w 823576"/>
                <a:gd name="csY25" fmla="*/ 16438 h 950152"/>
                <a:gd name="csX26" fmla="*/ 807208 w 823576"/>
                <a:gd name="csY26" fmla="*/ 413238 h 950152"/>
                <a:gd name="csX27" fmla="*/ 675632 w 823576"/>
                <a:gd name="csY27" fmla="*/ 708640 h 950152"/>
                <a:gd name="csX28" fmla="*/ 650559 w 823576"/>
                <a:gd name="csY28" fmla="*/ 641646 h 950152"/>
                <a:gd name="csX29" fmla="*/ 741903 w 823576"/>
                <a:gd name="csY29" fmla="*/ 413240 h 950152"/>
                <a:gd name="csX30" fmla="*/ 411845 w 823576"/>
                <a:gd name="csY30" fmla="*/ 82095 h 950152"/>
                <a:gd name="csX31" fmla="*/ 81826 w 823576"/>
                <a:gd name="csY31" fmla="*/ 413307 h 950152"/>
                <a:gd name="csX32" fmla="*/ 173170 w 823576"/>
                <a:gd name="csY32" fmla="*/ 641713 h 950152"/>
                <a:gd name="csX33" fmla="*/ 148097 w 823576"/>
                <a:gd name="csY33" fmla="*/ 708706 h 950152"/>
                <a:gd name="csX34" fmla="*/ 16483 w 823576"/>
                <a:gd name="csY34" fmla="*/ 413305 h 950152"/>
                <a:gd name="csX35" fmla="*/ 302110 w 823576"/>
                <a:gd name="csY35" fmla="*/ 926765 h 950152"/>
                <a:gd name="csX36" fmla="*/ 226483 w 823576"/>
                <a:gd name="csY36" fmla="*/ 847636 h 950152"/>
                <a:gd name="csX37" fmla="*/ 217681 w 823576"/>
                <a:gd name="csY37" fmla="*/ 845632 h 950152"/>
                <a:gd name="csX38" fmla="*/ 97636 w 823576"/>
                <a:gd name="csY38" fmla="*/ 890096 h 950152"/>
                <a:gd name="csX39" fmla="*/ 185948 w 823576"/>
                <a:gd name="csY39" fmla="*/ 654373 h 950152"/>
                <a:gd name="csX40" fmla="*/ 371298 w 823576"/>
                <a:gd name="csY40" fmla="*/ 741891 h 950152"/>
                <a:gd name="csX41" fmla="*/ 98270 w 823576"/>
                <a:gd name="csY41" fmla="*/ 413314 h 950152"/>
                <a:gd name="csX42" fmla="*/ 411836 w 823576"/>
                <a:gd name="csY42" fmla="*/ 98616 h 950152"/>
                <a:gd name="csX43" fmla="*/ 725401 w 823576"/>
                <a:gd name="csY43" fmla="*/ 413314 h 950152"/>
                <a:gd name="csX44" fmla="*/ 411836 w 823576"/>
                <a:gd name="csY44" fmla="*/ 728013 h 950152"/>
                <a:gd name="csX45" fmla="*/ 98270 w 823576"/>
                <a:gd name="csY45" fmla="*/ 413314 h 950152"/>
                <a:gd name="csX46" fmla="*/ 606029 w 823576"/>
                <a:gd name="csY46" fmla="*/ 845632 h 950152"/>
                <a:gd name="csX47" fmla="*/ 597227 w 823576"/>
                <a:gd name="csY47" fmla="*/ 847636 h 950152"/>
                <a:gd name="csX48" fmla="*/ 521599 w 823576"/>
                <a:gd name="csY48" fmla="*/ 926765 h 950152"/>
                <a:gd name="csX49" fmla="*/ 452296 w 823576"/>
                <a:gd name="csY49" fmla="*/ 741857 h 950152"/>
                <a:gd name="csX50" fmla="*/ 637646 w 823576"/>
                <a:gd name="csY50" fmla="*/ 654340 h 950152"/>
                <a:gd name="csX51" fmla="*/ 725958 w 823576"/>
                <a:gd name="csY51" fmla="*/ 890062 h 9501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823576" h="950152">
                  <a:moveTo>
                    <a:pt x="681757" y="725229"/>
                  </a:moveTo>
                  <a:cubicBezTo>
                    <a:pt x="771881" y="646545"/>
                    <a:pt x="823577" y="533309"/>
                    <a:pt x="823577" y="413314"/>
                  </a:cubicBezTo>
                  <a:cubicBezTo>
                    <a:pt x="823651" y="185393"/>
                    <a:pt x="638852" y="0"/>
                    <a:pt x="411826" y="0"/>
                  </a:cubicBezTo>
                  <a:cubicBezTo>
                    <a:pt x="184801" y="0"/>
                    <a:pt x="0" y="185393"/>
                    <a:pt x="0" y="413314"/>
                  </a:cubicBezTo>
                  <a:cubicBezTo>
                    <a:pt x="0" y="533309"/>
                    <a:pt x="51700" y="646585"/>
                    <a:pt x="141820" y="725229"/>
                  </a:cubicBezTo>
                  <a:lnTo>
                    <a:pt x="75844" y="901197"/>
                  </a:lnTo>
                  <a:cubicBezTo>
                    <a:pt x="74698" y="904240"/>
                    <a:pt x="75474" y="907655"/>
                    <a:pt x="77730" y="909956"/>
                  </a:cubicBezTo>
                  <a:cubicBezTo>
                    <a:pt x="79986" y="912220"/>
                    <a:pt x="83425" y="912999"/>
                    <a:pt x="86458" y="911849"/>
                  </a:cubicBezTo>
                  <a:lnTo>
                    <a:pt x="218261" y="862931"/>
                  </a:lnTo>
                  <a:lnTo>
                    <a:pt x="299214" y="947591"/>
                  </a:lnTo>
                  <a:cubicBezTo>
                    <a:pt x="300841" y="949224"/>
                    <a:pt x="302912" y="950152"/>
                    <a:pt x="305168" y="950152"/>
                  </a:cubicBezTo>
                  <a:cubicBezTo>
                    <a:pt x="305723" y="950152"/>
                    <a:pt x="306314" y="950041"/>
                    <a:pt x="306795" y="949967"/>
                  </a:cubicBezTo>
                  <a:cubicBezTo>
                    <a:pt x="309532" y="949410"/>
                    <a:pt x="311825" y="947406"/>
                    <a:pt x="312860" y="944845"/>
                  </a:cubicBezTo>
                  <a:lnTo>
                    <a:pt x="388303" y="743603"/>
                  </a:lnTo>
                  <a:cubicBezTo>
                    <a:pt x="396069" y="744160"/>
                    <a:pt x="403909" y="744568"/>
                    <a:pt x="411860" y="744568"/>
                  </a:cubicBezTo>
                  <a:cubicBezTo>
                    <a:pt x="419812" y="744568"/>
                    <a:pt x="427689" y="744197"/>
                    <a:pt x="435418" y="743603"/>
                  </a:cubicBezTo>
                  <a:lnTo>
                    <a:pt x="510861" y="944845"/>
                  </a:lnTo>
                  <a:cubicBezTo>
                    <a:pt x="511822" y="947517"/>
                    <a:pt x="514189" y="949410"/>
                    <a:pt x="516926" y="949967"/>
                  </a:cubicBezTo>
                  <a:cubicBezTo>
                    <a:pt x="517480" y="950078"/>
                    <a:pt x="518072" y="950152"/>
                    <a:pt x="518553" y="950152"/>
                  </a:cubicBezTo>
                  <a:cubicBezTo>
                    <a:pt x="520735" y="950152"/>
                    <a:pt x="522917" y="949299"/>
                    <a:pt x="524507" y="947591"/>
                  </a:cubicBezTo>
                  <a:lnTo>
                    <a:pt x="605460" y="862931"/>
                  </a:lnTo>
                  <a:lnTo>
                    <a:pt x="737263" y="911849"/>
                  </a:lnTo>
                  <a:cubicBezTo>
                    <a:pt x="740296" y="912999"/>
                    <a:pt x="743698" y="912220"/>
                    <a:pt x="745991" y="909956"/>
                  </a:cubicBezTo>
                  <a:cubicBezTo>
                    <a:pt x="748247" y="907692"/>
                    <a:pt x="749023" y="904240"/>
                    <a:pt x="747877" y="901197"/>
                  </a:cubicBezTo>
                  <a:close/>
                  <a:moveTo>
                    <a:pt x="16464" y="413314"/>
                  </a:moveTo>
                  <a:cubicBezTo>
                    <a:pt x="16464" y="194486"/>
                    <a:pt x="193786" y="16438"/>
                    <a:pt x="411836" y="16438"/>
                  </a:cubicBezTo>
                  <a:cubicBezTo>
                    <a:pt x="629886" y="16438"/>
                    <a:pt x="807208" y="194400"/>
                    <a:pt x="807208" y="413238"/>
                  </a:cubicBezTo>
                  <a:cubicBezTo>
                    <a:pt x="807208" y="526401"/>
                    <a:pt x="759317" y="633293"/>
                    <a:pt x="675632" y="708640"/>
                  </a:cubicBezTo>
                  <a:lnTo>
                    <a:pt x="650559" y="641646"/>
                  </a:lnTo>
                  <a:cubicBezTo>
                    <a:pt x="707067" y="582151"/>
                    <a:pt x="741903" y="501690"/>
                    <a:pt x="741903" y="413240"/>
                  </a:cubicBezTo>
                  <a:cubicBezTo>
                    <a:pt x="741866" y="230707"/>
                    <a:pt x="593787" y="82095"/>
                    <a:pt x="411845" y="82095"/>
                  </a:cubicBezTo>
                  <a:cubicBezTo>
                    <a:pt x="229903" y="82095"/>
                    <a:pt x="81826" y="230707"/>
                    <a:pt x="81826" y="413307"/>
                  </a:cubicBezTo>
                  <a:cubicBezTo>
                    <a:pt x="81826" y="501752"/>
                    <a:pt x="116662" y="582253"/>
                    <a:pt x="173170" y="641713"/>
                  </a:cubicBezTo>
                  <a:lnTo>
                    <a:pt x="148097" y="708706"/>
                  </a:lnTo>
                  <a:cubicBezTo>
                    <a:pt x="64408" y="633362"/>
                    <a:pt x="16483" y="526468"/>
                    <a:pt x="16483" y="413305"/>
                  </a:cubicBezTo>
                  <a:close/>
                  <a:moveTo>
                    <a:pt x="302110" y="926765"/>
                  </a:moveTo>
                  <a:lnTo>
                    <a:pt x="226483" y="847636"/>
                  </a:lnTo>
                  <a:cubicBezTo>
                    <a:pt x="224227" y="845260"/>
                    <a:pt x="220788" y="844518"/>
                    <a:pt x="217681" y="845632"/>
                  </a:cubicBezTo>
                  <a:lnTo>
                    <a:pt x="97636" y="890096"/>
                  </a:lnTo>
                  <a:lnTo>
                    <a:pt x="185948" y="654373"/>
                  </a:lnTo>
                  <a:cubicBezTo>
                    <a:pt x="235762" y="701398"/>
                    <a:pt x="300038" y="733057"/>
                    <a:pt x="371298" y="741891"/>
                  </a:cubicBezTo>
                  <a:close/>
                  <a:moveTo>
                    <a:pt x="98270" y="413314"/>
                  </a:moveTo>
                  <a:cubicBezTo>
                    <a:pt x="98270" y="239798"/>
                    <a:pt x="238945" y="98616"/>
                    <a:pt x="411836" y="98616"/>
                  </a:cubicBezTo>
                  <a:cubicBezTo>
                    <a:pt x="584727" y="98616"/>
                    <a:pt x="725401" y="239798"/>
                    <a:pt x="725401" y="413314"/>
                  </a:cubicBezTo>
                  <a:cubicBezTo>
                    <a:pt x="725401" y="586831"/>
                    <a:pt x="584727" y="728013"/>
                    <a:pt x="411836" y="728013"/>
                  </a:cubicBezTo>
                  <a:cubicBezTo>
                    <a:pt x="238945" y="728013"/>
                    <a:pt x="98270" y="586831"/>
                    <a:pt x="98270" y="413314"/>
                  </a:cubicBezTo>
                  <a:close/>
                  <a:moveTo>
                    <a:pt x="606029" y="845632"/>
                  </a:moveTo>
                  <a:cubicBezTo>
                    <a:pt x="602996" y="844481"/>
                    <a:pt x="599483" y="845261"/>
                    <a:pt x="597227" y="847636"/>
                  </a:cubicBezTo>
                  <a:lnTo>
                    <a:pt x="521599" y="926765"/>
                  </a:lnTo>
                  <a:lnTo>
                    <a:pt x="452296" y="741857"/>
                  </a:lnTo>
                  <a:cubicBezTo>
                    <a:pt x="523596" y="733024"/>
                    <a:pt x="587868" y="701365"/>
                    <a:pt x="637646" y="654340"/>
                  </a:cubicBezTo>
                  <a:lnTo>
                    <a:pt x="725958" y="890062"/>
                  </a:lnTo>
                  <a:close/>
                </a:path>
              </a:pathLst>
            </a:custGeom>
            <a:grpFill/>
            <a:ln w="9438" cap="flat">
              <a:noFill/>
              <a:prstDash val="solid"/>
              <a:miter/>
            </a:ln>
          </p:spPr>
          <p:txBody>
            <a:bodyPr/>
            <a:lstStyle/>
            <a:p>
              <a:endParaRPr lang="en-US"/>
            </a:p>
          </p:txBody>
        </p:sp>
      </p:grpSp>
      <p:grpSp>
        <p:nvGrpSpPr>
          <p:cNvPr id="37" name="Group 36">
            <a:extLst>
              <a:ext uri="{FF2B5EF4-FFF2-40B4-BE49-F238E27FC236}">
                <a16:creationId xmlns:a16="http://schemas.microsoft.com/office/drawing/2014/main" id="{AD9CB1A4-4166-A440-A44F-D7DEF3C9E0B8}"/>
              </a:ext>
              <a:ext uri="{C183D7F6-B498-43B3-948B-1728B52AA6E4}">
                <adec:decorative xmlns:adec="http://schemas.microsoft.com/office/drawing/2017/decorative" val="1"/>
              </a:ext>
            </a:extLst>
          </p:cNvPr>
          <p:cNvGrpSpPr/>
          <p:nvPr/>
        </p:nvGrpSpPr>
        <p:grpSpPr>
          <a:xfrm>
            <a:off x="9454030" y="4240328"/>
            <a:ext cx="480804" cy="554699"/>
            <a:chOff x="749487" y="4166809"/>
            <a:chExt cx="823576" cy="950152"/>
          </a:xfrm>
          <a:solidFill>
            <a:srgbClr val="2F7D95"/>
          </a:solidFill>
        </p:grpSpPr>
        <p:sp>
          <p:nvSpPr>
            <p:cNvPr id="38" name="Freeform 37">
              <a:extLst>
                <a:ext uri="{FF2B5EF4-FFF2-40B4-BE49-F238E27FC236}">
                  <a16:creationId xmlns:a16="http://schemas.microsoft.com/office/drawing/2014/main" id="{FF304F5F-2CD4-99DC-1275-1CB65C522A38}"/>
                </a:ext>
              </a:extLst>
            </p:cNvPr>
            <p:cNvSpPr/>
            <p:nvPr/>
          </p:nvSpPr>
          <p:spPr>
            <a:xfrm>
              <a:off x="928448" y="4415452"/>
              <a:ext cx="460339" cy="327979"/>
            </a:xfrm>
            <a:custGeom>
              <a:avLst/>
              <a:gdLst>
                <a:gd name="csX0" fmla="*/ 444175 w 460339"/>
                <a:gd name="csY0" fmla="*/ 12941 h 327979"/>
                <a:gd name="csX1" fmla="*/ 374317 w 460339"/>
                <a:gd name="csY1" fmla="*/ 16170 h 327979"/>
                <a:gd name="csX2" fmla="*/ 199541 w 460339"/>
                <a:gd name="csY2" fmla="*/ 208281 h 327979"/>
                <a:gd name="csX3" fmla="*/ 82715 w 460339"/>
                <a:gd name="csY3" fmla="*/ 101579 h 327979"/>
                <a:gd name="csX4" fmla="*/ 12857 w 460339"/>
                <a:gd name="csY4" fmla="*/ 104919 h 327979"/>
                <a:gd name="csX5" fmla="*/ 16185 w 460339"/>
                <a:gd name="csY5" fmla="*/ 175030 h 327979"/>
                <a:gd name="csX6" fmla="*/ 169470 w 460339"/>
                <a:gd name="csY6" fmla="*/ 315063 h 327979"/>
                <a:gd name="csX7" fmla="*/ 202790 w 460339"/>
                <a:gd name="csY7" fmla="*/ 327979 h 327979"/>
                <a:gd name="csX8" fmla="*/ 239328 w 460339"/>
                <a:gd name="csY8" fmla="*/ 311834 h 327979"/>
                <a:gd name="csX9" fmla="*/ 447419 w 460339"/>
                <a:gd name="csY9" fmla="*/ 83058 h 327979"/>
                <a:gd name="csX10" fmla="*/ 460288 w 460339"/>
                <a:gd name="csY10" fmla="*/ 47316 h 327979"/>
                <a:gd name="csX11" fmla="*/ 444165 w 460339"/>
                <a:gd name="csY11" fmla="*/ 12947 h 327979"/>
                <a:gd name="csX12" fmla="*/ 435262 w 460339"/>
                <a:gd name="csY12" fmla="*/ 71917 h 327979"/>
                <a:gd name="csX13" fmla="*/ 227171 w 460339"/>
                <a:gd name="csY13" fmla="*/ 300618 h 327979"/>
                <a:gd name="csX14" fmla="*/ 202764 w 460339"/>
                <a:gd name="csY14" fmla="*/ 311455 h 327979"/>
                <a:gd name="csX15" fmla="*/ 180501 w 460339"/>
                <a:gd name="csY15" fmla="*/ 302807 h 327979"/>
                <a:gd name="csX16" fmla="*/ 27244 w 460339"/>
                <a:gd name="csY16" fmla="*/ 162774 h 327979"/>
                <a:gd name="csX17" fmla="*/ 25062 w 460339"/>
                <a:gd name="csY17" fmla="*/ 115935 h 327979"/>
                <a:gd name="csX18" fmla="*/ 49470 w 460339"/>
                <a:gd name="csY18" fmla="*/ 105098 h 327979"/>
                <a:gd name="csX19" fmla="*/ 71733 w 460339"/>
                <a:gd name="csY19" fmla="*/ 113745 h 327979"/>
                <a:gd name="csX20" fmla="*/ 194618 w 460339"/>
                <a:gd name="csY20" fmla="*/ 225948 h 327979"/>
                <a:gd name="csX21" fmla="*/ 206157 w 460339"/>
                <a:gd name="csY21" fmla="*/ 225392 h 327979"/>
                <a:gd name="csX22" fmla="*/ 386518 w 460339"/>
                <a:gd name="csY22" fmla="*/ 27200 h 327979"/>
                <a:gd name="csX23" fmla="*/ 433189 w 460339"/>
                <a:gd name="csY23" fmla="*/ 25122 h 327979"/>
                <a:gd name="csX24" fmla="*/ 443877 w 460339"/>
                <a:gd name="csY24" fmla="*/ 48133 h 327979"/>
                <a:gd name="csX25" fmla="*/ 435260 w 460339"/>
                <a:gd name="csY25" fmla="*/ 71924 h 3279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60339" h="327979">
                  <a:moveTo>
                    <a:pt x="444175" y="12941"/>
                  </a:moveTo>
                  <a:cubicBezTo>
                    <a:pt x="424020" y="-5505"/>
                    <a:pt x="392659" y="-4058"/>
                    <a:pt x="374317" y="16170"/>
                  </a:cubicBezTo>
                  <a:lnTo>
                    <a:pt x="199541" y="208281"/>
                  </a:lnTo>
                  <a:lnTo>
                    <a:pt x="82715" y="101579"/>
                  </a:lnTo>
                  <a:cubicBezTo>
                    <a:pt x="62560" y="83133"/>
                    <a:pt x="31200" y="84655"/>
                    <a:pt x="12857" y="104919"/>
                  </a:cubicBezTo>
                  <a:cubicBezTo>
                    <a:pt x="-5523" y="125147"/>
                    <a:pt x="-4006" y="156621"/>
                    <a:pt x="16185" y="175030"/>
                  </a:cubicBezTo>
                  <a:lnTo>
                    <a:pt x="169470" y="315063"/>
                  </a:lnTo>
                  <a:cubicBezTo>
                    <a:pt x="178567" y="323414"/>
                    <a:pt x="190401" y="327979"/>
                    <a:pt x="202790" y="327979"/>
                  </a:cubicBezTo>
                  <a:cubicBezTo>
                    <a:pt x="216696" y="327979"/>
                    <a:pt x="229972" y="322078"/>
                    <a:pt x="239328" y="311834"/>
                  </a:cubicBezTo>
                  <a:lnTo>
                    <a:pt x="447419" y="83058"/>
                  </a:lnTo>
                  <a:cubicBezTo>
                    <a:pt x="456331" y="73260"/>
                    <a:pt x="460880" y="60529"/>
                    <a:pt x="460288" y="47316"/>
                  </a:cubicBezTo>
                  <a:cubicBezTo>
                    <a:pt x="459697" y="34029"/>
                    <a:pt x="453928" y="21855"/>
                    <a:pt x="444165" y="12947"/>
                  </a:cubicBezTo>
                  <a:close/>
                  <a:moveTo>
                    <a:pt x="435262" y="71917"/>
                  </a:moveTo>
                  <a:lnTo>
                    <a:pt x="227171" y="300618"/>
                  </a:lnTo>
                  <a:cubicBezTo>
                    <a:pt x="220921" y="307447"/>
                    <a:pt x="212009" y="311455"/>
                    <a:pt x="202764" y="311455"/>
                  </a:cubicBezTo>
                  <a:cubicBezTo>
                    <a:pt x="194517" y="311455"/>
                    <a:pt x="186677" y="308412"/>
                    <a:pt x="180501" y="302807"/>
                  </a:cubicBezTo>
                  <a:lnTo>
                    <a:pt x="27244" y="162774"/>
                  </a:lnTo>
                  <a:cubicBezTo>
                    <a:pt x="13783" y="150415"/>
                    <a:pt x="12748" y="129408"/>
                    <a:pt x="25062" y="115935"/>
                  </a:cubicBezTo>
                  <a:cubicBezTo>
                    <a:pt x="31608" y="108697"/>
                    <a:pt x="40484" y="105098"/>
                    <a:pt x="49470" y="105098"/>
                  </a:cubicBezTo>
                  <a:cubicBezTo>
                    <a:pt x="57421" y="105098"/>
                    <a:pt x="65372" y="107955"/>
                    <a:pt x="71733" y="113745"/>
                  </a:cubicBezTo>
                  <a:lnTo>
                    <a:pt x="194618" y="225948"/>
                  </a:lnTo>
                  <a:cubicBezTo>
                    <a:pt x="197947" y="228992"/>
                    <a:pt x="203124" y="228806"/>
                    <a:pt x="206157" y="225392"/>
                  </a:cubicBezTo>
                  <a:lnTo>
                    <a:pt x="386518" y="27200"/>
                  </a:lnTo>
                  <a:cubicBezTo>
                    <a:pt x="398833" y="13690"/>
                    <a:pt x="419764" y="12763"/>
                    <a:pt x="433189" y="25122"/>
                  </a:cubicBezTo>
                  <a:cubicBezTo>
                    <a:pt x="439735" y="31097"/>
                    <a:pt x="443506" y="39263"/>
                    <a:pt x="443877" y="48133"/>
                  </a:cubicBezTo>
                  <a:cubicBezTo>
                    <a:pt x="444246" y="56930"/>
                    <a:pt x="441251" y="65392"/>
                    <a:pt x="435260" y="71924"/>
                  </a:cubicBezTo>
                  <a:close/>
                </a:path>
              </a:pathLst>
            </a:custGeom>
            <a:grpFill/>
            <a:ln w="9438" cap="flat">
              <a:noFill/>
              <a:prstDash val="solid"/>
              <a:miter/>
            </a:ln>
          </p:spPr>
          <p:txBody>
            <a:bodyPr/>
            <a:lstStyle/>
            <a:p>
              <a:endParaRPr lang="en-US"/>
            </a:p>
          </p:txBody>
        </p:sp>
        <p:sp>
          <p:nvSpPr>
            <p:cNvPr id="39" name="Freeform 38">
              <a:extLst>
                <a:ext uri="{FF2B5EF4-FFF2-40B4-BE49-F238E27FC236}">
                  <a16:creationId xmlns:a16="http://schemas.microsoft.com/office/drawing/2014/main" id="{D1A965C5-2153-6A72-A36C-D005C09E9FC4}"/>
                </a:ext>
              </a:extLst>
            </p:cNvPr>
            <p:cNvSpPr/>
            <p:nvPr/>
          </p:nvSpPr>
          <p:spPr>
            <a:xfrm>
              <a:off x="749487" y="4166809"/>
              <a:ext cx="823576" cy="950152"/>
            </a:xfrm>
            <a:custGeom>
              <a:avLst/>
              <a:gdLst>
                <a:gd name="csX0" fmla="*/ 681757 w 823576"/>
                <a:gd name="csY0" fmla="*/ 725229 h 950152"/>
                <a:gd name="csX1" fmla="*/ 823577 w 823576"/>
                <a:gd name="csY1" fmla="*/ 413314 h 950152"/>
                <a:gd name="csX2" fmla="*/ 411826 w 823576"/>
                <a:gd name="csY2" fmla="*/ 0 h 950152"/>
                <a:gd name="csX3" fmla="*/ 0 w 823576"/>
                <a:gd name="csY3" fmla="*/ 413314 h 950152"/>
                <a:gd name="csX4" fmla="*/ 141820 w 823576"/>
                <a:gd name="csY4" fmla="*/ 725229 h 950152"/>
                <a:gd name="csX5" fmla="*/ 75844 w 823576"/>
                <a:gd name="csY5" fmla="*/ 901197 h 950152"/>
                <a:gd name="csX6" fmla="*/ 77730 w 823576"/>
                <a:gd name="csY6" fmla="*/ 909956 h 950152"/>
                <a:gd name="csX7" fmla="*/ 86458 w 823576"/>
                <a:gd name="csY7" fmla="*/ 911849 h 950152"/>
                <a:gd name="csX8" fmla="*/ 218261 w 823576"/>
                <a:gd name="csY8" fmla="*/ 862931 h 950152"/>
                <a:gd name="csX9" fmla="*/ 299214 w 823576"/>
                <a:gd name="csY9" fmla="*/ 947591 h 950152"/>
                <a:gd name="csX10" fmla="*/ 305168 w 823576"/>
                <a:gd name="csY10" fmla="*/ 950152 h 950152"/>
                <a:gd name="csX11" fmla="*/ 306795 w 823576"/>
                <a:gd name="csY11" fmla="*/ 949967 h 950152"/>
                <a:gd name="csX12" fmla="*/ 312860 w 823576"/>
                <a:gd name="csY12" fmla="*/ 944845 h 950152"/>
                <a:gd name="csX13" fmla="*/ 388303 w 823576"/>
                <a:gd name="csY13" fmla="*/ 743603 h 950152"/>
                <a:gd name="csX14" fmla="*/ 411860 w 823576"/>
                <a:gd name="csY14" fmla="*/ 744568 h 950152"/>
                <a:gd name="csX15" fmla="*/ 435418 w 823576"/>
                <a:gd name="csY15" fmla="*/ 743603 h 950152"/>
                <a:gd name="csX16" fmla="*/ 510861 w 823576"/>
                <a:gd name="csY16" fmla="*/ 944845 h 950152"/>
                <a:gd name="csX17" fmla="*/ 516926 w 823576"/>
                <a:gd name="csY17" fmla="*/ 949967 h 950152"/>
                <a:gd name="csX18" fmla="*/ 518553 w 823576"/>
                <a:gd name="csY18" fmla="*/ 950152 h 950152"/>
                <a:gd name="csX19" fmla="*/ 524507 w 823576"/>
                <a:gd name="csY19" fmla="*/ 947591 h 950152"/>
                <a:gd name="csX20" fmla="*/ 605460 w 823576"/>
                <a:gd name="csY20" fmla="*/ 862931 h 950152"/>
                <a:gd name="csX21" fmla="*/ 737263 w 823576"/>
                <a:gd name="csY21" fmla="*/ 911849 h 950152"/>
                <a:gd name="csX22" fmla="*/ 745991 w 823576"/>
                <a:gd name="csY22" fmla="*/ 909956 h 950152"/>
                <a:gd name="csX23" fmla="*/ 747877 w 823576"/>
                <a:gd name="csY23" fmla="*/ 901197 h 950152"/>
                <a:gd name="csX24" fmla="*/ 16464 w 823576"/>
                <a:gd name="csY24" fmla="*/ 413314 h 950152"/>
                <a:gd name="csX25" fmla="*/ 411836 w 823576"/>
                <a:gd name="csY25" fmla="*/ 16438 h 950152"/>
                <a:gd name="csX26" fmla="*/ 807208 w 823576"/>
                <a:gd name="csY26" fmla="*/ 413238 h 950152"/>
                <a:gd name="csX27" fmla="*/ 675632 w 823576"/>
                <a:gd name="csY27" fmla="*/ 708640 h 950152"/>
                <a:gd name="csX28" fmla="*/ 650559 w 823576"/>
                <a:gd name="csY28" fmla="*/ 641646 h 950152"/>
                <a:gd name="csX29" fmla="*/ 741903 w 823576"/>
                <a:gd name="csY29" fmla="*/ 413240 h 950152"/>
                <a:gd name="csX30" fmla="*/ 411845 w 823576"/>
                <a:gd name="csY30" fmla="*/ 82095 h 950152"/>
                <a:gd name="csX31" fmla="*/ 81826 w 823576"/>
                <a:gd name="csY31" fmla="*/ 413307 h 950152"/>
                <a:gd name="csX32" fmla="*/ 173170 w 823576"/>
                <a:gd name="csY32" fmla="*/ 641713 h 950152"/>
                <a:gd name="csX33" fmla="*/ 148097 w 823576"/>
                <a:gd name="csY33" fmla="*/ 708706 h 950152"/>
                <a:gd name="csX34" fmla="*/ 16483 w 823576"/>
                <a:gd name="csY34" fmla="*/ 413305 h 950152"/>
                <a:gd name="csX35" fmla="*/ 302110 w 823576"/>
                <a:gd name="csY35" fmla="*/ 926765 h 950152"/>
                <a:gd name="csX36" fmla="*/ 226483 w 823576"/>
                <a:gd name="csY36" fmla="*/ 847636 h 950152"/>
                <a:gd name="csX37" fmla="*/ 217681 w 823576"/>
                <a:gd name="csY37" fmla="*/ 845632 h 950152"/>
                <a:gd name="csX38" fmla="*/ 97636 w 823576"/>
                <a:gd name="csY38" fmla="*/ 890096 h 950152"/>
                <a:gd name="csX39" fmla="*/ 185948 w 823576"/>
                <a:gd name="csY39" fmla="*/ 654373 h 950152"/>
                <a:gd name="csX40" fmla="*/ 371298 w 823576"/>
                <a:gd name="csY40" fmla="*/ 741891 h 950152"/>
                <a:gd name="csX41" fmla="*/ 98270 w 823576"/>
                <a:gd name="csY41" fmla="*/ 413314 h 950152"/>
                <a:gd name="csX42" fmla="*/ 411836 w 823576"/>
                <a:gd name="csY42" fmla="*/ 98616 h 950152"/>
                <a:gd name="csX43" fmla="*/ 725401 w 823576"/>
                <a:gd name="csY43" fmla="*/ 413314 h 950152"/>
                <a:gd name="csX44" fmla="*/ 411836 w 823576"/>
                <a:gd name="csY44" fmla="*/ 728013 h 950152"/>
                <a:gd name="csX45" fmla="*/ 98270 w 823576"/>
                <a:gd name="csY45" fmla="*/ 413314 h 950152"/>
                <a:gd name="csX46" fmla="*/ 606029 w 823576"/>
                <a:gd name="csY46" fmla="*/ 845632 h 950152"/>
                <a:gd name="csX47" fmla="*/ 597227 w 823576"/>
                <a:gd name="csY47" fmla="*/ 847636 h 950152"/>
                <a:gd name="csX48" fmla="*/ 521599 w 823576"/>
                <a:gd name="csY48" fmla="*/ 926765 h 950152"/>
                <a:gd name="csX49" fmla="*/ 452296 w 823576"/>
                <a:gd name="csY49" fmla="*/ 741857 h 950152"/>
                <a:gd name="csX50" fmla="*/ 637646 w 823576"/>
                <a:gd name="csY50" fmla="*/ 654340 h 950152"/>
                <a:gd name="csX51" fmla="*/ 725958 w 823576"/>
                <a:gd name="csY51" fmla="*/ 890062 h 9501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823576" h="950152">
                  <a:moveTo>
                    <a:pt x="681757" y="725229"/>
                  </a:moveTo>
                  <a:cubicBezTo>
                    <a:pt x="771881" y="646545"/>
                    <a:pt x="823577" y="533309"/>
                    <a:pt x="823577" y="413314"/>
                  </a:cubicBezTo>
                  <a:cubicBezTo>
                    <a:pt x="823651" y="185393"/>
                    <a:pt x="638852" y="0"/>
                    <a:pt x="411826" y="0"/>
                  </a:cubicBezTo>
                  <a:cubicBezTo>
                    <a:pt x="184801" y="0"/>
                    <a:pt x="0" y="185393"/>
                    <a:pt x="0" y="413314"/>
                  </a:cubicBezTo>
                  <a:cubicBezTo>
                    <a:pt x="0" y="533309"/>
                    <a:pt x="51700" y="646585"/>
                    <a:pt x="141820" y="725229"/>
                  </a:cubicBezTo>
                  <a:lnTo>
                    <a:pt x="75844" y="901197"/>
                  </a:lnTo>
                  <a:cubicBezTo>
                    <a:pt x="74698" y="904240"/>
                    <a:pt x="75474" y="907655"/>
                    <a:pt x="77730" y="909956"/>
                  </a:cubicBezTo>
                  <a:cubicBezTo>
                    <a:pt x="79986" y="912220"/>
                    <a:pt x="83425" y="912999"/>
                    <a:pt x="86458" y="911849"/>
                  </a:cubicBezTo>
                  <a:lnTo>
                    <a:pt x="218261" y="862931"/>
                  </a:lnTo>
                  <a:lnTo>
                    <a:pt x="299214" y="947591"/>
                  </a:lnTo>
                  <a:cubicBezTo>
                    <a:pt x="300841" y="949224"/>
                    <a:pt x="302912" y="950152"/>
                    <a:pt x="305168" y="950152"/>
                  </a:cubicBezTo>
                  <a:cubicBezTo>
                    <a:pt x="305723" y="950152"/>
                    <a:pt x="306314" y="950041"/>
                    <a:pt x="306795" y="949967"/>
                  </a:cubicBezTo>
                  <a:cubicBezTo>
                    <a:pt x="309532" y="949410"/>
                    <a:pt x="311825" y="947406"/>
                    <a:pt x="312860" y="944845"/>
                  </a:cubicBezTo>
                  <a:lnTo>
                    <a:pt x="388303" y="743603"/>
                  </a:lnTo>
                  <a:cubicBezTo>
                    <a:pt x="396069" y="744160"/>
                    <a:pt x="403909" y="744568"/>
                    <a:pt x="411860" y="744568"/>
                  </a:cubicBezTo>
                  <a:cubicBezTo>
                    <a:pt x="419812" y="744568"/>
                    <a:pt x="427689" y="744197"/>
                    <a:pt x="435418" y="743603"/>
                  </a:cubicBezTo>
                  <a:lnTo>
                    <a:pt x="510861" y="944845"/>
                  </a:lnTo>
                  <a:cubicBezTo>
                    <a:pt x="511822" y="947517"/>
                    <a:pt x="514189" y="949410"/>
                    <a:pt x="516926" y="949967"/>
                  </a:cubicBezTo>
                  <a:cubicBezTo>
                    <a:pt x="517480" y="950078"/>
                    <a:pt x="518072" y="950152"/>
                    <a:pt x="518553" y="950152"/>
                  </a:cubicBezTo>
                  <a:cubicBezTo>
                    <a:pt x="520735" y="950152"/>
                    <a:pt x="522917" y="949299"/>
                    <a:pt x="524507" y="947591"/>
                  </a:cubicBezTo>
                  <a:lnTo>
                    <a:pt x="605460" y="862931"/>
                  </a:lnTo>
                  <a:lnTo>
                    <a:pt x="737263" y="911849"/>
                  </a:lnTo>
                  <a:cubicBezTo>
                    <a:pt x="740296" y="912999"/>
                    <a:pt x="743698" y="912220"/>
                    <a:pt x="745991" y="909956"/>
                  </a:cubicBezTo>
                  <a:cubicBezTo>
                    <a:pt x="748247" y="907692"/>
                    <a:pt x="749023" y="904240"/>
                    <a:pt x="747877" y="901197"/>
                  </a:cubicBezTo>
                  <a:close/>
                  <a:moveTo>
                    <a:pt x="16464" y="413314"/>
                  </a:moveTo>
                  <a:cubicBezTo>
                    <a:pt x="16464" y="194486"/>
                    <a:pt x="193786" y="16438"/>
                    <a:pt x="411836" y="16438"/>
                  </a:cubicBezTo>
                  <a:cubicBezTo>
                    <a:pt x="629886" y="16438"/>
                    <a:pt x="807208" y="194400"/>
                    <a:pt x="807208" y="413238"/>
                  </a:cubicBezTo>
                  <a:cubicBezTo>
                    <a:pt x="807208" y="526401"/>
                    <a:pt x="759317" y="633293"/>
                    <a:pt x="675632" y="708640"/>
                  </a:cubicBezTo>
                  <a:lnTo>
                    <a:pt x="650559" y="641646"/>
                  </a:lnTo>
                  <a:cubicBezTo>
                    <a:pt x="707067" y="582151"/>
                    <a:pt x="741903" y="501690"/>
                    <a:pt x="741903" y="413240"/>
                  </a:cubicBezTo>
                  <a:cubicBezTo>
                    <a:pt x="741866" y="230707"/>
                    <a:pt x="593787" y="82095"/>
                    <a:pt x="411845" y="82095"/>
                  </a:cubicBezTo>
                  <a:cubicBezTo>
                    <a:pt x="229903" y="82095"/>
                    <a:pt x="81826" y="230707"/>
                    <a:pt x="81826" y="413307"/>
                  </a:cubicBezTo>
                  <a:cubicBezTo>
                    <a:pt x="81826" y="501752"/>
                    <a:pt x="116662" y="582253"/>
                    <a:pt x="173170" y="641713"/>
                  </a:cubicBezTo>
                  <a:lnTo>
                    <a:pt x="148097" y="708706"/>
                  </a:lnTo>
                  <a:cubicBezTo>
                    <a:pt x="64408" y="633362"/>
                    <a:pt x="16483" y="526468"/>
                    <a:pt x="16483" y="413305"/>
                  </a:cubicBezTo>
                  <a:close/>
                  <a:moveTo>
                    <a:pt x="302110" y="926765"/>
                  </a:moveTo>
                  <a:lnTo>
                    <a:pt x="226483" y="847636"/>
                  </a:lnTo>
                  <a:cubicBezTo>
                    <a:pt x="224227" y="845260"/>
                    <a:pt x="220788" y="844518"/>
                    <a:pt x="217681" y="845632"/>
                  </a:cubicBezTo>
                  <a:lnTo>
                    <a:pt x="97636" y="890096"/>
                  </a:lnTo>
                  <a:lnTo>
                    <a:pt x="185948" y="654373"/>
                  </a:lnTo>
                  <a:cubicBezTo>
                    <a:pt x="235762" y="701398"/>
                    <a:pt x="300038" y="733057"/>
                    <a:pt x="371298" y="741891"/>
                  </a:cubicBezTo>
                  <a:close/>
                  <a:moveTo>
                    <a:pt x="98270" y="413314"/>
                  </a:moveTo>
                  <a:cubicBezTo>
                    <a:pt x="98270" y="239798"/>
                    <a:pt x="238945" y="98616"/>
                    <a:pt x="411836" y="98616"/>
                  </a:cubicBezTo>
                  <a:cubicBezTo>
                    <a:pt x="584727" y="98616"/>
                    <a:pt x="725401" y="239798"/>
                    <a:pt x="725401" y="413314"/>
                  </a:cubicBezTo>
                  <a:cubicBezTo>
                    <a:pt x="725401" y="586831"/>
                    <a:pt x="584727" y="728013"/>
                    <a:pt x="411836" y="728013"/>
                  </a:cubicBezTo>
                  <a:cubicBezTo>
                    <a:pt x="238945" y="728013"/>
                    <a:pt x="98270" y="586831"/>
                    <a:pt x="98270" y="413314"/>
                  </a:cubicBezTo>
                  <a:close/>
                  <a:moveTo>
                    <a:pt x="606029" y="845632"/>
                  </a:moveTo>
                  <a:cubicBezTo>
                    <a:pt x="602996" y="844481"/>
                    <a:pt x="599483" y="845261"/>
                    <a:pt x="597227" y="847636"/>
                  </a:cubicBezTo>
                  <a:lnTo>
                    <a:pt x="521599" y="926765"/>
                  </a:lnTo>
                  <a:lnTo>
                    <a:pt x="452296" y="741857"/>
                  </a:lnTo>
                  <a:cubicBezTo>
                    <a:pt x="523596" y="733024"/>
                    <a:pt x="587868" y="701365"/>
                    <a:pt x="637646" y="654340"/>
                  </a:cubicBezTo>
                  <a:lnTo>
                    <a:pt x="725958" y="890062"/>
                  </a:lnTo>
                  <a:close/>
                </a:path>
              </a:pathLst>
            </a:custGeom>
            <a:grpFill/>
            <a:ln w="9438" cap="flat">
              <a:noFill/>
              <a:prstDash val="solid"/>
              <a:miter/>
            </a:ln>
          </p:spPr>
          <p:txBody>
            <a:bodyPr/>
            <a:lstStyle/>
            <a:p>
              <a:endParaRPr lang="en-US"/>
            </a:p>
          </p:txBody>
        </p:sp>
      </p:grpSp>
      <p:sp>
        <p:nvSpPr>
          <p:cNvPr id="27" name="TextBox 26">
            <a:extLst>
              <a:ext uri="{FF2B5EF4-FFF2-40B4-BE49-F238E27FC236}">
                <a16:creationId xmlns:a16="http://schemas.microsoft.com/office/drawing/2014/main" id="{4E0D8875-C543-D361-E26C-27A292A8AFA0}"/>
              </a:ext>
            </a:extLst>
          </p:cNvPr>
          <p:cNvSpPr txBox="1"/>
          <p:nvPr/>
        </p:nvSpPr>
        <p:spPr>
          <a:xfrm>
            <a:off x="953049" y="4932153"/>
            <a:ext cx="3089034" cy="553998"/>
          </a:xfrm>
          <a:prstGeom prst="rect">
            <a:avLst/>
          </a:prstGeom>
          <a:noFill/>
          <a:ln w="25400">
            <a:noFill/>
          </a:ln>
        </p:spPr>
        <p:txBody>
          <a:bodyPr wrap="square" lIns="0" tIns="0" rIns="0" bIns="0" anchor="t">
            <a:spAutoFit/>
          </a:bodyPr>
          <a:lstStyle/>
          <a:p>
            <a:pPr algn="ctr"/>
            <a:r>
              <a:rPr lang="en-US" b="1">
                <a:solidFill>
                  <a:srgbClr val="3C3C3C"/>
                </a:solidFill>
                <a:latin typeface="Calibri"/>
              </a:rPr>
              <a:t>Certified: </a:t>
            </a:r>
          </a:p>
          <a:p>
            <a:pPr algn="ctr"/>
            <a:r>
              <a:rPr lang="en-US">
                <a:solidFill>
                  <a:srgbClr val="3C3C3C"/>
                </a:solidFill>
                <a:latin typeface="Calibri"/>
              </a:rPr>
              <a:t>CPACC, Trusted Tester</a:t>
            </a:r>
            <a:endParaRPr lang="en-US">
              <a:solidFill>
                <a:srgbClr val="3C3C3C"/>
              </a:solidFill>
              <a:latin typeface="Calibri"/>
              <a:ea typeface="Calibri"/>
              <a:cs typeface="Calibri"/>
            </a:endParaRPr>
          </a:p>
        </p:txBody>
      </p:sp>
      <p:sp>
        <p:nvSpPr>
          <p:cNvPr id="36" name="TextBox 35">
            <a:extLst>
              <a:ext uri="{FF2B5EF4-FFF2-40B4-BE49-F238E27FC236}">
                <a16:creationId xmlns:a16="http://schemas.microsoft.com/office/drawing/2014/main" id="{A95799C4-3246-A59B-24B5-541A93D844AB}"/>
              </a:ext>
            </a:extLst>
          </p:cNvPr>
          <p:cNvSpPr txBox="1"/>
          <p:nvPr/>
        </p:nvSpPr>
        <p:spPr>
          <a:xfrm>
            <a:off x="4551482" y="4932153"/>
            <a:ext cx="3089034" cy="553998"/>
          </a:xfrm>
          <a:prstGeom prst="rect">
            <a:avLst/>
          </a:prstGeom>
          <a:noFill/>
          <a:ln w="25400">
            <a:noFill/>
          </a:ln>
        </p:spPr>
        <p:txBody>
          <a:bodyPr wrap="square" lIns="0" tIns="0" rIns="0" bIns="0" anchor="t">
            <a:spAutoFit/>
          </a:bodyPr>
          <a:lstStyle/>
          <a:p>
            <a:pPr algn="ctr"/>
            <a:r>
              <a:rPr lang="en-US" b="1">
                <a:solidFill>
                  <a:srgbClr val="3C3C3C"/>
                </a:solidFill>
                <a:latin typeface="Calibri"/>
              </a:rPr>
              <a:t>Professional Associations: </a:t>
            </a:r>
          </a:p>
          <a:p>
            <a:pPr algn="ctr"/>
            <a:r>
              <a:rPr lang="en-US">
                <a:solidFill>
                  <a:srgbClr val="3C3C3C"/>
                </a:solidFill>
                <a:latin typeface="Calibri"/>
              </a:rPr>
              <a:t>W3C, DAISY Consortium</a:t>
            </a:r>
          </a:p>
        </p:txBody>
      </p:sp>
      <p:sp>
        <p:nvSpPr>
          <p:cNvPr id="40" name="TextBox 39">
            <a:extLst>
              <a:ext uri="{FF2B5EF4-FFF2-40B4-BE49-F238E27FC236}">
                <a16:creationId xmlns:a16="http://schemas.microsoft.com/office/drawing/2014/main" id="{2F45FDD3-5960-6925-E3E5-A5DAA3C9CE40}"/>
              </a:ext>
            </a:extLst>
          </p:cNvPr>
          <p:cNvSpPr txBox="1"/>
          <p:nvPr/>
        </p:nvSpPr>
        <p:spPr>
          <a:xfrm>
            <a:off x="8149915" y="4932153"/>
            <a:ext cx="3089034" cy="553998"/>
          </a:xfrm>
          <a:prstGeom prst="rect">
            <a:avLst/>
          </a:prstGeom>
          <a:noFill/>
          <a:ln w="25400">
            <a:noFill/>
          </a:ln>
        </p:spPr>
        <p:txBody>
          <a:bodyPr wrap="square" lIns="0" tIns="0" rIns="0" bIns="0" anchor="t">
            <a:spAutoFit/>
          </a:bodyPr>
          <a:lstStyle/>
          <a:p>
            <a:pPr algn="ctr"/>
            <a:r>
              <a:rPr lang="en-US" b="1">
                <a:solidFill>
                  <a:srgbClr val="3C3C3C"/>
                </a:solidFill>
                <a:latin typeface="Calibri"/>
              </a:rPr>
              <a:t>Contributors</a:t>
            </a:r>
            <a:r>
              <a:rPr lang="en-US">
                <a:solidFill>
                  <a:srgbClr val="3C3C3C"/>
                </a:solidFill>
                <a:latin typeface="Calibri"/>
              </a:rPr>
              <a:t> to NVDA and inclusive design standards</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3E17DD-081B-7393-2536-21446FE73A1F}"/>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8</a:t>
            </a:fld>
            <a:endParaRPr lang="en-IN"/>
          </a:p>
        </p:txBody>
      </p:sp>
      <p:sp>
        <p:nvSpPr>
          <p:cNvPr id="4" name="Title 3">
            <a:extLst>
              <a:ext uri="{FF2B5EF4-FFF2-40B4-BE49-F238E27FC236}">
                <a16:creationId xmlns:a16="http://schemas.microsoft.com/office/drawing/2014/main" id="{574EA170-4DC8-7938-493B-263B0597E26A}"/>
              </a:ext>
              <a:ext uri="{C183D7F6-B498-43B3-948B-1728B52AA6E4}">
                <adec:decorative xmlns:adec="http://schemas.microsoft.com/office/drawing/2017/decorative" val="0"/>
              </a:ext>
            </a:extLst>
          </p:cNvPr>
          <p:cNvSpPr txBox="1">
            <a:spLocks noGrp="1"/>
          </p:cNvSpPr>
          <p:nvPr>
            <p:ph type="title" idx="4294967295"/>
          </p:nvPr>
        </p:nvSpPr>
        <p:spPr>
          <a:xfrm>
            <a:off x="1752600" y="1604122"/>
            <a:ext cx="8686800" cy="2072362"/>
          </a:xfrm>
          <a:prstGeom prst="rect">
            <a:avLst/>
          </a:prstGeom>
          <a:noFill/>
          <a:ln>
            <a:noFill/>
            <a:prstDash/>
          </a:ln>
          <a:effectLst/>
        </p:spPr>
        <p:txBody>
          <a:bodyPr rot="0" spcFirstLastPara="0" vertOverflow="overflow" horzOverflow="overflow" vert="horz" wrap="square" lIns="457200" tIns="274320" rIns="457200" bIns="2743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2000"/>
              </a:spcAft>
              <a:buClrTx/>
              <a:buSzTx/>
              <a:buFontTx/>
              <a:buNone/>
              <a:tabLst/>
              <a:defRPr/>
            </a:pPr>
            <a:r>
              <a:rPr kumimoji="0" lang="en-US" sz="5400" b="1" i="0" u="none" strike="noStrike" kern="1200" cap="none" spc="0" normalizeH="0" baseline="0" noProof="0">
                <a:ln>
                  <a:noFill/>
                </a:ln>
                <a:solidFill>
                  <a:srgbClr val="2F7D95"/>
                </a:solidFill>
                <a:effectLst/>
                <a:uLnTx/>
                <a:uFillTx/>
                <a:latin typeface="+mj-lt"/>
                <a:ea typeface="+mn-ea"/>
                <a:cs typeface="+mn-cs"/>
              </a:rPr>
              <a:t>Our Mission</a:t>
            </a:r>
          </a:p>
          <a:p>
            <a:pPr marL="0" marR="0" lvl="0" indent="0" algn="ctr" defTabSz="914400" rtl="0" eaLnBrk="1" fontAlgn="auto" latinLnBrk="0" hangingPunct="1">
              <a:lnSpc>
                <a:spcPct val="100000"/>
              </a:lnSpc>
              <a:spcBef>
                <a:spcPts val="0"/>
              </a:spcBef>
              <a:spcAft>
                <a:spcPts val="1800"/>
              </a:spcAft>
              <a:buClrTx/>
              <a:buSzTx/>
              <a:buFontTx/>
              <a:buNone/>
              <a:tabLst/>
              <a:defRPr/>
            </a:pPr>
            <a:endParaRPr lang="en-US" sz="2800" b="0" i="0" u="none" strike="noStrike" kern="1200" cap="none" spc="0" normalizeH="0" baseline="0" noProof="0">
              <a:ln>
                <a:noFill/>
              </a:ln>
              <a:effectLst/>
              <a:uLnTx/>
              <a:uFillTx/>
              <a:latin typeface="+mj-lt"/>
              <a:ea typeface="Open Sans"/>
              <a:cs typeface="Open Sans"/>
            </a:endParaRPr>
          </a:p>
        </p:txBody>
      </p:sp>
      <p:cxnSp>
        <p:nvCxnSpPr>
          <p:cNvPr id="8" name="Straight Connector 7">
            <a:extLst>
              <a:ext uri="{FF2B5EF4-FFF2-40B4-BE49-F238E27FC236}">
                <a16:creationId xmlns:a16="http://schemas.microsoft.com/office/drawing/2014/main" id="{CAB140E0-282E-75D7-F138-237E5457F666}"/>
              </a:ext>
              <a:ext uri="{C183D7F6-B498-43B3-948B-1728B52AA6E4}">
                <adec:decorative xmlns:adec="http://schemas.microsoft.com/office/drawing/2017/decorative" val="1"/>
              </a:ext>
            </a:extLst>
          </p:cNvPr>
          <p:cNvCxnSpPr>
            <a:cxnSpLocks/>
          </p:cNvCxnSpPr>
          <p:nvPr/>
        </p:nvCxnSpPr>
        <p:spPr>
          <a:xfrm>
            <a:off x="5861448" y="2769917"/>
            <a:ext cx="469105" cy="0"/>
          </a:xfrm>
          <a:prstGeom prst="line">
            <a:avLst/>
          </a:prstGeom>
          <a:ln w="50800" cap="rnd">
            <a:solidFill>
              <a:srgbClr val="2F7D95"/>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0F93FFC-B7AA-7287-9170-00BCEACDEE6A}"/>
              </a:ext>
            </a:extLst>
          </p:cNvPr>
          <p:cNvSpPr txBox="1"/>
          <p:nvPr/>
        </p:nvSpPr>
        <p:spPr>
          <a:xfrm>
            <a:off x="2783840" y="3434079"/>
            <a:ext cx="7091680" cy="172354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2">
              <a:spcBef>
                <a:spcPts val="300"/>
              </a:spcBef>
              <a:spcAft>
                <a:spcPts val="300"/>
              </a:spcAft>
            </a:pPr>
            <a:r>
              <a:rPr lang="en-US" sz="2800">
                <a:latin typeface="+mj-lt"/>
                <a:ea typeface="Open Sans"/>
                <a:cs typeface="Open Sans"/>
              </a:rPr>
              <a:t>Empower enterprises and product makers to build truly accessible products by connecting them to people with disabilities.</a:t>
            </a:r>
            <a:endParaRPr lang="en-US">
              <a:ea typeface="Open Sans"/>
              <a:cs typeface="Open Sans"/>
            </a:endParaRPr>
          </a:p>
        </p:txBody>
      </p:sp>
    </p:spTree>
    <p:extLst>
      <p:ext uri="{BB962C8B-B14F-4D97-AF65-F5344CB8AC3E}">
        <p14:creationId xmlns:p14="http://schemas.microsoft.com/office/powerpoint/2010/main" val="2185338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117DA-1EE9-D289-9411-5896C98A6F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B288C-A1CB-49F9-60C8-A27258B9C688}"/>
              </a:ext>
            </a:extLst>
          </p:cNvPr>
          <p:cNvSpPr>
            <a:spLocks noGrp="1"/>
          </p:cNvSpPr>
          <p:nvPr>
            <p:ph type="title"/>
          </p:nvPr>
        </p:nvSpPr>
        <p:spPr/>
        <p:txBody>
          <a:bodyPr/>
          <a:lstStyle/>
          <a:p>
            <a:r>
              <a:rPr lang="en-US"/>
              <a:t>We Support Your Entire Accessibility Journey</a:t>
            </a:r>
          </a:p>
        </p:txBody>
      </p:sp>
      <p:sp>
        <p:nvSpPr>
          <p:cNvPr id="4" name="TextBox 3">
            <a:extLst>
              <a:ext uri="{FF2B5EF4-FFF2-40B4-BE49-F238E27FC236}">
                <a16:creationId xmlns:a16="http://schemas.microsoft.com/office/drawing/2014/main" id="{A7EB8CBD-E755-A5C1-E98D-30B556DAFD3E}"/>
              </a:ext>
            </a:extLst>
          </p:cNvPr>
          <p:cNvSpPr txBox="1"/>
          <p:nvPr/>
        </p:nvSpPr>
        <p:spPr>
          <a:xfrm>
            <a:off x="359999" y="977024"/>
            <a:ext cx="9800760" cy="276999"/>
          </a:xfrm>
          <a:prstGeom prst="rect">
            <a:avLst/>
          </a:prstGeom>
          <a:noFill/>
          <a:ln>
            <a:noFill/>
          </a:ln>
        </p:spPr>
        <p:txBody>
          <a:bodyPr wrap="none" lIns="0" tIns="0" rIns="0" bIns="0" anchor="t">
            <a:spAutoFit/>
          </a:bodyPr>
          <a:lstStyle/>
          <a:p>
            <a:pPr algn="l"/>
            <a:r>
              <a:rPr lang="en-US" sz="1800"/>
              <a:t>We help organizations build accessible digital experiences through </a:t>
            </a:r>
            <a:r>
              <a:rPr lang="en-US"/>
              <a:t>four</a:t>
            </a:r>
            <a:r>
              <a:rPr lang="en-US" sz="1800"/>
              <a:t> core service pillars</a:t>
            </a:r>
          </a:p>
        </p:txBody>
      </p:sp>
      <p:sp>
        <p:nvSpPr>
          <p:cNvPr id="3" name="Slide Number Placeholder 2">
            <a:extLst>
              <a:ext uri="{FF2B5EF4-FFF2-40B4-BE49-F238E27FC236}">
                <a16:creationId xmlns:a16="http://schemas.microsoft.com/office/drawing/2014/main" id="{C7D4E3C5-58FA-F602-67A7-0E05BC80B955}"/>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9</a:t>
            </a:fld>
            <a:endParaRPr lang="en-IN"/>
          </a:p>
        </p:txBody>
      </p:sp>
      <p:sp>
        <p:nvSpPr>
          <p:cNvPr id="30" name="Oval 29">
            <a:extLst>
              <a:ext uri="{FF2B5EF4-FFF2-40B4-BE49-F238E27FC236}">
                <a16:creationId xmlns:a16="http://schemas.microsoft.com/office/drawing/2014/main" id="{A30D112F-C120-5BDB-F122-0DE913C89130}"/>
              </a:ext>
            </a:extLst>
          </p:cNvPr>
          <p:cNvSpPr/>
          <p:nvPr/>
        </p:nvSpPr>
        <p:spPr>
          <a:xfrm>
            <a:off x="1495880" y="1786581"/>
            <a:ext cx="505609" cy="505609"/>
          </a:xfrm>
          <a:prstGeom prst="ellipse">
            <a:avLst/>
          </a:prstGeom>
          <a:solidFill>
            <a:srgbClr val="2F7D95"/>
          </a:solidFill>
          <a:ln w="381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1</a:t>
            </a:r>
          </a:p>
        </p:txBody>
      </p:sp>
      <p:sp>
        <p:nvSpPr>
          <p:cNvPr id="20" name="Freeform 19">
            <a:extLst>
              <a:ext uri="{FF2B5EF4-FFF2-40B4-BE49-F238E27FC236}">
                <a16:creationId xmlns:a16="http://schemas.microsoft.com/office/drawing/2014/main" id="{F71078BC-6CE6-603F-CE0D-0D1104B28A6A}"/>
              </a:ext>
            </a:extLst>
          </p:cNvPr>
          <p:cNvSpPr/>
          <p:nvPr/>
        </p:nvSpPr>
        <p:spPr>
          <a:xfrm>
            <a:off x="376518" y="2039386"/>
            <a:ext cx="2744332" cy="3307166"/>
          </a:xfrm>
          <a:custGeom>
            <a:avLst/>
            <a:gdLst>
              <a:gd name="csX0" fmla="*/ 220727 w 2744332"/>
              <a:gd name="csY0" fmla="*/ 0 h 3307166"/>
              <a:gd name="csX1" fmla="*/ 1119362 w 2744332"/>
              <a:gd name="csY1" fmla="*/ 0 h 3307166"/>
              <a:gd name="csX2" fmla="*/ 1372167 w 2744332"/>
              <a:gd name="csY2" fmla="*/ 252805 h 3307166"/>
              <a:gd name="csX3" fmla="*/ 1624972 w 2744332"/>
              <a:gd name="csY3" fmla="*/ 0 h 3307166"/>
              <a:gd name="csX4" fmla="*/ 2523605 w 2744332"/>
              <a:gd name="csY4" fmla="*/ 0 h 3307166"/>
              <a:gd name="csX5" fmla="*/ 2744332 w 2744332"/>
              <a:gd name="csY5" fmla="*/ 220727 h 3307166"/>
              <a:gd name="csX6" fmla="*/ 2744332 w 2744332"/>
              <a:gd name="csY6" fmla="*/ 3086439 h 3307166"/>
              <a:gd name="csX7" fmla="*/ 2523605 w 2744332"/>
              <a:gd name="csY7" fmla="*/ 3307166 h 3307166"/>
              <a:gd name="csX8" fmla="*/ 220727 w 2744332"/>
              <a:gd name="csY8" fmla="*/ 3307166 h 3307166"/>
              <a:gd name="csX9" fmla="*/ 0 w 2744332"/>
              <a:gd name="csY9" fmla="*/ 3086439 h 3307166"/>
              <a:gd name="csX10" fmla="*/ 0 w 2744332"/>
              <a:gd name="csY10" fmla="*/ 220727 h 3307166"/>
              <a:gd name="csX11" fmla="*/ 220727 w 2744332"/>
              <a:gd name="csY11" fmla="*/ 0 h 33071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744332" h="3307166">
                <a:moveTo>
                  <a:pt x="220727" y="0"/>
                </a:moveTo>
                <a:lnTo>
                  <a:pt x="1119362" y="0"/>
                </a:lnTo>
                <a:cubicBezTo>
                  <a:pt x="1119362" y="139620"/>
                  <a:pt x="1232547" y="252805"/>
                  <a:pt x="1372167" y="252805"/>
                </a:cubicBezTo>
                <a:cubicBezTo>
                  <a:pt x="1511787" y="252805"/>
                  <a:pt x="1624972" y="139620"/>
                  <a:pt x="1624972" y="0"/>
                </a:cubicBezTo>
                <a:lnTo>
                  <a:pt x="2523605" y="0"/>
                </a:lnTo>
                <a:cubicBezTo>
                  <a:pt x="2645509" y="0"/>
                  <a:pt x="2744332" y="98823"/>
                  <a:pt x="2744332" y="220727"/>
                </a:cubicBezTo>
                <a:lnTo>
                  <a:pt x="2744332" y="3086439"/>
                </a:lnTo>
                <a:cubicBezTo>
                  <a:pt x="2744332" y="3208343"/>
                  <a:pt x="2645509" y="3307166"/>
                  <a:pt x="2523605" y="3307166"/>
                </a:cubicBezTo>
                <a:lnTo>
                  <a:pt x="220727" y="3307166"/>
                </a:lnTo>
                <a:cubicBezTo>
                  <a:pt x="98823" y="3307166"/>
                  <a:pt x="0" y="3208343"/>
                  <a:pt x="0" y="3086439"/>
                </a:cubicBezTo>
                <a:lnTo>
                  <a:pt x="0" y="220727"/>
                </a:lnTo>
                <a:cubicBezTo>
                  <a:pt x="0" y="98823"/>
                  <a:pt x="98823" y="0"/>
                  <a:pt x="220727"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274320" tIns="365760" rIns="2743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F7D95"/>
                </a:solidFill>
                <a:effectLst/>
                <a:uLnTx/>
                <a:uFillTx/>
                <a:latin typeface="+mj-lt"/>
                <a:ea typeface="+mn-ea"/>
                <a:cs typeface="+mn-cs"/>
              </a:rPr>
              <a:t>ACCESSIBILITY </a:t>
            </a:r>
            <a:br>
              <a:rPr kumimoji="0" lang="en-US" sz="1600" b="1" i="0" u="none" strike="noStrike" kern="1200" cap="none" spc="0" normalizeH="0" baseline="0" noProof="0">
                <a:ln>
                  <a:noFill/>
                </a:ln>
                <a:solidFill>
                  <a:srgbClr val="2F7D95"/>
                </a:solidFill>
                <a:effectLst/>
                <a:uLnTx/>
                <a:uFillTx/>
                <a:latin typeface="+mj-lt"/>
                <a:ea typeface="+mn-ea"/>
                <a:cs typeface="+mn-cs"/>
              </a:rPr>
            </a:br>
            <a:r>
              <a:rPr kumimoji="0" lang="en-US" sz="1600" b="1" i="0" u="none" strike="noStrike" kern="1200" cap="none" spc="0" normalizeH="0" baseline="0" noProof="0">
                <a:ln>
                  <a:noFill/>
                </a:ln>
                <a:solidFill>
                  <a:srgbClr val="2F7D95"/>
                </a:solidFill>
                <a:effectLst/>
                <a:uLnTx/>
                <a:uFillTx/>
                <a:latin typeface="+mj-lt"/>
                <a:ea typeface="+mn-ea"/>
                <a:cs typeface="+mn-cs"/>
              </a:rPr>
              <a:t>AUDITS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2F7D95"/>
              </a:solidFill>
              <a:effectLst/>
              <a:uLnTx/>
              <a:uFillTx/>
              <a:latin typeface="Open Sans Extra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ea typeface="+mn-ea"/>
                <a:cs typeface="+mn-cs"/>
              </a:rPr>
              <a:t>Comprehensive testing for WCAG 2.2 / 508 / EN 301 549 compliance, using real assistive-technology workflows.</a:t>
            </a:r>
          </a:p>
        </p:txBody>
      </p:sp>
      <p:sp>
        <p:nvSpPr>
          <p:cNvPr id="31" name="Oval 30">
            <a:extLst>
              <a:ext uri="{FF2B5EF4-FFF2-40B4-BE49-F238E27FC236}">
                <a16:creationId xmlns:a16="http://schemas.microsoft.com/office/drawing/2014/main" id="{4BCDB18C-7346-380E-7234-483B64DA3877}"/>
              </a:ext>
            </a:extLst>
          </p:cNvPr>
          <p:cNvSpPr/>
          <p:nvPr/>
        </p:nvSpPr>
        <p:spPr>
          <a:xfrm>
            <a:off x="4398766" y="1786580"/>
            <a:ext cx="505609" cy="505609"/>
          </a:xfrm>
          <a:prstGeom prst="ellipse">
            <a:avLst/>
          </a:prstGeom>
          <a:solidFill>
            <a:srgbClr val="2F7D95"/>
          </a:solidFill>
          <a:ln w="381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2</a:t>
            </a:r>
          </a:p>
        </p:txBody>
      </p:sp>
      <p:sp>
        <p:nvSpPr>
          <p:cNvPr id="25" name="Freeform 24">
            <a:extLst>
              <a:ext uri="{FF2B5EF4-FFF2-40B4-BE49-F238E27FC236}">
                <a16:creationId xmlns:a16="http://schemas.microsoft.com/office/drawing/2014/main" id="{F584584B-6831-20D0-E3D3-CFEA88BE035B}"/>
              </a:ext>
            </a:extLst>
          </p:cNvPr>
          <p:cNvSpPr/>
          <p:nvPr/>
        </p:nvSpPr>
        <p:spPr>
          <a:xfrm>
            <a:off x="3279404" y="2039386"/>
            <a:ext cx="2744332" cy="3307166"/>
          </a:xfrm>
          <a:custGeom>
            <a:avLst/>
            <a:gdLst>
              <a:gd name="csX0" fmla="*/ 177695 w 2744332"/>
              <a:gd name="csY0" fmla="*/ 0 h 3307166"/>
              <a:gd name="csX1" fmla="*/ 1119362 w 2744332"/>
              <a:gd name="csY1" fmla="*/ 0 h 3307166"/>
              <a:gd name="csX2" fmla="*/ 1124498 w 2744332"/>
              <a:gd name="csY2" fmla="*/ 50948 h 3307166"/>
              <a:gd name="csX3" fmla="*/ 1372167 w 2744332"/>
              <a:gd name="csY3" fmla="*/ 252804 h 3307166"/>
              <a:gd name="csX4" fmla="*/ 1619836 w 2744332"/>
              <a:gd name="csY4" fmla="*/ 50948 h 3307166"/>
              <a:gd name="csX5" fmla="*/ 1624972 w 2744332"/>
              <a:gd name="csY5" fmla="*/ 0 h 3307166"/>
              <a:gd name="csX6" fmla="*/ 2566637 w 2744332"/>
              <a:gd name="csY6" fmla="*/ 0 h 3307166"/>
              <a:gd name="csX7" fmla="*/ 2744332 w 2744332"/>
              <a:gd name="csY7" fmla="*/ 177695 h 3307166"/>
              <a:gd name="csX8" fmla="*/ 2744332 w 2744332"/>
              <a:gd name="csY8" fmla="*/ 3129471 h 3307166"/>
              <a:gd name="csX9" fmla="*/ 2566637 w 2744332"/>
              <a:gd name="csY9" fmla="*/ 3307166 h 3307166"/>
              <a:gd name="csX10" fmla="*/ 177695 w 2744332"/>
              <a:gd name="csY10" fmla="*/ 3307166 h 3307166"/>
              <a:gd name="csX11" fmla="*/ 0 w 2744332"/>
              <a:gd name="csY11" fmla="*/ 3129471 h 3307166"/>
              <a:gd name="csX12" fmla="*/ 0 w 2744332"/>
              <a:gd name="csY12" fmla="*/ 177695 h 3307166"/>
              <a:gd name="csX13" fmla="*/ 177695 w 2744332"/>
              <a:gd name="csY13" fmla="*/ 0 h 33071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744332" h="3307166">
                <a:moveTo>
                  <a:pt x="177695" y="0"/>
                </a:moveTo>
                <a:lnTo>
                  <a:pt x="1119362" y="0"/>
                </a:lnTo>
                <a:lnTo>
                  <a:pt x="1124498" y="50948"/>
                </a:lnTo>
                <a:cubicBezTo>
                  <a:pt x="1148072" y="166147"/>
                  <a:pt x="1250000" y="252804"/>
                  <a:pt x="1372167" y="252804"/>
                </a:cubicBezTo>
                <a:cubicBezTo>
                  <a:pt x="1494335" y="252804"/>
                  <a:pt x="1596263" y="166147"/>
                  <a:pt x="1619836" y="50948"/>
                </a:cubicBezTo>
                <a:lnTo>
                  <a:pt x="1624972" y="0"/>
                </a:lnTo>
                <a:lnTo>
                  <a:pt x="2566637" y="0"/>
                </a:lnTo>
                <a:cubicBezTo>
                  <a:pt x="2664775" y="0"/>
                  <a:pt x="2744332" y="79557"/>
                  <a:pt x="2744332" y="177695"/>
                </a:cubicBezTo>
                <a:lnTo>
                  <a:pt x="2744332" y="3129471"/>
                </a:lnTo>
                <a:cubicBezTo>
                  <a:pt x="2744332" y="3227609"/>
                  <a:pt x="2664775" y="3307166"/>
                  <a:pt x="2566637" y="3307166"/>
                </a:cubicBezTo>
                <a:lnTo>
                  <a:pt x="177695" y="3307166"/>
                </a:lnTo>
                <a:cubicBezTo>
                  <a:pt x="79557" y="3307166"/>
                  <a:pt x="0" y="3227609"/>
                  <a:pt x="0" y="3129471"/>
                </a:cubicBezTo>
                <a:lnTo>
                  <a:pt x="0" y="177695"/>
                </a:lnTo>
                <a:cubicBezTo>
                  <a:pt x="0" y="79557"/>
                  <a:pt x="79557" y="0"/>
                  <a:pt x="177695"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274320" tIns="365760" rIns="2743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F7D95"/>
                </a:solidFill>
                <a:effectLst/>
                <a:uLnTx/>
                <a:uFillTx/>
                <a:latin typeface="+mj-lt"/>
                <a:ea typeface="+mn-ea"/>
                <a:cs typeface="+mn-cs"/>
              </a:rPr>
              <a:t>USABILITY RESEARCH </a:t>
            </a:r>
            <a:br>
              <a:rPr kumimoji="0" lang="en-US" sz="1600" b="1" i="0" u="none" strike="noStrike" kern="1200" cap="none" spc="0" normalizeH="0" baseline="0" noProof="0">
                <a:ln>
                  <a:noFill/>
                </a:ln>
                <a:solidFill>
                  <a:srgbClr val="2F7D95"/>
                </a:solidFill>
                <a:effectLst/>
                <a:uLnTx/>
                <a:uFillTx/>
                <a:latin typeface="+mj-lt"/>
                <a:ea typeface="+mn-ea"/>
                <a:cs typeface="+mn-cs"/>
              </a:rPr>
            </a:br>
            <a:r>
              <a:rPr kumimoji="0" lang="en-US" sz="1600" b="1" i="0" u="none" strike="noStrike" kern="1200" cap="none" spc="0" normalizeH="0" baseline="0" noProof="0">
                <a:ln>
                  <a:noFill/>
                </a:ln>
                <a:solidFill>
                  <a:srgbClr val="2F7D95"/>
                </a:solidFill>
                <a:effectLst/>
                <a:uLnTx/>
                <a:uFillTx/>
                <a:latin typeface="+mj-lt"/>
                <a:ea typeface="+mn-ea"/>
                <a:cs typeface="+mn-cs"/>
              </a:rPr>
              <a:t>&amp; DESIGN REVIEWS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2F7D95"/>
              </a:solidFill>
              <a:effectLst/>
              <a:uLnTx/>
              <a:uFillTx/>
              <a:latin typeface="Open Sans Extra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ea typeface="+mn-ea"/>
                <a:cs typeface="+mn-cs"/>
              </a:rPr>
              <a:t>Shift-left studies and design evaluations with people with disabilities to prevent issues early.</a:t>
            </a:r>
          </a:p>
        </p:txBody>
      </p:sp>
      <p:sp>
        <p:nvSpPr>
          <p:cNvPr id="32" name="Oval 31">
            <a:extLst>
              <a:ext uri="{FF2B5EF4-FFF2-40B4-BE49-F238E27FC236}">
                <a16:creationId xmlns:a16="http://schemas.microsoft.com/office/drawing/2014/main" id="{5F73337E-1AE9-9924-822D-11A9B5F5F951}"/>
              </a:ext>
            </a:extLst>
          </p:cNvPr>
          <p:cNvSpPr/>
          <p:nvPr/>
        </p:nvSpPr>
        <p:spPr>
          <a:xfrm>
            <a:off x="7305420" y="1786578"/>
            <a:ext cx="505609" cy="505609"/>
          </a:xfrm>
          <a:prstGeom prst="ellipse">
            <a:avLst/>
          </a:prstGeom>
          <a:solidFill>
            <a:srgbClr val="2F7D95"/>
          </a:solidFill>
          <a:ln w="381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3</a:t>
            </a:r>
          </a:p>
        </p:txBody>
      </p:sp>
      <p:sp>
        <p:nvSpPr>
          <p:cNvPr id="26" name="Freeform 25">
            <a:extLst>
              <a:ext uri="{FF2B5EF4-FFF2-40B4-BE49-F238E27FC236}">
                <a16:creationId xmlns:a16="http://schemas.microsoft.com/office/drawing/2014/main" id="{559C20CC-67A6-E130-5BBB-57088ABB16DE}"/>
              </a:ext>
            </a:extLst>
          </p:cNvPr>
          <p:cNvSpPr/>
          <p:nvPr/>
        </p:nvSpPr>
        <p:spPr>
          <a:xfrm>
            <a:off x="6186058" y="2039386"/>
            <a:ext cx="2744332" cy="3307166"/>
          </a:xfrm>
          <a:custGeom>
            <a:avLst/>
            <a:gdLst>
              <a:gd name="csX0" fmla="*/ 209969 w 2744332"/>
              <a:gd name="csY0" fmla="*/ 0 h 3307166"/>
              <a:gd name="csX1" fmla="*/ 1119363 w 2744332"/>
              <a:gd name="csY1" fmla="*/ 0 h 3307166"/>
              <a:gd name="csX2" fmla="*/ 1124498 w 2744332"/>
              <a:gd name="csY2" fmla="*/ 50946 h 3307166"/>
              <a:gd name="csX3" fmla="*/ 1372167 w 2744332"/>
              <a:gd name="csY3" fmla="*/ 252802 h 3307166"/>
              <a:gd name="csX4" fmla="*/ 1619836 w 2744332"/>
              <a:gd name="csY4" fmla="*/ 50946 h 3307166"/>
              <a:gd name="csX5" fmla="*/ 1624972 w 2744332"/>
              <a:gd name="csY5" fmla="*/ 0 h 3307166"/>
              <a:gd name="csX6" fmla="*/ 2534363 w 2744332"/>
              <a:gd name="csY6" fmla="*/ 0 h 3307166"/>
              <a:gd name="csX7" fmla="*/ 2744332 w 2744332"/>
              <a:gd name="csY7" fmla="*/ 209969 h 3307166"/>
              <a:gd name="csX8" fmla="*/ 2744332 w 2744332"/>
              <a:gd name="csY8" fmla="*/ 3097197 h 3307166"/>
              <a:gd name="csX9" fmla="*/ 2534363 w 2744332"/>
              <a:gd name="csY9" fmla="*/ 3307166 h 3307166"/>
              <a:gd name="csX10" fmla="*/ 209969 w 2744332"/>
              <a:gd name="csY10" fmla="*/ 3307166 h 3307166"/>
              <a:gd name="csX11" fmla="*/ 0 w 2744332"/>
              <a:gd name="csY11" fmla="*/ 3097197 h 3307166"/>
              <a:gd name="csX12" fmla="*/ 0 w 2744332"/>
              <a:gd name="csY12" fmla="*/ 209969 h 3307166"/>
              <a:gd name="csX13" fmla="*/ 209969 w 2744332"/>
              <a:gd name="csY13" fmla="*/ 0 h 33071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744332" h="3307166">
                <a:moveTo>
                  <a:pt x="209969" y="0"/>
                </a:moveTo>
                <a:lnTo>
                  <a:pt x="1119363" y="0"/>
                </a:lnTo>
                <a:lnTo>
                  <a:pt x="1124498" y="50946"/>
                </a:lnTo>
                <a:cubicBezTo>
                  <a:pt x="1148072" y="166145"/>
                  <a:pt x="1250000" y="252802"/>
                  <a:pt x="1372167" y="252802"/>
                </a:cubicBezTo>
                <a:cubicBezTo>
                  <a:pt x="1494335" y="252802"/>
                  <a:pt x="1596263" y="166145"/>
                  <a:pt x="1619836" y="50946"/>
                </a:cubicBezTo>
                <a:lnTo>
                  <a:pt x="1624972" y="0"/>
                </a:lnTo>
                <a:lnTo>
                  <a:pt x="2534363" y="0"/>
                </a:lnTo>
                <a:cubicBezTo>
                  <a:pt x="2650326" y="0"/>
                  <a:pt x="2744332" y="94006"/>
                  <a:pt x="2744332" y="209969"/>
                </a:cubicBezTo>
                <a:lnTo>
                  <a:pt x="2744332" y="3097197"/>
                </a:lnTo>
                <a:cubicBezTo>
                  <a:pt x="2744332" y="3213160"/>
                  <a:pt x="2650326" y="3307166"/>
                  <a:pt x="2534363" y="3307166"/>
                </a:cubicBezTo>
                <a:lnTo>
                  <a:pt x="209969" y="3307166"/>
                </a:lnTo>
                <a:cubicBezTo>
                  <a:pt x="94006" y="3307166"/>
                  <a:pt x="0" y="3213160"/>
                  <a:pt x="0" y="3097197"/>
                </a:cubicBezTo>
                <a:lnTo>
                  <a:pt x="0" y="209969"/>
                </a:lnTo>
                <a:cubicBezTo>
                  <a:pt x="0" y="94006"/>
                  <a:pt x="94006" y="0"/>
                  <a:pt x="209969"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274320" tIns="365760" rIns="2743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F7D95"/>
                </a:solidFill>
                <a:effectLst/>
                <a:uLnTx/>
                <a:uFillTx/>
                <a:latin typeface="+mj-lt"/>
                <a:ea typeface="+mn-ea"/>
                <a:cs typeface="+mn-cs"/>
              </a:rPr>
              <a:t>ACCESSIBILITY TRAINING </a:t>
            </a:r>
            <a:br>
              <a:rPr kumimoji="0" lang="en-US" sz="1600" b="1" i="0" u="none" strike="noStrike" kern="1200" cap="none" spc="0" normalizeH="0" baseline="0" noProof="0">
                <a:ln>
                  <a:noFill/>
                </a:ln>
                <a:solidFill>
                  <a:srgbClr val="2F7D95"/>
                </a:solidFill>
                <a:effectLst/>
                <a:uLnTx/>
                <a:uFillTx/>
                <a:latin typeface="+mj-lt"/>
                <a:ea typeface="+mn-ea"/>
                <a:cs typeface="+mn-cs"/>
              </a:rPr>
            </a:br>
            <a:r>
              <a:rPr kumimoji="0" lang="en-US" sz="1600" b="1" i="0" u="none" strike="noStrike" kern="1200" cap="none" spc="0" normalizeH="0" baseline="0" noProof="0">
                <a:ln>
                  <a:noFill/>
                </a:ln>
                <a:solidFill>
                  <a:srgbClr val="2F7D95"/>
                </a:solidFill>
                <a:effectLst/>
                <a:uLnTx/>
                <a:uFillTx/>
                <a:latin typeface="+mj-lt"/>
                <a:ea typeface="+mn-ea"/>
                <a:cs typeface="+mn-cs"/>
              </a:rPr>
              <a:t>&amp; ENABLEMENT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2F7D95"/>
              </a:solidFill>
              <a:effectLst/>
              <a:uLnTx/>
              <a:uFillTx/>
              <a:latin typeface="Open Sans Extra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ea typeface="+mn-ea"/>
                <a:cs typeface="+mn-cs"/>
              </a:rPr>
              <a:t>Customized, role-based training and culture-building programs that embed accessibility across teams.</a:t>
            </a:r>
          </a:p>
        </p:txBody>
      </p:sp>
      <p:sp>
        <p:nvSpPr>
          <p:cNvPr id="29" name="Oval 28">
            <a:extLst>
              <a:ext uri="{FF2B5EF4-FFF2-40B4-BE49-F238E27FC236}">
                <a16:creationId xmlns:a16="http://schemas.microsoft.com/office/drawing/2014/main" id="{7CC2AECE-28A7-4B5E-7F53-1166926CE57A}"/>
              </a:ext>
            </a:extLst>
          </p:cNvPr>
          <p:cNvSpPr/>
          <p:nvPr/>
        </p:nvSpPr>
        <p:spPr>
          <a:xfrm>
            <a:off x="10212074" y="1786579"/>
            <a:ext cx="505609" cy="505609"/>
          </a:xfrm>
          <a:prstGeom prst="ellipse">
            <a:avLst/>
          </a:prstGeom>
          <a:solidFill>
            <a:srgbClr val="2F7D95"/>
          </a:solidFill>
          <a:ln w="381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4</a:t>
            </a:r>
          </a:p>
        </p:txBody>
      </p:sp>
      <p:sp>
        <p:nvSpPr>
          <p:cNvPr id="28" name="Freeform 27">
            <a:extLst>
              <a:ext uri="{FF2B5EF4-FFF2-40B4-BE49-F238E27FC236}">
                <a16:creationId xmlns:a16="http://schemas.microsoft.com/office/drawing/2014/main" id="{5D93D419-B045-64EB-004C-E28A5C7A1F1A}"/>
              </a:ext>
            </a:extLst>
          </p:cNvPr>
          <p:cNvSpPr/>
          <p:nvPr/>
        </p:nvSpPr>
        <p:spPr>
          <a:xfrm>
            <a:off x="9092712" y="2039386"/>
            <a:ext cx="2744332" cy="3307166"/>
          </a:xfrm>
          <a:custGeom>
            <a:avLst/>
            <a:gdLst>
              <a:gd name="csX0" fmla="*/ 166938 w 2744332"/>
              <a:gd name="csY0" fmla="*/ 0 h 3307166"/>
              <a:gd name="csX1" fmla="*/ 1119362 w 2744332"/>
              <a:gd name="csY1" fmla="*/ 0 h 3307166"/>
              <a:gd name="csX2" fmla="*/ 1124498 w 2744332"/>
              <a:gd name="csY2" fmla="*/ 50947 h 3307166"/>
              <a:gd name="csX3" fmla="*/ 1372167 w 2744332"/>
              <a:gd name="csY3" fmla="*/ 252803 h 3307166"/>
              <a:gd name="csX4" fmla="*/ 1619836 w 2744332"/>
              <a:gd name="csY4" fmla="*/ 50947 h 3307166"/>
              <a:gd name="csX5" fmla="*/ 1624972 w 2744332"/>
              <a:gd name="csY5" fmla="*/ 0 h 3307166"/>
              <a:gd name="csX6" fmla="*/ 2577394 w 2744332"/>
              <a:gd name="csY6" fmla="*/ 0 h 3307166"/>
              <a:gd name="csX7" fmla="*/ 2744332 w 2744332"/>
              <a:gd name="csY7" fmla="*/ 166938 h 3307166"/>
              <a:gd name="csX8" fmla="*/ 2744332 w 2744332"/>
              <a:gd name="csY8" fmla="*/ 3140228 h 3307166"/>
              <a:gd name="csX9" fmla="*/ 2577394 w 2744332"/>
              <a:gd name="csY9" fmla="*/ 3307166 h 3307166"/>
              <a:gd name="csX10" fmla="*/ 166938 w 2744332"/>
              <a:gd name="csY10" fmla="*/ 3307166 h 3307166"/>
              <a:gd name="csX11" fmla="*/ 0 w 2744332"/>
              <a:gd name="csY11" fmla="*/ 3140228 h 3307166"/>
              <a:gd name="csX12" fmla="*/ 0 w 2744332"/>
              <a:gd name="csY12" fmla="*/ 166938 h 3307166"/>
              <a:gd name="csX13" fmla="*/ 166938 w 2744332"/>
              <a:gd name="csY13" fmla="*/ 0 h 33071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744332" h="3307166">
                <a:moveTo>
                  <a:pt x="166938" y="0"/>
                </a:moveTo>
                <a:lnTo>
                  <a:pt x="1119362" y="0"/>
                </a:lnTo>
                <a:lnTo>
                  <a:pt x="1124498" y="50947"/>
                </a:lnTo>
                <a:cubicBezTo>
                  <a:pt x="1148071" y="166146"/>
                  <a:pt x="1250000" y="252803"/>
                  <a:pt x="1372167" y="252803"/>
                </a:cubicBezTo>
                <a:cubicBezTo>
                  <a:pt x="1494335" y="252803"/>
                  <a:pt x="1596263" y="166146"/>
                  <a:pt x="1619836" y="50947"/>
                </a:cubicBezTo>
                <a:lnTo>
                  <a:pt x="1624972" y="0"/>
                </a:lnTo>
                <a:lnTo>
                  <a:pt x="2577394" y="0"/>
                </a:lnTo>
                <a:cubicBezTo>
                  <a:pt x="2669591" y="0"/>
                  <a:pt x="2744332" y="74741"/>
                  <a:pt x="2744332" y="166938"/>
                </a:cubicBezTo>
                <a:lnTo>
                  <a:pt x="2744332" y="3140228"/>
                </a:lnTo>
                <a:cubicBezTo>
                  <a:pt x="2744332" y="3232425"/>
                  <a:pt x="2669591" y="3307166"/>
                  <a:pt x="2577394" y="3307166"/>
                </a:cubicBezTo>
                <a:lnTo>
                  <a:pt x="166938" y="3307166"/>
                </a:lnTo>
                <a:cubicBezTo>
                  <a:pt x="74741" y="3307166"/>
                  <a:pt x="0" y="3232425"/>
                  <a:pt x="0" y="3140228"/>
                </a:cubicBezTo>
                <a:lnTo>
                  <a:pt x="0" y="166938"/>
                </a:lnTo>
                <a:cubicBezTo>
                  <a:pt x="0" y="74741"/>
                  <a:pt x="74741" y="0"/>
                  <a:pt x="166938"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274320" tIns="365760" rIns="2743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F7D95"/>
                </a:solidFill>
                <a:effectLst/>
                <a:uLnTx/>
                <a:uFillTx/>
                <a:latin typeface="+mj-lt"/>
                <a:ea typeface="+mn-ea"/>
                <a:cs typeface="+mn-cs"/>
              </a:rPr>
              <a:t>PDF TESTING &amp; REMEDIATION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2F7D95"/>
              </a:solidFill>
              <a:effectLst/>
              <a:uLnTx/>
              <a:uFillTx/>
              <a:latin typeface="Open Sans Extra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ea typeface="+mn-ea"/>
                <a:cs typeface="+mn-cs"/>
              </a:rPr>
              <a:t>Large scale testing and remediation of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ea typeface="+mn-ea"/>
                <a:cs typeface="+mn-cs"/>
              </a:rPr>
              <a:t>PDF and Office documents for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ea typeface="+mn-ea"/>
                <a:cs typeface="+mn-cs"/>
              </a:rPr>
              <a:t>compliance with WCAG 2.2/ PDF U/A.</a:t>
            </a:r>
          </a:p>
        </p:txBody>
      </p:sp>
    </p:spTree>
    <p:extLst>
      <p:ext uri="{BB962C8B-B14F-4D97-AF65-F5344CB8AC3E}">
        <p14:creationId xmlns:p14="http://schemas.microsoft.com/office/powerpoint/2010/main" val="1398301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4261A-E965-E408-E6E1-E0DB232B0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313E19-C0B0-0656-31F6-3B21A318C67B}"/>
              </a:ext>
            </a:extLst>
          </p:cNvPr>
          <p:cNvSpPr>
            <a:spLocks noGrp="1"/>
          </p:cNvSpPr>
          <p:nvPr>
            <p:ph type="title"/>
          </p:nvPr>
        </p:nvSpPr>
        <p:spPr>
          <a:xfrm>
            <a:off x="359999" y="360000"/>
            <a:ext cx="11460525" cy="984885"/>
          </a:xfrm>
        </p:spPr>
        <p:txBody>
          <a:bodyPr/>
          <a:lstStyle/>
          <a:p>
            <a:r>
              <a:rPr lang="en-US"/>
              <a:t>We Deliver Impactful, Developer-Ready Accessibility Findings - Not Noise</a:t>
            </a:r>
          </a:p>
        </p:txBody>
      </p:sp>
      <p:sp>
        <p:nvSpPr>
          <p:cNvPr id="3" name="Slide Number Placeholder 2">
            <a:extLst>
              <a:ext uri="{FF2B5EF4-FFF2-40B4-BE49-F238E27FC236}">
                <a16:creationId xmlns:a16="http://schemas.microsoft.com/office/drawing/2014/main" id="{35B0D419-DB24-C0A1-34F2-F5142366F354}"/>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10</a:t>
            </a:fld>
            <a:endParaRPr lang="en-IN"/>
          </a:p>
        </p:txBody>
      </p:sp>
      <p:sp>
        <p:nvSpPr>
          <p:cNvPr id="15" name="Rounded Rectangle 14">
            <a:extLst>
              <a:ext uri="{FF2B5EF4-FFF2-40B4-BE49-F238E27FC236}">
                <a16:creationId xmlns:a16="http://schemas.microsoft.com/office/drawing/2014/main" id="{99ABCFF0-CFF2-EC5C-64F5-23275D816010}"/>
              </a:ext>
            </a:extLst>
          </p:cNvPr>
          <p:cNvSpPr/>
          <p:nvPr/>
        </p:nvSpPr>
        <p:spPr>
          <a:xfrm>
            <a:off x="359998" y="1955622"/>
            <a:ext cx="3671573" cy="867002"/>
          </a:xfrm>
          <a:prstGeom prst="roundRect">
            <a:avLst>
              <a:gd name="adj" fmla="val 181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Comprehensive WCAG 2.2 / Section 508 / EN 301 549 audits.</a:t>
            </a:r>
          </a:p>
        </p:txBody>
      </p:sp>
      <p:sp>
        <p:nvSpPr>
          <p:cNvPr id="16" name="Rounded Rectangle 15">
            <a:extLst>
              <a:ext uri="{FF2B5EF4-FFF2-40B4-BE49-F238E27FC236}">
                <a16:creationId xmlns:a16="http://schemas.microsoft.com/office/drawing/2014/main" id="{376F5204-E838-F47A-781B-D65E5BCA41CE}"/>
              </a:ext>
            </a:extLst>
          </p:cNvPr>
          <p:cNvSpPr/>
          <p:nvPr/>
        </p:nvSpPr>
        <p:spPr>
          <a:xfrm>
            <a:off x="4254474" y="1955622"/>
            <a:ext cx="3671573" cy="867002"/>
          </a:xfrm>
          <a:prstGeom prst="roundRect">
            <a:avLst>
              <a:gd name="adj" fmla="val 181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Manual testing with screen readers, magnifiers, and voice-input tools.</a:t>
            </a:r>
          </a:p>
        </p:txBody>
      </p:sp>
      <p:sp>
        <p:nvSpPr>
          <p:cNvPr id="17" name="Rounded Rectangle 16">
            <a:extLst>
              <a:ext uri="{FF2B5EF4-FFF2-40B4-BE49-F238E27FC236}">
                <a16:creationId xmlns:a16="http://schemas.microsoft.com/office/drawing/2014/main" id="{C390BCA1-DEA0-F13A-2BBE-7E63BCD4DA38}"/>
              </a:ext>
            </a:extLst>
          </p:cNvPr>
          <p:cNvSpPr/>
          <p:nvPr/>
        </p:nvSpPr>
        <p:spPr>
          <a:xfrm>
            <a:off x="8148951" y="1955622"/>
            <a:ext cx="3671573" cy="867002"/>
          </a:xfrm>
          <a:prstGeom prst="roundRect">
            <a:avLst>
              <a:gd name="adj" fmla="val 181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Also use cutting edge tools like Accessibility Insights to find basic issues.</a:t>
            </a:r>
          </a:p>
        </p:txBody>
      </p:sp>
      <p:sp>
        <p:nvSpPr>
          <p:cNvPr id="18" name="Rounded Rectangle 17">
            <a:extLst>
              <a:ext uri="{FF2B5EF4-FFF2-40B4-BE49-F238E27FC236}">
                <a16:creationId xmlns:a16="http://schemas.microsoft.com/office/drawing/2014/main" id="{D53F9D81-5343-F233-FE1F-CBB1E8880149}"/>
              </a:ext>
            </a:extLst>
          </p:cNvPr>
          <p:cNvSpPr/>
          <p:nvPr/>
        </p:nvSpPr>
        <p:spPr>
          <a:xfrm>
            <a:off x="359998" y="3030606"/>
            <a:ext cx="3671573" cy="867002"/>
          </a:xfrm>
          <a:prstGeom prst="roundRect">
            <a:avLst>
              <a:gd name="adj" fmla="val 181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Conducted by experts with lived experience of disability.</a:t>
            </a:r>
          </a:p>
        </p:txBody>
      </p:sp>
      <p:sp>
        <p:nvSpPr>
          <p:cNvPr id="19" name="Rounded Rectangle 18">
            <a:extLst>
              <a:ext uri="{FF2B5EF4-FFF2-40B4-BE49-F238E27FC236}">
                <a16:creationId xmlns:a16="http://schemas.microsoft.com/office/drawing/2014/main" id="{87A38A29-F370-D11A-DEDC-AC37D59FCDB0}"/>
              </a:ext>
            </a:extLst>
          </p:cNvPr>
          <p:cNvSpPr/>
          <p:nvPr/>
        </p:nvSpPr>
        <p:spPr>
          <a:xfrm>
            <a:off x="4260214" y="3030606"/>
            <a:ext cx="3671573" cy="867002"/>
          </a:xfrm>
          <a:prstGeom prst="roundRect">
            <a:avLst>
              <a:gd name="adj" fmla="val 181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Developer-ready, prioritized issues with clear severity and remediation guidance.</a:t>
            </a:r>
          </a:p>
        </p:txBody>
      </p:sp>
      <p:sp>
        <p:nvSpPr>
          <p:cNvPr id="20" name="Rounded Rectangle 19">
            <a:extLst>
              <a:ext uri="{FF2B5EF4-FFF2-40B4-BE49-F238E27FC236}">
                <a16:creationId xmlns:a16="http://schemas.microsoft.com/office/drawing/2014/main" id="{D0BA00E8-D8BA-5E3A-05FA-7D9DE4782BD8}"/>
              </a:ext>
            </a:extLst>
          </p:cNvPr>
          <p:cNvSpPr/>
          <p:nvPr/>
        </p:nvSpPr>
        <p:spPr>
          <a:xfrm>
            <a:off x="8148951" y="3030606"/>
            <a:ext cx="3671573" cy="867002"/>
          </a:xfrm>
          <a:prstGeom prst="roundRect">
            <a:avLst>
              <a:gd name="adj" fmla="val 181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We focus on what blocks users, not on flooding teams with false positives.</a:t>
            </a:r>
          </a:p>
        </p:txBody>
      </p:sp>
      <p:sp>
        <p:nvSpPr>
          <p:cNvPr id="22" name="TextBox 21">
            <a:extLst>
              <a:ext uri="{FF2B5EF4-FFF2-40B4-BE49-F238E27FC236}">
                <a16:creationId xmlns:a16="http://schemas.microsoft.com/office/drawing/2014/main" id="{3EF8F4E0-8D4C-0743-A1D0-8EE90F70E412}"/>
              </a:ext>
            </a:extLst>
          </p:cNvPr>
          <p:cNvSpPr txBox="1"/>
          <p:nvPr/>
        </p:nvSpPr>
        <p:spPr>
          <a:xfrm>
            <a:off x="371477" y="4289751"/>
            <a:ext cx="11449048" cy="1443772"/>
          </a:xfrm>
          <a:prstGeom prst="roundRect">
            <a:avLst>
              <a:gd name="adj" fmla="val 8152"/>
            </a:avLst>
          </a:prstGeom>
          <a:solidFill>
            <a:srgbClr val="2F7D95"/>
          </a:solidFill>
        </p:spPr>
        <p:txBody>
          <a:bodyPr wrap="square">
            <a:noAutofit/>
          </a:bodyPr>
          <a:lstStyle>
            <a:defPPr>
              <a:defRPr lang="en-US"/>
            </a:defPPr>
            <a:lvl1pPr algn="ctr">
              <a:defRPr b="1">
                <a:solidFill>
                  <a:schemeClr val="bg1"/>
                </a:solidFill>
              </a:defRPr>
            </a:lvl1pPr>
          </a:lstStyle>
          <a:p>
            <a:r>
              <a:rPr lang="en-US"/>
              <a:t>Industry Typical vs </a:t>
            </a:r>
            <a:r>
              <a:rPr lang="en-US" err="1"/>
              <a:t>IAccessible</a:t>
            </a:r>
            <a:r>
              <a:rPr lang="en-US"/>
              <a:t> Approach</a:t>
            </a:r>
          </a:p>
        </p:txBody>
      </p:sp>
      <p:sp>
        <p:nvSpPr>
          <p:cNvPr id="23" name="TextBox 22">
            <a:extLst>
              <a:ext uri="{FF2B5EF4-FFF2-40B4-BE49-F238E27FC236}">
                <a16:creationId xmlns:a16="http://schemas.microsoft.com/office/drawing/2014/main" id="{7D3F73B4-4742-399A-F6A1-46CE9B766D6C}"/>
              </a:ext>
            </a:extLst>
          </p:cNvPr>
          <p:cNvSpPr txBox="1"/>
          <p:nvPr/>
        </p:nvSpPr>
        <p:spPr>
          <a:xfrm>
            <a:off x="653579" y="4811271"/>
            <a:ext cx="5263034" cy="635635"/>
          </a:xfrm>
          <a:prstGeom prst="roundRect">
            <a:avLst/>
          </a:prstGeom>
          <a:solidFill>
            <a:schemeClr val="accent5">
              <a:lumMod val="20000"/>
              <a:lumOff val="80000"/>
            </a:schemeClr>
          </a:solidFill>
          <a:ln w="25400">
            <a:noFill/>
          </a:ln>
        </p:spPr>
        <p:txBody>
          <a:bodyPr wrap="square" lIns="137160" rIns="137160" anchor="ctr">
            <a:spAutoFit/>
          </a:bodyPr>
          <a:lstStyle/>
          <a:p>
            <a:pPr algn="ctr">
              <a:spcAft>
                <a:spcPts val="400"/>
              </a:spcAft>
            </a:pPr>
            <a:r>
              <a:rPr sz="1400" b="1">
                <a:solidFill>
                  <a:srgbClr val="DC3545"/>
                </a:solidFill>
              </a:rPr>
              <a:t>Industry Typical</a:t>
            </a:r>
          </a:p>
          <a:p>
            <a:pPr algn="ctr">
              <a:spcAft>
                <a:spcPts val="400"/>
              </a:spcAft>
            </a:pPr>
            <a:r>
              <a:rPr sz="1400">
                <a:solidFill>
                  <a:srgbClr val="3C3C3C"/>
                </a:solidFill>
              </a:rPr>
              <a:t>60% invalid bugs / compliance noise.</a:t>
            </a:r>
          </a:p>
        </p:txBody>
      </p:sp>
      <p:sp>
        <p:nvSpPr>
          <p:cNvPr id="27" name="TextBox 26">
            <a:extLst>
              <a:ext uri="{FF2B5EF4-FFF2-40B4-BE49-F238E27FC236}">
                <a16:creationId xmlns:a16="http://schemas.microsoft.com/office/drawing/2014/main" id="{1B4C726B-6522-31EC-BA70-790458B2F09F}"/>
              </a:ext>
            </a:extLst>
          </p:cNvPr>
          <p:cNvSpPr txBox="1">
            <a:spLocks noChangeAspect="1"/>
          </p:cNvSpPr>
          <p:nvPr/>
        </p:nvSpPr>
        <p:spPr>
          <a:xfrm>
            <a:off x="5867401" y="4900488"/>
            <a:ext cx="457200" cy="457200"/>
          </a:xfrm>
          <a:prstGeom prst="ellipse">
            <a:avLst/>
          </a:prstGeom>
          <a:solidFill>
            <a:srgbClr val="000000"/>
          </a:solidFill>
          <a:ln w="28575">
            <a:solidFill>
              <a:srgbClr val="2F7D95"/>
            </a:solidFill>
          </a:ln>
        </p:spPr>
        <p:txBody>
          <a:bodyPr wrap="none" anchor="ctr">
            <a:noAutofit/>
          </a:bodyPr>
          <a:lstStyle/>
          <a:p>
            <a:pPr algn="ctr"/>
            <a:r>
              <a:rPr sz="1200" b="1" i="1">
                <a:solidFill>
                  <a:schemeClr val="bg1"/>
                </a:solidFill>
              </a:rPr>
              <a:t>VS</a:t>
            </a:r>
          </a:p>
        </p:txBody>
      </p:sp>
      <p:sp>
        <p:nvSpPr>
          <p:cNvPr id="26" name="TextBox 25">
            <a:extLst>
              <a:ext uri="{FF2B5EF4-FFF2-40B4-BE49-F238E27FC236}">
                <a16:creationId xmlns:a16="http://schemas.microsoft.com/office/drawing/2014/main" id="{C8E40CC7-50A4-DD83-4EF0-F18B6A592D3C}"/>
              </a:ext>
            </a:extLst>
          </p:cNvPr>
          <p:cNvSpPr txBox="1"/>
          <p:nvPr/>
        </p:nvSpPr>
        <p:spPr>
          <a:xfrm>
            <a:off x="6275389" y="4811271"/>
            <a:ext cx="5263034" cy="635635"/>
          </a:xfrm>
          <a:prstGeom prst="roundRect">
            <a:avLst/>
          </a:prstGeom>
          <a:solidFill>
            <a:schemeClr val="accent6">
              <a:lumMod val="20000"/>
              <a:lumOff val="80000"/>
            </a:schemeClr>
          </a:solidFill>
          <a:ln w="25400">
            <a:noFill/>
          </a:ln>
        </p:spPr>
        <p:txBody>
          <a:bodyPr wrap="square" lIns="137160" rIns="137160" anchor="ctr">
            <a:spAutoFit/>
          </a:bodyPr>
          <a:lstStyle/>
          <a:p>
            <a:pPr algn="ctr">
              <a:spcAft>
                <a:spcPts val="400"/>
              </a:spcAft>
            </a:pPr>
            <a:r>
              <a:rPr lang="en-US" sz="1400" b="1" err="1">
                <a:solidFill>
                  <a:srgbClr val="009688"/>
                </a:solidFill>
              </a:rPr>
              <a:t>IAccessible</a:t>
            </a:r>
            <a:endParaRPr lang="en-US" sz="1400" b="1">
              <a:solidFill>
                <a:srgbClr val="009688"/>
              </a:solidFill>
            </a:endParaRPr>
          </a:p>
          <a:p>
            <a:pPr algn="ctr">
              <a:spcAft>
                <a:spcPts val="400"/>
              </a:spcAft>
            </a:pPr>
            <a:r>
              <a:rPr lang="en-US" sz="1400">
                <a:solidFill>
                  <a:srgbClr val="3C3C3C"/>
                </a:solidFill>
              </a:rPr>
              <a:t>Actionable issues / measurable user impact.</a:t>
            </a:r>
          </a:p>
        </p:txBody>
      </p:sp>
    </p:spTree>
    <p:extLst>
      <p:ext uri="{BB962C8B-B14F-4D97-AF65-F5344CB8AC3E}">
        <p14:creationId xmlns:p14="http://schemas.microsoft.com/office/powerpoint/2010/main" val="1617057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B0300-7D4D-4FF1-A8F6-FD474E8CBFC6}"/>
              </a:ext>
            </a:extLst>
          </p:cNvPr>
          <p:cNvSpPr>
            <a:spLocks noGrp="1"/>
          </p:cNvSpPr>
          <p:nvPr>
            <p:ph type="title"/>
          </p:nvPr>
        </p:nvSpPr>
        <p:spPr>
          <a:xfrm>
            <a:off x="359999" y="360000"/>
            <a:ext cx="11460525" cy="984885"/>
          </a:xfrm>
        </p:spPr>
        <p:txBody>
          <a:bodyPr/>
          <a:lstStyle/>
          <a:p>
            <a:r>
              <a:rPr lang="en-US"/>
              <a:t>We Catch Accessibility Issues Early – </a:t>
            </a:r>
            <a:br>
              <a:rPr lang="en-US"/>
            </a:br>
            <a:r>
              <a:rPr lang="en-US"/>
              <a:t>Before They Become Expensive</a:t>
            </a:r>
          </a:p>
        </p:txBody>
      </p:sp>
      <p:sp>
        <p:nvSpPr>
          <p:cNvPr id="3" name="Slide Number Placeholder 2">
            <a:extLst>
              <a:ext uri="{FF2B5EF4-FFF2-40B4-BE49-F238E27FC236}">
                <a16:creationId xmlns:a16="http://schemas.microsoft.com/office/drawing/2014/main" id="{9515FA69-FA3D-664C-396A-3DAB4224905E}"/>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11</a:t>
            </a:fld>
            <a:endParaRPr lang="en-IN"/>
          </a:p>
        </p:txBody>
      </p:sp>
      <p:sp>
        <p:nvSpPr>
          <p:cNvPr id="17" name="TextBox 16">
            <a:extLst>
              <a:ext uri="{FF2B5EF4-FFF2-40B4-BE49-F238E27FC236}">
                <a16:creationId xmlns:a16="http://schemas.microsoft.com/office/drawing/2014/main" id="{C9EBD955-6A71-0308-E256-56D9826327AD}"/>
              </a:ext>
            </a:extLst>
          </p:cNvPr>
          <p:cNvSpPr txBox="1"/>
          <p:nvPr/>
        </p:nvSpPr>
        <p:spPr>
          <a:xfrm>
            <a:off x="371477" y="1738673"/>
            <a:ext cx="10235563" cy="1292662"/>
          </a:xfrm>
          <a:prstGeom prst="rect">
            <a:avLst/>
          </a:prstGeom>
          <a:noFill/>
          <a:ln>
            <a:noFill/>
          </a:ln>
        </p:spPr>
        <p:txBody>
          <a:bodyPr wrap="square" lIns="0" tIns="0" rIns="0" bIns="0">
            <a:spAutoFit/>
          </a:bodyPr>
          <a:lstStyle/>
          <a:p>
            <a:pPr marL="182880" indent="-182880" algn="l">
              <a:spcAft>
                <a:spcPts val="800"/>
              </a:spcAft>
              <a:buFont typeface="Arial" panose="020B0604020202020204" pitchFamily="34" charset="0"/>
              <a:buChar char="•"/>
            </a:pPr>
            <a:r>
              <a:rPr sz="1600">
                <a:solidFill>
                  <a:srgbClr val="282828"/>
                </a:solidFill>
                <a:latin typeface="Calibri"/>
              </a:rPr>
              <a:t>Research with real users with disabilities drawn from our 3,000+ self-identified research participant panel.</a:t>
            </a:r>
          </a:p>
          <a:p>
            <a:pPr marL="182880" indent="-182880" algn="l">
              <a:spcAft>
                <a:spcPts val="800"/>
              </a:spcAft>
              <a:buFont typeface="Arial" panose="020B0604020202020204" pitchFamily="34" charset="0"/>
              <a:buChar char="•"/>
            </a:pPr>
            <a:r>
              <a:rPr sz="1600">
                <a:solidFill>
                  <a:srgbClr val="282828"/>
                </a:solidFill>
                <a:latin typeface="Calibri"/>
              </a:rPr>
              <a:t>Early design reviews and prototype testing catch 40–60% of issues before code.</a:t>
            </a:r>
          </a:p>
          <a:p>
            <a:pPr marL="182880" indent="-182880" algn="l">
              <a:spcAft>
                <a:spcPts val="800"/>
              </a:spcAft>
              <a:buFont typeface="Arial" panose="020B0604020202020204" pitchFamily="34" charset="0"/>
              <a:buChar char="•"/>
            </a:pPr>
            <a:r>
              <a:rPr sz="1600">
                <a:solidFill>
                  <a:srgbClr val="282828"/>
                </a:solidFill>
                <a:latin typeface="Calibri"/>
              </a:rPr>
              <a:t>Early findings save 4× remediation cost compared to post-release fixes.</a:t>
            </a:r>
          </a:p>
          <a:p>
            <a:pPr marL="182880" indent="-182880" algn="l">
              <a:spcAft>
                <a:spcPts val="800"/>
              </a:spcAft>
              <a:buFont typeface="Arial" panose="020B0604020202020204" pitchFamily="34" charset="0"/>
              <a:buChar char="•"/>
            </a:pPr>
            <a:r>
              <a:rPr sz="1600">
                <a:solidFill>
                  <a:srgbClr val="282828"/>
                </a:solidFill>
                <a:latin typeface="Calibri"/>
              </a:rPr>
              <a:t>Contextual usability studies ensure inclusive, intuitive experiences.</a:t>
            </a:r>
          </a:p>
        </p:txBody>
      </p:sp>
      <p:sp>
        <p:nvSpPr>
          <p:cNvPr id="4" name="TextBox 3">
            <a:extLst>
              <a:ext uri="{FF2B5EF4-FFF2-40B4-BE49-F238E27FC236}">
                <a16:creationId xmlns:a16="http://schemas.microsoft.com/office/drawing/2014/main" id="{80320754-D83F-6CEB-B273-65A2F3D35F28}"/>
              </a:ext>
            </a:extLst>
          </p:cNvPr>
          <p:cNvSpPr txBox="1"/>
          <p:nvPr/>
        </p:nvSpPr>
        <p:spPr>
          <a:xfrm>
            <a:off x="371477" y="3275924"/>
            <a:ext cx="11449048" cy="2201121"/>
          </a:xfrm>
          <a:prstGeom prst="roundRect">
            <a:avLst>
              <a:gd name="adj" fmla="val 8152"/>
            </a:avLst>
          </a:prstGeom>
          <a:solidFill>
            <a:srgbClr val="2F7D95"/>
          </a:solidFill>
        </p:spPr>
        <p:txBody>
          <a:bodyPr wrap="square" tIns="91440">
            <a:noAutofit/>
          </a:bodyPr>
          <a:lstStyle/>
          <a:p>
            <a:pPr algn="ctr"/>
            <a:r>
              <a:rPr lang="en-US" b="1">
                <a:solidFill>
                  <a:schemeClr val="bg1"/>
                </a:solidFill>
              </a:rPr>
              <a:t>Where We Intervene — Shift Left to Design Phase</a:t>
            </a:r>
          </a:p>
        </p:txBody>
      </p:sp>
      <p:sp>
        <p:nvSpPr>
          <p:cNvPr id="5" name="Rounded Rectangle 4">
            <a:extLst>
              <a:ext uri="{FF2B5EF4-FFF2-40B4-BE49-F238E27FC236}">
                <a16:creationId xmlns:a16="http://schemas.microsoft.com/office/drawing/2014/main" id="{295B410D-FDBA-ED3B-D0B4-B0AFAF1B45BE}"/>
              </a:ext>
              <a:ext uri="{C183D7F6-B498-43B3-948B-1728B52AA6E4}">
                <adec:decorative xmlns:adec="http://schemas.microsoft.com/office/drawing/2017/decorative" val="0"/>
              </a:ext>
            </a:extLst>
          </p:cNvPr>
          <p:cNvSpPr/>
          <p:nvPr/>
        </p:nvSpPr>
        <p:spPr>
          <a:xfrm>
            <a:off x="1160442" y="4064612"/>
            <a:ext cx="2011680" cy="775019"/>
          </a:xfrm>
          <a:prstGeom prst="roundRect">
            <a:avLst/>
          </a:prstGeom>
          <a:solidFill>
            <a:srgbClr val="FFFFFF">
              <a:alpha val="37448"/>
            </a:srgb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bg1"/>
                </a:solidFill>
              </a:rPr>
              <a:t>Idea</a:t>
            </a:r>
          </a:p>
        </p:txBody>
      </p:sp>
      <p:sp>
        <p:nvSpPr>
          <p:cNvPr id="15" name="Right Arrow 9" descr="Arrow pointing right">
            <a:extLst>
              <a:ext uri="{FF2B5EF4-FFF2-40B4-BE49-F238E27FC236}">
                <a16:creationId xmlns:a16="http://schemas.microsoft.com/office/drawing/2014/main" id="{685B648A-2956-0C13-A6DE-D881DE4CB66A}"/>
              </a:ext>
            </a:extLst>
          </p:cNvPr>
          <p:cNvSpPr/>
          <p:nvPr/>
        </p:nvSpPr>
        <p:spPr>
          <a:xfrm>
            <a:off x="3242325" y="4310371"/>
            <a:ext cx="246777" cy="283501"/>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1C54D7A6-4628-34E7-AC63-8086EF022210}"/>
              </a:ext>
              <a:ext uri="{C183D7F6-B498-43B3-948B-1728B52AA6E4}">
                <adec:decorative xmlns:adec="http://schemas.microsoft.com/office/drawing/2017/decorative" val="0"/>
              </a:ext>
            </a:extLst>
          </p:cNvPr>
          <p:cNvSpPr/>
          <p:nvPr/>
        </p:nvSpPr>
        <p:spPr>
          <a:xfrm>
            <a:off x="3559305" y="4064612"/>
            <a:ext cx="2011680" cy="775019"/>
          </a:xfrm>
          <a:prstGeom prst="roundRect">
            <a:avLst/>
          </a:prstGeom>
          <a:solidFill>
            <a:srgbClr val="FFFFFF"/>
          </a:solidFill>
          <a:ln w="3810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solidFill>
                  <a:srgbClr val="2F7D95"/>
                </a:solidFill>
              </a:rPr>
              <a:t>Design</a:t>
            </a:r>
          </a:p>
        </p:txBody>
      </p:sp>
      <p:sp>
        <p:nvSpPr>
          <p:cNvPr id="9" name="Right Arrow 8" descr="Arrow pointing right">
            <a:extLst>
              <a:ext uri="{FF2B5EF4-FFF2-40B4-BE49-F238E27FC236}">
                <a16:creationId xmlns:a16="http://schemas.microsoft.com/office/drawing/2014/main" id="{8648876C-A826-F71C-B5DD-8DAFA213F30C}"/>
              </a:ext>
            </a:extLst>
          </p:cNvPr>
          <p:cNvSpPr/>
          <p:nvPr/>
        </p:nvSpPr>
        <p:spPr>
          <a:xfrm>
            <a:off x="5641188" y="4310371"/>
            <a:ext cx="246777" cy="283501"/>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FF2B5EF4-FFF2-40B4-BE49-F238E27FC236}">
                <a16:creationId xmlns:a16="http://schemas.microsoft.com/office/drawing/2014/main" id="{08A6CF98-61F4-084E-C2AA-F3F2CB9A781A}"/>
              </a:ext>
              <a:ext uri="{C183D7F6-B498-43B3-948B-1728B52AA6E4}">
                <adec:decorative xmlns:adec="http://schemas.microsoft.com/office/drawing/2017/decorative" val="0"/>
              </a:ext>
            </a:extLst>
          </p:cNvPr>
          <p:cNvSpPr/>
          <p:nvPr/>
        </p:nvSpPr>
        <p:spPr>
          <a:xfrm>
            <a:off x="5958168" y="4064612"/>
            <a:ext cx="2011680" cy="775019"/>
          </a:xfrm>
          <a:prstGeom prst="roundRect">
            <a:avLst/>
          </a:prstGeom>
          <a:solidFill>
            <a:srgbClr val="FFFFFF">
              <a:alpha val="37448"/>
            </a:srgb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bg1"/>
                </a:solidFill>
              </a:rPr>
              <a:t>Build</a:t>
            </a:r>
          </a:p>
        </p:txBody>
      </p:sp>
      <p:sp>
        <p:nvSpPr>
          <p:cNvPr id="14" name="Right Arrow 9" descr="Arrow pointing right">
            <a:extLst>
              <a:ext uri="{FF2B5EF4-FFF2-40B4-BE49-F238E27FC236}">
                <a16:creationId xmlns:a16="http://schemas.microsoft.com/office/drawing/2014/main" id="{F2A17DCE-42DD-4869-D0D4-3F75BF7B223B}"/>
              </a:ext>
            </a:extLst>
          </p:cNvPr>
          <p:cNvSpPr/>
          <p:nvPr/>
        </p:nvSpPr>
        <p:spPr>
          <a:xfrm>
            <a:off x="8040051" y="4310371"/>
            <a:ext cx="246777" cy="283501"/>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a:extLst>
              <a:ext uri="{FF2B5EF4-FFF2-40B4-BE49-F238E27FC236}">
                <a16:creationId xmlns:a16="http://schemas.microsoft.com/office/drawing/2014/main" id="{3BDBD661-DF0B-F2D7-383A-D8360027F1FC}"/>
              </a:ext>
              <a:ext uri="{C183D7F6-B498-43B3-948B-1728B52AA6E4}">
                <adec:decorative xmlns:adec="http://schemas.microsoft.com/office/drawing/2017/decorative" val="0"/>
              </a:ext>
            </a:extLst>
          </p:cNvPr>
          <p:cNvSpPr/>
          <p:nvPr/>
        </p:nvSpPr>
        <p:spPr>
          <a:xfrm>
            <a:off x="8357029" y="4064612"/>
            <a:ext cx="2011680" cy="775019"/>
          </a:xfrm>
          <a:prstGeom prst="roundRect">
            <a:avLst/>
          </a:prstGeom>
          <a:solidFill>
            <a:srgbClr val="FFFFFF">
              <a:alpha val="37448"/>
            </a:srgbClr>
          </a:solidFill>
          <a:ln w="19050">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bg1"/>
                </a:solidFill>
              </a:rPr>
              <a:t>Launch</a:t>
            </a:r>
          </a:p>
        </p:txBody>
      </p:sp>
      <p:sp>
        <p:nvSpPr>
          <p:cNvPr id="16" name="TextBox 15">
            <a:extLst>
              <a:ext uri="{FF2B5EF4-FFF2-40B4-BE49-F238E27FC236}">
                <a16:creationId xmlns:a16="http://schemas.microsoft.com/office/drawing/2014/main" id="{CB90B85A-9ED1-3CAB-5124-DEE88A68F7C6}"/>
              </a:ext>
            </a:extLst>
          </p:cNvPr>
          <p:cNvSpPr txBox="1"/>
          <p:nvPr/>
        </p:nvSpPr>
        <p:spPr>
          <a:xfrm>
            <a:off x="3488810" y="5174091"/>
            <a:ext cx="5752971" cy="605909"/>
          </a:xfrm>
          <a:prstGeom prst="roundRect">
            <a:avLst>
              <a:gd name="adj" fmla="val 50000"/>
            </a:avLst>
          </a:prstGeom>
          <a:solidFill>
            <a:schemeClr val="accent6">
              <a:lumMod val="20000"/>
              <a:lumOff val="80000"/>
            </a:schemeClr>
          </a:solidFill>
          <a:ln w="38100">
            <a:solidFill>
              <a:srgbClr val="F2F2F2"/>
            </a:solidFill>
          </a:ln>
        </p:spPr>
        <p:txBody>
          <a:bodyPr wrap="square" lIns="137160" tIns="91440" rIns="137160" bIns="91440" anchor="ctr">
            <a:spAutoFit/>
          </a:bodyPr>
          <a:lstStyle>
            <a:defPPr>
              <a:defRPr lang="en-US"/>
            </a:defPPr>
            <a:lvl1pPr algn="ctr">
              <a:spcAft>
                <a:spcPts val="400"/>
              </a:spcAft>
              <a:defRPr sz="1400" b="1">
                <a:solidFill>
                  <a:srgbClr val="009688"/>
                </a:solidFill>
              </a:defRPr>
            </a:lvl1pPr>
          </a:lstStyle>
          <a:p>
            <a:r>
              <a:rPr sz="1600" err="1"/>
              <a:t>IAccessible</a:t>
            </a:r>
            <a:r>
              <a:rPr sz="1600"/>
              <a:t> intervenes here</a:t>
            </a:r>
            <a:r>
              <a:rPr lang="en-US" sz="1600"/>
              <a:t> </a:t>
            </a:r>
            <a:r>
              <a:rPr sz="1600"/>
              <a:t>to catch issues early</a:t>
            </a:r>
            <a:endParaRPr lang="en-US" sz="1600"/>
          </a:p>
        </p:txBody>
      </p:sp>
    </p:spTree>
    <p:extLst>
      <p:ext uri="{BB962C8B-B14F-4D97-AF65-F5344CB8AC3E}">
        <p14:creationId xmlns:p14="http://schemas.microsoft.com/office/powerpoint/2010/main" val="2117223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1CBBB-1AE7-016C-49B6-83355E3BA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64C30-B453-307D-C1C3-EB80928E5853}"/>
              </a:ext>
            </a:extLst>
          </p:cNvPr>
          <p:cNvSpPr>
            <a:spLocks noGrp="1"/>
          </p:cNvSpPr>
          <p:nvPr>
            <p:ph type="title"/>
          </p:nvPr>
        </p:nvSpPr>
        <p:spPr/>
        <p:txBody>
          <a:bodyPr/>
          <a:lstStyle/>
          <a:p>
            <a:r>
              <a:rPr lang="en-US"/>
              <a:t>We Build Accessibility Skills That Stay With Your Teams</a:t>
            </a:r>
          </a:p>
        </p:txBody>
      </p:sp>
      <p:sp>
        <p:nvSpPr>
          <p:cNvPr id="4" name="TextBox 3">
            <a:extLst>
              <a:ext uri="{FF2B5EF4-FFF2-40B4-BE49-F238E27FC236}">
                <a16:creationId xmlns:a16="http://schemas.microsoft.com/office/drawing/2014/main" id="{D5806B5E-809E-70D0-F37E-5F466E167425}"/>
              </a:ext>
            </a:extLst>
          </p:cNvPr>
          <p:cNvSpPr txBox="1"/>
          <p:nvPr/>
        </p:nvSpPr>
        <p:spPr>
          <a:xfrm>
            <a:off x="371477" y="1738673"/>
            <a:ext cx="10235563" cy="1641475"/>
          </a:xfrm>
          <a:prstGeom prst="rect">
            <a:avLst/>
          </a:prstGeom>
          <a:noFill/>
          <a:ln>
            <a:noFill/>
          </a:ln>
        </p:spPr>
        <p:txBody>
          <a:bodyPr wrap="square" lIns="0" tIns="0" rIns="0" bIns="0">
            <a:spAutoFit/>
          </a:bodyPr>
          <a:lstStyle/>
          <a:p>
            <a:pPr marL="182880" marR="0" lvl="0" indent="-18288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282828"/>
                </a:solidFill>
                <a:effectLst/>
                <a:uLnTx/>
                <a:uFillTx/>
                <a:latin typeface="Calibri"/>
                <a:ea typeface="+mn-ea"/>
                <a:cs typeface="+mn-cs"/>
              </a:rPr>
              <a:t>Customized, role-specific training for designers, developers, QA, and leadership.</a:t>
            </a:r>
          </a:p>
          <a:p>
            <a:pPr marL="182880" marR="0" lvl="0" indent="-18288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282828"/>
                </a:solidFill>
                <a:effectLst/>
                <a:uLnTx/>
                <a:uFillTx/>
                <a:latin typeface="Calibri"/>
                <a:ea typeface="+mn-ea"/>
                <a:cs typeface="+mn-cs"/>
              </a:rPr>
              <a:t>Hands-on sessions with assistive technologies (screen readers, magnifiers, speech input).</a:t>
            </a:r>
          </a:p>
          <a:p>
            <a:pPr marL="182880" marR="0" lvl="0" indent="-18288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282828"/>
                </a:solidFill>
                <a:effectLst/>
                <a:uLnTx/>
                <a:uFillTx/>
                <a:latin typeface="Calibri"/>
                <a:ea typeface="+mn-ea"/>
                <a:cs typeface="+mn-cs"/>
              </a:rPr>
              <a:t>Accessibility Champions program to build internal ownership.</a:t>
            </a:r>
          </a:p>
          <a:p>
            <a:pPr marL="182880" marR="0" lvl="0" indent="-18288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282828"/>
                </a:solidFill>
                <a:effectLst/>
                <a:uLnTx/>
                <a:uFillTx/>
                <a:latin typeface="Calibri"/>
                <a:ea typeface="+mn-ea"/>
                <a:cs typeface="+mn-cs"/>
              </a:rPr>
              <a:t>Integrated training modules aligned with your SDLC for sustained maturity.</a:t>
            </a:r>
          </a:p>
          <a:p>
            <a:pPr marL="182880" marR="0" lvl="0" indent="-18288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282828"/>
              </a:solidFill>
              <a:effectLst/>
              <a:uLnTx/>
              <a:uFillTx/>
              <a:latin typeface="Calibri"/>
              <a:ea typeface="+mn-ea"/>
              <a:cs typeface="+mn-cs"/>
            </a:endParaRPr>
          </a:p>
        </p:txBody>
      </p:sp>
      <p:sp>
        <p:nvSpPr>
          <p:cNvPr id="3" name="Slide Number Placeholder 2">
            <a:extLst>
              <a:ext uri="{FF2B5EF4-FFF2-40B4-BE49-F238E27FC236}">
                <a16:creationId xmlns:a16="http://schemas.microsoft.com/office/drawing/2014/main" id="{D0EC32EC-BD7C-5858-97DC-D1D9BD2F9CD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300"/>
              </a:spcBef>
              <a:spcAft>
                <a:spcPts val="300"/>
              </a:spcAft>
              <a:buClrTx/>
              <a:buSzTx/>
              <a:buFontTx/>
              <a:buNone/>
              <a:tabLst/>
              <a:defRPr/>
            </a:pPr>
            <a:fld id="{EFBDB023-C1A5-4ABF-B6D8-70426759D17D}" type="slidenum">
              <a:rPr kumimoji="0" lang="en-IN" sz="800" b="0" i="0" u="none" strike="noStrike" kern="1200" cap="none" spc="0" normalizeH="0" baseline="0" noProof="0" smtClean="0">
                <a:ln>
                  <a:noFill/>
                </a:ln>
                <a:solidFill>
                  <a:srgbClr val="3E4245"/>
                </a:solidFill>
                <a:effectLst/>
                <a:uLnTx/>
                <a:uFillTx/>
                <a:latin typeface="Open Sans Light"/>
                <a:ea typeface="+mn-ea"/>
                <a:cs typeface="+mn-cs"/>
              </a:rPr>
              <a:pPr marL="0" marR="0" lvl="0" indent="0" algn="r" defTabSz="914400" rtl="0" eaLnBrk="1" fontAlgn="auto" latinLnBrk="0" hangingPunct="1">
                <a:lnSpc>
                  <a:spcPct val="100000"/>
                </a:lnSpc>
                <a:spcBef>
                  <a:spcPts val="300"/>
                </a:spcBef>
                <a:spcAft>
                  <a:spcPts val="300"/>
                </a:spcAft>
                <a:buClrTx/>
                <a:buSzTx/>
                <a:buFontTx/>
                <a:buNone/>
                <a:tabLst/>
                <a:defRPr/>
              </a:pPr>
              <a:t>12</a:t>
            </a:fld>
            <a:endParaRPr kumimoji="0" lang="en-IN" sz="800" b="0" i="0" u="none" strike="noStrike" kern="1200" cap="none" spc="0" normalizeH="0" baseline="0" noProof="0">
              <a:ln>
                <a:noFill/>
              </a:ln>
              <a:solidFill>
                <a:srgbClr val="3E4245"/>
              </a:solidFill>
              <a:effectLst/>
              <a:uLnTx/>
              <a:uFillTx/>
              <a:latin typeface="Open Sans Light"/>
              <a:ea typeface="+mn-ea"/>
              <a:cs typeface="+mn-cs"/>
            </a:endParaRPr>
          </a:p>
        </p:txBody>
      </p:sp>
      <p:sp>
        <p:nvSpPr>
          <p:cNvPr id="5" name="TextBox 4">
            <a:extLst>
              <a:ext uri="{FF2B5EF4-FFF2-40B4-BE49-F238E27FC236}">
                <a16:creationId xmlns:a16="http://schemas.microsoft.com/office/drawing/2014/main" id="{C24D6B5D-2D94-83F1-BC92-AB5366040FE8}"/>
              </a:ext>
            </a:extLst>
          </p:cNvPr>
          <p:cNvSpPr txBox="1"/>
          <p:nvPr/>
        </p:nvSpPr>
        <p:spPr>
          <a:xfrm>
            <a:off x="371477" y="3275924"/>
            <a:ext cx="11449048" cy="2201121"/>
          </a:xfrm>
          <a:prstGeom prst="roundRect">
            <a:avLst>
              <a:gd name="adj" fmla="val 8152"/>
            </a:avLst>
          </a:prstGeom>
          <a:solidFill>
            <a:srgbClr val="2F7D95"/>
          </a:solidFill>
        </p:spPr>
        <p:txBody>
          <a:bodyPr wrap="square" tIns="9144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Open Sans ExtraBold"/>
                <a:ea typeface="+mn-ea"/>
                <a:cs typeface="+mn-cs"/>
              </a:rPr>
              <a:t>Training Audiences</a:t>
            </a:r>
          </a:p>
        </p:txBody>
      </p:sp>
      <p:sp>
        <p:nvSpPr>
          <p:cNvPr id="6" name="Rounded Rectangle 5">
            <a:extLst>
              <a:ext uri="{FF2B5EF4-FFF2-40B4-BE49-F238E27FC236}">
                <a16:creationId xmlns:a16="http://schemas.microsoft.com/office/drawing/2014/main" id="{A164706E-FFE7-34EE-9EC2-A117A2957EA7}"/>
              </a:ext>
              <a:ext uri="{C183D7F6-B498-43B3-948B-1728B52AA6E4}">
                <adec:decorative xmlns:adec="http://schemas.microsoft.com/office/drawing/2017/decorative" val="0"/>
              </a:ext>
            </a:extLst>
          </p:cNvPr>
          <p:cNvSpPr/>
          <p:nvPr/>
        </p:nvSpPr>
        <p:spPr>
          <a:xfrm>
            <a:off x="852698" y="4357533"/>
            <a:ext cx="2011680" cy="775019"/>
          </a:xfrm>
          <a:prstGeom prst="roundRect">
            <a:avLst/>
          </a:prstGeom>
          <a:solidFill>
            <a:srgbClr val="FFFFFF"/>
          </a:solidFill>
          <a:ln w="38100">
            <a:solidFill>
              <a:srgbClr val="2F7D9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F7D95"/>
                </a:solidFill>
                <a:effectLst/>
                <a:uLnTx/>
                <a:uFillTx/>
                <a:latin typeface="Open Sans ExtraBold"/>
                <a:ea typeface="+mn-ea"/>
                <a:cs typeface="+mn-cs"/>
              </a:rPr>
              <a:t>Designers</a:t>
            </a:r>
          </a:p>
        </p:txBody>
      </p:sp>
      <p:sp>
        <p:nvSpPr>
          <p:cNvPr id="7" name="Rounded Rectangle 6">
            <a:extLst>
              <a:ext uri="{FF2B5EF4-FFF2-40B4-BE49-F238E27FC236}">
                <a16:creationId xmlns:a16="http://schemas.microsoft.com/office/drawing/2014/main" id="{8421411E-6A0A-D8EB-5C77-F8DB7D85CD9F}"/>
              </a:ext>
              <a:ext uri="{C183D7F6-B498-43B3-948B-1728B52AA6E4}">
                <adec:decorative xmlns:adec="http://schemas.microsoft.com/office/drawing/2017/decorative" val="0"/>
              </a:ext>
            </a:extLst>
          </p:cNvPr>
          <p:cNvSpPr/>
          <p:nvPr/>
        </p:nvSpPr>
        <p:spPr>
          <a:xfrm>
            <a:off x="2971429" y="4357533"/>
            <a:ext cx="2011680" cy="775019"/>
          </a:xfrm>
          <a:prstGeom prst="roundRect">
            <a:avLst/>
          </a:prstGeom>
          <a:solidFill>
            <a:srgbClr val="FFFFFF"/>
          </a:solidFill>
          <a:ln w="38100">
            <a:solidFill>
              <a:srgbClr val="2F7D9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F7D95"/>
                </a:solidFill>
                <a:effectLst/>
                <a:uLnTx/>
                <a:uFillTx/>
                <a:latin typeface="Open Sans ExtraBold"/>
                <a:ea typeface="+mn-ea"/>
                <a:cs typeface="+mn-cs"/>
              </a:rPr>
              <a:t>Developers</a:t>
            </a:r>
          </a:p>
        </p:txBody>
      </p:sp>
      <p:sp>
        <p:nvSpPr>
          <p:cNvPr id="8" name="Rounded Rectangle 7">
            <a:extLst>
              <a:ext uri="{FF2B5EF4-FFF2-40B4-BE49-F238E27FC236}">
                <a16:creationId xmlns:a16="http://schemas.microsoft.com/office/drawing/2014/main" id="{CF3A4DAF-0B98-A21A-14B6-4D84F406F4C0}"/>
              </a:ext>
              <a:ext uri="{C183D7F6-B498-43B3-948B-1728B52AA6E4}">
                <adec:decorative xmlns:adec="http://schemas.microsoft.com/office/drawing/2017/decorative" val="0"/>
              </a:ext>
            </a:extLst>
          </p:cNvPr>
          <p:cNvSpPr/>
          <p:nvPr/>
        </p:nvSpPr>
        <p:spPr>
          <a:xfrm>
            <a:off x="5090160" y="4357533"/>
            <a:ext cx="2011680" cy="775019"/>
          </a:xfrm>
          <a:prstGeom prst="roundRect">
            <a:avLst/>
          </a:prstGeom>
          <a:solidFill>
            <a:srgbClr val="FFFFFF"/>
          </a:solidFill>
          <a:ln w="38100">
            <a:solidFill>
              <a:srgbClr val="2F7D9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F7D95"/>
                </a:solidFill>
                <a:effectLst/>
                <a:uLnTx/>
                <a:uFillTx/>
                <a:latin typeface="Open Sans ExtraBold"/>
                <a:ea typeface="+mn-ea"/>
                <a:cs typeface="+mn-cs"/>
              </a:rPr>
              <a:t>QA/Testers</a:t>
            </a:r>
          </a:p>
        </p:txBody>
      </p:sp>
      <p:sp>
        <p:nvSpPr>
          <p:cNvPr id="9" name="Rounded Rectangle 8">
            <a:extLst>
              <a:ext uri="{FF2B5EF4-FFF2-40B4-BE49-F238E27FC236}">
                <a16:creationId xmlns:a16="http://schemas.microsoft.com/office/drawing/2014/main" id="{04BED7BB-1A07-B19C-FEC1-8323A2CF826C}"/>
              </a:ext>
              <a:ext uri="{C183D7F6-B498-43B3-948B-1728B52AA6E4}">
                <adec:decorative xmlns:adec="http://schemas.microsoft.com/office/drawing/2017/decorative" val="0"/>
              </a:ext>
            </a:extLst>
          </p:cNvPr>
          <p:cNvSpPr/>
          <p:nvPr/>
        </p:nvSpPr>
        <p:spPr>
          <a:xfrm>
            <a:off x="7208891" y="4357533"/>
            <a:ext cx="2011680" cy="775019"/>
          </a:xfrm>
          <a:prstGeom prst="roundRect">
            <a:avLst/>
          </a:prstGeom>
          <a:solidFill>
            <a:srgbClr val="FFFFFF"/>
          </a:solidFill>
          <a:ln w="38100">
            <a:solidFill>
              <a:srgbClr val="2F7D9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F7D95"/>
                </a:solidFill>
                <a:effectLst/>
                <a:uLnTx/>
                <a:uFillTx/>
                <a:latin typeface="Open Sans ExtraBold"/>
                <a:ea typeface="+mn-ea"/>
                <a:cs typeface="+mn-cs"/>
              </a:rPr>
              <a:t>Product Managers</a:t>
            </a:r>
          </a:p>
        </p:txBody>
      </p:sp>
      <p:sp>
        <p:nvSpPr>
          <p:cNvPr id="10" name="Rounded Rectangle 9">
            <a:extLst>
              <a:ext uri="{FF2B5EF4-FFF2-40B4-BE49-F238E27FC236}">
                <a16:creationId xmlns:a16="http://schemas.microsoft.com/office/drawing/2014/main" id="{AC29220C-D111-89A7-A08E-A349344CC53E}"/>
              </a:ext>
              <a:ext uri="{C183D7F6-B498-43B3-948B-1728B52AA6E4}">
                <adec:decorative xmlns:adec="http://schemas.microsoft.com/office/drawing/2017/decorative" val="0"/>
              </a:ext>
            </a:extLst>
          </p:cNvPr>
          <p:cNvSpPr/>
          <p:nvPr/>
        </p:nvSpPr>
        <p:spPr>
          <a:xfrm>
            <a:off x="9327624" y="4357533"/>
            <a:ext cx="2011680" cy="775019"/>
          </a:xfrm>
          <a:prstGeom prst="roundRect">
            <a:avLst/>
          </a:prstGeom>
          <a:solidFill>
            <a:srgbClr val="FFFFFF"/>
          </a:solidFill>
          <a:ln w="38100">
            <a:solidFill>
              <a:srgbClr val="2F7D9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F7D95"/>
                </a:solidFill>
                <a:effectLst/>
                <a:uLnTx/>
                <a:uFillTx/>
                <a:latin typeface="Open Sans ExtraBold"/>
                <a:ea typeface="+mn-ea"/>
                <a:cs typeface="+mn-cs"/>
              </a:rPr>
              <a:t>Executives</a:t>
            </a:r>
          </a:p>
        </p:txBody>
      </p:sp>
      <p:sp>
        <p:nvSpPr>
          <p:cNvPr id="18" name="Oval 17">
            <a:extLst>
              <a:ext uri="{FF2B5EF4-FFF2-40B4-BE49-F238E27FC236}">
                <a16:creationId xmlns:a16="http://schemas.microsoft.com/office/drawing/2014/main" id="{430F3423-0E4C-A167-10A6-0DA4AC080A32}"/>
              </a:ext>
              <a:ext uri="{C183D7F6-B498-43B3-948B-1728B52AA6E4}">
                <adec:decorative xmlns:adec="http://schemas.microsoft.com/office/drawing/2017/decorative" val="1"/>
              </a:ext>
            </a:extLst>
          </p:cNvPr>
          <p:cNvSpPr/>
          <p:nvPr/>
        </p:nvSpPr>
        <p:spPr>
          <a:xfrm>
            <a:off x="1536884" y="3819615"/>
            <a:ext cx="643305" cy="643305"/>
          </a:xfrm>
          <a:prstGeom prst="ellipse">
            <a:avLst/>
          </a:prstGeom>
          <a:solidFill>
            <a:srgbClr val="FFFFFF"/>
          </a:solidFill>
          <a:ln>
            <a:solidFill>
              <a:srgbClr val="2F7D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Open Sans Light"/>
              <a:ea typeface="+mn-ea"/>
              <a:cs typeface="+mn-cs"/>
            </a:endParaRPr>
          </a:p>
        </p:txBody>
      </p:sp>
      <p:sp>
        <p:nvSpPr>
          <p:cNvPr id="20" name="Oval 19">
            <a:extLst>
              <a:ext uri="{FF2B5EF4-FFF2-40B4-BE49-F238E27FC236}">
                <a16:creationId xmlns:a16="http://schemas.microsoft.com/office/drawing/2014/main" id="{47EB0983-4FA8-2624-7066-1267CDC547BA}"/>
              </a:ext>
              <a:ext uri="{C183D7F6-B498-43B3-948B-1728B52AA6E4}">
                <adec:decorative xmlns:adec="http://schemas.microsoft.com/office/drawing/2017/decorative" val="1"/>
              </a:ext>
            </a:extLst>
          </p:cNvPr>
          <p:cNvSpPr/>
          <p:nvPr/>
        </p:nvSpPr>
        <p:spPr>
          <a:xfrm>
            <a:off x="3708882" y="3819615"/>
            <a:ext cx="643305" cy="643305"/>
          </a:xfrm>
          <a:prstGeom prst="ellipse">
            <a:avLst/>
          </a:prstGeom>
          <a:solidFill>
            <a:srgbClr val="FFFFFF"/>
          </a:solidFill>
          <a:ln>
            <a:solidFill>
              <a:srgbClr val="2F7D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Open Sans Light"/>
              <a:ea typeface="+mn-ea"/>
              <a:cs typeface="+mn-cs"/>
            </a:endParaRPr>
          </a:p>
        </p:txBody>
      </p:sp>
      <p:sp>
        <p:nvSpPr>
          <p:cNvPr id="21" name="Oval 20">
            <a:extLst>
              <a:ext uri="{FF2B5EF4-FFF2-40B4-BE49-F238E27FC236}">
                <a16:creationId xmlns:a16="http://schemas.microsoft.com/office/drawing/2014/main" id="{1E913ADC-9A4B-24E0-3C95-A8FA58F526D2}"/>
              </a:ext>
              <a:ext uri="{C183D7F6-B498-43B3-948B-1728B52AA6E4}">
                <adec:decorative xmlns:adec="http://schemas.microsoft.com/office/drawing/2017/decorative" val="1"/>
              </a:ext>
            </a:extLst>
          </p:cNvPr>
          <p:cNvSpPr/>
          <p:nvPr/>
        </p:nvSpPr>
        <p:spPr>
          <a:xfrm>
            <a:off x="5774348" y="3819615"/>
            <a:ext cx="643305" cy="643305"/>
          </a:xfrm>
          <a:prstGeom prst="ellipse">
            <a:avLst/>
          </a:prstGeom>
          <a:solidFill>
            <a:srgbClr val="FFFFFF"/>
          </a:solidFill>
          <a:ln>
            <a:solidFill>
              <a:srgbClr val="2F7D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Open Sans Light"/>
              <a:ea typeface="+mn-ea"/>
              <a:cs typeface="+mn-cs"/>
            </a:endParaRPr>
          </a:p>
        </p:txBody>
      </p:sp>
      <p:sp>
        <p:nvSpPr>
          <p:cNvPr id="22" name="Oval 21">
            <a:extLst>
              <a:ext uri="{FF2B5EF4-FFF2-40B4-BE49-F238E27FC236}">
                <a16:creationId xmlns:a16="http://schemas.microsoft.com/office/drawing/2014/main" id="{D3E4DBFF-9047-5443-B2D6-7D9393229C81}"/>
              </a:ext>
              <a:ext uri="{C183D7F6-B498-43B3-948B-1728B52AA6E4}">
                <adec:decorative xmlns:adec="http://schemas.microsoft.com/office/drawing/2017/decorative" val="1"/>
              </a:ext>
            </a:extLst>
          </p:cNvPr>
          <p:cNvSpPr/>
          <p:nvPr/>
        </p:nvSpPr>
        <p:spPr>
          <a:xfrm>
            <a:off x="7893079" y="3819615"/>
            <a:ext cx="643305" cy="643305"/>
          </a:xfrm>
          <a:prstGeom prst="ellipse">
            <a:avLst/>
          </a:prstGeom>
          <a:solidFill>
            <a:srgbClr val="FFFFFF"/>
          </a:solidFill>
          <a:ln>
            <a:solidFill>
              <a:srgbClr val="2F7D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Open Sans Light"/>
              <a:ea typeface="+mn-ea"/>
              <a:cs typeface="+mn-cs"/>
            </a:endParaRPr>
          </a:p>
        </p:txBody>
      </p:sp>
      <p:sp>
        <p:nvSpPr>
          <p:cNvPr id="23" name="Oval 22">
            <a:extLst>
              <a:ext uri="{FF2B5EF4-FFF2-40B4-BE49-F238E27FC236}">
                <a16:creationId xmlns:a16="http://schemas.microsoft.com/office/drawing/2014/main" id="{DC189020-D76B-CC18-EBA3-14A2EE354520}"/>
              </a:ext>
              <a:ext uri="{C183D7F6-B498-43B3-948B-1728B52AA6E4}">
                <adec:decorative xmlns:adec="http://schemas.microsoft.com/office/drawing/2017/decorative" val="1"/>
              </a:ext>
            </a:extLst>
          </p:cNvPr>
          <p:cNvSpPr/>
          <p:nvPr/>
        </p:nvSpPr>
        <p:spPr>
          <a:xfrm>
            <a:off x="10011812" y="3819615"/>
            <a:ext cx="643305" cy="643305"/>
          </a:xfrm>
          <a:prstGeom prst="ellipse">
            <a:avLst/>
          </a:prstGeom>
          <a:solidFill>
            <a:srgbClr val="FFFFFF"/>
          </a:solidFill>
          <a:ln>
            <a:solidFill>
              <a:srgbClr val="2F7D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Open Sans Light"/>
              <a:ea typeface="+mn-ea"/>
              <a:cs typeface="+mn-cs"/>
            </a:endParaRPr>
          </a:p>
        </p:txBody>
      </p:sp>
      <p:sp>
        <p:nvSpPr>
          <p:cNvPr id="67" name="Freeform 66">
            <a:extLst>
              <a:ext uri="{FF2B5EF4-FFF2-40B4-BE49-F238E27FC236}">
                <a16:creationId xmlns:a16="http://schemas.microsoft.com/office/drawing/2014/main" id="{08C265DB-A43A-C174-98F0-B38A1B961ACA}"/>
              </a:ext>
              <a:ext uri="{C183D7F6-B498-43B3-948B-1728B52AA6E4}">
                <adec:decorative xmlns:adec="http://schemas.microsoft.com/office/drawing/2017/decorative" val="1"/>
              </a:ext>
            </a:extLst>
          </p:cNvPr>
          <p:cNvSpPr/>
          <p:nvPr/>
        </p:nvSpPr>
        <p:spPr>
          <a:xfrm>
            <a:off x="3871124" y="3927992"/>
            <a:ext cx="318820" cy="426551"/>
          </a:xfrm>
          <a:custGeom>
            <a:avLst/>
            <a:gdLst>
              <a:gd name="csX0" fmla="*/ 576916 w 621289"/>
              <a:gd name="csY0" fmla="*/ 385846 h 831227"/>
              <a:gd name="csX1" fmla="*/ 535940 w 621289"/>
              <a:gd name="csY1" fmla="*/ 385846 h 831227"/>
              <a:gd name="csX2" fmla="*/ 389198 w 621289"/>
              <a:gd name="csY2" fmla="*/ 266488 h 831227"/>
              <a:gd name="csX3" fmla="*/ 453620 w 621289"/>
              <a:gd name="csY3" fmla="*/ 165126 h 831227"/>
              <a:gd name="csX4" fmla="*/ 419634 w 621289"/>
              <a:gd name="csY4" fmla="*/ 49883 h 831227"/>
              <a:gd name="csX5" fmla="*/ 310647 w 621289"/>
              <a:gd name="csY5" fmla="*/ 0 h 831227"/>
              <a:gd name="csX6" fmla="*/ 201660 w 621289"/>
              <a:gd name="csY6" fmla="*/ 49883 h 831227"/>
              <a:gd name="csX7" fmla="*/ 167674 w 621289"/>
              <a:gd name="csY7" fmla="*/ 165126 h 831227"/>
              <a:gd name="csX8" fmla="*/ 232096 w 621289"/>
              <a:gd name="csY8" fmla="*/ 266488 h 831227"/>
              <a:gd name="csX9" fmla="*/ 85353 w 621289"/>
              <a:gd name="csY9" fmla="*/ 385846 h 831227"/>
              <a:gd name="csX10" fmla="*/ 44378 w 621289"/>
              <a:gd name="csY10" fmla="*/ 385846 h 831227"/>
              <a:gd name="csX11" fmla="*/ 0 w 621289"/>
              <a:gd name="csY11" fmla="*/ 430384 h 831227"/>
              <a:gd name="csX12" fmla="*/ 0 w 621289"/>
              <a:gd name="csY12" fmla="*/ 786689 h 831227"/>
              <a:gd name="csX13" fmla="*/ 44378 w 621289"/>
              <a:gd name="csY13" fmla="*/ 831228 h 831227"/>
              <a:gd name="csX14" fmla="*/ 576912 w 621289"/>
              <a:gd name="csY14" fmla="*/ 831228 h 831227"/>
              <a:gd name="csX15" fmla="*/ 621290 w 621289"/>
              <a:gd name="csY15" fmla="*/ 786689 h 831227"/>
              <a:gd name="csX16" fmla="*/ 621290 w 621289"/>
              <a:gd name="csY16" fmla="*/ 430384 h 831227"/>
              <a:gd name="csX17" fmla="*/ 576912 w 621289"/>
              <a:gd name="csY17" fmla="*/ 385846 h 831227"/>
              <a:gd name="csX18" fmla="*/ 195858 w 621289"/>
              <a:gd name="csY18" fmla="*/ 144898 h 831227"/>
              <a:gd name="csX19" fmla="*/ 266715 w 621289"/>
              <a:gd name="csY19" fmla="*/ 38452 h 831227"/>
              <a:gd name="csX20" fmla="*/ 391825 w 621289"/>
              <a:gd name="csY20" fmla="*/ 63431 h 831227"/>
              <a:gd name="csX21" fmla="*/ 416713 w 621289"/>
              <a:gd name="csY21" fmla="*/ 188993 h 831227"/>
              <a:gd name="csX22" fmla="*/ 310652 w 621289"/>
              <a:gd name="csY22" fmla="*/ 260106 h 831227"/>
              <a:gd name="csX23" fmla="*/ 195861 w 621289"/>
              <a:gd name="csY23" fmla="*/ 144900 h 831227"/>
              <a:gd name="csX24" fmla="*/ 310649 w 621289"/>
              <a:gd name="csY24" fmla="*/ 289795 h 831227"/>
              <a:gd name="csX25" fmla="*/ 420668 w 621289"/>
              <a:gd name="csY25" fmla="*/ 309614 h 831227"/>
              <a:gd name="csX26" fmla="*/ 502656 w 621289"/>
              <a:gd name="csY26" fmla="*/ 385849 h 831227"/>
              <a:gd name="csX27" fmla="*/ 118645 w 621289"/>
              <a:gd name="csY27" fmla="*/ 385849 h 831227"/>
              <a:gd name="csX28" fmla="*/ 200633 w 621289"/>
              <a:gd name="csY28" fmla="*/ 309614 h 831227"/>
              <a:gd name="csX29" fmla="*/ 310652 w 621289"/>
              <a:gd name="csY29" fmla="*/ 289795 h 831227"/>
              <a:gd name="csX30" fmla="*/ 591713 w 621289"/>
              <a:gd name="csY30" fmla="*/ 786694 h 831227"/>
              <a:gd name="csX31" fmla="*/ 576921 w 621289"/>
              <a:gd name="csY31" fmla="*/ 801540 h 831227"/>
              <a:gd name="csX32" fmla="*/ 44386 w 621289"/>
              <a:gd name="csY32" fmla="*/ 801540 h 831227"/>
              <a:gd name="csX33" fmla="*/ 29594 w 621289"/>
              <a:gd name="csY33" fmla="*/ 786694 h 831227"/>
              <a:gd name="csX34" fmla="*/ 29594 w 621289"/>
              <a:gd name="csY34" fmla="*/ 430389 h 831227"/>
              <a:gd name="csX35" fmla="*/ 44386 w 621289"/>
              <a:gd name="csY35" fmla="*/ 415543 h 831227"/>
              <a:gd name="csX36" fmla="*/ 576921 w 621289"/>
              <a:gd name="csY36" fmla="*/ 415543 h 831227"/>
              <a:gd name="csX37" fmla="*/ 591713 w 621289"/>
              <a:gd name="csY37" fmla="*/ 430389 h 8312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621289" h="831227">
                <a:moveTo>
                  <a:pt x="576916" y="385846"/>
                </a:moveTo>
                <a:lnTo>
                  <a:pt x="535940" y="385846"/>
                </a:lnTo>
                <a:cubicBezTo>
                  <a:pt x="507280" y="326016"/>
                  <a:pt x="453435" y="282223"/>
                  <a:pt x="389198" y="266488"/>
                </a:cubicBezTo>
                <a:cubicBezTo>
                  <a:pt x="424293" y="243663"/>
                  <a:pt x="447776" y="206695"/>
                  <a:pt x="453620" y="165126"/>
                </a:cubicBezTo>
                <a:cubicBezTo>
                  <a:pt x="459463" y="123594"/>
                  <a:pt x="447037" y="81543"/>
                  <a:pt x="419634" y="49883"/>
                </a:cubicBezTo>
                <a:cubicBezTo>
                  <a:pt x="392194" y="18187"/>
                  <a:pt x="352475" y="0"/>
                  <a:pt x="310647" y="0"/>
                </a:cubicBezTo>
                <a:cubicBezTo>
                  <a:pt x="268818" y="0"/>
                  <a:pt x="229102" y="18187"/>
                  <a:pt x="201660" y="49883"/>
                </a:cubicBezTo>
                <a:cubicBezTo>
                  <a:pt x="174257" y="81542"/>
                  <a:pt x="161831" y="123593"/>
                  <a:pt x="167674" y="165126"/>
                </a:cubicBezTo>
                <a:cubicBezTo>
                  <a:pt x="173517" y="206695"/>
                  <a:pt x="197001" y="243662"/>
                  <a:pt x="232096" y="266488"/>
                </a:cubicBezTo>
                <a:cubicBezTo>
                  <a:pt x="167859" y="282224"/>
                  <a:pt x="114011" y="326021"/>
                  <a:pt x="85353" y="385846"/>
                </a:cubicBezTo>
                <a:lnTo>
                  <a:pt x="44378" y="385846"/>
                </a:lnTo>
                <a:cubicBezTo>
                  <a:pt x="19896" y="385920"/>
                  <a:pt x="74" y="405814"/>
                  <a:pt x="0" y="430384"/>
                </a:cubicBezTo>
                <a:lnTo>
                  <a:pt x="0" y="786689"/>
                </a:lnTo>
                <a:cubicBezTo>
                  <a:pt x="74" y="811259"/>
                  <a:pt x="19896" y="831154"/>
                  <a:pt x="44378" y="831228"/>
                </a:cubicBezTo>
                <a:lnTo>
                  <a:pt x="576912" y="831228"/>
                </a:lnTo>
                <a:cubicBezTo>
                  <a:pt x="601393" y="831153"/>
                  <a:pt x="621216" y="811259"/>
                  <a:pt x="621290" y="786689"/>
                </a:cubicBezTo>
                <a:lnTo>
                  <a:pt x="621290" y="430384"/>
                </a:lnTo>
                <a:cubicBezTo>
                  <a:pt x="621216" y="405814"/>
                  <a:pt x="601393" y="385920"/>
                  <a:pt x="576912" y="385846"/>
                </a:cubicBezTo>
                <a:close/>
                <a:moveTo>
                  <a:pt x="195858" y="144898"/>
                </a:moveTo>
                <a:cubicBezTo>
                  <a:pt x="195858" y="98318"/>
                  <a:pt x="223816" y="56304"/>
                  <a:pt x="266715" y="38452"/>
                </a:cubicBezTo>
                <a:cubicBezTo>
                  <a:pt x="309613" y="20637"/>
                  <a:pt x="358984" y="30473"/>
                  <a:pt x="391825" y="63431"/>
                </a:cubicBezTo>
                <a:cubicBezTo>
                  <a:pt x="424666" y="96389"/>
                  <a:pt x="434465" y="145938"/>
                  <a:pt x="416713" y="188993"/>
                </a:cubicBezTo>
                <a:cubicBezTo>
                  <a:pt x="398925" y="232046"/>
                  <a:pt x="357062" y="260106"/>
                  <a:pt x="310652" y="260106"/>
                </a:cubicBezTo>
                <a:cubicBezTo>
                  <a:pt x="247302" y="260032"/>
                  <a:pt x="195937" y="208479"/>
                  <a:pt x="195861" y="144900"/>
                </a:cubicBezTo>
                <a:close/>
                <a:moveTo>
                  <a:pt x="310649" y="289795"/>
                </a:moveTo>
                <a:cubicBezTo>
                  <a:pt x="348444" y="285713"/>
                  <a:pt x="386645" y="292579"/>
                  <a:pt x="420668" y="309614"/>
                </a:cubicBezTo>
                <a:cubicBezTo>
                  <a:pt x="454691" y="326651"/>
                  <a:pt x="483130" y="353113"/>
                  <a:pt x="502656" y="385849"/>
                </a:cubicBezTo>
                <a:lnTo>
                  <a:pt x="118645" y="385849"/>
                </a:lnTo>
                <a:cubicBezTo>
                  <a:pt x="138171" y="353076"/>
                  <a:pt x="166610" y="326650"/>
                  <a:pt x="200633" y="309614"/>
                </a:cubicBezTo>
                <a:cubicBezTo>
                  <a:pt x="234657" y="292578"/>
                  <a:pt x="272858" y="285712"/>
                  <a:pt x="310652" y="289795"/>
                </a:cubicBezTo>
                <a:close/>
                <a:moveTo>
                  <a:pt x="591713" y="786694"/>
                </a:moveTo>
                <a:cubicBezTo>
                  <a:pt x="591676" y="794897"/>
                  <a:pt x="585093" y="801503"/>
                  <a:pt x="576921" y="801540"/>
                </a:cubicBezTo>
                <a:lnTo>
                  <a:pt x="44386" y="801540"/>
                </a:lnTo>
                <a:cubicBezTo>
                  <a:pt x="36213" y="801503"/>
                  <a:pt x="29631" y="794897"/>
                  <a:pt x="29594" y="786694"/>
                </a:cubicBezTo>
                <a:lnTo>
                  <a:pt x="29594" y="430389"/>
                </a:lnTo>
                <a:cubicBezTo>
                  <a:pt x="29631" y="422186"/>
                  <a:pt x="36213" y="415580"/>
                  <a:pt x="44386" y="415543"/>
                </a:cubicBezTo>
                <a:lnTo>
                  <a:pt x="576921" y="415543"/>
                </a:lnTo>
                <a:cubicBezTo>
                  <a:pt x="585093" y="415580"/>
                  <a:pt x="591676" y="422186"/>
                  <a:pt x="591713" y="430389"/>
                </a:cubicBezTo>
                <a:close/>
              </a:path>
            </a:pathLst>
          </a:custGeom>
          <a:solidFill>
            <a:srgbClr val="000000"/>
          </a:solidFill>
          <a:ln w="9438" cap="flat">
            <a:noFill/>
            <a:prstDash val="solid"/>
            <a:miter/>
          </a:ln>
        </p:spPr>
        <p:txBody>
          <a:bodyPr/>
          <a:lstStyle/>
          <a:p>
            <a:endParaRPr lang="en-US"/>
          </a:p>
        </p:txBody>
      </p:sp>
      <p:sp>
        <p:nvSpPr>
          <p:cNvPr id="79" name="Freeform 78">
            <a:extLst>
              <a:ext uri="{FF2B5EF4-FFF2-40B4-BE49-F238E27FC236}">
                <a16:creationId xmlns:a16="http://schemas.microsoft.com/office/drawing/2014/main" id="{07C3B520-C202-6FE9-FCC7-DCBE25D6BE87}"/>
              </a:ext>
              <a:ext uri="{C183D7F6-B498-43B3-948B-1728B52AA6E4}">
                <adec:decorative xmlns:adec="http://schemas.microsoft.com/office/drawing/2017/decorative" val="1"/>
              </a:ext>
            </a:extLst>
          </p:cNvPr>
          <p:cNvSpPr/>
          <p:nvPr/>
        </p:nvSpPr>
        <p:spPr>
          <a:xfrm>
            <a:off x="5936590" y="3927992"/>
            <a:ext cx="318820" cy="426551"/>
          </a:xfrm>
          <a:custGeom>
            <a:avLst/>
            <a:gdLst>
              <a:gd name="csX0" fmla="*/ 576916 w 621289"/>
              <a:gd name="csY0" fmla="*/ 385846 h 831227"/>
              <a:gd name="csX1" fmla="*/ 535940 w 621289"/>
              <a:gd name="csY1" fmla="*/ 385846 h 831227"/>
              <a:gd name="csX2" fmla="*/ 389198 w 621289"/>
              <a:gd name="csY2" fmla="*/ 266488 h 831227"/>
              <a:gd name="csX3" fmla="*/ 453620 w 621289"/>
              <a:gd name="csY3" fmla="*/ 165126 h 831227"/>
              <a:gd name="csX4" fmla="*/ 419634 w 621289"/>
              <a:gd name="csY4" fmla="*/ 49883 h 831227"/>
              <a:gd name="csX5" fmla="*/ 310647 w 621289"/>
              <a:gd name="csY5" fmla="*/ 0 h 831227"/>
              <a:gd name="csX6" fmla="*/ 201660 w 621289"/>
              <a:gd name="csY6" fmla="*/ 49883 h 831227"/>
              <a:gd name="csX7" fmla="*/ 167674 w 621289"/>
              <a:gd name="csY7" fmla="*/ 165126 h 831227"/>
              <a:gd name="csX8" fmla="*/ 232096 w 621289"/>
              <a:gd name="csY8" fmla="*/ 266488 h 831227"/>
              <a:gd name="csX9" fmla="*/ 85353 w 621289"/>
              <a:gd name="csY9" fmla="*/ 385846 h 831227"/>
              <a:gd name="csX10" fmla="*/ 44378 w 621289"/>
              <a:gd name="csY10" fmla="*/ 385846 h 831227"/>
              <a:gd name="csX11" fmla="*/ 0 w 621289"/>
              <a:gd name="csY11" fmla="*/ 430384 h 831227"/>
              <a:gd name="csX12" fmla="*/ 0 w 621289"/>
              <a:gd name="csY12" fmla="*/ 786689 h 831227"/>
              <a:gd name="csX13" fmla="*/ 44378 w 621289"/>
              <a:gd name="csY13" fmla="*/ 831228 h 831227"/>
              <a:gd name="csX14" fmla="*/ 576912 w 621289"/>
              <a:gd name="csY14" fmla="*/ 831228 h 831227"/>
              <a:gd name="csX15" fmla="*/ 621290 w 621289"/>
              <a:gd name="csY15" fmla="*/ 786689 h 831227"/>
              <a:gd name="csX16" fmla="*/ 621290 w 621289"/>
              <a:gd name="csY16" fmla="*/ 430384 h 831227"/>
              <a:gd name="csX17" fmla="*/ 576912 w 621289"/>
              <a:gd name="csY17" fmla="*/ 385846 h 831227"/>
              <a:gd name="csX18" fmla="*/ 195858 w 621289"/>
              <a:gd name="csY18" fmla="*/ 144898 h 831227"/>
              <a:gd name="csX19" fmla="*/ 266715 w 621289"/>
              <a:gd name="csY19" fmla="*/ 38452 h 831227"/>
              <a:gd name="csX20" fmla="*/ 391825 w 621289"/>
              <a:gd name="csY20" fmla="*/ 63431 h 831227"/>
              <a:gd name="csX21" fmla="*/ 416713 w 621289"/>
              <a:gd name="csY21" fmla="*/ 188993 h 831227"/>
              <a:gd name="csX22" fmla="*/ 310652 w 621289"/>
              <a:gd name="csY22" fmla="*/ 260106 h 831227"/>
              <a:gd name="csX23" fmla="*/ 195861 w 621289"/>
              <a:gd name="csY23" fmla="*/ 144900 h 831227"/>
              <a:gd name="csX24" fmla="*/ 310649 w 621289"/>
              <a:gd name="csY24" fmla="*/ 289795 h 831227"/>
              <a:gd name="csX25" fmla="*/ 420668 w 621289"/>
              <a:gd name="csY25" fmla="*/ 309614 h 831227"/>
              <a:gd name="csX26" fmla="*/ 502656 w 621289"/>
              <a:gd name="csY26" fmla="*/ 385849 h 831227"/>
              <a:gd name="csX27" fmla="*/ 118645 w 621289"/>
              <a:gd name="csY27" fmla="*/ 385849 h 831227"/>
              <a:gd name="csX28" fmla="*/ 200633 w 621289"/>
              <a:gd name="csY28" fmla="*/ 309614 h 831227"/>
              <a:gd name="csX29" fmla="*/ 310652 w 621289"/>
              <a:gd name="csY29" fmla="*/ 289795 h 831227"/>
              <a:gd name="csX30" fmla="*/ 591713 w 621289"/>
              <a:gd name="csY30" fmla="*/ 786694 h 831227"/>
              <a:gd name="csX31" fmla="*/ 576921 w 621289"/>
              <a:gd name="csY31" fmla="*/ 801540 h 831227"/>
              <a:gd name="csX32" fmla="*/ 44386 w 621289"/>
              <a:gd name="csY32" fmla="*/ 801540 h 831227"/>
              <a:gd name="csX33" fmla="*/ 29594 w 621289"/>
              <a:gd name="csY33" fmla="*/ 786694 h 831227"/>
              <a:gd name="csX34" fmla="*/ 29594 w 621289"/>
              <a:gd name="csY34" fmla="*/ 430389 h 831227"/>
              <a:gd name="csX35" fmla="*/ 44386 w 621289"/>
              <a:gd name="csY35" fmla="*/ 415543 h 831227"/>
              <a:gd name="csX36" fmla="*/ 576921 w 621289"/>
              <a:gd name="csY36" fmla="*/ 415543 h 831227"/>
              <a:gd name="csX37" fmla="*/ 591713 w 621289"/>
              <a:gd name="csY37" fmla="*/ 430389 h 8312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621289" h="831227">
                <a:moveTo>
                  <a:pt x="576916" y="385846"/>
                </a:moveTo>
                <a:lnTo>
                  <a:pt x="535940" y="385846"/>
                </a:lnTo>
                <a:cubicBezTo>
                  <a:pt x="507280" y="326016"/>
                  <a:pt x="453435" y="282223"/>
                  <a:pt x="389198" y="266488"/>
                </a:cubicBezTo>
                <a:cubicBezTo>
                  <a:pt x="424293" y="243663"/>
                  <a:pt x="447776" y="206695"/>
                  <a:pt x="453620" y="165126"/>
                </a:cubicBezTo>
                <a:cubicBezTo>
                  <a:pt x="459463" y="123594"/>
                  <a:pt x="447037" y="81543"/>
                  <a:pt x="419634" y="49883"/>
                </a:cubicBezTo>
                <a:cubicBezTo>
                  <a:pt x="392194" y="18187"/>
                  <a:pt x="352475" y="0"/>
                  <a:pt x="310647" y="0"/>
                </a:cubicBezTo>
                <a:cubicBezTo>
                  <a:pt x="268818" y="0"/>
                  <a:pt x="229102" y="18187"/>
                  <a:pt x="201660" y="49883"/>
                </a:cubicBezTo>
                <a:cubicBezTo>
                  <a:pt x="174257" y="81542"/>
                  <a:pt x="161831" y="123593"/>
                  <a:pt x="167674" y="165126"/>
                </a:cubicBezTo>
                <a:cubicBezTo>
                  <a:pt x="173517" y="206695"/>
                  <a:pt x="197001" y="243662"/>
                  <a:pt x="232096" y="266488"/>
                </a:cubicBezTo>
                <a:cubicBezTo>
                  <a:pt x="167859" y="282224"/>
                  <a:pt x="114011" y="326021"/>
                  <a:pt x="85353" y="385846"/>
                </a:cubicBezTo>
                <a:lnTo>
                  <a:pt x="44378" y="385846"/>
                </a:lnTo>
                <a:cubicBezTo>
                  <a:pt x="19896" y="385920"/>
                  <a:pt x="74" y="405814"/>
                  <a:pt x="0" y="430384"/>
                </a:cubicBezTo>
                <a:lnTo>
                  <a:pt x="0" y="786689"/>
                </a:lnTo>
                <a:cubicBezTo>
                  <a:pt x="74" y="811259"/>
                  <a:pt x="19896" y="831154"/>
                  <a:pt x="44378" y="831228"/>
                </a:cubicBezTo>
                <a:lnTo>
                  <a:pt x="576912" y="831228"/>
                </a:lnTo>
                <a:cubicBezTo>
                  <a:pt x="601393" y="831153"/>
                  <a:pt x="621216" y="811259"/>
                  <a:pt x="621290" y="786689"/>
                </a:cubicBezTo>
                <a:lnTo>
                  <a:pt x="621290" y="430384"/>
                </a:lnTo>
                <a:cubicBezTo>
                  <a:pt x="621216" y="405814"/>
                  <a:pt x="601393" y="385920"/>
                  <a:pt x="576912" y="385846"/>
                </a:cubicBezTo>
                <a:close/>
                <a:moveTo>
                  <a:pt x="195858" y="144898"/>
                </a:moveTo>
                <a:cubicBezTo>
                  <a:pt x="195858" y="98318"/>
                  <a:pt x="223816" y="56304"/>
                  <a:pt x="266715" y="38452"/>
                </a:cubicBezTo>
                <a:cubicBezTo>
                  <a:pt x="309613" y="20637"/>
                  <a:pt x="358984" y="30473"/>
                  <a:pt x="391825" y="63431"/>
                </a:cubicBezTo>
                <a:cubicBezTo>
                  <a:pt x="424666" y="96389"/>
                  <a:pt x="434465" y="145938"/>
                  <a:pt x="416713" y="188993"/>
                </a:cubicBezTo>
                <a:cubicBezTo>
                  <a:pt x="398925" y="232046"/>
                  <a:pt x="357062" y="260106"/>
                  <a:pt x="310652" y="260106"/>
                </a:cubicBezTo>
                <a:cubicBezTo>
                  <a:pt x="247302" y="260032"/>
                  <a:pt x="195937" y="208479"/>
                  <a:pt x="195861" y="144900"/>
                </a:cubicBezTo>
                <a:close/>
                <a:moveTo>
                  <a:pt x="310649" y="289795"/>
                </a:moveTo>
                <a:cubicBezTo>
                  <a:pt x="348444" y="285713"/>
                  <a:pt x="386645" y="292579"/>
                  <a:pt x="420668" y="309614"/>
                </a:cubicBezTo>
                <a:cubicBezTo>
                  <a:pt x="454691" y="326651"/>
                  <a:pt x="483130" y="353113"/>
                  <a:pt x="502656" y="385849"/>
                </a:cubicBezTo>
                <a:lnTo>
                  <a:pt x="118645" y="385849"/>
                </a:lnTo>
                <a:cubicBezTo>
                  <a:pt x="138171" y="353076"/>
                  <a:pt x="166610" y="326650"/>
                  <a:pt x="200633" y="309614"/>
                </a:cubicBezTo>
                <a:cubicBezTo>
                  <a:pt x="234657" y="292578"/>
                  <a:pt x="272858" y="285712"/>
                  <a:pt x="310652" y="289795"/>
                </a:cubicBezTo>
                <a:close/>
                <a:moveTo>
                  <a:pt x="591713" y="786694"/>
                </a:moveTo>
                <a:cubicBezTo>
                  <a:pt x="591676" y="794897"/>
                  <a:pt x="585093" y="801503"/>
                  <a:pt x="576921" y="801540"/>
                </a:cubicBezTo>
                <a:lnTo>
                  <a:pt x="44386" y="801540"/>
                </a:lnTo>
                <a:cubicBezTo>
                  <a:pt x="36213" y="801503"/>
                  <a:pt x="29631" y="794897"/>
                  <a:pt x="29594" y="786694"/>
                </a:cubicBezTo>
                <a:lnTo>
                  <a:pt x="29594" y="430389"/>
                </a:lnTo>
                <a:cubicBezTo>
                  <a:pt x="29631" y="422186"/>
                  <a:pt x="36213" y="415580"/>
                  <a:pt x="44386" y="415543"/>
                </a:cubicBezTo>
                <a:lnTo>
                  <a:pt x="576921" y="415543"/>
                </a:lnTo>
                <a:cubicBezTo>
                  <a:pt x="585093" y="415580"/>
                  <a:pt x="591676" y="422186"/>
                  <a:pt x="591713" y="430389"/>
                </a:cubicBezTo>
                <a:close/>
              </a:path>
            </a:pathLst>
          </a:custGeom>
          <a:solidFill>
            <a:srgbClr val="000000"/>
          </a:solidFill>
          <a:ln w="9438" cap="flat">
            <a:noFill/>
            <a:prstDash val="solid"/>
            <a:miter/>
          </a:ln>
        </p:spPr>
        <p:txBody>
          <a:bodyPr/>
          <a:lstStyle/>
          <a:p>
            <a:endParaRPr lang="en-US"/>
          </a:p>
        </p:txBody>
      </p:sp>
      <p:grpSp>
        <p:nvGrpSpPr>
          <p:cNvPr id="82" name="Group 81">
            <a:extLst>
              <a:ext uri="{FF2B5EF4-FFF2-40B4-BE49-F238E27FC236}">
                <a16:creationId xmlns:a16="http://schemas.microsoft.com/office/drawing/2014/main" id="{BC243B85-E910-5612-0F49-DEDEF42105AF}"/>
              </a:ext>
              <a:ext uri="{C183D7F6-B498-43B3-948B-1728B52AA6E4}">
                <adec:decorative xmlns:adec="http://schemas.microsoft.com/office/drawing/2017/decorative" val="1"/>
              </a:ext>
            </a:extLst>
          </p:cNvPr>
          <p:cNvGrpSpPr>
            <a:grpSpLocks noChangeAspect="1"/>
          </p:cNvGrpSpPr>
          <p:nvPr/>
        </p:nvGrpSpPr>
        <p:grpSpPr>
          <a:xfrm>
            <a:off x="8055321" y="3927992"/>
            <a:ext cx="318820" cy="426551"/>
            <a:chOff x="8782428" y="1336246"/>
            <a:chExt cx="621289" cy="831227"/>
          </a:xfrm>
        </p:grpSpPr>
        <p:sp>
          <p:nvSpPr>
            <p:cNvPr id="83" name="Freeform 82">
              <a:extLst>
                <a:ext uri="{FF2B5EF4-FFF2-40B4-BE49-F238E27FC236}">
                  <a16:creationId xmlns:a16="http://schemas.microsoft.com/office/drawing/2014/main" id="{74A2241E-996E-3640-DF42-8335C1899627}"/>
                </a:ext>
              </a:extLst>
            </p:cNvPr>
            <p:cNvSpPr/>
            <p:nvPr/>
          </p:nvSpPr>
          <p:spPr>
            <a:xfrm>
              <a:off x="8782428" y="1336246"/>
              <a:ext cx="621289" cy="831227"/>
            </a:xfrm>
            <a:custGeom>
              <a:avLst/>
              <a:gdLst>
                <a:gd name="csX0" fmla="*/ 576916 w 621289"/>
                <a:gd name="csY0" fmla="*/ 385846 h 831227"/>
                <a:gd name="csX1" fmla="*/ 535940 w 621289"/>
                <a:gd name="csY1" fmla="*/ 385846 h 831227"/>
                <a:gd name="csX2" fmla="*/ 389198 w 621289"/>
                <a:gd name="csY2" fmla="*/ 266488 h 831227"/>
                <a:gd name="csX3" fmla="*/ 453620 w 621289"/>
                <a:gd name="csY3" fmla="*/ 165126 h 831227"/>
                <a:gd name="csX4" fmla="*/ 419634 w 621289"/>
                <a:gd name="csY4" fmla="*/ 49883 h 831227"/>
                <a:gd name="csX5" fmla="*/ 310647 w 621289"/>
                <a:gd name="csY5" fmla="*/ 0 h 831227"/>
                <a:gd name="csX6" fmla="*/ 201660 w 621289"/>
                <a:gd name="csY6" fmla="*/ 49883 h 831227"/>
                <a:gd name="csX7" fmla="*/ 167674 w 621289"/>
                <a:gd name="csY7" fmla="*/ 165126 h 831227"/>
                <a:gd name="csX8" fmla="*/ 232096 w 621289"/>
                <a:gd name="csY8" fmla="*/ 266488 h 831227"/>
                <a:gd name="csX9" fmla="*/ 85353 w 621289"/>
                <a:gd name="csY9" fmla="*/ 385846 h 831227"/>
                <a:gd name="csX10" fmla="*/ 44378 w 621289"/>
                <a:gd name="csY10" fmla="*/ 385846 h 831227"/>
                <a:gd name="csX11" fmla="*/ 0 w 621289"/>
                <a:gd name="csY11" fmla="*/ 430384 h 831227"/>
                <a:gd name="csX12" fmla="*/ 0 w 621289"/>
                <a:gd name="csY12" fmla="*/ 786689 h 831227"/>
                <a:gd name="csX13" fmla="*/ 44378 w 621289"/>
                <a:gd name="csY13" fmla="*/ 831228 h 831227"/>
                <a:gd name="csX14" fmla="*/ 576912 w 621289"/>
                <a:gd name="csY14" fmla="*/ 831228 h 831227"/>
                <a:gd name="csX15" fmla="*/ 621290 w 621289"/>
                <a:gd name="csY15" fmla="*/ 786689 h 831227"/>
                <a:gd name="csX16" fmla="*/ 621290 w 621289"/>
                <a:gd name="csY16" fmla="*/ 430384 h 831227"/>
                <a:gd name="csX17" fmla="*/ 576912 w 621289"/>
                <a:gd name="csY17" fmla="*/ 385846 h 831227"/>
                <a:gd name="csX18" fmla="*/ 195858 w 621289"/>
                <a:gd name="csY18" fmla="*/ 144898 h 831227"/>
                <a:gd name="csX19" fmla="*/ 266715 w 621289"/>
                <a:gd name="csY19" fmla="*/ 38452 h 831227"/>
                <a:gd name="csX20" fmla="*/ 391825 w 621289"/>
                <a:gd name="csY20" fmla="*/ 63431 h 831227"/>
                <a:gd name="csX21" fmla="*/ 416713 w 621289"/>
                <a:gd name="csY21" fmla="*/ 188993 h 831227"/>
                <a:gd name="csX22" fmla="*/ 310652 w 621289"/>
                <a:gd name="csY22" fmla="*/ 260106 h 831227"/>
                <a:gd name="csX23" fmla="*/ 195861 w 621289"/>
                <a:gd name="csY23" fmla="*/ 144900 h 831227"/>
                <a:gd name="csX24" fmla="*/ 310649 w 621289"/>
                <a:gd name="csY24" fmla="*/ 289795 h 831227"/>
                <a:gd name="csX25" fmla="*/ 420668 w 621289"/>
                <a:gd name="csY25" fmla="*/ 309614 h 831227"/>
                <a:gd name="csX26" fmla="*/ 502656 w 621289"/>
                <a:gd name="csY26" fmla="*/ 385849 h 831227"/>
                <a:gd name="csX27" fmla="*/ 118645 w 621289"/>
                <a:gd name="csY27" fmla="*/ 385849 h 831227"/>
                <a:gd name="csX28" fmla="*/ 200633 w 621289"/>
                <a:gd name="csY28" fmla="*/ 309614 h 831227"/>
                <a:gd name="csX29" fmla="*/ 310652 w 621289"/>
                <a:gd name="csY29" fmla="*/ 289795 h 831227"/>
                <a:gd name="csX30" fmla="*/ 591713 w 621289"/>
                <a:gd name="csY30" fmla="*/ 786694 h 831227"/>
                <a:gd name="csX31" fmla="*/ 576921 w 621289"/>
                <a:gd name="csY31" fmla="*/ 801540 h 831227"/>
                <a:gd name="csX32" fmla="*/ 44386 w 621289"/>
                <a:gd name="csY32" fmla="*/ 801540 h 831227"/>
                <a:gd name="csX33" fmla="*/ 29594 w 621289"/>
                <a:gd name="csY33" fmla="*/ 786694 h 831227"/>
                <a:gd name="csX34" fmla="*/ 29594 w 621289"/>
                <a:gd name="csY34" fmla="*/ 430389 h 831227"/>
                <a:gd name="csX35" fmla="*/ 44386 w 621289"/>
                <a:gd name="csY35" fmla="*/ 415543 h 831227"/>
                <a:gd name="csX36" fmla="*/ 576921 w 621289"/>
                <a:gd name="csY36" fmla="*/ 415543 h 831227"/>
                <a:gd name="csX37" fmla="*/ 591713 w 621289"/>
                <a:gd name="csY37" fmla="*/ 430389 h 8312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621289" h="831227">
                  <a:moveTo>
                    <a:pt x="576916" y="385846"/>
                  </a:moveTo>
                  <a:lnTo>
                    <a:pt x="535940" y="385846"/>
                  </a:lnTo>
                  <a:cubicBezTo>
                    <a:pt x="507280" y="326016"/>
                    <a:pt x="453435" y="282223"/>
                    <a:pt x="389198" y="266488"/>
                  </a:cubicBezTo>
                  <a:cubicBezTo>
                    <a:pt x="424293" y="243663"/>
                    <a:pt x="447776" y="206695"/>
                    <a:pt x="453620" y="165126"/>
                  </a:cubicBezTo>
                  <a:cubicBezTo>
                    <a:pt x="459463" y="123594"/>
                    <a:pt x="447037" y="81543"/>
                    <a:pt x="419634" y="49883"/>
                  </a:cubicBezTo>
                  <a:cubicBezTo>
                    <a:pt x="392194" y="18187"/>
                    <a:pt x="352475" y="0"/>
                    <a:pt x="310647" y="0"/>
                  </a:cubicBezTo>
                  <a:cubicBezTo>
                    <a:pt x="268818" y="0"/>
                    <a:pt x="229102" y="18187"/>
                    <a:pt x="201660" y="49883"/>
                  </a:cubicBezTo>
                  <a:cubicBezTo>
                    <a:pt x="174257" y="81542"/>
                    <a:pt x="161831" y="123593"/>
                    <a:pt x="167674" y="165126"/>
                  </a:cubicBezTo>
                  <a:cubicBezTo>
                    <a:pt x="173517" y="206695"/>
                    <a:pt x="197001" y="243662"/>
                    <a:pt x="232096" y="266488"/>
                  </a:cubicBezTo>
                  <a:cubicBezTo>
                    <a:pt x="167859" y="282224"/>
                    <a:pt x="114011" y="326021"/>
                    <a:pt x="85353" y="385846"/>
                  </a:cubicBezTo>
                  <a:lnTo>
                    <a:pt x="44378" y="385846"/>
                  </a:lnTo>
                  <a:cubicBezTo>
                    <a:pt x="19896" y="385920"/>
                    <a:pt x="74" y="405814"/>
                    <a:pt x="0" y="430384"/>
                  </a:cubicBezTo>
                  <a:lnTo>
                    <a:pt x="0" y="786689"/>
                  </a:lnTo>
                  <a:cubicBezTo>
                    <a:pt x="74" y="811259"/>
                    <a:pt x="19896" y="831154"/>
                    <a:pt x="44378" y="831228"/>
                  </a:cubicBezTo>
                  <a:lnTo>
                    <a:pt x="576912" y="831228"/>
                  </a:lnTo>
                  <a:cubicBezTo>
                    <a:pt x="601393" y="831153"/>
                    <a:pt x="621216" y="811259"/>
                    <a:pt x="621290" y="786689"/>
                  </a:cubicBezTo>
                  <a:lnTo>
                    <a:pt x="621290" y="430384"/>
                  </a:lnTo>
                  <a:cubicBezTo>
                    <a:pt x="621216" y="405814"/>
                    <a:pt x="601393" y="385920"/>
                    <a:pt x="576912" y="385846"/>
                  </a:cubicBezTo>
                  <a:close/>
                  <a:moveTo>
                    <a:pt x="195858" y="144898"/>
                  </a:moveTo>
                  <a:cubicBezTo>
                    <a:pt x="195858" y="98318"/>
                    <a:pt x="223816" y="56304"/>
                    <a:pt x="266715" y="38452"/>
                  </a:cubicBezTo>
                  <a:cubicBezTo>
                    <a:pt x="309613" y="20637"/>
                    <a:pt x="358984" y="30473"/>
                    <a:pt x="391825" y="63431"/>
                  </a:cubicBezTo>
                  <a:cubicBezTo>
                    <a:pt x="424666" y="96389"/>
                    <a:pt x="434465" y="145938"/>
                    <a:pt x="416713" y="188993"/>
                  </a:cubicBezTo>
                  <a:cubicBezTo>
                    <a:pt x="398925" y="232046"/>
                    <a:pt x="357062" y="260106"/>
                    <a:pt x="310652" y="260106"/>
                  </a:cubicBezTo>
                  <a:cubicBezTo>
                    <a:pt x="247302" y="260032"/>
                    <a:pt x="195937" y="208479"/>
                    <a:pt x="195861" y="144900"/>
                  </a:cubicBezTo>
                  <a:close/>
                  <a:moveTo>
                    <a:pt x="310649" y="289795"/>
                  </a:moveTo>
                  <a:cubicBezTo>
                    <a:pt x="348444" y="285713"/>
                    <a:pt x="386645" y="292579"/>
                    <a:pt x="420668" y="309614"/>
                  </a:cubicBezTo>
                  <a:cubicBezTo>
                    <a:pt x="454691" y="326651"/>
                    <a:pt x="483130" y="353113"/>
                    <a:pt x="502656" y="385849"/>
                  </a:cubicBezTo>
                  <a:lnTo>
                    <a:pt x="118645" y="385849"/>
                  </a:lnTo>
                  <a:cubicBezTo>
                    <a:pt x="138171" y="353076"/>
                    <a:pt x="166610" y="326650"/>
                    <a:pt x="200633" y="309614"/>
                  </a:cubicBezTo>
                  <a:cubicBezTo>
                    <a:pt x="234657" y="292578"/>
                    <a:pt x="272858" y="285712"/>
                    <a:pt x="310652" y="289795"/>
                  </a:cubicBezTo>
                  <a:close/>
                  <a:moveTo>
                    <a:pt x="591713" y="786694"/>
                  </a:moveTo>
                  <a:cubicBezTo>
                    <a:pt x="591676" y="794897"/>
                    <a:pt x="585093" y="801503"/>
                    <a:pt x="576921" y="801540"/>
                  </a:cubicBezTo>
                  <a:lnTo>
                    <a:pt x="44386" y="801540"/>
                  </a:lnTo>
                  <a:cubicBezTo>
                    <a:pt x="36213" y="801503"/>
                    <a:pt x="29631" y="794897"/>
                    <a:pt x="29594" y="786694"/>
                  </a:cubicBezTo>
                  <a:lnTo>
                    <a:pt x="29594" y="430389"/>
                  </a:lnTo>
                  <a:cubicBezTo>
                    <a:pt x="29631" y="422186"/>
                    <a:pt x="36213" y="415580"/>
                    <a:pt x="44386" y="415543"/>
                  </a:cubicBezTo>
                  <a:lnTo>
                    <a:pt x="576921" y="415543"/>
                  </a:lnTo>
                  <a:cubicBezTo>
                    <a:pt x="585093" y="415580"/>
                    <a:pt x="591676" y="422186"/>
                    <a:pt x="591713" y="430389"/>
                  </a:cubicBezTo>
                  <a:close/>
                </a:path>
              </a:pathLst>
            </a:custGeom>
            <a:solidFill>
              <a:srgbClr val="000000"/>
            </a:solidFill>
            <a:ln w="9438" cap="flat">
              <a:noFill/>
              <a:prstDash val="solid"/>
              <a:miter/>
            </a:ln>
          </p:spPr>
          <p:txBody>
            <a:bodyPr/>
            <a:lstStyle/>
            <a:p>
              <a:endParaRPr lang="en-US"/>
            </a:p>
          </p:txBody>
        </p:sp>
        <p:sp>
          <p:nvSpPr>
            <p:cNvPr id="84" name="Freeform 83">
              <a:extLst>
                <a:ext uri="{FF2B5EF4-FFF2-40B4-BE49-F238E27FC236}">
                  <a16:creationId xmlns:a16="http://schemas.microsoft.com/office/drawing/2014/main" id="{1B342BA8-523B-81EA-64DA-4B9A2D193649}"/>
                </a:ext>
              </a:extLst>
            </p:cNvPr>
            <p:cNvSpPr/>
            <p:nvPr/>
          </p:nvSpPr>
          <p:spPr>
            <a:xfrm>
              <a:off x="9007291" y="1858675"/>
              <a:ext cx="171583" cy="172204"/>
            </a:xfrm>
            <a:custGeom>
              <a:avLst/>
              <a:gdLst>
                <a:gd name="csX0" fmla="*/ 85786 w 171583"/>
                <a:gd name="csY0" fmla="*/ 0 h 172204"/>
                <a:gd name="csX1" fmla="*/ 6535 w 171583"/>
                <a:gd name="csY1" fmla="*/ 53149 h 172204"/>
                <a:gd name="csX2" fmla="*/ 25136 w 171583"/>
                <a:gd name="csY2" fmla="*/ 146977 h 172204"/>
                <a:gd name="csX3" fmla="*/ 118626 w 171583"/>
                <a:gd name="csY3" fmla="*/ 165645 h 172204"/>
                <a:gd name="csX4" fmla="*/ 171584 w 171583"/>
                <a:gd name="csY4" fmla="*/ 86107 h 172204"/>
                <a:gd name="csX5" fmla="*/ 85786 w 171583"/>
                <a:gd name="csY5" fmla="*/ 0 h 172204"/>
                <a:gd name="csX6" fmla="*/ 85786 w 171583"/>
                <a:gd name="csY6" fmla="*/ 142522 h 172204"/>
                <a:gd name="csX7" fmla="*/ 33864 w 171583"/>
                <a:gd name="csY7" fmla="*/ 107708 h 172204"/>
                <a:gd name="csX8" fmla="*/ 46031 w 171583"/>
                <a:gd name="csY8" fmla="*/ 46208 h 172204"/>
                <a:gd name="csX9" fmla="*/ 107310 w 171583"/>
                <a:gd name="csY9" fmla="*/ 33996 h 172204"/>
                <a:gd name="csX10" fmla="*/ 141999 w 171583"/>
                <a:gd name="csY10" fmla="*/ 86106 h 172204"/>
                <a:gd name="csX11" fmla="*/ 85787 w 171583"/>
                <a:gd name="csY11" fmla="*/ 142521 h 1722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1583" h="172204">
                  <a:moveTo>
                    <a:pt x="85786" y="0"/>
                  </a:moveTo>
                  <a:cubicBezTo>
                    <a:pt x="51097" y="0"/>
                    <a:pt x="19811" y="20970"/>
                    <a:pt x="6535" y="53149"/>
                  </a:cubicBezTo>
                  <a:cubicBezTo>
                    <a:pt x="-6741" y="85329"/>
                    <a:pt x="581" y="122370"/>
                    <a:pt x="25136" y="146977"/>
                  </a:cubicBezTo>
                  <a:cubicBezTo>
                    <a:pt x="49655" y="171621"/>
                    <a:pt x="86563" y="178970"/>
                    <a:pt x="118626" y="165645"/>
                  </a:cubicBezTo>
                  <a:cubicBezTo>
                    <a:pt x="150688" y="152320"/>
                    <a:pt x="171584" y="120922"/>
                    <a:pt x="171584" y="86107"/>
                  </a:cubicBezTo>
                  <a:cubicBezTo>
                    <a:pt x="171547" y="38563"/>
                    <a:pt x="133160" y="37"/>
                    <a:pt x="85786" y="0"/>
                  </a:cubicBezTo>
                  <a:close/>
                  <a:moveTo>
                    <a:pt x="85786" y="142522"/>
                  </a:moveTo>
                  <a:cubicBezTo>
                    <a:pt x="63043" y="142522"/>
                    <a:pt x="42555" y="128790"/>
                    <a:pt x="33864" y="107708"/>
                  </a:cubicBezTo>
                  <a:cubicBezTo>
                    <a:pt x="25173" y="86626"/>
                    <a:pt x="29981" y="62353"/>
                    <a:pt x="46031" y="46208"/>
                  </a:cubicBezTo>
                  <a:cubicBezTo>
                    <a:pt x="62118" y="30100"/>
                    <a:pt x="86304" y="25275"/>
                    <a:pt x="107310" y="33996"/>
                  </a:cubicBezTo>
                  <a:cubicBezTo>
                    <a:pt x="128316" y="42718"/>
                    <a:pt x="141999" y="63280"/>
                    <a:pt x="141999" y="86106"/>
                  </a:cubicBezTo>
                  <a:cubicBezTo>
                    <a:pt x="141962" y="117245"/>
                    <a:pt x="116814" y="142484"/>
                    <a:pt x="85787" y="142521"/>
                  </a:cubicBezTo>
                  <a:close/>
                </a:path>
              </a:pathLst>
            </a:custGeom>
            <a:solidFill>
              <a:srgbClr val="000000"/>
            </a:solidFill>
            <a:ln w="9438" cap="flat">
              <a:noFill/>
              <a:prstDash val="solid"/>
              <a:miter/>
            </a:ln>
          </p:spPr>
          <p:txBody>
            <a:bodyPr/>
            <a:lstStyle/>
            <a:p>
              <a:endParaRPr lang="en-US"/>
            </a:p>
          </p:txBody>
        </p:sp>
        <p:sp>
          <p:nvSpPr>
            <p:cNvPr id="85" name="Freeform 84">
              <a:extLst>
                <a:ext uri="{FF2B5EF4-FFF2-40B4-BE49-F238E27FC236}">
                  <a16:creationId xmlns:a16="http://schemas.microsoft.com/office/drawing/2014/main" id="{F452171D-3263-B58C-0E0D-EDD2D2AC4551}"/>
                </a:ext>
              </a:extLst>
            </p:cNvPr>
            <p:cNvSpPr/>
            <p:nvPr/>
          </p:nvSpPr>
          <p:spPr>
            <a:xfrm>
              <a:off x="8930358" y="1781476"/>
              <a:ext cx="325436" cy="326613"/>
            </a:xfrm>
            <a:custGeom>
              <a:avLst/>
              <a:gdLst>
                <a:gd name="csX0" fmla="*/ 304728 w 325436"/>
                <a:gd name="csY0" fmla="*/ 124707 h 326613"/>
                <a:gd name="csX1" fmla="*/ 290194 w 325436"/>
                <a:gd name="csY1" fmla="*/ 124707 h 326613"/>
                <a:gd name="csX2" fmla="*/ 280024 w 325436"/>
                <a:gd name="csY2" fmla="*/ 100174 h 326613"/>
                <a:gd name="csX3" fmla="*/ 290341 w 325436"/>
                <a:gd name="csY3" fmla="*/ 89819 h 326613"/>
                <a:gd name="csX4" fmla="*/ 290341 w 325436"/>
                <a:gd name="csY4" fmla="*/ 60424 h 326613"/>
                <a:gd name="csX5" fmla="*/ 265231 w 325436"/>
                <a:gd name="csY5" fmla="*/ 35223 h 326613"/>
                <a:gd name="csX6" fmla="*/ 235942 w 325436"/>
                <a:gd name="csY6" fmla="*/ 35223 h 326613"/>
                <a:gd name="csX7" fmla="*/ 225624 w 325436"/>
                <a:gd name="csY7" fmla="*/ 45578 h 326613"/>
                <a:gd name="csX8" fmla="*/ 225624 w 325436"/>
                <a:gd name="csY8" fmla="*/ 45541 h 326613"/>
                <a:gd name="csX9" fmla="*/ 201180 w 325436"/>
                <a:gd name="csY9" fmla="*/ 35371 h 326613"/>
                <a:gd name="csX10" fmla="*/ 201180 w 325436"/>
                <a:gd name="csY10" fmla="*/ 20784 h 326613"/>
                <a:gd name="csX11" fmla="*/ 180470 w 325436"/>
                <a:gd name="csY11" fmla="*/ 0 h 326613"/>
                <a:gd name="csX12" fmla="*/ 144968 w 325436"/>
                <a:gd name="csY12" fmla="*/ 0 h 326613"/>
                <a:gd name="csX13" fmla="*/ 124258 w 325436"/>
                <a:gd name="csY13" fmla="*/ 20784 h 326613"/>
                <a:gd name="csX14" fmla="*/ 124258 w 325436"/>
                <a:gd name="csY14" fmla="*/ 35371 h 326613"/>
                <a:gd name="csX15" fmla="*/ 99814 w 325436"/>
                <a:gd name="csY15" fmla="*/ 45578 h 326613"/>
                <a:gd name="csX16" fmla="*/ 89496 w 325436"/>
                <a:gd name="csY16" fmla="*/ 35223 h 326613"/>
                <a:gd name="csX17" fmla="*/ 60206 w 325436"/>
                <a:gd name="csY17" fmla="*/ 35223 h 326613"/>
                <a:gd name="csX18" fmla="*/ 35096 w 325436"/>
                <a:gd name="csY18" fmla="*/ 60424 h 326613"/>
                <a:gd name="csX19" fmla="*/ 35096 w 325436"/>
                <a:gd name="csY19" fmla="*/ 89819 h 326613"/>
                <a:gd name="csX20" fmla="*/ 45414 w 325436"/>
                <a:gd name="csY20" fmla="*/ 100174 h 326613"/>
                <a:gd name="csX21" fmla="*/ 45377 w 325436"/>
                <a:gd name="csY21" fmla="*/ 100174 h 326613"/>
                <a:gd name="csX22" fmla="*/ 35244 w 325436"/>
                <a:gd name="csY22" fmla="*/ 124707 h 326613"/>
                <a:gd name="csX23" fmla="*/ 20710 w 325436"/>
                <a:gd name="csY23" fmla="*/ 124707 h 326613"/>
                <a:gd name="csX24" fmla="*/ 0 w 325436"/>
                <a:gd name="csY24" fmla="*/ 145491 h 326613"/>
                <a:gd name="csX25" fmla="*/ 0 w 325436"/>
                <a:gd name="csY25" fmla="*/ 181122 h 326613"/>
                <a:gd name="csX26" fmla="*/ 20710 w 325436"/>
                <a:gd name="csY26" fmla="*/ 201906 h 326613"/>
                <a:gd name="csX27" fmla="*/ 35244 w 325436"/>
                <a:gd name="csY27" fmla="*/ 201906 h 326613"/>
                <a:gd name="csX28" fmla="*/ 45414 w 325436"/>
                <a:gd name="csY28" fmla="*/ 226439 h 326613"/>
                <a:gd name="csX29" fmla="*/ 29030 w 325436"/>
                <a:gd name="csY29" fmla="*/ 251492 h 326613"/>
                <a:gd name="csX30" fmla="*/ 35095 w 325436"/>
                <a:gd name="csY30" fmla="*/ 266190 h 326613"/>
                <a:gd name="csX31" fmla="*/ 60205 w 325436"/>
                <a:gd name="csY31" fmla="*/ 291391 h 326613"/>
                <a:gd name="csX32" fmla="*/ 89495 w 325436"/>
                <a:gd name="csY32" fmla="*/ 291391 h 326613"/>
                <a:gd name="csX33" fmla="*/ 99813 w 325436"/>
                <a:gd name="csY33" fmla="*/ 281036 h 326613"/>
                <a:gd name="csX34" fmla="*/ 99813 w 325436"/>
                <a:gd name="csY34" fmla="*/ 281073 h 326613"/>
                <a:gd name="csX35" fmla="*/ 124257 w 325436"/>
                <a:gd name="csY35" fmla="*/ 291242 h 326613"/>
                <a:gd name="csX36" fmla="*/ 124257 w 325436"/>
                <a:gd name="csY36" fmla="*/ 305829 h 326613"/>
                <a:gd name="csX37" fmla="*/ 144967 w 325436"/>
                <a:gd name="csY37" fmla="*/ 326614 h 326613"/>
                <a:gd name="csX38" fmla="*/ 180469 w 325436"/>
                <a:gd name="csY38" fmla="*/ 326614 h 326613"/>
                <a:gd name="csX39" fmla="*/ 201179 w 325436"/>
                <a:gd name="csY39" fmla="*/ 305829 h 326613"/>
                <a:gd name="csX40" fmla="*/ 201179 w 325436"/>
                <a:gd name="csY40" fmla="*/ 291242 h 326613"/>
                <a:gd name="csX41" fmla="*/ 225623 w 325436"/>
                <a:gd name="csY41" fmla="*/ 281036 h 326613"/>
                <a:gd name="csX42" fmla="*/ 235941 w 325436"/>
                <a:gd name="csY42" fmla="*/ 291391 h 326613"/>
                <a:gd name="csX43" fmla="*/ 265231 w 325436"/>
                <a:gd name="csY43" fmla="*/ 291391 h 326613"/>
                <a:gd name="csX44" fmla="*/ 296406 w 325436"/>
                <a:gd name="csY44" fmla="*/ 251492 h 326613"/>
                <a:gd name="csX45" fmla="*/ 280023 w 325436"/>
                <a:gd name="csY45" fmla="*/ 226439 h 326613"/>
                <a:gd name="csX46" fmla="*/ 280060 w 325436"/>
                <a:gd name="csY46" fmla="*/ 226439 h 326613"/>
                <a:gd name="csX47" fmla="*/ 290193 w 325436"/>
                <a:gd name="csY47" fmla="*/ 201907 h 326613"/>
                <a:gd name="csX48" fmla="*/ 304727 w 325436"/>
                <a:gd name="csY48" fmla="*/ 201907 h 326613"/>
                <a:gd name="csX49" fmla="*/ 325437 w 325436"/>
                <a:gd name="csY49" fmla="*/ 181122 h 326613"/>
                <a:gd name="csX50" fmla="*/ 325437 w 325436"/>
                <a:gd name="csY50" fmla="*/ 145492 h 326613"/>
                <a:gd name="csX51" fmla="*/ 304727 w 325436"/>
                <a:gd name="csY51" fmla="*/ 124707 h 326613"/>
                <a:gd name="csX52" fmla="*/ 295852 w 325436"/>
                <a:gd name="csY52" fmla="*/ 172214 h 326613"/>
                <a:gd name="csX53" fmla="*/ 283390 w 325436"/>
                <a:gd name="csY53" fmla="*/ 172214 h 326613"/>
                <a:gd name="csX54" fmla="*/ 263309 w 325436"/>
                <a:gd name="csY54" fmla="*/ 188137 h 326613"/>
                <a:gd name="csX55" fmla="*/ 254285 w 325436"/>
                <a:gd name="csY55" fmla="*/ 242622 h 326613"/>
                <a:gd name="csX56" fmla="*/ 263124 w 325436"/>
                <a:gd name="csY56" fmla="*/ 251530 h 326613"/>
                <a:gd name="csX57" fmla="*/ 250587 w 325436"/>
                <a:gd name="csY57" fmla="*/ 264112 h 326613"/>
                <a:gd name="csX58" fmla="*/ 241712 w 325436"/>
                <a:gd name="csY58" fmla="*/ 255241 h 326613"/>
                <a:gd name="csX59" fmla="*/ 187459 w 325436"/>
                <a:gd name="csY59" fmla="*/ 264260 h 326613"/>
                <a:gd name="csX60" fmla="*/ 187496 w 325436"/>
                <a:gd name="csY60" fmla="*/ 264260 h 326613"/>
                <a:gd name="csX61" fmla="*/ 171594 w 325436"/>
                <a:gd name="csY61" fmla="*/ 284414 h 326613"/>
                <a:gd name="csX62" fmla="*/ 171594 w 325436"/>
                <a:gd name="csY62" fmla="*/ 296922 h 326613"/>
                <a:gd name="csX63" fmla="*/ 153843 w 325436"/>
                <a:gd name="csY63" fmla="*/ 296922 h 326613"/>
                <a:gd name="csX64" fmla="*/ 153843 w 325436"/>
                <a:gd name="csY64" fmla="*/ 284414 h 326613"/>
                <a:gd name="csX65" fmla="*/ 138015 w 325436"/>
                <a:gd name="csY65" fmla="*/ 264260 h 326613"/>
                <a:gd name="csX66" fmla="*/ 83726 w 325436"/>
                <a:gd name="csY66" fmla="*/ 255204 h 326613"/>
                <a:gd name="csX67" fmla="*/ 74850 w 325436"/>
                <a:gd name="csY67" fmla="*/ 264075 h 326613"/>
                <a:gd name="csX68" fmla="*/ 62313 w 325436"/>
                <a:gd name="csY68" fmla="*/ 251493 h 326613"/>
                <a:gd name="csX69" fmla="*/ 71152 w 325436"/>
                <a:gd name="csY69" fmla="*/ 242585 h 326613"/>
                <a:gd name="csX70" fmla="*/ 62165 w 325436"/>
                <a:gd name="csY70" fmla="*/ 188137 h 326613"/>
                <a:gd name="csX71" fmla="*/ 62129 w 325436"/>
                <a:gd name="csY71" fmla="*/ 188174 h 326613"/>
                <a:gd name="csX72" fmla="*/ 42047 w 325436"/>
                <a:gd name="csY72" fmla="*/ 172215 h 326613"/>
                <a:gd name="csX73" fmla="*/ 29585 w 325436"/>
                <a:gd name="csY73" fmla="*/ 172215 h 326613"/>
                <a:gd name="csX74" fmla="*/ 29585 w 325436"/>
                <a:gd name="csY74" fmla="*/ 154399 h 326613"/>
                <a:gd name="csX75" fmla="*/ 42047 w 325436"/>
                <a:gd name="csY75" fmla="*/ 154399 h 326613"/>
                <a:gd name="csX76" fmla="*/ 74073 w 325436"/>
                <a:gd name="csY76" fmla="*/ 109602 h 326613"/>
                <a:gd name="csX77" fmla="*/ 62276 w 325436"/>
                <a:gd name="csY77" fmla="*/ 75122 h 326613"/>
                <a:gd name="csX78" fmla="*/ 74813 w 325436"/>
                <a:gd name="csY78" fmla="*/ 62540 h 326613"/>
                <a:gd name="csX79" fmla="*/ 83688 w 325436"/>
                <a:gd name="csY79" fmla="*/ 71410 h 326613"/>
                <a:gd name="csX80" fmla="*/ 137941 w 325436"/>
                <a:gd name="csY80" fmla="*/ 62391 h 326613"/>
                <a:gd name="csX81" fmla="*/ 137941 w 325436"/>
                <a:gd name="csY81" fmla="*/ 62354 h 326613"/>
                <a:gd name="csX82" fmla="*/ 153843 w 325436"/>
                <a:gd name="csY82" fmla="*/ 42201 h 326613"/>
                <a:gd name="csX83" fmla="*/ 153843 w 325436"/>
                <a:gd name="csY83" fmla="*/ 29693 h 326613"/>
                <a:gd name="csX84" fmla="*/ 171594 w 325436"/>
                <a:gd name="csY84" fmla="*/ 29693 h 326613"/>
                <a:gd name="csX85" fmla="*/ 171594 w 325436"/>
                <a:gd name="csY85" fmla="*/ 42201 h 326613"/>
                <a:gd name="csX86" fmla="*/ 187422 w 325436"/>
                <a:gd name="csY86" fmla="*/ 62354 h 326613"/>
                <a:gd name="csX87" fmla="*/ 241711 w 325436"/>
                <a:gd name="csY87" fmla="*/ 71410 h 326613"/>
                <a:gd name="csX88" fmla="*/ 250587 w 325436"/>
                <a:gd name="csY88" fmla="*/ 62540 h 326613"/>
                <a:gd name="csX89" fmla="*/ 263123 w 325436"/>
                <a:gd name="csY89" fmla="*/ 75122 h 326613"/>
                <a:gd name="csX90" fmla="*/ 254285 w 325436"/>
                <a:gd name="csY90" fmla="*/ 84029 h 326613"/>
                <a:gd name="csX91" fmla="*/ 263271 w 325436"/>
                <a:gd name="csY91" fmla="*/ 138478 h 326613"/>
                <a:gd name="csX92" fmla="*/ 263308 w 325436"/>
                <a:gd name="csY92" fmla="*/ 138440 h 326613"/>
                <a:gd name="csX93" fmla="*/ 283389 w 325436"/>
                <a:gd name="csY93" fmla="*/ 154400 h 326613"/>
                <a:gd name="csX94" fmla="*/ 295852 w 325436"/>
                <a:gd name="csY94" fmla="*/ 154400 h 3266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Lst>
              <a:rect l="l" t="t" r="r" b="b"/>
              <a:pathLst>
                <a:path w="325436" h="326613">
                  <a:moveTo>
                    <a:pt x="304728" y="124707"/>
                  </a:moveTo>
                  <a:lnTo>
                    <a:pt x="290194" y="124707"/>
                  </a:lnTo>
                  <a:cubicBezTo>
                    <a:pt x="287642" y="116208"/>
                    <a:pt x="284240" y="107968"/>
                    <a:pt x="280024" y="100174"/>
                  </a:cubicBezTo>
                  <a:lnTo>
                    <a:pt x="290341" y="89819"/>
                  </a:lnTo>
                  <a:cubicBezTo>
                    <a:pt x="298366" y="81691"/>
                    <a:pt x="298366" y="68552"/>
                    <a:pt x="290341" y="60424"/>
                  </a:cubicBezTo>
                  <a:lnTo>
                    <a:pt x="265231" y="35223"/>
                  </a:lnTo>
                  <a:cubicBezTo>
                    <a:pt x="257021" y="27355"/>
                    <a:pt x="244152" y="27355"/>
                    <a:pt x="235942" y="35223"/>
                  </a:cubicBezTo>
                  <a:lnTo>
                    <a:pt x="225624" y="45578"/>
                  </a:lnTo>
                  <a:lnTo>
                    <a:pt x="225624" y="45541"/>
                  </a:lnTo>
                  <a:cubicBezTo>
                    <a:pt x="217858" y="41347"/>
                    <a:pt x="209648" y="37932"/>
                    <a:pt x="201180" y="35371"/>
                  </a:cubicBezTo>
                  <a:lnTo>
                    <a:pt x="201180" y="20784"/>
                  </a:lnTo>
                  <a:cubicBezTo>
                    <a:pt x="201180" y="9316"/>
                    <a:pt x="191897" y="0"/>
                    <a:pt x="180470" y="0"/>
                  </a:cubicBezTo>
                  <a:lnTo>
                    <a:pt x="144968" y="0"/>
                  </a:lnTo>
                  <a:cubicBezTo>
                    <a:pt x="133541" y="0"/>
                    <a:pt x="124258" y="9316"/>
                    <a:pt x="124258" y="20784"/>
                  </a:cubicBezTo>
                  <a:lnTo>
                    <a:pt x="124258" y="35371"/>
                  </a:lnTo>
                  <a:cubicBezTo>
                    <a:pt x="115789" y="37932"/>
                    <a:pt x="107580" y="41347"/>
                    <a:pt x="99814" y="45578"/>
                  </a:cubicBezTo>
                  <a:lnTo>
                    <a:pt x="89496" y="35223"/>
                  </a:lnTo>
                  <a:cubicBezTo>
                    <a:pt x="81286" y="27355"/>
                    <a:pt x="68416" y="27355"/>
                    <a:pt x="60206" y="35223"/>
                  </a:cubicBezTo>
                  <a:lnTo>
                    <a:pt x="35096" y="60424"/>
                  </a:lnTo>
                  <a:cubicBezTo>
                    <a:pt x="27071" y="68552"/>
                    <a:pt x="27071" y="81691"/>
                    <a:pt x="35096" y="89819"/>
                  </a:cubicBezTo>
                  <a:lnTo>
                    <a:pt x="45414" y="100174"/>
                  </a:lnTo>
                  <a:lnTo>
                    <a:pt x="45377" y="100174"/>
                  </a:lnTo>
                  <a:cubicBezTo>
                    <a:pt x="41198" y="107968"/>
                    <a:pt x="37795" y="116208"/>
                    <a:pt x="35244" y="124707"/>
                  </a:cubicBezTo>
                  <a:lnTo>
                    <a:pt x="20710" y="124707"/>
                  </a:lnTo>
                  <a:cubicBezTo>
                    <a:pt x="9283" y="124707"/>
                    <a:pt x="0" y="134023"/>
                    <a:pt x="0" y="145491"/>
                  </a:cubicBezTo>
                  <a:lnTo>
                    <a:pt x="0" y="181122"/>
                  </a:lnTo>
                  <a:cubicBezTo>
                    <a:pt x="0" y="192590"/>
                    <a:pt x="9282" y="201906"/>
                    <a:pt x="20710" y="201906"/>
                  </a:cubicBezTo>
                  <a:lnTo>
                    <a:pt x="35244" y="201906"/>
                  </a:lnTo>
                  <a:cubicBezTo>
                    <a:pt x="37796" y="210406"/>
                    <a:pt x="41198" y="218645"/>
                    <a:pt x="45414" y="226439"/>
                  </a:cubicBezTo>
                  <a:cubicBezTo>
                    <a:pt x="39201" y="232934"/>
                    <a:pt x="28070" y="241248"/>
                    <a:pt x="29030" y="251492"/>
                  </a:cubicBezTo>
                  <a:cubicBezTo>
                    <a:pt x="28993" y="256985"/>
                    <a:pt x="31175" y="262292"/>
                    <a:pt x="35095" y="266190"/>
                  </a:cubicBezTo>
                  <a:lnTo>
                    <a:pt x="60205" y="291391"/>
                  </a:lnTo>
                  <a:cubicBezTo>
                    <a:pt x="68415" y="299259"/>
                    <a:pt x="81322" y="299259"/>
                    <a:pt x="89495" y="291391"/>
                  </a:cubicBezTo>
                  <a:lnTo>
                    <a:pt x="99813" y="281036"/>
                  </a:lnTo>
                  <a:lnTo>
                    <a:pt x="99813" y="281073"/>
                  </a:lnTo>
                  <a:cubicBezTo>
                    <a:pt x="107579" y="285267"/>
                    <a:pt x="115789" y="288682"/>
                    <a:pt x="124257" y="291242"/>
                  </a:cubicBezTo>
                  <a:lnTo>
                    <a:pt x="124257" y="305829"/>
                  </a:lnTo>
                  <a:cubicBezTo>
                    <a:pt x="124257" y="317297"/>
                    <a:pt x="133540" y="326614"/>
                    <a:pt x="144967" y="326614"/>
                  </a:cubicBezTo>
                  <a:lnTo>
                    <a:pt x="180469" y="326614"/>
                  </a:lnTo>
                  <a:cubicBezTo>
                    <a:pt x="191896" y="326614"/>
                    <a:pt x="201179" y="317298"/>
                    <a:pt x="201179" y="305829"/>
                  </a:cubicBezTo>
                  <a:lnTo>
                    <a:pt x="201179" y="291242"/>
                  </a:lnTo>
                  <a:cubicBezTo>
                    <a:pt x="209648" y="288681"/>
                    <a:pt x="217857" y="285267"/>
                    <a:pt x="225623" y="281036"/>
                  </a:cubicBezTo>
                  <a:lnTo>
                    <a:pt x="235941" y="291391"/>
                  </a:lnTo>
                  <a:cubicBezTo>
                    <a:pt x="244114" y="299259"/>
                    <a:pt x="257021" y="299259"/>
                    <a:pt x="265231" y="291391"/>
                  </a:cubicBezTo>
                  <a:cubicBezTo>
                    <a:pt x="276029" y="278957"/>
                    <a:pt x="297737" y="264296"/>
                    <a:pt x="296406" y="251492"/>
                  </a:cubicBezTo>
                  <a:cubicBezTo>
                    <a:pt x="297405" y="241323"/>
                    <a:pt x="286089" y="232898"/>
                    <a:pt x="280023" y="226439"/>
                  </a:cubicBezTo>
                  <a:lnTo>
                    <a:pt x="280060" y="226439"/>
                  </a:lnTo>
                  <a:cubicBezTo>
                    <a:pt x="284239" y="218608"/>
                    <a:pt x="287641" y="210406"/>
                    <a:pt x="290193" y="201907"/>
                  </a:cubicBezTo>
                  <a:lnTo>
                    <a:pt x="304727" y="201907"/>
                  </a:lnTo>
                  <a:cubicBezTo>
                    <a:pt x="316154" y="201907"/>
                    <a:pt x="325437" y="192591"/>
                    <a:pt x="325437" y="181122"/>
                  </a:cubicBezTo>
                  <a:lnTo>
                    <a:pt x="325437" y="145492"/>
                  </a:lnTo>
                  <a:cubicBezTo>
                    <a:pt x="325437" y="134023"/>
                    <a:pt x="316154" y="124707"/>
                    <a:pt x="304727" y="124707"/>
                  </a:cubicBezTo>
                  <a:close/>
                  <a:moveTo>
                    <a:pt x="295852" y="172214"/>
                  </a:moveTo>
                  <a:lnTo>
                    <a:pt x="283390" y="172214"/>
                  </a:lnTo>
                  <a:cubicBezTo>
                    <a:pt x="273812" y="172214"/>
                    <a:pt x="265528" y="178784"/>
                    <a:pt x="263309" y="188137"/>
                  </a:cubicBezTo>
                  <a:cubicBezTo>
                    <a:pt x="261275" y="206731"/>
                    <a:pt x="237718" y="225364"/>
                    <a:pt x="254285" y="242622"/>
                  </a:cubicBezTo>
                  <a:lnTo>
                    <a:pt x="263124" y="251530"/>
                  </a:lnTo>
                  <a:lnTo>
                    <a:pt x="250587" y="264112"/>
                  </a:lnTo>
                  <a:lnTo>
                    <a:pt x="241712" y="255241"/>
                  </a:lnTo>
                  <a:cubicBezTo>
                    <a:pt x="224552" y="238577"/>
                    <a:pt x="205951" y="262293"/>
                    <a:pt x="187459" y="264260"/>
                  </a:cubicBezTo>
                  <a:lnTo>
                    <a:pt x="187496" y="264260"/>
                  </a:lnTo>
                  <a:cubicBezTo>
                    <a:pt x="178177" y="266450"/>
                    <a:pt x="171594" y="274801"/>
                    <a:pt x="171594" y="284414"/>
                  </a:cubicBezTo>
                  <a:lnTo>
                    <a:pt x="171594" y="296922"/>
                  </a:lnTo>
                  <a:lnTo>
                    <a:pt x="153843" y="296922"/>
                  </a:lnTo>
                  <a:lnTo>
                    <a:pt x="153843" y="284414"/>
                  </a:lnTo>
                  <a:cubicBezTo>
                    <a:pt x="153843" y="274838"/>
                    <a:pt x="147297" y="266487"/>
                    <a:pt x="138015" y="264260"/>
                  </a:cubicBezTo>
                  <a:cubicBezTo>
                    <a:pt x="119450" y="262219"/>
                    <a:pt x="100885" y="238540"/>
                    <a:pt x="83726" y="255204"/>
                  </a:cubicBezTo>
                  <a:lnTo>
                    <a:pt x="74850" y="264075"/>
                  </a:lnTo>
                  <a:lnTo>
                    <a:pt x="62313" y="251493"/>
                  </a:lnTo>
                  <a:lnTo>
                    <a:pt x="71152" y="242585"/>
                  </a:lnTo>
                  <a:cubicBezTo>
                    <a:pt x="87757" y="225364"/>
                    <a:pt x="64125" y="206695"/>
                    <a:pt x="62165" y="188137"/>
                  </a:cubicBezTo>
                  <a:lnTo>
                    <a:pt x="62129" y="188174"/>
                  </a:lnTo>
                  <a:cubicBezTo>
                    <a:pt x="59947" y="178821"/>
                    <a:pt x="51626" y="172215"/>
                    <a:pt x="42047" y="172215"/>
                  </a:cubicBezTo>
                  <a:lnTo>
                    <a:pt x="29585" y="172215"/>
                  </a:lnTo>
                  <a:lnTo>
                    <a:pt x="29585" y="154399"/>
                  </a:lnTo>
                  <a:lnTo>
                    <a:pt x="42047" y="154399"/>
                  </a:lnTo>
                  <a:cubicBezTo>
                    <a:pt x="65826" y="154065"/>
                    <a:pt x="62461" y="123928"/>
                    <a:pt x="74073" y="109602"/>
                  </a:cubicBezTo>
                  <a:cubicBezTo>
                    <a:pt x="82616" y="95386"/>
                    <a:pt x="72557" y="84364"/>
                    <a:pt x="62276" y="75122"/>
                  </a:cubicBezTo>
                  <a:lnTo>
                    <a:pt x="74813" y="62540"/>
                  </a:lnTo>
                  <a:lnTo>
                    <a:pt x="83688" y="71410"/>
                  </a:lnTo>
                  <a:cubicBezTo>
                    <a:pt x="100811" y="88075"/>
                    <a:pt x="119449" y="64358"/>
                    <a:pt x="137941" y="62391"/>
                  </a:cubicBezTo>
                  <a:lnTo>
                    <a:pt x="137941" y="62354"/>
                  </a:lnTo>
                  <a:cubicBezTo>
                    <a:pt x="147260" y="60164"/>
                    <a:pt x="153843" y="51813"/>
                    <a:pt x="153843" y="42201"/>
                  </a:cubicBezTo>
                  <a:lnTo>
                    <a:pt x="153843" y="29693"/>
                  </a:lnTo>
                  <a:lnTo>
                    <a:pt x="171594" y="29693"/>
                  </a:lnTo>
                  <a:lnTo>
                    <a:pt x="171594" y="42201"/>
                  </a:lnTo>
                  <a:cubicBezTo>
                    <a:pt x="171594" y="51776"/>
                    <a:pt x="178140" y="60127"/>
                    <a:pt x="187422" y="62354"/>
                  </a:cubicBezTo>
                  <a:cubicBezTo>
                    <a:pt x="205987" y="64396"/>
                    <a:pt x="224515" y="88038"/>
                    <a:pt x="241711" y="71410"/>
                  </a:cubicBezTo>
                  <a:lnTo>
                    <a:pt x="250587" y="62540"/>
                  </a:lnTo>
                  <a:lnTo>
                    <a:pt x="263123" y="75122"/>
                  </a:lnTo>
                  <a:lnTo>
                    <a:pt x="254285" y="84029"/>
                  </a:lnTo>
                  <a:cubicBezTo>
                    <a:pt x="237680" y="101251"/>
                    <a:pt x="261311" y="119919"/>
                    <a:pt x="263271" y="138478"/>
                  </a:cubicBezTo>
                  <a:lnTo>
                    <a:pt x="263308" y="138440"/>
                  </a:lnTo>
                  <a:cubicBezTo>
                    <a:pt x="265490" y="147793"/>
                    <a:pt x="273811" y="154400"/>
                    <a:pt x="283389" y="154400"/>
                  </a:cubicBezTo>
                  <a:lnTo>
                    <a:pt x="295852" y="154400"/>
                  </a:lnTo>
                  <a:close/>
                </a:path>
              </a:pathLst>
            </a:custGeom>
            <a:solidFill>
              <a:srgbClr val="000000"/>
            </a:solidFill>
            <a:ln w="9438" cap="flat">
              <a:noFill/>
              <a:prstDash val="solid"/>
              <a:miter/>
            </a:ln>
          </p:spPr>
          <p:txBody>
            <a:bodyPr/>
            <a:lstStyle/>
            <a:p>
              <a:endParaRPr lang="en-US"/>
            </a:p>
          </p:txBody>
        </p:sp>
      </p:grpSp>
      <p:sp>
        <p:nvSpPr>
          <p:cNvPr id="91" name="Freeform 90">
            <a:extLst>
              <a:ext uri="{FF2B5EF4-FFF2-40B4-BE49-F238E27FC236}">
                <a16:creationId xmlns:a16="http://schemas.microsoft.com/office/drawing/2014/main" id="{DF7B9E06-83CD-1577-9BCF-E1C4660EE543}"/>
              </a:ext>
              <a:ext uri="{C183D7F6-B498-43B3-948B-1728B52AA6E4}">
                <adec:decorative xmlns:adec="http://schemas.microsoft.com/office/drawing/2017/decorative" val="1"/>
              </a:ext>
            </a:extLst>
          </p:cNvPr>
          <p:cNvSpPr/>
          <p:nvPr/>
        </p:nvSpPr>
        <p:spPr>
          <a:xfrm>
            <a:off x="1699126" y="3927992"/>
            <a:ext cx="318820" cy="426551"/>
          </a:xfrm>
          <a:custGeom>
            <a:avLst/>
            <a:gdLst>
              <a:gd name="csX0" fmla="*/ 576916 w 621289"/>
              <a:gd name="csY0" fmla="*/ 385846 h 831227"/>
              <a:gd name="csX1" fmla="*/ 535940 w 621289"/>
              <a:gd name="csY1" fmla="*/ 385846 h 831227"/>
              <a:gd name="csX2" fmla="*/ 389198 w 621289"/>
              <a:gd name="csY2" fmla="*/ 266488 h 831227"/>
              <a:gd name="csX3" fmla="*/ 453620 w 621289"/>
              <a:gd name="csY3" fmla="*/ 165126 h 831227"/>
              <a:gd name="csX4" fmla="*/ 419634 w 621289"/>
              <a:gd name="csY4" fmla="*/ 49883 h 831227"/>
              <a:gd name="csX5" fmla="*/ 310647 w 621289"/>
              <a:gd name="csY5" fmla="*/ 0 h 831227"/>
              <a:gd name="csX6" fmla="*/ 201660 w 621289"/>
              <a:gd name="csY6" fmla="*/ 49883 h 831227"/>
              <a:gd name="csX7" fmla="*/ 167674 w 621289"/>
              <a:gd name="csY7" fmla="*/ 165126 h 831227"/>
              <a:gd name="csX8" fmla="*/ 232096 w 621289"/>
              <a:gd name="csY8" fmla="*/ 266488 h 831227"/>
              <a:gd name="csX9" fmla="*/ 85353 w 621289"/>
              <a:gd name="csY9" fmla="*/ 385846 h 831227"/>
              <a:gd name="csX10" fmla="*/ 44378 w 621289"/>
              <a:gd name="csY10" fmla="*/ 385846 h 831227"/>
              <a:gd name="csX11" fmla="*/ 0 w 621289"/>
              <a:gd name="csY11" fmla="*/ 430384 h 831227"/>
              <a:gd name="csX12" fmla="*/ 0 w 621289"/>
              <a:gd name="csY12" fmla="*/ 786689 h 831227"/>
              <a:gd name="csX13" fmla="*/ 44378 w 621289"/>
              <a:gd name="csY13" fmla="*/ 831228 h 831227"/>
              <a:gd name="csX14" fmla="*/ 576912 w 621289"/>
              <a:gd name="csY14" fmla="*/ 831228 h 831227"/>
              <a:gd name="csX15" fmla="*/ 621290 w 621289"/>
              <a:gd name="csY15" fmla="*/ 786689 h 831227"/>
              <a:gd name="csX16" fmla="*/ 621290 w 621289"/>
              <a:gd name="csY16" fmla="*/ 430384 h 831227"/>
              <a:gd name="csX17" fmla="*/ 576912 w 621289"/>
              <a:gd name="csY17" fmla="*/ 385846 h 831227"/>
              <a:gd name="csX18" fmla="*/ 195858 w 621289"/>
              <a:gd name="csY18" fmla="*/ 144898 h 831227"/>
              <a:gd name="csX19" fmla="*/ 266715 w 621289"/>
              <a:gd name="csY19" fmla="*/ 38452 h 831227"/>
              <a:gd name="csX20" fmla="*/ 391825 w 621289"/>
              <a:gd name="csY20" fmla="*/ 63431 h 831227"/>
              <a:gd name="csX21" fmla="*/ 416713 w 621289"/>
              <a:gd name="csY21" fmla="*/ 188993 h 831227"/>
              <a:gd name="csX22" fmla="*/ 310652 w 621289"/>
              <a:gd name="csY22" fmla="*/ 260106 h 831227"/>
              <a:gd name="csX23" fmla="*/ 195861 w 621289"/>
              <a:gd name="csY23" fmla="*/ 144900 h 831227"/>
              <a:gd name="csX24" fmla="*/ 310649 w 621289"/>
              <a:gd name="csY24" fmla="*/ 289795 h 831227"/>
              <a:gd name="csX25" fmla="*/ 420668 w 621289"/>
              <a:gd name="csY25" fmla="*/ 309614 h 831227"/>
              <a:gd name="csX26" fmla="*/ 502656 w 621289"/>
              <a:gd name="csY26" fmla="*/ 385849 h 831227"/>
              <a:gd name="csX27" fmla="*/ 118645 w 621289"/>
              <a:gd name="csY27" fmla="*/ 385849 h 831227"/>
              <a:gd name="csX28" fmla="*/ 200633 w 621289"/>
              <a:gd name="csY28" fmla="*/ 309614 h 831227"/>
              <a:gd name="csX29" fmla="*/ 310652 w 621289"/>
              <a:gd name="csY29" fmla="*/ 289795 h 831227"/>
              <a:gd name="csX30" fmla="*/ 591713 w 621289"/>
              <a:gd name="csY30" fmla="*/ 786694 h 831227"/>
              <a:gd name="csX31" fmla="*/ 576921 w 621289"/>
              <a:gd name="csY31" fmla="*/ 801540 h 831227"/>
              <a:gd name="csX32" fmla="*/ 44386 w 621289"/>
              <a:gd name="csY32" fmla="*/ 801540 h 831227"/>
              <a:gd name="csX33" fmla="*/ 29594 w 621289"/>
              <a:gd name="csY33" fmla="*/ 786694 h 831227"/>
              <a:gd name="csX34" fmla="*/ 29594 w 621289"/>
              <a:gd name="csY34" fmla="*/ 430389 h 831227"/>
              <a:gd name="csX35" fmla="*/ 44386 w 621289"/>
              <a:gd name="csY35" fmla="*/ 415543 h 831227"/>
              <a:gd name="csX36" fmla="*/ 576921 w 621289"/>
              <a:gd name="csY36" fmla="*/ 415543 h 831227"/>
              <a:gd name="csX37" fmla="*/ 591713 w 621289"/>
              <a:gd name="csY37" fmla="*/ 430389 h 8312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621289" h="831227">
                <a:moveTo>
                  <a:pt x="576916" y="385846"/>
                </a:moveTo>
                <a:lnTo>
                  <a:pt x="535940" y="385846"/>
                </a:lnTo>
                <a:cubicBezTo>
                  <a:pt x="507280" y="326016"/>
                  <a:pt x="453435" y="282223"/>
                  <a:pt x="389198" y="266488"/>
                </a:cubicBezTo>
                <a:cubicBezTo>
                  <a:pt x="424293" y="243663"/>
                  <a:pt x="447776" y="206695"/>
                  <a:pt x="453620" y="165126"/>
                </a:cubicBezTo>
                <a:cubicBezTo>
                  <a:pt x="459463" y="123594"/>
                  <a:pt x="447037" y="81543"/>
                  <a:pt x="419634" y="49883"/>
                </a:cubicBezTo>
                <a:cubicBezTo>
                  <a:pt x="392194" y="18187"/>
                  <a:pt x="352475" y="0"/>
                  <a:pt x="310647" y="0"/>
                </a:cubicBezTo>
                <a:cubicBezTo>
                  <a:pt x="268818" y="0"/>
                  <a:pt x="229102" y="18187"/>
                  <a:pt x="201660" y="49883"/>
                </a:cubicBezTo>
                <a:cubicBezTo>
                  <a:pt x="174257" y="81542"/>
                  <a:pt x="161831" y="123593"/>
                  <a:pt x="167674" y="165126"/>
                </a:cubicBezTo>
                <a:cubicBezTo>
                  <a:pt x="173517" y="206695"/>
                  <a:pt x="197001" y="243662"/>
                  <a:pt x="232096" y="266488"/>
                </a:cubicBezTo>
                <a:cubicBezTo>
                  <a:pt x="167859" y="282224"/>
                  <a:pt x="114011" y="326021"/>
                  <a:pt x="85353" y="385846"/>
                </a:cubicBezTo>
                <a:lnTo>
                  <a:pt x="44378" y="385846"/>
                </a:lnTo>
                <a:cubicBezTo>
                  <a:pt x="19896" y="385920"/>
                  <a:pt x="74" y="405814"/>
                  <a:pt x="0" y="430384"/>
                </a:cubicBezTo>
                <a:lnTo>
                  <a:pt x="0" y="786689"/>
                </a:lnTo>
                <a:cubicBezTo>
                  <a:pt x="74" y="811259"/>
                  <a:pt x="19896" y="831154"/>
                  <a:pt x="44378" y="831228"/>
                </a:cubicBezTo>
                <a:lnTo>
                  <a:pt x="576912" y="831228"/>
                </a:lnTo>
                <a:cubicBezTo>
                  <a:pt x="601393" y="831153"/>
                  <a:pt x="621216" y="811259"/>
                  <a:pt x="621290" y="786689"/>
                </a:cubicBezTo>
                <a:lnTo>
                  <a:pt x="621290" y="430384"/>
                </a:lnTo>
                <a:cubicBezTo>
                  <a:pt x="621216" y="405814"/>
                  <a:pt x="601393" y="385920"/>
                  <a:pt x="576912" y="385846"/>
                </a:cubicBezTo>
                <a:close/>
                <a:moveTo>
                  <a:pt x="195858" y="144898"/>
                </a:moveTo>
                <a:cubicBezTo>
                  <a:pt x="195858" y="98318"/>
                  <a:pt x="223816" y="56304"/>
                  <a:pt x="266715" y="38452"/>
                </a:cubicBezTo>
                <a:cubicBezTo>
                  <a:pt x="309613" y="20637"/>
                  <a:pt x="358984" y="30473"/>
                  <a:pt x="391825" y="63431"/>
                </a:cubicBezTo>
                <a:cubicBezTo>
                  <a:pt x="424666" y="96389"/>
                  <a:pt x="434465" y="145938"/>
                  <a:pt x="416713" y="188993"/>
                </a:cubicBezTo>
                <a:cubicBezTo>
                  <a:pt x="398925" y="232046"/>
                  <a:pt x="357062" y="260106"/>
                  <a:pt x="310652" y="260106"/>
                </a:cubicBezTo>
                <a:cubicBezTo>
                  <a:pt x="247302" y="260032"/>
                  <a:pt x="195937" y="208479"/>
                  <a:pt x="195861" y="144900"/>
                </a:cubicBezTo>
                <a:close/>
                <a:moveTo>
                  <a:pt x="310649" y="289795"/>
                </a:moveTo>
                <a:cubicBezTo>
                  <a:pt x="348444" y="285713"/>
                  <a:pt x="386645" y="292579"/>
                  <a:pt x="420668" y="309614"/>
                </a:cubicBezTo>
                <a:cubicBezTo>
                  <a:pt x="454691" y="326651"/>
                  <a:pt x="483130" y="353113"/>
                  <a:pt x="502656" y="385849"/>
                </a:cubicBezTo>
                <a:lnTo>
                  <a:pt x="118645" y="385849"/>
                </a:lnTo>
                <a:cubicBezTo>
                  <a:pt x="138171" y="353076"/>
                  <a:pt x="166610" y="326650"/>
                  <a:pt x="200633" y="309614"/>
                </a:cubicBezTo>
                <a:cubicBezTo>
                  <a:pt x="234657" y="292578"/>
                  <a:pt x="272858" y="285712"/>
                  <a:pt x="310652" y="289795"/>
                </a:cubicBezTo>
                <a:close/>
                <a:moveTo>
                  <a:pt x="591713" y="786694"/>
                </a:moveTo>
                <a:cubicBezTo>
                  <a:pt x="591676" y="794897"/>
                  <a:pt x="585093" y="801503"/>
                  <a:pt x="576921" y="801540"/>
                </a:cubicBezTo>
                <a:lnTo>
                  <a:pt x="44386" y="801540"/>
                </a:lnTo>
                <a:cubicBezTo>
                  <a:pt x="36213" y="801503"/>
                  <a:pt x="29631" y="794897"/>
                  <a:pt x="29594" y="786694"/>
                </a:cubicBezTo>
                <a:lnTo>
                  <a:pt x="29594" y="430389"/>
                </a:lnTo>
                <a:cubicBezTo>
                  <a:pt x="29631" y="422186"/>
                  <a:pt x="36213" y="415580"/>
                  <a:pt x="44386" y="415543"/>
                </a:cubicBezTo>
                <a:lnTo>
                  <a:pt x="576921" y="415543"/>
                </a:lnTo>
                <a:cubicBezTo>
                  <a:pt x="585093" y="415580"/>
                  <a:pt x="591676" y="422186"/>
                  <a:pt x="591713" y="430389"/>
                </a:cubicBezTo>
                <a:close/>
              </a:path>
            </a:pathLst>
          </a:custGeom>
          <a:solidFill>
            <a:srgbClr val="000000"/>
          </a:solidFill>
          <a:ln w="9438" cap="flat">
            <a:noFill/>
            <a:prstDash val="solid"/>
            <a:miter/>
          </a:ln>
        </p:spPr>
        <p:txBody>
          <a:bodyPr/>
          <a:lstStyle/>
          <a:p>
            <a:endParaRPr lang="en-US"/>
          </a:p>
        </p:txBody>
      </p:sp>
      <p:sp>
        <p:nvSpPr>
          <p:cNvPr id="94" name="Freeform 93">
            <a:extLst>
              <a:ext uri="{FF2B5EF4-FFF2-40B4-BE49-F238E27FC236}">
                <a16:creationId xmlns:a16="http://schemas.microsoft.com/office/drawing/2014/main" id="{EC08094F-8655-8028-B210-C76583985452}"/>
              </a:ext>
              <a:ext uri="{C183D7F6-B498-43B3-948B-1728B52AA6E4}">
                <adec:decorative xmlns:adec="http://schemas.microsoft.com/office/drawing/2017/decorative" val="1"/>
              </a:ext>
            </a:extLst>
          </p:cNvPr>
          <p:cNvSpPr>
            <a:spLocks noChangeAspect="1"/>
          </p:cNvSpPr>
          <p:nvPr/>
        </p:nvSpPr>
        <p:spPr>
          <a:xfrm>
            <a:off x="1788875" y="4181116"/>
            <a:ext cx="139323" cy="123698"/>
          </a:xfrm>
          <a:custGeom>
            <a:avLst/>
            <a:gdLst>
              <a:gd name="csX0" fmla="*/ 504697 w 937295"/>
              <a:gd name="csY0" fmla="*/ 178326 h 832183"/>
              <a:gd name="csX1" fmla="*/ 497411 w 937295"/>
              <a:gd name="csY1" fmla="*/ 173983 h 832183"/>
              <a:gd name="csX2" fmla="*/ 468714 w 937295"/>
              <a:gd name="csY2" fmla="*/ 173983 h 832183"/>
              <a:gd name="csX3" fmla="*/ 439831 w 937295"/>
              <a:gd name="csY3" fmla="*/ 173983 h 832183"/>
              <a:gd name="csX4" fmla="*/ 432546 w 937295"/>
              <a:gd name="csY4" fmla="*/ 178326 h 832183"/>
              <a:gd name="csX5" fmla="*/ 258367 w 937295"/>
              <a:gd name="csY5" fmla="*/ 498184 h 832183"/>
              <a:gd name="csX6" fmla="*/ 252709 w 937295"/>
              <a:gd name="csY6" fmla="*/ 550368 h 832183"/>
              <a:gd name="csX7" fmla="*/ 301710 w 937295"/>
              <a:gd name="csY7" fmla="*/ 719389 h 832183"/>
              <a:gd name="csX8" fmla="*/ 259107 w 937295"/>
              <a:gd name="csY8" fmla="*/ 820637 h 832183"/>
              <a:gd name="csX9" fmla="*/ 266725 w 937295"/>
              <a:gd name="csY9" fmla="*/ 832180 h 832183"/>
              <a:gd name="csX10" fmla="*/ 670599 w 937295"/>
              <a:gd name="csY10" fmla="*/ 832180 h 832183"/>
              <a:gd name="csX11" fmla="*/ 678217 w 937295"/>
              <a:gd name="csY11" fmla="*/ 820637 h 832183"/>
              <a:gd name="csX12" fmla="*/ 635614 w 937295"/>
              <a:gd name="csY12" fmla="*/ 719427 h 832183"/>
              <a:gd name="csX13" fmla="*/ 684615 w 937295"/>
              <a:gd name="csY13" fmla="*/ 550406 h 832183"/>
              <a:gd name="csX14" fmla="*/ 678957 w 937295"/>
              <a:gd name="csY14" fmla="*/ 498222 h 832183"/>
              <a:gd name="csX15" fmla="*/ 468639 w 937295"/>
              <a:gd name="csY15" fmla="*/ 475437 h 832183"/>
              <a:gd name="csX16" fmla="*/ 468639 w 937295"/>
              <a:gd name="csY16" fmla="*/ 584590 h 832183"/>
              <a:gd name="csX17" fmla="*/ 468639 w 937295"/>
              <a:gd name="csY17" fmla="*/ 475437 h 832183"/>
              <a:gd name="csX18" fmla="*/ 658061 w 937295"/>
              <a:gd name="csY18" fmla="*/ 815562 h 832183"/>
              <a:gd name="csX19" fmla="*/ 279180 w 937295"/>
              <a:gd name="csY19" fmla="*/ 815562 h 832183"/>
              <a:gd name="csX20" fmla="*/ 315903 w 937295"/>
              <a:gd name="csY20" fmla="*/ 728304 h 832183"/>
              <a:gd name="csX21" fmla="*/ 621336 w 937295"/>
              <a:gd name="csY21" fmla="*/ 728304 h 832183"/>
              <a:gd name="csX22" fmla="*/ 668674 w 937295"/>
              <a:gd name="csY22" fmla="*/ 545738 h 832183"/>
              <a:gd name="csX23" fmla="*/ 620599 w 937295"/>
              <a:gd name="csY23" fmla="*/ 711606 h 832183"/>
              <a:gd name="csX24" fmla="*/ 316680 w 937295"/>
              <a:gd name="csY24" fmla="*/ 711606 h 832183"/>
              <a:gd name="csX25" fmla="*/ 268605 w 937295"/>
              <a:gd name="csY25" fmla="*/ 545738 h 832183"/>
              <a:gd name="csX26" fmla="*/ 272894 w 937295"/>
              <a:gd name="csY26" fmla="*/ 506173 h 832183"/>
              <a:gd name="csX27" fmla="*/ 444744 w 937295"/>
              <a:gd name="csY27" fmla="*/ 190658 h 832183"/>
              <a:gd name="csX28" fmla="*/ 460387 w 937295"/>
              <a:gd name="csY28" fmla="*/ 190658 h 832183"/>
              <a:gd name="csX29" fmla="*/ 460387 w 937295"/>
              <a:gd name="csY29" fmla="*/ 459331 h 832183"/>
              <a:gd name="csX30" fmla="*/ 468597 w 937295"/>
              <a:gd name="csY30" fmla="*/ 601264 h 832183"/>
              <a:gd name="csX31" fmla="*/ 476955 w 937295"/>
              <a:gd name="csY31" fmla="*/ 459369 h 832183"/>
              <a:gd name="csX32" fmla="*/ 476992 w 937295"/>
              <a:gd name="csY32" fmla="*/ 190658 h 832183"/>
              <a:gd name="csX33" fmla="*/ 492524 w 937295"/>
              <a:gd name="csY33" fmla="*/ 190658 h 832183"/>
              <a:gd name="csX34" fmla="*/ 664374 w 937295"/>
              <a:gd name="csY34" fmla="*/ 506173 h 832183"/>
              <a:gd name="csX35" fmla="*/ 668664 w 937295"/>
              <a:gd name="csY35" fmla="*/ 545738 h 832183"/>
              <a:gd name="csX36" fmla="*/ 915382 w 937295"/>
              <a:gd name="csY36" fmla="*/ 461598 h 832183"/>
              <a:gd name="csX37" fmla="*/ 891011 w 937295"/>
              <a:gd name="csY37" fmla="*/ 461598 h 832183"/>
              <a:gd name="csX38" fmla="*/ 585985 w 937295"/>
              <a:gd name="csY38" fmla="*/ 62422 h 832183"/>
              <a:gd name="csX39" fmla="*/ 783425 w 937295"/>
              <a:gd name="csY39" fmla="*/ 62422 h 832183"/>
              <a:gd name="csX40" fmla="*/ 891229 w 937295"/>
              <a:gd name="csY40" fmla="*/ 54108 h 832183"/>
              <a:gd name="csX41" fmla="*/ 783425 w 937295"/>
              <a:gd name="csY41" fmla="*/ 45794 h 832183"/>
              <a:gd name="csX42" fmla="*/ 522110 w 937295"/>
              <a:gd name="csY42" fmla="*/ 45794 h 832183"/>
              <a:gd name="csX43" fmla="*/ 415158 w 937295"/>
              <a:gd name="csY43" fmla="*/ 45794 h 832183"/>
              <a:gd name="csX44" fmla="*/ 153842 w 937295"/>
              <a:gd name="csY44" fmla="*/ 45794 h 832183"/>
              <a:gd name="csX45" fmla="*/ 46038 w 937295"/>
              <a:gd name="csY45" fmla="*/ 54108 h 832183"/>
              <a:gd name="csX46" fmla="*/ 153842 w 937295"/>
              <a:gd name="csY46" fmla="*/ 62422 h 832183"/>
              <a:gd name="csX47" fmla="*/ 351178 w 937295"/>
              <a:gd name="csY47" fmla="*/ 62422 h 832183"/>
              <a:gd name="csX48" fmla="*/ 46190 w 937295"/>
              <a:gd name="csY48" fmla="*/ 461598 h 832183"/>
              <a:gd name="csX49" fmla="*/ 21893 w 937295"/>
              <a:gd name="csY49" fmla="*/ 461598 h 832183"/>
              <a:gd name="csX50" fmla="*/ 0 w 937295"/>
              <a:gd name="csY50" fmla="*/ 483570 h 832183"/>
              <a:gd name="csX51" fmla="*/ 0 w 937295"/>
              <a:gd name="csY51" fmla="*/ 548671 h 832183"/>
              <a:gd name="csX52" fmla="*/ 21893 w 937295"/>
              <a:gd name="csY52" fmla="*/ 570643 h 832183"/>
              <a:gd name="csX53" fmla="*/ 86759 w 937295"/>
              <a:gd name="csY53" fmla="*/ 570643 h 832183"/>
              <a:gd name="csX54" fmla="*/ 108652 w 937295"/>
              <a:gd name="csY54" fmla="*/ 548671 h 832183"/>
              <a:gd name="csX55" fmla="*/ 108652 w 937295"/>
              <a:gd name="csY55" fmla="*/ 483570 h 832183"/>
              <a:gd name="csX56" fmla="*/ 86759 w 937295"/>
              <a:gd name="csY56" fmla="*/ 461598 h 832183"/>
              <a:gd name="csX57" fmla="*/ 62758 w 937295"/>
              <a:gd name="csY57" fmla="*/ 461598 h 832183"/>
              <a:gd name="csX58" fmla="*/ 415707 w 937295"/>
              <a:gd name="csY58" fmla="*/ 65985 h 832183"/>
              <a:gd name="csX59" fmla="*/ 521589 w 937295"/>
              <a:gd name="csY59" fmla="*/ 65985 h 832183"/>
              <a:gd name="csX60" fmla="*/ 874463 w 937295"/>
              <a:gd name="csY60" fmla="*/ 461598 h 832183"/>
              <a:gd name="csX61" fmla="*/ 850536 w 937295"/>
              <a:gd name="csY61" fmla="*/ 461598 h 832183"/>
              <a:gd name="csX62" fmla="*/ 828643 w 937295"/>
              <a:gd name="csY62" fmla="*/ 483570 h 832183"/>
              <a:gd name="csX63" fmla="*/ 828643 w 937295"/>
              <a:gd name="csY63" fmla="*/ 548671 h 832183"/>
              <a:gd name="csX64" fmla="*/ 850536 w 937295"/>
              <a:gd name="csY64" fmla="*/ 570643 h 832183"/>
              <a:gd name="csX65" fmla="*/ 915402 w 937295"/>
              <a:gd name="csY65" fmla="*/ 570643 h 832183"/>
              <a:gd name="csX66" fmla="*/ 937295 w 937295"/>
              <a:gd name="csY66" fmla="*/ 548671 h 832183"/>
              <a:gd name="csX67" fmla="*/ 937295 w 937295"/>
              <a:gd name="csY67" fmla="*/ 483570 h 832183"/>
              <a:gd name="csX68" fmla="*/ 915365 w 937295"/>
              <a:gd name="csY68" fmla="*/ 461598 h 832183"/>
              <a:gd name="csX69" fmla="*/ 836907 w 937295"/>
              <a:gd name="csY69" fmla="*/ 16216 h 832183"/>
              <a:gd name="csX70" fmla="*/ 836907 w 937295"/>
              <a:gd name="csY70" fmla="*/ 92006 h 832183"/>
              <a:gd name="csX71" fmla="*/ 836907 w 937295"/>
              <a:gd name="csY71" fmla="*/ 16216 h 832183"/>
              <a:gd name="csX72" fmla="*/ 100381 w 937295"/>
              <a:gd name="csY72" fmla="*/ 92006 h 832183"/>
              <a:gd name="csX73" fmla="*/ 100381 w 937295"/>
              <a:gd name="csY73" fmla="*/ 16216 h 832183"/>
              <a:gd name="csX74" fmla="*/ 100381 w 937295"/>
              <a:gd name="csY74" fmla="*/ 92006 h 832183"/>
              <a:gd name="csX75" fmla="*/ 86772 w 937295"/>
              <a:gd name="csY75" fmla="*/ 478222 h 832183"/>
              <a:gd name="csX76" fmla="*/ 92098 w 937295"/>
              <a:gd name="csY76" fmla="*/ 483566 h 832183"/>
              <a:gd name="csX77" fmla="*/ 92098 w 937295"/>
              <a:gd name="csY77" fmla="*/ 548667 h 832183"/>
              <a:gd name="csX78" fmla="*/ 86772 w 937295"/>
              <a:gd name="csY78" fmla="*/ 554011 h 832183"/>
              <a:gd name="csX79" fmla="*/ 21906 w 937295"/>
              <a:gd name="csY79" fmla="*/ 553974 h 832183"/>
              <a:gd name="csX80" fmla="*/ 16581 w 937295"/>
              <a:gd name="csY80" fmla="*/ 548630 h 832183"/>
              <a:gd name="csX81" fmla="*/ 16581 w 937295"/>
              <a:gd name="csY81" fmla="*/ 483529 h 832183"/>
              <a:gd name="csX82" fmla="*/ 21906 w 937295"/>
              <a:gd name="csY82" fmla="*/ 478185 h 832183"/>
              <a:gd name="csX83" fmla="*/ 468644 w 937295"/>
              <a:gd name="csY83" fmla="*/ 92006 h 832183"/>
              <a:gd name="csX84" fmla="*/ 468644 w 937295"/>
              <a:gd name="csY84" fmla="*/ 16216 h 832183"/>
              <a:gd name="csX85" fmla="*/ 468644 w 937295"/>
              <a:gd name="csY85" fmla="*/ 92006 h 832183"/>
              <a:gd name="csX86" fmla="*/ 920707 w 937295"/>
              <a:gd name="csY86" fmla="*/ 548666 h 832183"/>
              <a:gd name="csX87" fmla="*/ 915381 w 937295"/>
              <a:gd name="csY87" fmla="*/ 554010 h 832183"/>
              <a:gd name="csX88" fmla="*/ 850515 w 937295"/>
              <a:gd name="csY88" fmla="*/ 554010 h 832183"/>
              <a:gd name="csX89" fmla="*/ 845190 w 937295"/>
              <a:gd name="csY89" fmla="*/ 548666 h 832183"/>
              <a:gd name="csX90" fmla="*/ 845190 w 937295"/>
              <a:gd name="csY90" fmla="*/ 483566 h 832183"/>
              <a:gd name="csX91" fmla="*/ 850515 w 937295"/>
              <a:gd name="csY91" fmla="*/ 478221 h 832183"/>
              <a:gd name="csX92" fmla="*/ 915381 w 937295"/>
              <a:gd name="csY92" fmla="*/ 478221 h 832183"/>
              <a:gd name="csX93" fmla="*/ 920707 w 937295"/>
              <a:gd name="csY93" fmla="*/ 483566 h 8321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Lst>
            <a:rect l="l" t="t" r="r" b="b"/>
            <a:pathLst>
              <a:path w="937295" h="832183">
                <a:moveTo>
                  <a:pt x="504697" y="178326"/>
                </a:moveTo>
                <a:cubicBezTo>
                  <a:pt x="503254" y="175653"/>
                  <a:pt x="500444" y="173983"/>
                  <a:pt x="497411" y="173983"/>
                </a:cubicBezTo>
                <a:lnTo>
                  <a:pt x="468714" y="173983"/>
                </a:lnTo>
                <a:cubicBezTo>
                  <a:pt x="468677" y="173946"/>
                  <a:pt x="439868" y="173983"/>
                  <a:pt x="439831" y="173983"/>
                </a:cubicBezTo>
                <a:cubicBezTo>
                  <a:pt x="436799" y="173983"/>
                  <a:pt x="434025" y="175653"/>
                  <a:pt x="432546" y="178326"/>
                </a:cubicBezTo>
                <a:lnTo>
                  <a:pt x="258367" y="498184"/>
                </a:lnTo>
                <a:cubicBezTo>
                  <a:pt x="249602" y="514254"/>
                  <a:pt x="247606" y="532775"/>
                  <a:pt x="252709" y="550368"/>
                </a:cubicBezTo>
                <a:lnTo>
                  <a:pt x="301710" y="719389"/>
                </a:lnTo>
                <a:lnTo>
                  <a:pt x="259107" y="820637"/>
                </a:lnTo>
                <a:cubicBezTo>
                  <a:pt x="256740" y="825870"/>
                  <a:pt x="260956" y="832366"/>
                  <a:pt x="266725" y="832180"/>
                </a:cubicBezTo>
                <a:lnTo>
                  <a:pt x="670599" y="832180"/>
                </a:lnTo>
                <a:cubicBezTo>
                  <a:pt x="676331" y="832328"/>
                  <a:pt x="680658" y="825870"/>
                  <a:pt x="678217" y="820637"/>
                </a:cubicBezTo>
                <a:lnTo>
                  <a:pt x="635614" y="719427"/>
                </a:lnTo>
                <a:lnTo>
                  <a:pt x="684615" y="550406"/>
                </a:lnTo>
                <a:cubicBezTo>
                  <a:pt x="689718" y="532813"/>
                  <a:pt x="687685" y="514292"/>
                  <a:pt x="678957" y="498222"/>
                </a:cubicBezTo>
                <a:close/>
                <a:moveTo>
                  <a:pt x="468639" y="475437"/>
                </a:moveTo>
                <a:cubicBezTo>
                  <a:pt x="540532" y="477738"/>
                  <a:pt x="540532" y="582329"/>
                  <a:pt x="468639" y="584590"/>
                </a:cubicBezTo>
                <a:cubicBezTo>
                  <a:pt x="396747" y="582326"/>
                  <a:pt x="396785" y="477698"/>
                  <a:pt x="468639" y="475437"/>
                </a:cubicBezTo>
                <a:close/>
                <a:moveTo>
                  <a:pt x="658061" y="815562"/>
                </a:moveTo>
                <a:lnTo>
                  <a:pt x="279180" y="815562"/>
                </a:lnTo>
                <a:lnTo>
                  <a:pt x="315903" y="728304"/>
                </a:lnTo>
                <a:lnTo>
                  <a:pt x="621336" y="728304"/>
                </a:lnTo>
                <a:close/>
                <a:moveTo>
                  <a:pt x="668674" y="545738"/>
                </a:moveTo>
                <a:lnTo>
                  <a:pt x="620599" y="711606"/>
                </a:lnTo>
                <a:lnTo>
                  <a:pt x="316680" y="711606"/>
                </a:lnTo>
                <a:lnTo>
                  <a:pt x="268605" y="545738"/>
                </a:lnTo>
                <a:cubicBezTo>
                  <a:pt x="264758" y="532415"/>
                  <a:pt x="266275" y="518348"/>
                  <a:pt x="272894" y="506173"/>
                </a:cubicBezTo>
                <a:lnTo>
                  <a:pt x="444744" y="190658"/>
                </a:lnTo>
                <a:lnTo>
                  <a:pt x="460387" y="190658"/>
                </a:lnTo>
                <a:lnTo>
                  <a:pt x="460387" y="459331"/>
                </a:lnTo>
                <a:cubicBezTo>
                  <a:pt x="372852" y="471654"/>
                  <a:pt x="379731" y="598955"/>
                  <a:pt x="468597" y="601264"/>
                </a:cubicBezTo>
                <a:cubicBezTo>
                  <a:pt x="557427" y="598963"/>
                  <a:pt x="564377" y="471806"/>
                  <a:pt x="476955" y="459369"/>
                </a:cubicBezTo>
                <a:lnTo>
                  <a:pt x="476992" y="190658"/>
                </a:lnTo>
                <a:lnTo>
                  <a:pt x="492524" y="190658"/>
                </a:lnTo>
                <a:lnTo>
                  <a:pt x="664374" y="506173"/>
                </a:lnTo>
                <a:cubicBezTo>
                  <a:pt x="670993" y="518347"/>
                  <a:pt x="672510" y="532414"/>
                  <a:pt x="668664" y="545738"/>
                </a:cubicBezTo>
                <a:close/>
                <a:moveTo>
                  <a:pt x="915382" y="461598"/>
                </a:moveTo>
                <a:lnTo>
                  <a:pt x="891011" y="461598"/>
                </a:lnTo>
                <a:cubicBezTo>
                  <a:pt x="887387" y="273127"/>
                  <a:pt x="761575" y="112979"/>
                  <a:pt x="585985" y="62422"/>
                </a:cubicBezTo>
                <a:lnTo>
                  <a:pt x="783425" y="62422"/>
                </a:lnTo>
                <a:cubicBezTo>
                  <a:pt x="794889" y="128116"/>
                  <a:pt x="889639" y="121138"/>
                  <a:pt x="891229" y="54108"/>
                </a:cubicBezTo>
                <a:cubicBezTo>
                  <a:pt x="889602" y="-12959"/>
                  <a:pt x="794890" y="-19900"/>
                  <a:pt x="783425" y="45794"/>
                </a:cubicBezTo>
                <a:lnTo>
                  <a:pt x="522110" y="45794"/>
                </a:lnTo>
                <a:cubicBezTo>
                  <a:pt x="512235" y="-15186"/>
                  <a:pt x="424994" y="-15149"/>
                  <a:pt x="415158" y="45794"/>
                </a:cubicBezTo>
                <a:lnTo>
                  <a:pt x="153842" y="45794"/>
                </a:lnTo>
                <a:cubicBezTo>
                  <a:pt x="142378" y="-19937"/>
                  <a:pt x="47629" y="-12922"/>
                  <a:pt x="46038" y="54108"/>
                </a:cubicBezTo>
                <a:cubicBezTo>
                  <a:pt x="47629" y="121138"/>
                  <a:pt x="142377" y="128116"/>
                  <a:pt x="153842" y="62422"/>
                </a:cubicBezTo>
                <a:lnTo>
                  <a:pt x="351178" y="62422"/>
                </a:lnTo>
                <a:cubicBezTo>
                  <a:pt x="175626" y="112936"/>
                  <a:pt x="49816" y="273089"/>
                  <a:pt x="46190" y="461598"/>
                </a:cubicBezTo>
                <a:lnTo>
                  <a:pt x="21893" y="461598"/>
                </a:lnTo>
                <a:cubicBezTo>
                  <a:pt x="9801" y="461598"/>
                  <a:pt x="0" y="471434"/>
                  <a:pt x="0" y="483570"/>
                </a:cubicBezTo>
                <a:lnTo>
                  <a:pt x="0" y="548671"/>
                </a:lnTo>
                <a:cubicBezTo>
                  <a:pt x="0" y="560770"/>
                  <a:pt x="9801" y="570643"/>
                  <a:pt x="21893" y="570643"/>
                </a:cubicBezTo>
                <a:lnTo>
                  <a:pt x="86759" y="570643"/>
                </a:lnTo>
                <a:cubicBezTo>
                  <a:pt x="98815" y="570643"/>
                  <a:pt x="108652" y="560807"/>
                  <a:pt x="108652" y="548671"/>
                </a:cubicBezTo>
                <a:lnTo>
                  <a:pt x="108652" y="483570"/>
                </a:lnTo>
                <a:cubicBezTo>
                  <a:pt x="108652" y="471471"/>
                  <a:pt x="98852" y="461598"/>
                  <a:pt x="86759" y="461598"/>
                </a:cubicBezTo>
                <a:lnTo>
                  <a:pt x="62758" y="461598"/>
                </a:lnTo>
                <a:cubicBezTo>
                  <a:pt x="66789" y="259806"/>
                  <a:pt x="216563" y="91895"/>
                  <a:pt x="415707" y="65985"/>
                </a:cubicBezTo>
                <a:cubicBezTo>
                  <a:pt x="428317" y="122289"/>
                  <a:pt x="508975" y="122252"/>
                  <a:pt x="521589" y="65985"/>
                </a:cubicBezTo>
                <a:cubicBezTo>
                  <a:pt x="720657" y="91966"/>
                  <a:pt x="870439" y="259910"/>
                  <a:pt x="874463" y="461598"/>
                </a:cubicBezTo>
                <a:lnTo>
                  <a:pt x="850536" y="461598"/>
                </a:lnTo>
                <a:cubicBezTo>
                  <a:pt x="838480" y="461598"/>
                  <a:pt x="828643" y="471434"/>
                  <a:pt x="828643" y="483570"/>
                </a:cubicBezTo>
                <a:lnTo>
                  <a:pt x="828643" y="548671"/>
                </a:lnTo>
                <a:cubicBezTo>
                  <a:pt x="828643" y="560770"/>
                  <a:pt x="838443" y="570643"/>
                  <a:pt x="850536" y="570643"/>
                </a:cubicBezTo>
                <a:lnTo>
                  <a:pt x="915402" y="570643"/>
                </a:lnTo>
                <a:cubicBezTo>
                  <a:pt x="927458" y="570643"/>
                  <a:pt x="937295" y="560807"/>
                  <a:pt x="937295" y="548671"/>
                </a:cubicBezTo>
                <a:lnTo>
                  <a:pt x="937295" y="483570"/>
                </a:lnTo>
                <a:cubicBezTo>
                  <a:pt x="937258" y="471434"/>
                  <a:pt x="927458" y="461598"/>
                  <a:pt x="915365" y="461598"/>
                </a:cubicBezTo>
                <a:close/>
                <a:moveTo>
                  <a:pt x="836907" y="16216"/>
                </a:moveTo>
                <a:cubicBezTo>
                  <a:pt x="886684" y="17515"/>
                  <a:pt x="886684" y="90669"/>
                  <a:pt x="836907" y="92006"/>
                </a:cubicBezTo>
                <a:cubicBezTo>
                  <a:pt x="787130" y="90670"/>
                  <a:pt x="787167" y="17516"/>
                  <a:pt x="836907" y="16216"/>
                </a:cubicBezTo>
                <a:close/>
                <a:moveTo>
                  <a:pt x="100381" y="92006"/>
                </a:moveTo>
                <a:cubicBezTo>
                  <a:pt x="50604" y="90707"/>
                  <a:pt x="50604" y="17553"/>
                  <a:pt x="100381" y="16216"/>
                </a:cubicBezTo>
                <a:cubicBezTo>
                  <a:pt x="150159" y="17515"/>
                  <a:pt x="150122" y="90669"/>
                  <a:pt x="100381" y="92006"/>
                </a:cubicBezTo>
                <a:close/>
                <a:moveTo>
                  <a:pt x="86772" y="478222"/>
                </a:moveTo>
                <a:cubicBezTo>
                  <a:pt x="89694" y="478222"/>
                  <a:pt x="92098" y="480597"/>
                  <a:pt x="92098" y="483566"/>
                </a:cubicBezTo>
                <a:lnTo>
                  <a:pt x="92098" y="548667"/>
                </a:lnTo>
                <a:cubicBezTo>
                  <a:pt x="92098" y="551599"/>
                  <a:pt x="89731" y="554011"/>
                  <a:pt x="86772" y="554011"/>
                </a:cubicBezTo>
                <a:lnTo>
                  <a:pt x="21906" y="553974"/>
                </a:lnTo>
                <a:cubicBezTo>
                  <a:pt x="18985" y="553974"/>
                  <a:pt x="16581" y="551599"/>
                  <a:pt x="16581" y="548630"/>
                </a:cubicBezTo>
                <a:lnTo>
                  <a:pt x="16581" y="483529"/>
                </a:lnTo>
                <a:cubicBezTo>
                  <a:pt x="16581" y="480597"/>
                  <a:pt x="18948" y="478185"/>
                  <a:pt x="21906" y="478185"/>
                </a:cubicBezTo>
                <a:close/>
                <a:moveTo>
                  <a:pt x="468644" y="92006"/>
                </a:moveTo>
                <a:cubicBezTo>
                  <a:pt x="418867" y="90707"/>
                  <a:pt x="418904" y="17553"/>
                  <a:pt x="468644" y="16216"/>
                </a:cubicBezTo>
                <a:cubicBezTo>
                  <a:pt x="518421" y="17515"/>
                  <a:pt x="518421" y="90669"/>
                  <a:pt x="468644" y="92006"/>
                </a:cubicBezTo>
                <a:close/>
                <a:moveTo>
                  <a:pt x="920707" y="548666"/>
                </a:moveTo>
                <a:cubicBezTo>
                  <a:pt x="920707" y="551598"/>
                  <a:pt x="918340" y="554010"/>
                  <a:pt x="915381" y="554010"/>
                </a:cubicBezTo>
                <a:lnTo>
                  <a:pt x="850515" y="554010"/>
                </a:lnTo>
                <a:cubicBezTo>
                  <a:pt x="847594" y="554010"/>
                  <a:pt x="845190" y="551635"/>
                  <a:pt x="845190" y="548666"/>
                </a:cubicBezTo>
                <a:lnTo>
                  <a:pt x="845190" y="483566"/>
                </a:lnTo>
                <a:cubicBezTo>
                  <a:pt x="845190" y="480633"/>
                  <a:pt x="847557" y="478221"/>
                  <a:pt x="850515" y="478221"/>
                </a:cubicBezTo>
                <a:lnTo>
                  <a:pt x="915381" y="478221"/>
                </a:lnTo>
                <a:cubicBezTo>
                  <a:pt x="918303" y="478221"/>
                  <a:pt x="920707" y="480596"/>
                  <a:pt x="920707" y="483566"/>
                </a:cubicBezTo>
                <a:close/>
              </a:path>
            </a:pathLst>
          </a:custGeom>
          <a:solidFill>
            <a:schemeClr val="tx1"/>
          </a:solidFill>
          <a:ln w="9438" cap="flat">
            <a:solidFill>
              <a:schemeClr val="tx1"/>
            </a:solidFill>
            <a:prstDash val="solid"/>
            <a:miter/>
          </a:ln>
        </p:spPr>
        <p:txBody>
          <a:bodyPr/>
          <a:lstStyle/>
          <a:p>
            <a:endParaRPr lang="en-US"/>
          </a:p>
        </p:txBody>
      </p:sp>
      <p:sp>
        <p:nvSpPr>
          <p:cNvPr id="98" name="Freeform 97">
            <a:extLst>
              <a:ext uri="{FF2B5EF4-FFF2-40B4-BE49-F238E27FC236}">
                <a16:creationId xmlns:a16="http://schemas.microsoft.com/office/drawing/2014/main" id="{FEABB1A9-8F67-F257-16CF-C6DD2DD024A2}"/>
              </a:ext>
              <a:ext uri="{C183D7F6-B498-43B3-948B-1728B52AA6E4}">
                <adec:decorative xmlns:adec="http://schemas.microsoft.com/office/drawing/2017/decorative" val="1"/>
              </a:ext>
            </a:extLst>
          </p:cNvPr>
          <p:cNvSpPr>
            <a:spLocks noChangeAspect="1"/>
          </p:cNvSpPr>
          <p:nvPr/>
        </p:nvSpPr>
        <p:spPr>
          <a:xfrm>
            <a:off x="3940782" y="4166213"/>
            <a:ext cx="179505" cy="143753"/>
          </a:xfrm>
          <a:custGeom>
            <a:avLst/>
            <a:gdLst>
              <a:gd name="csX0" fmla="*/ 284795 w 749835"/>
              <a:gd name="csY0" fmla="*/ 559118 h 600492"/>
              <a:gd name="csX1" fmla="*/ 310978 w 749835"/>
              <a:gd name="csY1" fmla="*/ 599722 h 600492"/>
              <a:gd name="csX2" fmla="*/ 351435 w 749835"/>
              <a:gd name="csY2" fmla="*/ 573445 h 600492"/>
              <a:gd name="csX3" fmla="*/ 465042 w 749835"/>
              <a:gd name="csY3" fmla="*/ 41362 h 600492"/>
              <a:gd name="csX4" fmla="*/ 438860 w 749835"/>
              <a:gd name="csY4" fmla="*/ 758 h 600492"/>
              <a:gd name="csX5" fmla="*/ 398402 w 749835"/>
              <a:gd name="csY5" fmla="*/ 27035 h 600492"/>
              <a:gd name="csX6" fmla="*/ 209685 w 749835"/>
              <a:gd name="csY6" fmla="*/ 124055 h 600492"/>
              <a:gd name="csX7" fmla="*/ 161461 w 749835"/>
              <a:gd name="csY7" fmla="*/ 124055 h 600492"/>
              <a:gd name="csX8" fmla="*/ 9985 w 749835"/>
              <a:gd name="csY8" fmla="*/ 276079 h 600492"/>
              <a:gd name="csX9" fmla="*/ 9985 w 749835"/>
              <a:gd name="csY9" fmla="*/ 324439 h 600492"/>
              <a:gd name="csX10" fmla="*/ 161461 w 749835"/>
              <a:gd name="csY10" fmla="*/ 476463 h 600492"/>
              <a:gd name="csX11" fmla="*/ 209685 w 749835"/>
              <a:gd name="csY11" fmla="*/ 476463 h 600492"/>
              <a:gd name="csX12" fmla="*/ 209685 w 749835"/>
              <a:gd name="csY12" fmla="*/ 428103 h 600492"/>
              <a:gd name="csX13" fmla="*/ 82284 w 749835"/>
              <a:gd name="csY13" fmla="*/ 300241 h 600492"/>
              <a:gd name="csX14" fmla="*/ 209685 w 749835"/>
              <a:gd name="csY14" fmla="*/ 172418 h 600492"/>
              <a:gd name="csX15" fmla="*/ 209685 w 749835"/>
              <a:gd name="csY15" fmla="*/ 124057 h 600492"/>
              <a:gd name="csX16" fmla="*/ 540150 w 749835"/>
              <a:gd name="csY16" fmla="*/ 124055 h 600492"/>
              <a:gd name="csX17" fmla="*/ 588374 w 749835"/>
              <a:gd name="csY17" fmla="*/ 124055 h 600492"/>
              <a:gd name="csX18" fmla="*/ 739851 w 749835"/>
              <a:gd name="csY18" fmla="*/ 276079 h 600492"/>
              <a:gd name="csX19" fmla="*/ 739851 w 749835"/>
              <a:gd name="csY19" fmla="*/ 324439 h 600492"/>
              <a:gd name="csX20" fmla="*/ 588374 w 749835"/>
              <a:gd name="csY20" fmla="*/ 476463 h 600492"/>
              <a:gd name="csX21" fmla="*/ 540150 w 749835"/>
              <a:gd name="csY21" fmla="*/ 476463 h 600492"/>
              <a:gd name="csX22" fmla="*/ 540150 w 749835"/>
              <a:gd name="csY22" fmla="*/ 428103 h 600492"/>
              <a:gd name="csX23" fmla="*/ 667551 w 749835"/>
              <a:gd name="csY23" fmla="*/ 300241 h 600492"/>
              <a:gd name="csX24" fmla="*/ 540150 w 749835"/>
              <a:gd name="csY24" fmla="*/ 172418 h 600492"/>
              <a:gd name="csX25" fmla="*/ 540150 w 749835"/>
              <a:gd name="csY25" fmla="*/ 124057 h 600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49835" h="600492">
                <a:moveTo>
                  <a:pt x="284795" y="559118"/>
                </a:moveTo>
                <a:cubicBezTo>
                  <a:pt x="280838" y="577602"/>
                  <a:pt x="292561" y="595788"/>
                  <a:pt x="310978" y="599722"/>
                </a:cubicBezTo>
                <a:cubicBezTo>
                  <a:pt x="329394" y="603693"/>
                  <a:pt x="347516" y="591928"/>
                  <a:pt x="351435" y="573445"/>
                </a:cubicBezTo>
                <a:lnTo>
                  <a:pt x="465042" y="41362"/>
                </a:lnTo>
                <a:cubicBezTo>
                  <a:pt x="468999" y="22916"/>
                  <a:pt x="457276" y="4729"/>
                  <a:pt x="438860" y="758"/>
                </a:cubicBezTo>
                <a:cubicBezTo>
                  <a:pt x="420443" y="-3176"/>
                  <a:pt x="402359" y="8589"/>
                  <a:pt x="398402" y="27035"/>
                </a:cubicBezTo>
                <a:close/>
                <a:moveTo>
                  <a:pt x="209685" y="124055"/>
                </a:moveTo>
                <a:cubicBezTo>
                  <a:pt x="196373" y="110694"/>
                  <a:pt x="174775" y="110694"/>
                  <a:pt x="161461" y="124055"/>
                </a:cubicBezTo>
                <a:lnTo>
                  <a:pt x="9985" y="276079"/>
                </a:lnTo>
                <a:cubicBezTo>
                  <a:pt x="-3328" y="289440"/>
                  <a:pt x="-3328" y="311078"/>
                  <a:pt x="9985" y="324439"/>
                </a:cubicBezTo>
                <a:lnTo>
                  <a:pt x="161461" y="476463"/>
                </a:lnTo>
                <a:cubicBezTo>
                  <a:pt x="174774" y="489824"/>
                  <a:pt x="196372" y="489824"/>
                  <a:pt x="209685" y="476463"/>
                </a:cubicBezTo>
                <a:cubicBezTo>
                  <a:pt x="222999" y="463102"/>
                  <a:pt x="222998" y="441464"/>
                  <a:pt x="209685" y="428103"/>
                </a:cubicBezTo>
                <a:lnTo>
                  <a:pt x="82284" y="300241"/>
                </a:lnTo>
                <a:lnTo>
                  <a:pt x="209685" y="172418"/>
                </a:lnTo>
                <a:cubicBezTo>
                  <a:pt x="222998" y="159057"/>
                  <a:pt x="222998" y="137418"/>
                  <a:pt x="209685" y="124057"/>
                </a:cubicBezTo>
                <a:close/>
                <a:moveTo>
                  <a:pt x="540150" y="124055"/>
                </a:moveTo>
                <a:cubicBezTo>
                  <a:pt x="553463" y="110694"/>
                  <a:pt x="575061" y="110694"/>
                  <a:pt x="588374" y="124055"/>
                </a:cubicBezTo>
                <a:lnTo>
                  <a:pt x="739851" y="276079"/>
                </a:lnTo>
                <a:cubicBezTo>
                  <a:pt x="753164" y="289440"/>
                  <a:pt x="753164" y="311078"/>
                  <a:pt x="739851" y="324439"/>
                </a:cubicBezTo>
                <a:lnTo>
                  <a:pt x="588374" y="476463"/>
                </a:lnTo>
                <a:cubicBezTo>
                  <a:pt x="575062" y="489824"/>
                  <a:pt x="553464" y="489824"/>
                  <a:pt x="540150" y="476463"/>
                </a:cubicBezTo>
                <a:cubicBezTo>
                  <a:pt x="526836" y="463102"/>
                  <a:pt x="526837" y="441464"/>
                  <a:pt x="540150" y="428103"/>
                </a:cubicBezTo>
                <a:lnTo>
                  <a:pt x="667551" y="300241"/>
                </a:lnTo>
                <a:lnTo>
                  <a:pt x="540150" y="172418"/>
                </a:lnTo>
                <a:cubicBezTo>
                  <a:pt x="526837" y="159057"/>
                  <a:pt x="526837" y="137418"/>
                  <a:pt x="540150" y="124057"/>
                </a:cubicBezTo>
                <a:close/>
              </a:path>
            </a:pathLst>
          </a:custGeom>
          <a:solidFill>
            <a:srgbClr val="000000"/>
          </a:solidFill>
          <a:ln w="9438" cap="flat">
            <a:noFill/>
            <a:prstDash val="solid"/>
            <a:miter/>
          </a:ln>
        </p:spPr>
        <p:txBody>
          <a:bodyPr/>
          <a:lstStyle/>
          <a:p>
            <a:endParaRPr lang="en-US"/>
          </a:p>
        </p:txBody>
      </p:sp>
      <p:grpSp>
        <p:nvGrpSpPr>
          <p:cNvPr id="110" name="Group 109">
            <a:extLst>
              <a:ext uri="{FF2B5EF4-FFF2-40B4-BE49-F238E27FC236}">
                <a16:creationId xmlns:a16="http://schemas.microsoft.com/office/drawing/2014/main" id="{2EECE638-06AD-B87A-792C-429E9868E8A3}"/>
              </a:ext>
              <a:ext uri="{C183D7F6-B498-43B3-948B-1728B52AA6E4}">
                <adec:decorative xmlns:adec="http://schemas.microsoft.com/office/drawing/2017/decorative" val="1"/>
              </a:ext>
            </a:extLst>
          </p:cNvPr>
          <p:cNvGrpSpPr>
            <a:grpSpLocks noChangeAspect="1"/>
          </p:cNvGrpSpPr>
          <p:nvPr/>
        </p:nvGrpSpPr>
        <p:grpSpPr>
          <a:xfrm>
            <a:off x="6017561" y="4160241"/>
            <a:ext cx="156879" cy="153393"/>
            <a:chOff x="8221543" y="2204882"/>
            <a:chExt cx="305714" cy="298920"/>
          </a:xfrm>
        </p:grpSpPr>
        <p:sp>
          <p:nvSpPr>
            <p:cNvPr id="106" name="Freeform 105">
              <a:extLst>
                <a:ext uri="{FF2B5EF4-FFF2-40B4-BE49-F238E27FC236}">
                  <a16:creationId xmlns:a16="http://schemas.microsoft.com/office/drawing/2014/main" id="{3D3C09AD-BBBF-1384-10D8-D7670B6F4D10}"/>
                </a:ext>
              </a:extLst>
            </p:cNvPr>
            <p:cNvSpPr/>
            <p:nvPr/>
          </p:nvSpPr>
          <p:spPr>
            <a:xfrm>
              <a:off x="8284223" y="2261698"/>
              <a:ext cx="154495" cy="151578"/>
            </a:xfrm>
            <a:custGeom>
              <a:avLst/>
              <a:gdLst>
                <a:gd name="csX0" fmla="*/ 145542 w 154495"/>
                <a:gd name="csY0" fmla="*/ 83820 h 151578"/>
                <a:gd name="csX1" fmla="*/ 131731 w 154495"/>
                <a:gd name="csY1" fmla="*/ 83820 h 151578"/>
                <a:gd name="csX2" fmla="*/ 131731 w 154495"/>
                <a:gd name="csY2" fmla="*/ 72085 h 151578"/>
                <a:gd name="csX3" fmla="*/ 128778 w 154495"/>
                <a:gd name="csY3" fmla="*/ 59605 h 151578"/>
                <a:gd name="csX4" fmla="*/ 145161 w 154495"/>
                <a:gd name="csY4" fmla="*/ 47591 h 151578"/>
                <a:gd name="csX5" fmla="*/ 146971 w 154495"/>
                <a:gd name="csY5" fmla="*/ 35298 h 151578"/>
                <a:gd name="csX6" fmla="*/ 134398 w 154495"/>
                <a:gd name="csY6" fmla="*/ 33528 h 151578"/>
                <a:gd name="csX7" fmla="*/ 117824 w 154495"/>
                <a:gd name="csY7" fmla="*/ 45729 h 151578"/>
                <a:gd name="csX8" fmla="*/ 114300 w 154495"/>
                <a:gd name="csY8" fmla="*/ 43400 h 151578"/>
                <a:gd name="csX9" fmla="*/ 114300 w 154495"/>
                <a:gd name="csY9" fmla="*/ 36602 h 151578"/>
                <a:gd name="csX10" fmla="*/ 77248 w 154495"/>
                <a:gd name="csY10" fmla="*/ 0 h 151578"/>
                <a:gd name="csX11" fmla="*/ 77248 w 154495"/>
                <a:gd name="csY11" fmla="*/ 0 h 151578"/>
                <a:gd name="csX12" fmla="*/ 39815 w 154495"/>
                <a:gd name="csY12" fmla="*/ 36415 h 151578"/>
                <a:gd name="csX13" fmla="*/ 39815 w 154495"/>
                <a:gd name="csY13" fmla="*/ 36508 h 151578"/>
                <a:gd name="csX14" fmla="*/ 39814 w 154495"/>
                <a:gd name="csY14" fmla="*/ 44332 h 151578"/>
                <a:gd name="csX15" fmla="*/ 37052 w 154495"/>
                <a:gd name="csY15" fmla="*/ 46194 h 151578"/>
                <a:gd name="csX16" fmla="*/ 19621 w 154495"/>
                <a:gd name="csY16" fmla="*/ 33528 h 151578"/>
                <a:gd name="csX17" fmla="*/ 7048 w 154495"/>
                <a:gd name="csY17" fmla="*/ 35298 h 151578"/>
                <a:gd name="csX18" fmla="*/ 8858 w 154495"/>
                <a:gd name="csY18" fmla="*/ 47591 h 151578"/>
                <a:gd name="csX19" fmla="*/ 25813 w 154495"/>
                <a:gd name="csY19" fmla="*/ 59978 h 151578"/>
                <a:gd name="csX20" fmla="*/ 22765 w 154495"/>
                <a:gd name="csY20" fmla="*/ 74507 h 151578"/>
                <a:gd name="csX21" fmla="*/ 22765 w 154495"/>
                <a:gd name="csY21" fmla="*/ 83820 h 151578"/>
                <a:gd name="csX22" fmla="*/ 8953 w 154495"/>
                <a:gd name="csY22" fmla="*/ 83820 h 151578"/>
                <a:gd name="csX23" fmla="*/ 0 w 154495"/>
                <a:gd name="csY23" fmla="*/ 92575 h 151578"/>
                <a:gd name="csX24" fmla="*/ 8953 w 154495"/>
                <a:gd name="csY24" fmla="*/ 101329 h 151578"/>
                <a:gd name="csX25" fmla="*/ 24003 w 154495"/>
                <a:gd name="csY25" fmla="*/ 101329 h 151578"/>
                <a:gd name="csX26" fmla="*/ 31147 w 154495"/>
                <a:gd name="csY26" fmla="*/ 119956 h 151578"/>
                <a:gd name="csX27" fmla="*/ 14478 w 154495"/>
                <a:gd name="csY27" fmla="*/ 136161 h 151578"/>
                <a:gd name="csX28" fmla="*/ 14002 w 154495"/>
                <a:gd name="csY28" fmla="*/ 148548 h 151578"/>
                <a:gd name="csX29" fmla="*/ 26670 w 154495"/>
                <a:gd name="csY29" fmla="*/ 149013 h 151578"/>
                <a:gd name="csX30" fmla="*/ 42386 w 154495"/>
                <a:gd name="csY30" fmla="*/ 133740 h 151578"/>
                <a:gd name="csX31" fmla="*/ 77248 w 154495"/>
                <a:gd name="csY31" fmla="*/ 146033 h 151578"/>
                <a:gd name="csX32" fmla="*/ 77248 w 154495"/>
                <a:gd name="csY32" fmla="*/ 146033 h 151578"/>
                <a:gd name="csX33" fmla="*/ 112109 w 154495"/>
                <a:gd name="csY33" fmla="*/ 133740 h 151578"/>
                <a:gd name="csX34" fmla="*/ 127825 w 154495"/>
                <a:gd name="csY34" fmla="*/ 149013 h 151578"/>
                <a:gd name="csX35" fmla="*/ 140494 w 154495"/>
                <a:gd name="csY35" fmla="*/ 149013 h 151578"/>
                <a:gd name="csX36" fmla="*/ 140494 w 154495"/>
                <a:gd name="csY36" fmla="*/ 136627 h 151578"/>
                <a:gd name="csX37" fmla="*/ 123825 w 154495"/>
                <a:gd name="csY37" fmla="*/ 120328 h 151578"/>
                <a:gd name="csX38" fmla="*/ 130969 w 154495"/>
                <a:gd name="csY38" fmla="*/ 101702 h 151578"/>
                <a:gd name="csX39" fmla="*/ 145542 w 154495"/>
                <a:gd name="csY39" fmla="*/ 101702 h 151578"/>
                <a:gd name="csX40" fmla="*/ 154496 w 154495"/>
                <a:gd name="csY40" fmla="*/ 92947 h 151578"/>
                <a:gd name="csX41" fmla="*/ 145542 w 154495"/>
                <a:gd name="csY41" fmla="*/ 84193 h 151578"/>
                <a:gd name="csX42" fmla="*/ 57721 w 154495"/>
                <a:gd name="csY42" fmla="*/ 37253 h 151578"/>
                <a:gd name="csX43" fmla="*/ 76766 w 154495"/>
                <a:gd name="csY43" fmla="*/ 18621 h 151578"/>
                <a:gd name="csX44" fmla="*/ 77248 w 154495"/>
                <a:gd name="csY44" fmla="*/ 18627 h 151578"/>
                <a:gd name="csX45" fmla="*/ 77248 w 154495"/>
                <a:gd name="csY45" fmla="*/ 18627 h 151578"/>
                <a:gd name="csX46" fmla="*/ 96768 w 154495"/>
                <a:gd name="csY46" fmla="*/ 36782 h 151578"/>
                <a:gd name="csX47" fmla="*/ 96774 w 154495"/>
                <a:gd name="csY47" fmla="*/ 37253 h 151578"/>
                <a:gd name="csX48" fmla="*/ 96774 w 154495"/>
                <a:gd name="csY48" fmla="*/ 39675 h 151578"/>
                <a:gd name="csX49" fmla="*/ 57721 w 154495"/>
                <a:gd name="csY49" fmla="*/ 39675 h 151578"/>
                <a:gd name="csX50" fmla="*/ 77248 w 154495"/>
                <a:gd name="csY50" fmla="*/ 128710 h 151578"/>
                <a:gd name="csX51" fmla="*/ 77248 w 154495"/>
                <a:gd name="csY51" fmla="*/ 128710 h 151578"/>
                <a:gd name="csX52" fmla="*/ 40672 w 154495"/>
                <a:gd name="csY52" fmla="*/ 92947 h 151578"/>
                <a:gd name="csX53" fmla="*/ 40672 w 154495"/>
                <a:gd name="csY53" fmla="*/ 74507 h 151578"/>
                <a:gd name="csX54" fmla="*/ 58579 w 154495"/>
                <a:gd name="csY54" fmla="*/ 56998 h 151578"/>
                <a:gd name="csX55" fmla="*/ 97917 w 154495"/>
                <a:gd name="csY55" fmla="*/ 56998 h 151578"/>
                <a:gd name="csX56" fmla="*/ 102870 w 154495"/>
                <a:gd name="csY56" fmla="*/ 57743 h 151578"/>
                <a:gd name="csX57" fmla="*/ 113824 w 154495"/>
                <a:gd name="csY57" fmla="*/ 72551 h 151578"/>
                <a:gd name="csX58" fmla="*/ 113824 w 154495"/>
                <a:gd name="csY58" fmla="*/ 92761 h 151578"/>
                <a:gd name="csX59" fmla="*/ 77248 w 154495"/>
                <a:gd name="csY59" fmla="*/ 128058 h 1515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Lst>
              <a:rect l="l" t="t" r="r" b="b"/>
              <a:pathLst>
                <a:path w="154495" h="151578">
                  <a:moveTo>
                    <a:pt x="145542" y="83820"/>
                  </a:moveTo>
                  <a:lnTo>
                    <a:pt x="131731" y="83820"/>
                  </a:lnTo>
                  <a:lnTo>
                    <a:pt x="131731" y="72085"/>
                  </a:lnTo>
                  <a:cubicBezTo>
                    <a:pt x="131595" y="67776"/>
                    <a:pt x="130592" y="63535"/>
                    <a:pt x="128778" y="59605"/>
                  </a:cubicBezTo>
                  <a:lnTo>
                    <a:pt x="145161" y="47591"/>
                  </a:lnTo>
                  <a:cubicBezTo>
                    <a:pt x="149133" y="44685"/>
                    <a:pt x="149943" y="39181"/>
                    <a:pt x="146971" y="35298"/>
                  </a:cubicBezTo>
                  <a:cubicBezTo>
                    <a:pt x="143999" y="31414"/>
                    <a:pt x="138369" y="30622"/>
                    <a:pt x="134398" y="33528"/>
                  </a:cubicBezTo>
                  <a:lnTo>
                    <a:pt x="117824" y="45729"/>
                  </a:lnTo>
                  <a:cubicBezTo>
                    <a:pt x="116703" y="44878"/>
                    <a:pt x="115526" y="44100"/>
                    <a:pt x="114300" y="43400"/>
                  </a:cubicBezTo>
                  <a:lnTo>
                    <a:pt x="114300" y="36602"/>
                  </a:lnTo>
                  <a:cubicBezTo>
                    <a:pt x="114353" y="16511"/>
                    <a:pt x="97794" y="154"/>
                    <a:pt x="77248" y="0"/>
                  </a:cubicBezTo>
                  <a:lnTo>
                    <a:pt x="77248" y="0"/>
                  </a:lnTo>
                  <a:cubicBezTo>
                    <a:pt x="56627" y="-51"/>
                    <a:pt x="39867" y="16252"/>
                    <a:pt x="39815" y="36415"/>
                  </a:cubicBezTo>
                  <a:cubicBezTo>
                    <a:pt x="39815" y="36446"/>
                    <a:pt x="39815" y="36477"/>
                    <a:pt x="39815" y="36508"/>
                  </a:cubicBezTo>
                  <a:lnTo>
                    <a:pt x="39814" y="44332"/>
                  </a:lnTo>
                  <a:lnTo>
                    <a:pt x="37052" y="46194"/>
                  </a:lnTo>
                  <a:lnTo>
                    <a:pt x="19621" y="33528"/>
                  </a:lnTo>
                  <a:cubicBezTo>
                    <a:pt x="15650" y="30622"/>
                    <a:pt x="10021" y="31414"/>
                    <a:pt x="7048" y="35298"/>
                  </a:cubicBezTo>
                  <a:cubicBezTo>
                    <a:pt x="4076" y="39181"/>
                    <a:pt x="4887" y="44685"/>
                    <a:pt x="8858" y="47591"/>
                  </a:cubicBezTo>
                  <a:lnTo>
                    <a:pt x="25813" y="59978"/>
                  </a:lnTo>
                  <a:cubicBezTo>
                    <a:pt x="23778" y="64562"/>
                    <a:pt x="22740" y="69510"/>
                    <a:pt x="22765" y="74507"/>
                  </a:cubicBezTo>
                  <a:lnTo>
                    <a:pt x="22765" y="83820"/>
                  </a:lnTo>
                  <a:lnTo>
                    <a:pt x="8953" y="83820"/>
                  </a:lnTo>
                  <a:cubicBezTo>
                    <a:pt x="4009" y="83820"/>
                    <a:pt x="0" y="87740"/>
                    <a:pt x="0" y="92575"/>
                  </a:cubicBezTo>
                  <a:cubicBezTo>
                    <a:pt x="0" y="97410"/>
                    <a:pt x="4009" y="101329"/>
                    <a:pt x="8953" y="101329"/>
                  </a:cubicBezTo>
                  <a:lnTo>
                    <a:pt x="24003" y="101329"/>
                  </a:lnTo>
                  <a:cubicBezTo>
                    <a:pt x="25154" y="107925"/>
                    <a:pt x="27578" y="114247"/>
                    <a:pt x="31147" y="119956"/>
                  </a:cubicBezTo>
                  <a:lnTo>
                    <a:pt x="14478" y="136161"/>
                  </a:lnTo>
                  <a:cubicBezTo>
                    <a:pt x="10848" y="139453"/>
                    <a:pt x="10635" y="144999"/>
                    <a:pt x="14002" y="148548"/>
                  </a:cubicBezTo>
                  <a:cubicBezTo>
                    <a:pt x="17368" y="152097"/>
                    <a:pt x="23040" y="152305"/>
                    <a:pt x="26670" y="149013"/>
                  </a:cubicBezTo>
                  <a:lnTo>
                    <a:pt x="42386" y="133740"/>
                  </a:lnTo>
                  <a:cubicBezTo>
                    <a:pt x="52177" y="141702"/>
                    <a:pt x="64514" y="146052"/>
                    <a:pt x="77248" y="146033"/>
                  </a:cubicBezTo>
                  <a:lnTo>
                    <a:pt x="77248" y="146033"/>
                  </a:lnTo>
                  <a:cubicBezTo>
                    <a:pt x="89979" y="146036"/>
                    <a:pt x="102311" y="141688"/>
                    <a:pt x="112109" y="133740"/>
                  </a:cubicBezTo>
                  <a:lnTo>
                    <a:pt x="127825" y="149013"/>
                  </a:lnTo>
                  <a:cubicBezTo>
                    <a:pt x="131324" y="152434"/>
                    <a:pt x="136996" y="152434"/>
                    <a:pt x="140494" y="149013"/>
                  </a:cubicBezTo>
                  <a:cubicBezTo>
                    <a:pt x="143992" y="145593"/>
                    <a:pt x="143992" y="140047"/>
                    <a:pt x="140494" y="136627"/>
                  </a:cubicBezTo>
                  <a:lnTo>
                    <a:pt x="123825" y="120328"/>
                  </a:lnTo>
                  <a:cubicBezTo>
                    <a:pt x="127394" y="114619"/>
                    <a:pt x="129818" y="108298"/>
                    <a:pt x="130969" y="101702"/>
                  </a:cubicBezTo>
                  <a:lnTo>
                    <a:pt x="145542" y="101702"/>
                  </a:lnTo>
                  <a:cubicBezTo>
                    <a:pt x="150487" y="101702"/>
                    <a:pt x="154496" y="97782"/>
                    <a:pt x="154496" y="92947"/>
                  </a:cubicBezTo>
                  <a:cubicBezTo>
                    <a:pt x="154496" y="88112"/>
                    <a:pt x="150487" y="84193"/>
                    <a:pt x="145542" y="84193"/>
                  </a:cubicBezTo>
                  <a:close/>
                  <a:moveTo>
                    <a:pt x="57721" y="37253"/>
                  </a:moveTo>
                  <a:cubicBezTo>
                    <a:pt x="57718" y="26966"/>
                    <a:pt x="66245" y="18624"/>
                    <a:pt x="76766" y="18621"/>
                  </a:cubicBezTo>
                  <a:cubicBezTo>
                    <a:pt x="76926" y="18621"/>
                    <a:pt x="77087" y="18623"/>
                    <a:pt x="77248" y="18627"/>
                  </a:cubicBezTo>
                  <a:lnTo>
                    <a:pt x="77248" y="18627"/>
                  </a:lnTo>
                  <a:cubicBezTo>
                    <a:pt x="87765" y="18370"/>
                    <a:pt x="96505" y="26498"/>
                    <a:pt x="96768" y="36782"/>
                  </a:cubicBezTo>
                  <a:cubicBezTo>
                    <a:pt x="96772" y="36939"/>
                    <a:pt x="96774" y="37096"/>
                    <a:pt x="96774" y="37253"/>
                  </a:cubicBezTo>
                  <a:lnTo>
                    <a:pt x="96774" y="39675"/>
                  </a:lnTo>
                  <a:lnTo>
                    <a:pt x="57721" y="39675"/>
                  </a:lnTo>
                  <a:close/>
                  <a:moveTo>
                    <a:pt x="77248" y="128710"/>
                  </a:moveTo>
                  <a:lnTo>
                    <a:pt x="77248" y="128710"/>
                  </a:lnTo>
                  <a:cubicBezTo>
                    <a:pt x="57047" y="128710"/>
                    <a:pt x="40672" y="112699"/>
                    <a:pt x="40672" y="92947"/>
                  </a:cubicBezTo>
                  <a:lnTo>
                    <a:pt x="40672" y="74507"/>
                  </a:lnTo>
                  <a:cubicBezTo>
                    <a:pt x="40672" y="64837"/>
                    <a:pt x="48689" y="56998"/>
                    <a:pt x="58579" y="56998"/>
                  </a:cubicBezTo>
                  <a:lnTo>
                    <a:pt x="97917" y="56998"/>
                  </a:lnTo>
                  <a:cubicBezTo>
                    <a:pt x="99597" y="57003"/>
                    <a:pt x="101266" y="57255"/>
                    <a:pt x="102870" y="57743"/>
                  </a:cubicBezTo>
                  <a:cubicBezTo>
                    <a:pt x="109415" y="59840"/>
                    <a:pt x="113836" y="65817"/>
                    <a:pt x="113824" y="72551"/>
                  </a:cubicBezTo>
                  <a:lnTo>
                    <a:pt x="113824" y="92761"/>
                  </a:lnTo>
                  <a:cubicBezTo>
                    <a:pt x="113563" y="112330"/>
                    <a:pt x="97264" y="128060"/>
                    <a:pt x="77248" y="128058"/>
                  </a:cubicBezTo>
                  <a:close/>
                </a:path>
              </a:pathLst>
            </a:custGeom>
            <a:solidFill>
              <a:srgbClr val="000000"/>
            </a:solidFill>
            <a:ln w="3175" cap="flat">
              <a:solidFill>
                <a:schemeClr val="tx1"/>
              </a:solidFill>
              <a:prstDash val="solid"/>
              <a:miter/>
            </a:ln>
          </p:spPr>
          <p:txBody>
            <a:bodyPr/>
            <a:lstStyle/>
            <a:p>
              <a:endParaRPr lang="en-US"/>
            </a:p>
          </p:txBody>
        </p:sp>
        <p:sp>
          <p:nvSpPr>
            <p:cNvPr id="107" name="Freeform 106">
              <a:extLst>
                <a:ext uri="{FF2B5EF4-FFF2-40B4-BE49-F238E27FC236}">
                  <a16:creationId xmlns:a16="http://schemas.microsoft.com/office/drawing/2014/main" id="{D0E29528-7BE9-0DBB-95D8-3834DCA2A6EA}"/>
                </a:ext>
              </a:extLst>
            </p:cNvPr>
            <p:cNvSpPr/>
            <p:nvPr/>
          </p:nvSpPr>
          <p:spPr>
            <a:xfrm>
              <a:off x="8221543" y="2204882"/>
              <a:ext cx="305714" cy="298920"/>
            </a:xfrm>
            <a:custGeom>
              <a:avLst/>
              <a:gdLst>
                <a:gd name="csX0" fmla="*/ 303091 w 305714"/>
                <a:gd name="csY0" fmla="*/ 283968 h 298920"/>
                <a:gd name="csX1" fmla="*/ 244226 w 305714"/>
                <a:gd name="csY1" fmla="*/ 226319 h 298920"/>
                <a:gd name="csX2" fmla="*/ 231463 w 305714"/>
                <a:gd name="csY2" fmla="*/ 33899 h 298920"/>
                <a:gd name="csX3" fmla="*/ 34670 w 305714"/>
                <a:gd name="csY3" fmla="*/ 46379 h 298920"/>
                <a:gd name="csX4" fmla="*/ 47433 w 305714"/>
                <a:gd name="csY4" fmla="*/ 238799 h 298920"/>
                <a:gd name="csX5" fmla="*/ 231463 w 305714"/>
                <a:gd name="csY5" fmla="*/ 238799 h 298920"/>
                <a:gd name="csX6" fmla="*/ 290422 w 305714"/>
                <a:gd name="csY6" fmla="*/ 296355 h 298920"/>
                <a:gd name="csX7" fmla="*/ 303091 w 305714"/>
                <a:gd name="csY7" fmla="*/ 296355 h 298920"/>
                <a:gd name="csX8" fmla="*/ 303091 w 305714"/>
                <a:gd name="csY8" fmla="*/ 283968 h 298920"/>
                <a:gd name="csX9" fmla="*/ 139927 w 305714"/>
                <a:gd name="csY9" fmla="*/ 255097 h 298920"/>
                <a:gd name="csX10" fmla="*/ 18769 w 305714"/>
                <a:gd name="csY10" fmla="*/ 136818 h 298920"/>
                <a:gd name="csX11" fmla="*/ 139737 w 305714"/>
                <a:gd name="csY11" fmla="*/ 18352 h 298920"/>
                <a:gd name="csX12" fmla="*/ 260895 w 305714"/>
                <a:gd name="csY12" fmla="*/ 136632 h 298920"/>
                <a:gd name="csX13" fmla="*/ 260895 w 305714"/>
                <a:gd name="csY13" fmla="*/ 136818 h 298920"/>
                <a:gd name="csX14" fmla="*/ 139927 w 305714"/>
                <a:gd name="csY14" fmla="*/ 255097 h 298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5714" h="298920">
                  <a:moveTo>
                    <a:pt x="303091" y="283968"/>
                  </a:moveTo>
                  <a:lnTo>
                    <a:pt x="244226" y="226319"/>
                  </a:lnTo>
                  <a:cubicBezTo>
                    <a:pt x="295044" y="169737"/>
                    <a:pt x="289330" y="83588"/>
                    <a:pt x="231463" y="33899"/>
                  </a:cubicBezTo>
                  <a:cubicBezTo>
                    <a:pt x="173595" y="-15790"/>
                    <a:pt x="85488" y="-10202"/>
                    <a:pt x="34670" y="46379"/>
                  </a:cubicBezTo>
                  <a:cubicBezTo>
                    <a:pt x="-16149" y="102960"/>
                    <a:pt x="-10434" y="189110"/>
                    <a:pt x="47433" y="238799"/>
                  </a:cubicBezTo>
                  <a:cubicBezTo>
                    <a:pt x="100069" y="283995"/>
                    <a:pt x="178827" y="283995"/>
                    <a:pt x="231463" y="238799"/>
                  </a:cubicBezTo>
                  <a:lnTo>
                    <a:pt x="290422" y="296355"/>
                  </a:lnTo>
                  <a:cubicBezTo>
                    <a:pt x="293921" y="299776"/>
                    <a:pt x="299592" y="299776"/>
                    <a:pt x="303091" y="296355"/>
                  </a:cubicBezTo>
                  <a:cubicBezTo>
                    <a:pt x="306589" y="292935"/>
                    <a:pt x="306589" y="287389"/>
                    <a:pt x="303091" y="283968"/>
                  </a:cubicBezTo>
                  <a:close/>
                  <a:moveTo>
                    <a:pt x="139927" y="255097"/>
                  </a:moveTo>
                  <a:cubicBezTo>
                    <a:pt x="73066" y="255149"/>
                    <a:pt x="18822" y="202193"/>
                    <a:pt x="18769" y="136818"/>
                  </a:cubicBezTo>
                  <a:cubicBezTo>
                    <a:pt x="18717" y="71443"/>
                    <a:pt x="72876" y="18404"/>
                    <a:pt x="139737" y="18352"/>
                  </a:cubicBezTo>
                  <a:cubicBezTo>
                    <a:pt x="206598" y="18301"/>
                    <a:pt x="260842" y="71256"/>
                    <a:pt x="260895" y="136632"/>
                  </a:cubicBezTo>
                  <a:cubicBezTo>
                    <a:pt x="260895" y="136694"/>
                    <a:pt x="260895" y="136756"/>
                    <a:pt x="260895" y="136818"/>
                  </a:cubicBezTo>
                  <a:cubicBezTo>
                    <a:pt x="260842" y="202120"/>
                    <a:pt x="206714" y="255046"/>
                    <a:pt x="139927" y="255097"/>
                  </a:cubicBezTo>
                  <a:close/>
                </a:path>
              </a:pathLst>
            </a:custGeom>
            <a:solidFill>
              <a:srgbClr val="000000"/>
            </a:solidFill>
            <a:ln w="3175" cap="flat">
              <a:solidFill>
                <a:schemeClr val="tx1"/>
              </a:solidFill>
              <a:prstDash val="solid"/>
              <a:miter/>
            </a:ln>
          </p:spPr>
          <p:txBody>
            <a:bodyPr/>
            <a:lstStyle/>
            <a:p>
              <a:endParaRPr lang="en-US"/>
            </a:p>
          </p:txBody>
        </p:sp>
      </p:grpSp>
      <p:grpSp>
        <p:nvGrpSpPr>
          <p:cNvPr id="118" name="Group 117">
            <a:extLst>
              <a:ext uri="{FF2B5EF4-FFF2-40B4-BE49-F238E27FC236}">
                <a16:creationId xmlns:a16="http://schemas.microsoft.com/office/drawing/2014/main" id="{18BA1C15-62D3-882C-B831-D8430245B9F7}"/>
              </a:ext>
              <a:ext uri="{C183D7F6-B498-43B3-948B-1728B52AA6E4}">
                <adec:decorative xmlns:adec="http://schemas.microsoft.com/office/drawing/2017/decorative" val="1"/>
              </a:ext>
            </a:extLst>
          </p:cNvPr>
          <p:cNvGrpSpPr>
            <a:grpSpLocks noChangeAspect="1"/>
          </p:cNvGrpSpPr>
          <p:nvPr/>
        </p:nvGrpSpPr>
        <p:grpSpPr>
          <a:xfrm>
            <a:off x="10190339" y="3946096"/>
            <a:ext cx="286251" cy="390342"/>
            <a:chOff x="10702290" y="1103992"/>
            <a:chExt cx="419100" cy="571499"/>
          </a:xfrm>
        </p:grpSpPr>
        <p:sp>
          <p:nvSpPr>
            <p:cNvPr id="114" name="Freeform 113">
              <a:extLst>
                <a:ext uri="{FF2B5EF4-FFF2-40B4-BE49-F238E27FC236}">
                  <a16:creationId xmlns:a16="http://schemas.microsoft.com/office/drawing/2014/main" id="{2323CF76-E3D3-14CD-E73F-FF17A32F0EFA}"/>
                </a:ext>
              </a:extLst>
            </p:cNvPr>
            <p:cNvSpPr/>
            <p:nvPr/>
          </p:nvSpPr>
          <p:spPr>
            <a:xfrm>
              <a:off x="10802302" y="1103992"/>
              <a:ext cx="219075" cy="219075"/>
            </a:xfrm>
            <a:custGeom>
              <a:avLst/>
              <a:gdLst>
                <a:gd name="csX0" fmla="*/ 109538 w 219075"/>
                <a:gd name="csY0" fmla="*/ 219075 h 219075"/>
                <a:gd name="csX1" fmla="*/ 219075 w 219075"/>
                <a:gd name="csY1" fmla="*/ 109538 h 219075"/>
                <a:gd name="csX2" fmla="*/ 109538 w 219075"/>
                <a:gd name="csY2" fmla="*/ 0 h 219075"/>
                <a:gd name="csX3" fmla="*/ 0 w 219075"/>
                <a:gd name="csY3" fmla="*/ 109538 h 219075"/>
                <a:gd name="csX4" fmla="*/ 109538 w 219075"/>
                <a:gd name="csY4" fmla="*/ 219075 h 219075"/>
                <a:gd name="csX5" fmla="*/ 109538 w 219075"/>
                <a:gd name="csY5" fmla="*/ 19050 h 219075"/>
                <a:gd name="csX6" fmla="*/ 200025 w 219075"/>
                <a:gd name="csY6" fmla="*/ 109538 h 219075"/>
                <a:gd name="csX7" fmla="*/ 109538 w 219075"/>
                <a:gd name="csY7" fmla="*/ 200025 h 219075"/>
                <a:gd name="csX8" fmla="*/ 19050 w 219075"/>
                <a:gd name="csY8" fmla="*/ 109538 h 219075"/>
                <a:gd name="csX9" fmla="*/ 109538 w 219075"/>
                <a:gd name="csY9" fmla="*/ 19050 h 219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19075" h="219075">
                  <a:moveTo>
                    <a:pt x="109538" y="219075"/>
                  </a:moveTo>
                  <a:cubicBezTo>
                    <a:pt x="170033" y="219075"/>
                    <a:pt x="219075" y="170033"/>
                    <a:pt x="219075" y="109538"/>
                  </a:cubicBezTo>
                  <a:cubicBezTo>
                    <a:pt x="219075" y="49042"/>
                    <a:pt x="170033" y="0"/>
                    <a:pt x="109538" y="0"/>
                  </a:cubicBezTo>
                  <a:cubicBezTo>
                    <a:pt x="49042" y="0"/>
                    <a:pt x="0" y="49042"/>
                    <a:pt x="0" y="109538"/>
                  </a:cubicBezTo>
                  <a:cubicBezTo>
                    <a:pt x="53" y="170012"/>
                    <a:pt x="49063" y="219022"/>
                    <a:pt x="109538" y="219075"/>
                  </a:cubicBezTo>
                  <a:close/>
                  <a:moveTo>
                    <a:pt x="109538" y="19050"/>
                  </a:moveTo>
                  <a:cubicBezTo>
                    <a:pt x="159512" y="19050"/>
                    <a:pt x="200025" y="59563"/>
                    <a:pt x="200025" y="109538"/>
                  </a:cubicBezTo>
                  <a:cubicBezTo>
                    <a:pt x="200025" y="159512"/>
                    <a:pt x="159512" y="200025"/>
                    <a:pt x="109538" y="200025"/>
                  </a:cubicBezTo>
                  <a:cubicBezTo>
                    <a:pt x="59563" y="200025"/>
                    <a:pt x="19050" y="159512"/>
                    <a:pt x="19050" y="109538"/>
                  </a:cubicBezTo>
                  <a:cubicBezTo>
                    <a:pt x="19103" y="59584"/>
                    <a:pt x="59584" y="19103"/>
                    <a:pt x="109538" y="19050"/>
                  </a:cubicBezTo>
                  <a:close/>
                </a:path>
              </a:pathLst>
            </a:custGeom>
            <a:solidFill>
              <a:srgbClr val="000000"/>
            </a:solidFill>
            <a:ln w="9525" cap="flat">
              <a:noFill/>
              <a:prstDash val="solid"/>
              <a:miter/>
            </a:ln>
          </p:spPr>
          <p:txBody>
            <a:bodyPr/>
            <a:lstStyle/>
            <a:p>
              <a:endParaRPr lang="en-US"/>
            </a:p>
          </p:txBody>
        </p:sp>
        <p:sp>
          <p:nvSpPr>
            <p:cNvPr id="115" name="Freeform 114">
              <a:extLst>
                <a:ext uri="{FF2B5EF4-FFF2-40B4-BE49-F238E27FC236}">
                  <a16:creationId xmlns:a16="http://schemas.microsoft.com/office/drawing/2014/main" id="{5B1D61E1-2C08-4084-1018-46AC21A74BF6}"/>
                </a:ext>
              </a:extLst>
            </p:cNvPr>
            <p:cNvSpPr/>
            <p:nvPr/>
          </p:nvSpPr>
          <p:spPr>
            <a:xfrm>
              <a:off x="10702290" y="1342116"/>
              <a:ext cx="419100" cy="333375"/>
            </a:xfrm>
            <a:custGeom>
              <a:avLst/>
              <a:gdLst>
                <a:gd name="csX0" fmla="*/ 0 w 419100"/>
                <a:gd name="csY0" fmla="*/ 76200 h 333375"/>
                <a:gd name="csX1" fmla="*/ 0 w 419100"/>
                <a:gd name="csY1" fmla="*/ 323850 h 333375"/>
                <a:gd name="csX2" fmla="*/ 9525 w 419100"/>
                <a:gd name="csY2" fmla="*/ 333375 h 333375"/>
                <a:gd name="csX3" fmla="*/ 409575 w 419100"/>
                <a:gd name="csY3" fmla="*/ 333375 h 333375"/>
                <a:gd name="csX4" fmla="*/ 419100 w 419100"/>
                <a:gd name="csY4" fmla="*/ 323850 h 333375"/>
                <a:gd name="csX5" fmla="*/ 419100 w 419100"/>
                <a:gd name="csY5" fmla="*/ 76200 h 333375"/>
                <a:gd name="csX6" fmla="*/ 352425 w 419100"/>
                <a:gd name="csY6" fmla="*/ 9525 h 333375"/>
                <a:gd name="csX7" fmla="*/ 295275 w 419100"/>
                <a:gd name="csY7" fmla="*/ 9525 h 333375"/>
                <a:gd name="csX8" fmla="*/ 286322 w 419100"/>
                <a:gd name="csY8" fmla="*/ 15716 h 333375"/>
                <a:gd name="csX9" fmla="*/ 247650 w 419100"/>
                <a:gd name="csY9" fmla="*/ 118110 h 333375"/>
                <a:gd name="csX10" fmla="*/ 228600 w 419100"/>
                <a:gd name="csY10" fmla="*/ 38100 h 333375"/>
                <a:gd name="csX11" fmla="*/ 237268 w 419100"/>
                <a:gd name="csY11" fmla="*/ 12097 h 333375"/>
                <a:gd name="csX12" fmla="*/ 230685 w 419100"/>
                <a:gd name="csY12" fmla="*/ 344 h 333375"/>
                <a:gd name="csX13" fmla="*/ 228600 w 419100"/>
                <a:gd name="csY13" fmla="*/ 0 h 333375"/>
                <a:gd name="csX14" fmla="*/ 190500 w 419100"/>
                <a:gd name="csY14" fmla="*/ 0 h 333375"/>
                <a:gd name="csX15" fmla="*/ 180950 w 419100"/>
                <a:gd name="csY15" fmla="*/ 9500 h 333375"/>
                <a:gd name="csX16" fmla="*/ 181451 w 419100"/>
                <a:gd name="csY16" fmla="*/ 12573 h 333375"/>
                <a:gd name="csX17" fmla="*/ 190500 w 419100"/>
                <a:gd name="csY17" fmla="*/ 38100 h 333375"/>
                <a:gd name="csX18" fmla="*/ 171450 w 419100"/>
                <a:gd name="csY18" fmla="*/ 118110 h 333375"/>
                <a:gd name="csX19" fmla="*/ 133350 w 419100"/>
                <a:gd name="csY19" fmla="*/ 15716 h 333375"/>
                <a:gd name="csX20" fmla="*/ 123825 w 419100"/>
                <a:gd name="csY20" fmla="*/ 9525 h 333375"/>
                <a:gd name="csX21" fmla="*/ 66675 w 419100"/>
                <a:gd name="csY21" fmla="*/ 9525 h 333375"/>
                <a:gd name="csX22" fmla="*/ 0 w 419100"/>
                <a:gd name="csY22" fmla="*/ 76200 h 333375"/>
                <a:gd name="csX23" fmla="*/ 215360 w 419100"/>
                <a:gd name="csY23" fmla="*/ 19050 h 333375"/>
                <a:gd name="csX24" fmla="*/ 212217 w 419100"/>
                <a:gd name="csY24" fmla="*/ 28575 h 333375"/>
                <a:gd name="csX25" fmla="*/ 206883 w 419100"/>
                <a:gd name="csY25" fmla="*/ 28575 h 333375"/>
                <a:gd name="csX26" fmla="*/ 203740 w 419100"/>
                <a:gd name="csY26" fmla="*/ 19050 h 333375"/>
                <a:gd name="csX27" fmla="*/ 207550 w 419100"/>
                <a:gd name="csY27" fmla="*/ 47625 h 333375"/>
                <a:gd name="csX28" fmla="*/ 211550 w 419100"/>
                <a:gd name="csY28" fmla="*/ 47625 h 333375"/>
                <a:gd name="csX29" fmla="*/ 235934 w 419100"/>
                <a:gd name="csY29" fmla="*/ 150114 h 333375"/>
                <a:gd name="csX30" fmla="*/ 209550 w 419100"/>
                <a:gd name="csY30" fmla="*/ 220599 h 333375"/>
                <a:gd name="csX31" fmla="*/ 183166 w 419100"/>
                <a:gd name="csY31" fmla="*/ 150114 h 333375"/>
                <a:gd name="csX32" fmla="*/ 164211 w 419100"/>
                <a:gd name="csY32" fmla="*/ 153734 h 333375"/>
                <a:gd name="csX33" fmla="*/ 164211 w 419100"/>
                <a:gd name="csY33" fmla="*/ 153734 h 333375"/>
                <a:gd name="csX34" fmla="*/ 200597 w 419100"/>
                <a:gd name="csY34" fmla="*/ 250603 h 333375"/>
                <a:gd name="csX35" fmla="*/ 212880 w 419100"/>
                <a:gd name="csY35" fmla="*/ 256131 h 333375"/>
                <a:gd name="csX36" fmla="*/ 218408 w 419100"/>
                <a:gd name="csY36" fmla="*/ 250603 h 333375"/>
                <a:gd name="csX37" fmla="*/ 254794 w 419100"/>
                <a:gd name="csY37" fmla="*/ 153734 h 333375"/>
                <a:gd name="csX38" fmla="*/ 254794 w 419100"/>
                <a:gd name="csY38" fmla="*/ 153734 h 333375"/>
                <a:gd name="csX39" fmla="*/ 301847 w 419100"/>
                <a:gd name="csY39" fmla="*/ 28575 h 333375"/>
                <a:gd name="csX40" fmla="*/ 352425 w 419100"/>
                <a:gd name="csY40" fmla="*/ 28575 h 333375"/>
                <a:gd name="csX41" fmla="*/ 400050 w 419100"/>
                <a:gd name="csY41" fmla="*/ 76200 h 333375"/>
                <a:gd name="csX42" fmla="*/ 400050 w 419100"/>
                <a:gd name="csY42" fmla="*/ 314325 h 333375"/>
                <a:gd name="csX43" fmla="*/ 19050 w 419100"/>
                <a:gd name="csY43" fmla="*/ 314325 h 333375"/>
                <a:gd name="csX44" fmla="*/ 19050 w 419100"/>
                <a:gd name="csY44" fmla="*/ 76200 h 333375"/>
                <a:gd name="csX45" fmla="*/ 66675 w 419100"/>
                <a:gd name="csY45" fmla="*/ 28575 h 333375"/>
                <a:gd name="csX46" fmla="*/ 117253 w 419100"/>
                <a:gd name="csY46" fmla="*/ 28575 h 3333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419100" h="333375">
                  <a:moveTo>
                    <a:pt x="0" y="76200"/>
                  </a:moveTo>
                  <a:lnTo>
                    <a:pt x="0" y="323850"/>
                  </a:lnTo>
                  <a:cubicBezTo>
                    <a:pt x="0" y="329111"/>
                    <a:pt x="4264" y="333375"/>
                    <a:pt x="9525" y="333375"/>
                  </a:cubicBezTo>
                  <a:lnTo>
                    <a:pt x="409575" y="333375"/>
                  </a:lnTo>
                  <a:cubicBezTo>
                    <a:pt x="414836" y="333375"/>
                    <a:pt x="419100" y="329111"/>
                    <a:pt x="419100" y="323850"/>
                  </a:cubicBezTo>
                  <a:lnTo>
                    <a:pt x="419100" y="76200"/>
                  </a:lnTo>
                  <a:cubicBezTo>
                    <a:pt x="419100" y="39376"/>
                    <a:pt x="389249" y="9525"/>
                    <a:pt x="352425" y="9525"/>
                  </a:cubicBezTo>
                  <a:lnTo>
                    <a:pt x="295275" y="9525"/>
                  </a:lnTo>
                  <a:cubicBezTo>
                    <a:pt x="291289" y="9512"/>
                    <a:pt x="287717" y="11982"/>
                    <a:pt x="286322" y="15716"/>
                  </a:cubicBezTo>
                  <a:lnTo>
                    <a:pt x="247650" y="118110"/>
                  </a:lnTo>
                  <a:lnTo>
                    <a:pt x="228600" y="38100"/>
                  </a:lnTo>
                  <a:lnTo>
                    <a:pt x="237268" y="12097"/>
                  </a:lnTo>
                  <a:cubicBezTo>
                    <a:pt x="238695" y="7034"/>
                    <a:pt x="235748" y="1772"/>
                    <a:pt x="230685" y="344"/>
                  </a:cubicBezTo>
                  <a:cubicBezTo>
                    <a:pt x="230005" y="153"/>
                    <a:pt x="229306" y="37"/>
                    <a:pt x="228600" y="0"/>
                  </a:cubicBezTo>
                  <a:lnTo>
                    <a:pt x="190500" y="0"/>
                  </a:lnTo>
                  <a:cubicBezTo>
                    <a:pt x="185240" y="-14"/>
                    <a:pt x="180964" y="4240"/>
                    <a:pt x="180950" y="9500"/>
                  </a:cubicBezTo>
                  <a:cubicBezTo>
                    <a:pt x="180948" y="10545"/>
                    <a:pt x="181117" y="11583"/>
                    <a:pt x="181451" y="12573"/>
                  </a:cubicBezTo>
                  <a:lnTo>
                    <a:pt x="190500" y="38100"/>
                  </a:lnTo>
                  <a:lnTo>
                    <a:pt x="171450" y="118110"/>
                  </a:lnTo>
                  <a:lnTo>
                    <a:pt x="133350" y="15716"/>
                  </a:lnTo>
                  <a:cubicBezTo>
                    <a:pt x="131888" y="11778"/>
                    <a:pt x="128018" y="9262"/>
                    <a:pt x="123825" y="9525"/>
                  </a:cubicBezTo>
                  <a:lnTo>
                    <a:pt x="66675" y="9525"/>
                  </a:lnTo>
                  <a:cubicBezTo>
                    <a:pt x="29851" y="9525"/>
                    <a:pt x="0" y="39376"/>
                    <a:pt x="0" y="76200"/>
                  </a:cubicBezTo>
                  <a:close/>
                  <a:moveTo>
                    <a:pt x="215360" y="19050"/>
                  </a:moveTo>
                  <a:lnTo>
                    <a:pt x="212217" y="28575"/>
                  </a:lnTo>
                  <a:lnTo>
                    <a:pt x="206883" y="28575"/>
                  </a:lnTo>
                  <a:lnTo>
                    <a:pt x="203740" y="19050"/>
                  </a:lnTo>
                  <a:close/>
                  <a:moveTo>
                    <a:pt x="207550" y="47625"/>
                  </a:moveTo>
                  <a:lnTo>
                    <a:pt x="211550" y="47625"/>
                  </a:lnTo>
                  <a:lnTo>
                    <a:pt x="235934" y="150114"/>
                  </a:lnTo>
                  <a:lnTo>
                    <a:pt x="209550" y="220599"/>
                  </a:lnTo>
                  <a:lnTo>
                    <a:pt x="183166" y="150114"/>
                  </a:lnTo>
                  <a:close/>
                  <a:moveTo>
                    <a:pt x="164211" y="153734"/>
                  </a:moveTo>
                  <a:lnTo>
                    <a:pt x="164211" y="153734"/>
                  </a:lnTo>
                  <a:lnTo>
                    <a:pt x="200597" y="250603"/>
                  </a:lnTo>
                  <a:cubicBezTo>
                    <a:pt x="202462" y="255521"/>
                    <a:pt x="207962" y="257996"/>
                    <a:pt x="212880" y="256131"/>
                  </a:cubicBezTo>
                  <a:cubicBezTo>
                    <a:pt x="215429" y="255164"/>
                    <a:pt x="217442" y="253152"/>
                    <a:pt x="218408" y="250603"/>
                  </a:cubicBezTo>
                  <a:lnTo>
                    <a:pt x="254794" y="153734"/>
                  </a:lnTo>
                  <a:lnTo>
                    <a:pt x="254794" y="153734"/>
                  </a:lnTo>
                  <a:lnTo>
                    <a:pt x="301847" y="28575"/>
                  </a:lnTo>
                  <a:lnTo>
                    <a:pt x="352425" y="28575"/>
                  </a:lnTo>
                  <a:cubicBezTo>
                    <a:pt x="378728" y="28575"/>
                    <a:pt x="400050" y="49897"/>
                    <a:pt x="400050" y="76200"/>
                  </a:cubicBezTo>
                  <a:lnTo>
                    <a:pt x="400050" y="314325"/>
                  </a:lnTo>
                  <a:lnTo>
                    <a:pt x="19050" y="314325"/>
                  </a:lnTo>
                  <a:lnTo>
                    <a:pt x="19050" y="76200"/>
                  </a:lnTo>
                  <a:cubicBezTo>
                    <a:pt x="19050" y="49897"/>
                    <a:pt x="40372" y="28575"/>
                    <a:pt x="66675" y="28575"/>
                  </a:cubicBezTo>
                  <a:lnTo>
                    <a:pt x="117253" y="28575"/>
                  </a:lnTo>
                  <a:close/>
                </a:path>
              </a:pathLst>
            </a:custGeom>
            <a:solidFill>
              <a:srgbClr val="000000"/>
            </a:solidFill>
            <a:ln w="9525" cap="flat">
              <a:noFill/>
              <a:prstDash val="solid"/>
              <a:miter/>
            </a:ln>
          </p:spPr>
          <p:txBody>
            <a:bodyPr/>
            <a:lstStyle/>
            <a:p>
              <a:endParaRPr lang="en-US"/>
            </a:p>
          </p:txBody>
        </p:sp>
      </p:grpSp>
    </p:spTree>
    <p:extLst>
      <p:ext uri="{BB962C8B-B14F-4D97-AF65-F5344CB8AC3E}">
        <p14:creationId xmlns:p14="http://schemas.microsoft.com/office/powerpoint/2010/main" val="1347426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167D1-65DB-48BF-00AE-2910C466CEE1}"/>
              </a:ext>
            </a:extLst>
          </p:cNvPr>
          <p:cNvSpPr>
            <a:spLocks noGrp="1"/>
          </p:cNvSpPr>
          <p:nvPr>
            <p:ph type="title"/>
          </p:nvPr>
        </p:nvSpPr>
        <p:spPr/>
        <p:txBody>
          <a:bodyPr/>
          <a:lstStyle/>
          <a:p>
            <a:r>
              <a:rPr lang="en-US"/>
              <a:t>Our Engagement Models Scale With Your Needs</a:t>
            </a:r>
          </a:p>
        </p:txBody>
      </p:sp>
      <p:sp>
        <p:nvSpPr>
          <p:cNvPr id="3" name="Slide Number Placeholder 2">
            <a:extLst>
              <a:ext uri="{FF2B5EF4-FFF2-40B4-BE49-F238E27FC236}">
                <a16:creationId xmlns:a16="http://schemas.microsoft.com/office/drawing/2014/main" id="{39809183-B8C8-5528-B8CD-EB7C57862DD6}"/>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13</a:t>
            </a:fld>
            <a:endParaRPr lang="en-IN"/>
          </a:p>
        </p:txBody>
      </p:sp>
      <p:sp>
        <p:nvSpPr>
          <p:cNvPr id="4" name="TextBox 3">
            <a:extLst>
              <a:ext uri="{FF2B5EF4-FFF2-40B4-BE49-F238E27FC236}">
                <a16:creationId xmlns:a16="http://schemas.microsoft.com/office/drawing/2014/main" id="{A568A6BE-5EC3-E205-3B75-E7469EF13A6C}"/>
              </a:ext>
            </a:extLst>
          </p:cNvPr>
          <p:cNvSpPr txBox="1"/>
          <p:nvPr/>
        </p:nvSpPr>
        <p:spPr>
          <a:xfrm>
            <a:off x="359999" y="977024"/>
            <a:ext cx="9444893" cy="276999"/>
          </a:xfrm>
          <a:prstGeom prst="rect">
            <a:avLst/>
          </a:prstGeom>
          <a:noFill/>
          <a:ln>
            <a:noFill/>
          </a:ln>
        </p:spPr>
        <p:txBody>
          <a:bodyPr wrap="none" lIns="0" tIns="0" rIns="0" bIns="0" anchor="t">
            <a:spAutoFit/>
          </a:bodyPr>
          <a:lstStyle/>
          <a:p>
            <a:pPr algn="l"/>
            <a:r>
              <a:rPr lang="en-US" sz="1800"/>
              <a:t>Our flexible engagement models fit your accessibility journey and scale with your needs.</a:t>
            </a:r>
          </a:p>
        </p:txBody>
      </p:sp>
      <p:sp>
        <p:nvSpPr>
          <p:cNvPr id="15" name="Round Same Side Corner Rectangle 14">
            <a:extLst>
              <a:ext uri="{FF2B5EF4-FFF2-40B4-BE49-F238E27FC236}">
                <a16:creationId xmlns:a16="http://schemas.microsoft.com/office/drawing/2014/main" id="{CF4F8340-4434-9D2B-A253-E514E9939BF0}"/>
              </a:ext>
              <a:ext uri="{C183D7F6-B498-43B3-948B-1728B52AA6E4}">
                <adec:decorative xmlns:adec="http://schemas.microsoft.com/office/drawing/2017/decorative" val="0"/>
              </a:ext>
            </a:extLst>
          </p:cNvPr>
          <p:cNvSpPr/>
          <p:nvPr/>
        </p:nvSpPr>
        <p:spPr>
          <a:xfrm>
            <a:off x="548640" y="2119255"/>
            <a:ext cx="430306" cy="430306"/>
          </a:xfrm>
          <a:prstGeom prst="round2SameRect">
            <a:avLst>
              <a:gd name="adj1" fmla="val 0"/>
              <a:gd name="adj2" fmla="val 47500"/>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8" name="Freeform 17">
            <a:extLst>
              <a:ext uri="{FF2B5EF4-FFF2-40B4-BE49-F238E27FC236}">
                <a16:creationId xmlns:a16="http://schemas.microsoft.com/office/drawing/2014/main" id="{D9230731-68C2-5568-1D8D-DDD34D319A1B}"/>
              </a:ext>
            </a:extLst>
          </p:cNvPr>
          <p:cNvSpPr/>
          <p:nvPr/>
        </p:nvSpPr>
        <p:spPr>
          <a:xfrm>
            <a:off x="371476" y="2119255"/>
            <a:ext cx="5545138" cy="1309745"/>
          </a:xfrm>
          <a:custGeom>
            <a:avLst/>
            <a:gdLst>
              <a:gd name="csX0" fmla="*/ 607470 w 5545138"/>
              <a:gd name="csY0" fmla="*/ 0 h 1309745"/>
              <a:gd name="csX1" fmla="*/ 5326843 w 5545138"/>
              <a:gd name="csY1" fmla="*/ 0 h 1309745"/>
              <a:gd name="csX2" fmla="*/ 5545138 w 5545138"/>
              <a:gd name="csY2" fmla="*/ 218295 h 1309745"/>
              <a:gd name="csX3" fmla="*/ 5545138 w 5545138"/>
              <a:gd name="csY3" fmla="*/ 1091450 h 1309745"/>
              <a:gd name="csX4" fmla="*/ 5326843 w 5545138"/>
              <a:gd name="csY4" fmla="*/ 1309745 h 1309745"/>
              <a:gd name="csX5" fmla="*/ 218295 w 5545138"/>
              <a:gd name="csY5" fmla="*/ 1309745 h 1309745"/>
              <a:gd name="csX6" fmla="*/ 0 w 5545138"/>
              <a:gd name="csY6" fmla="*/ 1091450 h 1309745"/>
              <a:gd name="csX7" fmla="*/ 0 w 5545138"/>
              <a:gd name="csY7" fmla="*/ 218295 h 1309745"/>
              <a:gd name="csX8" fmla="*/ 174301 w 5545138"/>
              <a:gd name="csY8" fmla="*/ 4435 h 1309745"/>
              <a:gd name="csX9" fmla="*/ 177164 w 5545138"/>
              <a:gd name="csY9" fmla="*/ 4147 h 1309745"/>
              <a:gd name="csX10" fmla="*/ 177164 w 5545138"/>
              <a:gd name="csY10" fmla="*/ 225911 h 1309745"/>
              <a:gd name="csX11" fmla="*/ 381559 w 5545138"/>
              <a:gd name="csY11" fmla="*/ 430306 h 1309745"/>
              <a:gd name="csX12" fmla="*/ 403075 w 5545138"/>
              <a:gd name="csY12" fmla="*/ 430306 h 1309745"/>
              <a:gd name="csX13" fmla="*/ 607470 w 5545138"/>
              <a:gd name="csY13" fmla="*/ 225911 h 1309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5138" h="1309745">
                <a:moveTo>
                  <a:pt x="607470" y="0"/>
                </a:moveTo>
                <a:lnTo>
                  <a:pt x="5326843" y="0"/>
                </a:lnTo>
                <a:cubicBezTo>
                  <a:pt x="5447404" y="0"/>
                  <a:pt x="5545138" y="97734"/>
                  <a:pt x="5545138" y="218295"/>
                </a:cubicBezTo>
                <a:lnTo>
                  <a:pt x="5545138" y="1091450"/>
                </a:lnTo>
                <a:cubicBezTo>
                  <a:pt x="5545138" y="1212011"/>
                  <a:pt x="5447404" y="1309745"/>
                  <a:pt x="5326843" y="1309745"/>
                </a:cubicBezTo>
                <a:lnTo>
                  <a:pt x="218295" y="1309745"/>
                </a:lnTo>
                <a:cubicBezTo>
                  <a:pt x="97734" y="1309745"/>
                  <a:pt x="0" y="1212011"/>
                  <a:pt x="0" y="1091450"/>
                </a:cubicBezTo>
                <a:lnTo>
                  <a:pt x="0" y="218295"/>
                </a:lnTo>
                <a:cubicBezTo>
                  <a:pt x="0" y="112804"/>
                  <a:pt x="74828" y="24790"/>
                  <a:pt x="174301" y="4435"/>
                </a:cubicBezTo>
                <a:lnTo>
                  <a:pt x="177164" y="4147"/>
                </a:lnTo>
                <a:lnTo>
                  <a:pt x="177164" y="225911"/>
                </a:lnTo>
                <a:cubicBezTo>
                  <a:pt x="177164" y="338795"/>
                  <a:pt x="268675" y="430306"/>
                  <a:pt x="381559" y="430306"/>
                </a:cubicBezTo>
                <a:lnTo>
                  <a:pt x="403075" y="430306"/>
                </a:lnTo>
                <a:cubicBezTo>
                  <a:pt x="515959" y="430306"/>
                  <a:pt x="607470" y="338795"/>
                  <a:pt x="607470" y="225911"/>
                </a:cubicBez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731520" rtlCol="0" anchor="ctr">
            <a:noAutofit/>
          </a:bodyPr>
          <a:lstStyle/>
          <a:p>
            <a:pPr>
              <a:spcAft>
                <a:spcPts val="400"/>
              </a:spcAft>
            </a:pPr>
            <a:r>
              <a:rPr lang="en-US" b="1">
                <a:solidFill>
                  <a:srgbClr val="2F7D95"/>
                </a:solidFill>
              </a:rPr>
              <a:t>Fixed-Price Audits</a:t>
            </a:r>
          </a:p>
          <a:p>
            <a:pPr>
              <a:spcAft>
                <a:spcPts val="400"/>
              </a:spcAft>
            </a:pPr>
            <a:r>
              <a:rPr lang="en-US">
                <a:solidFill>
                  <a:srgbClr val="3C3C3C"/>
                </a:solidFill>
                <a:latin typeface="Calibri"/>
              </a:rPr>
              <a:t>Well-defined scopes with predictable cost and timeline.</a:t>
            </a:r>
          </a:p>
        </p:txBody>
      </p:sp>
      <p:sp>
        <p:nvSpPr>
          <p:cNvPr id="17" name="Round Same Side Corner Rectangle 16">
            <a:extLst>
              <a:ext uri="{FF2B5EF4-FFF2-40B4-BE49-F238E27FC236}">
                <a16:creationId xmlns:a16="http://schemas.microsoft.com/office/drawing/2014/main" id="{60744D32-0B6B-26DF-7AF1-8036071604F6}"/>
              </a:ext>
            </a:extLst>
          </p:cNvPr>
          <p:cNvSpPr/>
          <p:nvPr/>
        </p:nvSpPr>
        <p:spPr>
          <a:xfrm>
            <a:off x="6452550" y="2119255"/>
            <a:ext cx="430306" cy="430306"/>
          </a:xfrm>
          <a:prstGeom prst="round2SameRect">
            <a:avLst>
              <a:gd name="adj1" fmla="val 0"/>
              <a:gd name="adj2" fmla="val 47500"/>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9" name="Freeform 18">
            <a:extLst>
              <a:ext uri="{FF2B5EF4-FFF2-40B4-BE49-F238E27FC236}">
                <a16:creationId xmlns:a16="http://schemas.microsoft.com/office/drawing/2014/main" id="{40F731C6-1891-BD79-F453-03B565443764}"/>
              </a:ext>
            </a:extLst>
          </p:cNvPr>
          <p:cNvSpPr/>
          <p:nvPr/>
        </p:nvSpPr>
        <p:spPr>
          <a:xfrm>
            <a:off x="6275386" y="2119255"/>
            <a:ext cx="5545138" cy="1309745"/>
          </a:xfrm>
          <a:custGeom>
            <a:avLst/>
            <a:gdLst>
              <a:gd name="csX0" fmla="*/ 607470 w 5545138"/>
              <a:gd name="csY0" fmla="*/ 0 h 1309745"/>
              <a:gd name="csX1" fmla="*/ 5326843 w 5545138"/>
              <a:gd name="csY1" fmla="*/ 0 h 1309745"/>
              <a:gd name="csX2" fmla="*/ 5545138 w 5545138"/>
              <a:gd name="csY2" fmla="*/ 218295 h 1309745"/>
              <a:gd name="csX3" fmla="*/ 5545138 w 5545138"/>
              <a:gd name="csY3" fmla="*/ 1091450 h 1309745"/>
              <a:gd name="csX4" fmla="*/ 5326843 w 5545138"/>
              <a:gd name="csY4" fmla="*/ 1309745 h 1309745"/>
              <a:gd name="csX5" fmla="*/ 218295 w 5545138"/>
              <a:gd name="csY5" fmla="*/ 1309745 h 1309745"/>
              <a:gd name="csX6" fmla="*/ 0 w 5545138"/>
              <a:gd name="csY6" fmla="*/ 1091450 h 1309745"/>
              <a:gd name="csX7" fmla="*/ 0 w 5545138"/>
              <a:gd name="csY7" fmla="*/ 218295 h 1309745"/>
              <a:gd name="csX8" fmla="*/ 174301 w 5545138"/>
              <a:gd name="csY8" fmla="*/ 4435 h 1309745"/>
              <a:gd name="csX9" fmla="*/ 177164 w 5545138"/>
              <a:gd name="csY9" fmla="*/ 4147 h 1309745"/>
              <a:gd name="csX10" fmla="*/ 177164 w 5545138"/>
              <a:gd name="csY10" fmla="*/ 225911 h 1309745"/>
              <a:gd name="csX11" fmla="*/ 381559 w 5545138"/>
              <a:gd name="csY11" fmla="*/ 430306 h 1309745"/>
              <a:gd name="csX12" fmla="*/ 403075 w 5545138"/>
              <a:gd name="csY12" fmla="*/ 430306 h 1309745"/>
              <a:gd name="csX13" fmla="*/ 607470 w 5545138"/>
              <a:gd name="csY13" fmla="*/ 225911 h 1309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5138" h="1309745">
                <a:moveTo>
                  <a:pt x="607470" y="0"/>
                </a:moveTo>
                <a:lnTo>
                  <a:pt x="5326843" y="0"/>
                </a:lnTo>
                <a:cubicBezTo>
                  <a:pt x="5447404" y="0"/>
                  <a:pt x="5545138" y="97734"/>
                  <a:pt x="5545138" y="218295"/>
                </a:cubicBezTo>
                <a:lnTo>
                  <a:pt x="5545138" y="1091450"/>
                </a:lnTo>
                <a:cubicBezTo>
                  <a:pt x="5545138" y="1212011"/>
                  <a:pt x="5447404" y="1309745"/>
                  <a:pt x="5326843" y="1309745"/>
                </a:cubicBezTo>
                <a:lnTo>
                  <a:pt x="218295" y="1309745"/>
                </a:lnTo>
                <a:cubicBezTo>
                  <a:pt x="97734" y="1309745"/>
                  <a:pt x="0" y="1212011"/>
                  <a:pt x="0" y="1091450"/>
                </a:cubicBezTo>
                <a:lnTo>
                  <a:pt x="0" y="218295"/>
                </a:lnTo>
                <a:cubicBezTo>
                  <a:pt x="0" y="112804"/>
                  <a:pt x="74828" y="24790"/>
                  <a:pt x="174301" y="4435"/>
                </a:cubicBezTo>
                <a:lnTo>
                  <a:pt x="177164" y="4147"/>
                </a:lnTo>
                <a:lnTo>
                  <a:pt x="177164" y="225911"/>
                </a:lnTo>
                <a:cubicBezTo>
                  <a:pt x="177164" y="338795"/>
                  <a:pt x="268675" y="430306"/>
                  <a:pt x="381559" y="430306"/>
                </a:cubicBezTo>
                <a:lnTo>
                  <a:pt x="403075" y="430306"/>
                </a:lnTo>
                <a:cubicBezTo>
                  <a:pt x="515959" y="430306"/>
                  <a:pt x="607470" y="338795"/>
                  <a:pt x="607470" y="225911"/>
                </a:cubicBez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731520" rtlCol="0" anchor="ctr">
            <a:noAutofit/>
          </a:bodyPr>
          <a:lstStyle/>
          <a:p>
            <a:pPr>
              <a:spcAft>
                <a:spcPts val="400"/>
              </a:spcAft>
            </a:pPr>
            <a:r>
              <a:rPr lang="en-US" b="1">
                <a:solidFill>
                  <a:srgbClr val="2F7D95"/>
                </a:solidFill>
              </a:rPr>
              <a:t>Fixed-Price Audits</a:t>
            </a:r>
          </a:p>
          <a:p>
            <a:pPr>
              <a:spcAft>
                <a:spcPts val="400"/>
              </a:spcAft>
            </a:pPr>
            <a:r>
              <a:rPr lang="en-US">
                <a:solidFill>
                  <a:srgbClr val="3C3C3C"/>
                </a:solidFill>
                <a:latin typeface="Calibri"/>
              </a:rPr>
              <a:t>Ongoing design, development, and accessibility consulting.</a:t>
            </a:r>
          </a:p>
        </p:txBody>
      </p:sp>
      <p:sp>
        <p:nvSpPr>
          <p:cNvPr id="21" name="Round Same Side Corner Rectangle 20">
            <a:extLst>
              <a:ext uri="{FF2B5EF4-FFF2-40B4-BE49-F238E27FC236}">
                <a16:creationId xmlns:a16="http://schemas.microsoft.com/office/drawing/2014/main" id="{E0F2323D-600A-6384-C30F-EF38CE6D5A67}"/>
              </a:ext>
            </a:extLst>
          </p:cNvPr>
          <p:cNvSpPr/>
          <p:nvPr/>
        </p:nvSpPr>
        <p:spPr>
          <a:xfrm>
            <a:off x="548640" y="3808206"/>
            <a:ext cx="430306" cy="430306"/>
          </a:xfrm>
          <a:prstGeom prst="round2SameRect">
            <a:avLst>
              <a:gd name="adj1" fmla="val 0"/>
              <a:gd name="adj2" fmla="val 47500"/>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24" name="Freeform 23">
            <a:extLst>
              <a:ext uri="{FF2B5EF4-FFF2-40B4-BE49-F238E27FC236}">
                <a16:creationId xmlns:a16="http://schemas.microsoft.com/office/drawing/2014/main" id="{AA529970-0D96-0E21-5F0D-C716FA302031}"/>
              </a:ext>
            </a:extLst>
          </p:cNvPr>
          <p:cNvSpPr/>
          <p:nvPr/>
        </p:nvSpPr>
        <p:spPr>
          <a:xfrm>
            <a:off x="371476" y="3808206"/>
            <a:ext cx="5545138" cy="1309745"/>
          </a:xfrm>
          <a:custGeom>
            <a:avLst/>
            <a:gdLst>
              <a:gd name="csX0" fmla="*/ 607470 w 5545138"/>
              <a:gd name="csY0" fmla="*/ 0 h 1309745"/>
              <a:gd name="csX1" fmla="*/ 5326843 w 5545138"/>
              <a:gd name="csY1" fmla="*/ 0 h 1309745"/>
              <a:gd name="csX2" fmla="*/ 5545138 w 5545138"/>
              <a:gd name="csY2" fmla="*/ 218295 h 1309745"/>
              <a:gd name="csX3" fmla="*/ 5545138 w 5545138"/>
              <a:gd name="csY3" fmla="*/ 1091450 h 1309745"/>
              <a:gd name="csX4" fmla="*/ 5326843 w 5545138"/>
              <a:gd name="csY4" fmla="*/ 1309745 h 1309745"/>
              <a:gd name="csX5" fmla="*/ 218295 w 5545138"/>
              <a:gd name="csY5" fmla="*/ 1309745 h 1309745"/>
              <a:gd name="csX6" fmla="*/ 0 w 5545138"/>
              <a:gd name="csY6" fmla="*/ 1091450 h 1309745"/>
              <a:gd name="csX7" fmla="*/ 0 w 5545138"/>
              <a:gd name="csY7" fmla="*/ 218295 h 1309745"/>
              <a:gd name="csX8" fmla="*/ 174301 w 5545138"/>
              <a:gd name="csY8" fmla="*/ 4435 h 1309745"/>
              <a:gd name="csX9" fmla="*/ 177164 w 5545138"/>
              <a:gd name="csY9" fmla="*/ 4146 h 1309745"/>
              <a:gd name="csX10" fmla="*/ 177164 w 5545138"/>
              <a:gd name="csY10" fmla="*/ 225911 h 1309745"/>
              <a:gd name="csX11" fmla="*/ 381559 w 5545138"/>
              <a:gd name="csY11" fmla="*/ 430306 h 1309745"/>
              <a:gd name="csX12" fmla="*/ 403075 w 5545138"/>
              <a:gd name="csY12" fmla="*/ 430306 h 1309745"/>
              <a:gd name="csX13" fmla="*/ 607470 w 5545138"/>
              <a:gd name="csY13" fmla="*/ 225911 h 1309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5138" h="1309745">
                <a:moveTo>
                  <a:pt x="607470" y="0"/>
                </a:moveTo>
                <a:lnTo>
                  <a:pt x="5326843" y="0"/>
                </a:lnTo>
                <a:cubicBezTo>
                  <a:pt x="5447404" y="0"/>
                  <a:pt x="5545138" y="97734"/>
                  <a:pt x="5545138" y="218295"/>
                </a:cubicBezTo>
                <a:lnTo>
                  <a:pt x="5545138" y="1091450"/>
                </a:lnTo>
                <a:cubicBezTo>
                  <a:pt x="5545138" y="1212011"/>
                  <a:pt x="5447404" y="1309745"/>
                  <a:pt x="5326843" y="1309745"/>
                </a:cubicBezTo>
                <a:lnTo>
                  <a:pt x="218295" y="1309745"/>
                </a:lnTo>
                <a:cubicBezTo>
                  <a:pt x="97734" y="1309745"/>
                  <a:pt x="0" y="1212011"/>
                  <a:pt x="0" y="1091450"/>
                </a:cubicBezTo>
                <a:lnTo>
                  <a:pt x="0" y="218295"/>
                </a:lnTo>
                <a:cubicBezTo>
                  <a:pt x="0" y="112804"/>
                  <a:pt x="74828" y="24790"/>
                  <a:pt x="174301" y="4435"/>
                </a:cubicBezTo>
                <a:lnTo>
                  <a:pt x="177164" y="4146"/>
                </a:lnTo>
                <a:lnTo>
                  <a:pt x="177164" y="225911"/>
                </a:lnTo>
                <a:cubicBezTo>
                  <a:pt x="177164" y="338795"/>
                  <a:pt x="268675" y="430306"/>
                  <a:pt x="381559" y="430306"/>
                </a:cubicBezTo>
                <a:lnTo>
                  <a:pt x="403075" y="430306"/>
                </a:lnTo>
                <a:cubicBezTo>
                  <a:pt x="515959" y="430306"/>
                  <a:pt x="607470" y="338795"/>
                  <a:pt x="607470" y="225911"/>
                </a:cubicBez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731520" rtlCol="0" anchor="ctr">
            <a:noAutofit/>
          </a:bodyPr>
          <a:lstStyle/>
          <a:p>
            <a:pPr>
              <a:spcAft>
                <a:spcPts val="400"/>
              </a:spcAft>
            </a:pPr>
            <a:r>
              <a:rPr lang="en-US" b="1">
                <a:solidFill>
                  <a:srgbClr val="2F7D95"/>
                </a:solidFill>
              </a:rPr>
              <a:t>Multi-Site Programs</a:t>
            </a:r>
          </a:p>
          <a:p>
            <a:pPr>
              <a:spcAft>
                <a:spcPts val="400"/>
              </a:spcAft>
            </a:pPr>
            <a:r>
              <a:rPr lang="en-US">
                <a:solidFill>
                  <a:srgbClr val="3C3C3C"/>
                </a:solidFill>
                <a:latin typeface="Calibri"/>
              </a:rPr>
              <a:t>Coordinated audits and retests with cadence, SLAs, and governance.</a:t>
            </a:r>
          </a:p>
        </p:txBody>
      </p:sp>
      <p:sp>
        <p:nvSpPr>
          <p:cNvPr id="23" name="Round Same Side Corner Rectangle 22">
            <a:extLst>
              <a:ext uri="{FF2B5EF4-FFF2-40B4-BE49-F238E27FC236}">
                <a16:creationId xmlns:a16="http://schemas.microsoft.com/office/drawing/2014/main" id="{CB20FE5C-4B0A-C4AA-B5F9-6F11C807C156}"/>
              </a:ext>
            </a:extLst>
          </p:cNvPr>
          <p:cNvSpPr/>
          <p:nvPr/>
        </p:nvSpPr>
        <p:spPr>
          <a:xfrm>
            <a:off x="6452550" y="3808206"/>
            <a:ext cx="430306" cy="430306"/>
          </a:xfrm>
          <a:prstGeom prst="round2SameRect">
            <a:avLst>
              <a:gd name="adj1" fmla="val 0"/>
              <a:gd name="adj2" fmla="val 47500"/>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4</a:t>
            </a:r>
          </a:p>
        </p:txBody>
      </p:sp>
      <p:sp>
        <p:nvSpPr>
          <p:cNvPr id="25" name="Freeform 24">
            <a:extLst>
              <a:ext uri="{FF2B5EF4-FFF2-40B4-BE49-F238E27FC236}">
                <a16:creationId xmlns:a16="http://schemas.microsoft.com/office/drawing/2014/main" id="{1DA68F5E-A669-8F6D-41C5-CA8A90CC221F}"/>
              </a:ext>
            </a:extLst>
          </p:cNvPr>
          <p:cNvSpPr/>
          <p:nvPr/>
        </p:nvSpPr>
        <p:spPr>
          <a:xfrm>
            <a:off x="6275386" y="3808206"/>
            <a:ext cx="5545138" cy="1309745"/>
          </a:xfrm>
          <a:custGeom>
            <a:avLst/>
            <a:gdLst>
              <a:gd name="csX0" fmla="*/ 607470 w 5545138"/>
              <a:gd name="csY0" fmla="*/ 0 h 1309745"/>
              <a:gd name="csX1" fmla="*/ 5326843 w 5545138"/>
              <a:gd name="csY1" fmla="*/ 0 h 1309745"/>
              <a:gd name="csX2" fmla="*/ 5545138 w 5545138"/>
              <a:gd name="csY2" fmla="*/ 218295 h 1309745"/>
              <a:gd name="csX3" fmla="*/ 5545138 w 5545138"/>
              <a:gd name="csY3" fmla="*/ 1091450 h 1309745"/>
              <a:gd name="csX4" fmla="*/ 5326843 w 5545138"/>
              <a:gd name="csY4" fmla="*/ 1309745 h 1309745"/>
              <a:gd name="csX5" fmla="*/ 218295 w 5545138"/>
              <a:gd name="csY5" fmla="*/ 1309745 h 1309745"/>
              <a:gd name="csX6" fmla="*/ 0 w 5545138"/>
              <a:gd name="csY6" fmla="*/ 1091450 h 1309745"/>
              <a:gd name="csX7" fmla="*/ 0 w 5545138"/>
              <a:gd name="csY7" fmla="*/ 218295 h 1309745"/>
              <a:gd name="csX8" fmla="*/ 174301 w 5545138"/>
              <a:gd name="csY8" fmla="*/ 4435 h 1309745"/>
              <a:gd name="csX9" fmla="*/ 177164 w 5545138"/>
              <a:gd name="csY9" fmla="*/ 4147 h 1309745"/>
              <a:gd name="csX10" fmla="*/ 177164 w 5545138"/>
              <a:gd name="csY10" fmla="*/ 225911 h 1309745"/>
              <a:gd name="csX11" fmla="*/ 381559 w 5545138"/>
              <a:gd name="csY11" fmla="*/ 430306 h 1309745"/>
              <a:gd name="csX12" fmla="*/ 403075 w 5545138"/>
              <a:gd name="csY12" fmla="*/ 430306 h 1309745"/>
              <a:gd name="csX13" fmla="*/ 607470 w 5545138"/>
              <a:gd name="csY13" fmla="*/ 225911 h 1309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45138" h="1309745">
                <a:moveTo>
                  <a:pt x="607470" y="0"/>
                </a:moveTo>
                <a:lnTo>
                  <a:pt x="5326843" y="0"/>
                </a:lnTo>
                <a:cubicBezTo>
                  <a:pt x="5447404" y="0"/>
                  <a:pt x="5545138" y="97734"/>
                  <a:pt x="5545138" y="218295"/>
                </a:cubicBezTo>
                <a:lnTo>
                  <a:pt x="5545138" y="1091450"/>
                </a:lnTo>
                <a:cubicBezTo>
                  <a:pt x="5545138" y="1212011"/>
                  <a:pt x="5447404" y="1309745"/>
                  <a:pt x="5326843" y="1309745"/>
                </a:cubicBezTo>
                <a:lnTo>
                  <a:pt x="218295" y="1309745"/>
                </a:lnTo>
                <a:cubicBezTo>
                  <a:pt x="97734" y="1309745"/>
                  <a:pt x="0" y="1212011"/>
                  <a:pt x="0" y="1091450"/>
                </a:cubicBezTo>
                <a:lnTo>
                  <a:pt x="0" y="218295"/>
                </a:lnTo>
                <a:cubicBezTo>
                  <a:pt x="0" y="112804"/>
                  <a:pt x="74828" y="24790"/>
                  <a:pt x="174301" y="4435"/>
                </a:cubicBezTo>
                <a:lnTo>
                  <a:pt x="177164" y="4147"/>
                </a:lnTo>
                <a:lnTo>
                  <a:pt x="177164" y="225911"/>
                </a:lnTo>
                <a:cubicBezTo>
                  <a:pt x="177164" y="338795"/>
                  <a:pt x="268675" y="430306"/>
                  <a:pt x="381559" y="430306"/>
                </a:cubicBezTo>
                <a:lnTo>
                  <a:pt x="403075" y="430306"/>
                </a:lnTo>
                <a:cubicBezTo>
                  <a:pt x="515959" y="430306"/>
                  <a:pt x="607470" y="338795"/>
                  <a:pt x="607470" y="225911"/>
                </a:cubicBez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731520" rtlCol="0" anchor="ctr">
            <a:noAutofit/>
          </a:bodyPr>
          <a:lstStyle/>
          <a:p>
            <a:pPr>
              <a:spcAft>
                <a:spcPts val="400"/>
              </a:spcAft>
            </a:pPr>
            <a:r>
              <a:rPr lang="en-US" b="1">
                <a:solidFill>
                  <a:srgbClr val="2F7D95"/>
                </a:solidFill>
              </a:rPr>
              <a:t>Embedded Accessibility Teams</a:t>
            </a:r>
          </a:p>
          <a:p>
            <a:pPr>
              <a:spcAft>
                <a:spcPts val="400"/>
              </a:spcAft>
            </a:pPr>
            <a:r>
              <a:rPr lang="en-US">
                <a:solidFill>
                  <a:srgbClr val="3C3C3C"/>
                </a:solidFill>
                <a:latin typeface="Calibri"/>
              </a:rPr>
              <a:t>Accessibility experts integrated into agile squads for day-to-day guidance.</a:t>
            </a:r>
          </a:p>
        </p:txBody>
      </p:sp>
    </p:spTree>
    <p:extLst>
      <p:ext uri="{BB962C8B-B14F-4D97-AF65-F5344CB8AC3E}">
        <p14:creationId xmlns:p14="http://schemas.microsoft.com/office/powerpoint/2010/main" val="1523363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0106EBA-3413-F962-56F6-075E53F0F05E}"/>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14</a:t>
            </a:fld>
            <a:endParaRPr lang="en-IN"/>
          </a:p>
        </p:txBody>
      </p:sp>
      <p:grpSp>
        <p:nvGrpSpPr>
          <p:cNvPr id="58" name="Group 57">
            <a:extLst>
              <a:ext uri="{FF2B5EF4-FFF2-40B4-BE49-F238E27FC236}">
                <a16:creationId xmlns:a16="http://schemas.microsoft.com/office/drawing/2014/main" id="{299826EF-5A25-955C-89BA-61B7409D8D20}"/>
              </a:ext>
              <a:ext uri="{C183D7F6-B498-43B3-948B-1728B52AA6E4}">
                <adec:decorative xmlns:adec="http://schemas.microsoft.com/office/drawing/2017/decorative" val="1"/>
              </a:ext>
            </a:extLst>
          </p:cNvPr>
          <p:cNvGrpSpPr/>
          <p:nvPr/>
        </p:nvGrpSpPr>
        <p:grpSpPr>
          <a:xfrm>
            <a:off x="5604978" y="534803"/>
            <a:ext cx="5601914" cy="5183392"/>
            <a:chOff x="5604978" y="534803"/>
            <a:chExt cx="5601914" cy="5183392"/>
          </a:xfrm>
        </p:grpSpPr>
        <p:sp>
          <p:nvSpPr>
            <p:cNvPr id="15" name="Freeform 14">
              <a:extLst>
                <a:ext uri="{FF2B5EF4-FFF2-40B4-BE49-F238E27FC236}">
                  <a16:creationId xmlns:a16="http://schemas.microsoft.com/office/drawing/2014/main" id="{9E2CF724-A4B0-E31A-E478-493CD9776FD8}"/>
                </a:ext>
              </a:extLst>
            </p:cNvPr>
            <p:cNvSpPr/>
            <p:nvPr/>
          </p:nvSpPr>
          <p:spPr>
            <a:xfrm>
              <a:off x="9007113" y="1255016"/>
              <a:ext cx="1631604" cy="1805203"/>
            </a:xfrm>
            <a:custGeom>
              <a:avLst/>
              <a:gdLst>
                <a:gd name="csX0" fmla="*/ 441040 w 1631604"/>
                <a:gd name="csY0" fmla="*/ 1805068 h 1805203"/>
                <a:gd name="csX1" fmla="*/ 1631605 w 1631604"/>
                <a:gd name="csY1" fmla="*/ 1805068 h 1805203"/>
                <a:gd name="csX2" fmla="*/ 594062 w 1631604"/>
                <a:gd name="csY2" fmla="*/ 0 h 1805203"/>
                <a:gd name="csX3" fmla="*/ 0 w 1631604"/>
                <a:gd name="csY3" fmla="*/ 1030287 h 1805203"/>
                <a:gd name="csX4" fmla="*/ 441040 w 1631604"/>
                <a:gd name="csY4" fmla="*/ 1805203 h 1805203"/>
              </a:gdLst>
              <a:ahLst/>
              <a:cxnLst>
                <a:cxn ang="0">
                  <a:pos x="csX0" y="csY0"/>
                </a:cxn>
                <a:cxn ang="0">
                  <a:pos x="csX1" y="csY1"/>
                </a:cxn>
                <a:cxn ang="0">
                  <a:pos x="csX2" y="csY2"/>
                </a:cxn>
                <a:cxn ang="0">
                  <a:pos x="csX3" y="csY3"/>
                </a:cxn>
                <a:cxn ang="0">
                  <a:pos x="csX4" y="csY4"/>
                </a:cxn>
              </a:cxnLst>
              <a:rect l="l" t="t" r="r" b="b"/>
              <a:pathLst>
                <a:path w="1631604" h="1805203">
                  <a:moveTo>
                    <a:pt x="441040" y="1805068"/>
                  </a:moveTo>
                  <a:lnTo>
                    <a:pt x="1631605" y="1805068"/>
                  </a:lnTo>
                  <a:cubicBezTo>
                    <a:pt x="1593925" y="1045724"/>
                    <a:pt x="1189345" y="384411"/>
                    <a:pt x="594062" y="0"/>
                  </a:cubicBezTo>
                  <a:lnTo>
                    <a:pt x="0" y="1030287"/>
                  </a:lnTo>
                  <a:lnTo>
                    <a:pt x="441040" y="1805203"/>
                  </a:lnTo>
                  <a:close/>
                </a:path>
              </a:pathLst>
            </a:custGeom>
            <a:noFill/>
            <a:ln w="27103" cap="rnd">
              <a:solidFill>
                <a:srgbClr val="009688"/>
              </a:solidFill>
              <a:prstDash val="solid"/>
              <a:round/>
            </a:ln>
          </p:spPr>
          <p:txBody>
            <a:bodyPr/>
            <a:lstStyle/>
            <a:p>
              <a:endParaRPr lang="en-US"/>
            </a:p>
          </p:txBody>
        </p:sp>
        <p:sp>
          <p:nvSpPr>
            <p:cNvPr id="16" name="Freeform 15">
              <a:extLst>
                <a:ext uri="{FF2B5EF4-FFF2-40B4-BE49-F238E27FC236}">
                  <a16:creationId xmlns:a16="http://schemas.microsoft.com/office/drawing/2014/main" id="{8EAAA861-70D9-435C-7A75-BD7E0846AAB0}"/>
                </a:ext>
              </a:extLst>
            </p:cNvPr>
            <p:cNvSpPr/>
            <p:nvPr/>
          </p:nvSpPr>
          <p:spPr>
            <a:xfrm>
              <a:off x="7361684" y="900258"/>
              <a:ext cx="2109646" cy="1328040"/>
            </a:xfrm>
            <a:custGeom>
              <a:avLst/>
              <a:gdLst>
                <a:gd name="csX0" fmla="*/ 1503521 w 2109646"/>
                <a:gd name="csY0" fmla="*/ 1327905 h 1328040"/>
                <a:gd name="csX1" fmla="*/ 2109647 w 2109646"/>
                <a:gd name="csY1" fmla="*/ 276901 h 1328040"/>
                <a:gd name="csX2" fmla="*/ 1036187 w 2109646"/>
                <a:gd name="csY2" fmla="*/ 0 h 1328040"/>
                <a:gd name="csX3" fmla="*/ 0 w 2109646"/>
                <a:gd name="csY3" fmla="*/ 256861 h 1328040"/>
                <a:gd name="csX4" fmla="*/ 610327 w 2109646"/>
                <a:gd name="csY4" fmla="*/ 1327228 h 1328040"/>
                <a:gd name="csX5" fmla="*/ 1503521 w 2109646"/>
                <a:gd name="csY5" fmla="*/ 1328040 h 1328040"/>
              </a:gdLst>
              <a:ahLst/>
              <a:cxnLst>
                <a:cxn ang="0">
                  <a:pos x="csX0" y="csY0"/>
                </a:cxn>
                <a:cxn ang="0">
                  <a:pos x="csX1" y="csY1"/>
                </a:cxn>
                <a:cxn ang="0">
                  <a:pos x="csX2" y="csY2"/>
                </a:cxn>
                <a:cxn ang="0">
                  <a:pos x="csX3" y="csY3"/>
                </a:cxn>
                <a:cxn ang="0">
                  <a:pos x="csX4" y="csY4"/>
                </a:cxn>
                <a:cxn ang="0">
                  <a:pos x="csX5" y="csY5"/>
                </a:cxn>
              </a:cxnLst>
              <a:rect l="l" t="t" r="r" b="b"/>
              <a:pathLst>
                <a:path w="2109646" h="1328040">
                  <a:moveTo>
                    <a:pt x="1503521" y="1327905"/>
                  </a:moveTo>
                  <a:lnTo>
                    <a:pt x="2109647" y="276901"/>
                  </a:lnTo>
                  <a:cubicBezTo>
                    <a:pt x="1790726" y="100334"/>
                    <a:pt x="1425045" y="0"/>
                    <a:pt x="1036187" y="0"/>
                  </a:cubicBezTo>
                  <a:cubicBezTo>
                    <a:pt x="647329" y="0"/>
                    <a:pt x="309975" y="92887"/>
                    <a:pt x="0" y="256861"/>
                  </a:cubicBezTo>
                  <a:lnTo>
                    <a:pt x="610327" y="1327228"/>
                  </a:lnTo>
                  <a:lnTo>
                    <a:pt x="1503521" y="1328040"/>
                  </a:lnTo>
                  <a:close/>
                </a:path>
              </a:pathLst>
            </a:custGeom>
            <a:noFill/>
            <a:ln w="27103" cap="rnd">
              <a:solidFill>
                <a:srgbClr val="2F7D95"/>
              </a:solidFill>
              <a:prstDash val="solid"/>
              <a:round/>
            </a:ln>
          </p:spPr>
          <p:txBody>
            <a:bodyPr/>
            <a:lstStyle/>
            <a:p>
              <a:endParaRPr lang="en-US"/>
            </a:p>
          </p:txBody>
        </p:sp>
        <p:sp>
          <p:nvSpPr>
            <p:cNvPr id="17" name="Freeform 16">
              <a:extLst>
                <a:ext uri="{FF2B5EF4-FFF2-40B4-BE49-F238E27FC236}">
                  <a16:creationId xmlns:a16="http://schemas.microsoft.com/office/drawing/2014/main" id="{151D587F-BA6B-2393-F4A5-072EE5A65C24}"/>
                </a:ext>
              </a:extLst>
            </p:cNvPr>
            <p:cNvSpPr/>
            <p:nvPr/>
          </p:nvSpPr>
          <p:spPr>
            <a:xfrm>
              <a:off x="6156617" y="1233080"/>
              <a:ext cx="1671316" cy="1829576"/>
            </a:xfrm>
            <a:custGeom>
              <a:avLst/>
              <a:gdLst>
                <a:gd name="csX0" fmla="*/ 1671317 w 1671316"/>
                <a:gd name="csY0" fmla="*/ 1050463 h 1829576"/>
                <a:gd name="csX1" fmla="*/ 1072240 w 1671316"/>
                <a:gd name="csY1" fmla="*/ 0 h 1829576"/>
                <a:gd name="csX2" fmla="*/ 0 w 1671316"/>
                <a:gd name="csY2" fmla="*/ 1829576 h 1829576"/>
                <a:gd name="csX3" fmla="*/ 1227837 w 1671316"/>
                <a:gd name="csY3" fmla="*/ 1829576 h 1829576"/>
                <a:gd name="csX4" fmla="*/ 1671317 w 1671316"/>
                <a:gd name="csY4" fmla="*/ 1050463 h 1829576"/>
              </a:gdLst>
              <a:ahLst/>
              <a:cxnLst>
                <a:cxn ang="0">
                  <a:pos x="csX0" y="csY0"/>
                </a:cxn>
                <a:cxn ang="0">
                  <a:pos x="csX1" y="csY1"/>
                </a:cxn>
                <a:cxn ang="0">
                  <a:pos x="csX2" y="csY2"/>
                </a:cxn>
                <a:cxn ang="0">
                  <a:pos x="csX3" y="csY3"/>
                </a:cxn>
                <a:cxn ang="0">
                  <a:pos x="csX4" y="csY4"/>
                </a:cxn>
              </a:cxnLst>
              <a:rect l="l" t="t" r="r" b="b"/>
              <a:pathLst>
                <a:path w="1671316" h="1829576">
                  <a:moveTo>
                    <a:pt x="1671317" y="1050463"/>
                  </a:moveTo>
                  <a:lnTo>
                    <a:pt x="1072240" y="0"/>
                  </a:lnTo>
                  <a:cubicBezTo>
                    <a:pt x="457440" y="381432"/>
                    <a:pt x="37544" y="1054525"/>
                    <a:pt x="0" y="1829576"/>
                  </a:cubicBezTo>
                  <a:lnTo>
                    <a:pt x="1227837" y="1829576"/>
                  </a:lnTo>
                  <a:lnTo>
                    <a:pt x="1671317" y="1050463"/>
                  </a:lnTo>
                  <a:close/>
                </a:path>
              </a:pathLst>
            </a:custGeom>
            <a:noFill/>
            <a:ln w="27103" cap="rnd">
              <a:solidFill>
                <a:srgbClr val="009688"/>
              </a:solidFill>
              <a:prstDash val="solid"/>
              <a:round/>
            </a:ln>
          </p:spPr>
          <p:txBody>
            <a:bodyPr/>
            <a:lstStyle/>
            <a:p>
              <a:endParaRPr lang="en-US"/>
            </a:p>
          </p:txBody>
        </p:sp>
        <p:sp>
          <p:nvSpPr>
            <p:cNvPr id="18" name="Freeform 17">
              <a:extLst>
                <a:ext uri="{FF2B5EF4-FFF2-40B4-BE49-F238E27FC236}">
                  <a16:creationId xmlns:a16="http://schemas.microsoft.com/office/drawing/2014/main" id="{3D8C3F76-5F01-E1F0-F58A-17C6516F4E3C}"/>
                </a:ext>
              </a:extLst>
            </p:cNvPr>
            <p:cNvSpPr/>
            <p:nvPr/>
          </p:nvSpPr>
          <p:spPr>
            <a:xfrm>
              <a:off x="9007113" y="3211330"/>
              <a:ext cx="1631604" cy="1805068"/>
            </a:xfrm>
            <a:custGeom>
              <a:avLst/>
              <a:gdLst>
                <a:gd name="csX0" fmla="*/ 0 w 1631604"/>
                <a:gd name="csY0" fmla="*/ 774781 h 1805068"/>
                <a:gd name="csX1" fmla="*/ 594062 w 1631604"/>
                <a:gd name="csY1" fmla="*/ 1805068 h 1805068"/>
                <a:gd name="csX2" fmla="*/ 1631605 w 1631604"/>
                <a:gd name="csY2" fmla="*/ 0 h 1805068"/>
                <a:gd name="csX3" fmla="*/ 441040 w 1631604"/>
                <a:gd name="csY3" fmla="*/ 0 h 1805068"/>
                <a:gd name="csX4" fmla="*/ 0 w 1631604"/>
                <a:gd name="csY4" fmla="*/ 774916 h 1805068"/>
              </a:gdLst>
              <a:ahLst/>
              <a:cxnLst>
                <a:cxn ang="0">
                  <a:pos x="csX0" y="csY0"/>
                </a:cxn>
                <a:cxn ang="0">
                  <a:pos x="csX1" y="csY1"/>
                </a:cxn>
                <a:cxn ang="0">
                  <a:pos x="csX2" y="csY2"/>
                </a:cxn>
                <a:cxn ang="0">
                  <a:pos x="csX3" y="csY3"/>
                </a:cxn>
                <a:cxn ang="0">
                  <a:pos x="csX4" y="csY4"/>
                </a:cxn>
              </a:cxnLst>
              <a:rect l="l" t="t" r="r" b="b"/>
              <a:pathLst>
                <a:path w="1631604" h="1805068">
                  <a:moveTo>
                    <a:pt x="0" y="774781"/>
                  </a:moveTo>
                  <a:lnTo>
                    <a:pt x="594062" y="1805068"/>
                  </a:lnTo>
                  <a:cubicBezTo>
                    <a:pt x="1189345" y="1420657"/>
                    <a:pt x="1593925" y="759345"/>
                    <a:pt x="1631605" y="0"/>
                  </a:cubicBezTo>
                  <a:lnTo>
                    <a:pt x="441040" y="0"/>
                  </a:lnTo>
                  <a:lnTo>
                    <a:pt x="0" y="774916"/>
                  </a:lnTo>
                  <a:close/>
                </a:path>
              </a:pathLst>
            </a:custGeom>
            <a:noFill/>
            <a:ln w="27103" cap="rnd">
              <a:solidFill>
                <a:srgbClr val="2F7D95"/>
              </a:solidFill>
              <a:prstDash val="solid"/>
              <a:round/>
            </a:ln>
          </p:spPr>
          <p:txBody>
            <a:bodyPr/>
            <a:lstStyle/>
            <a:p>
              <a:endParaRPr lang="en-US"/>
            </a:p>
          </p:txBody>
        </p:sp>
        <p:sp>
          <p:nvSpPr>
            <p:cNvPr id="19" name="Freeform 18">
              <a:extLst>
                <a:ext uri="{FF2B5EF4-FFF2-40B4-BE49-F238E27FC236}">
                  <a16:creationId xmlns:a16="http://schemas.microsoft.com/office/drawing/2014/main" id="{7468915E-16B3-1558-2162-F30F1D116587}"/>
                </a:ext>
              </a:extLst>
            </p:cNvPr>
            <p:cNvSpPr/>
            <p:nvPr/>
          </p:nvSpPr>
          <p:spPr>
            <a:xfrm>
              <a:off x="7361413" y="4044740"/>
              <a:ext cx="2109646" cy="1326415"/>
            </a:xfrm>
            <a:custGeom>
              <a:avLst/>
              <a:gdLst>
                <a:gd name="csX0" fmla="*/ 1498777 w 2109646"/>
                <a:gd name="csY0" fmla="*/ 0 h 1326415"/>
                <a:gd name="csX1" fmla="*/ 610869 w 2109646"/>
                <a:gd name="csY1" fmla="*/ 0 h 1326415"/>
                <a:gd name="csX2" fmla="*/ 0 w 2109646"/>
                <a:gd name="csY2" fmla="*/ 1069554 h 1326415"/>
                <a:gd name="csX3" fmla="*/ 1036187 w 2109646"/>
                <a:gd name="csY3" fmla="*/ 1326415 h 1326415"/>
                <a:gd name="csX4" fmla="*/ 2109646 w 2109646"/>
                <a:gd name="csY4" fmla="*/ 1049515 h 1326415"/>
                <a:gd name="csX5" fmla="*/ 1498642 w 2109646"/>
                <a:gd name="csY5" fmla="*/ 0 h 1326415"/>
              </a:gdLst>
              <a:ahLst/>
              <a:cxnLst>
                <a:cxn ang="0">
                  <a:pos x="csX0" y="csY0"/>
                </a:cxn>
                <a:cxn ang="0">
                  <a:pos x="csX1" y="csY1"/>
                </a:cxn>
                <a:cxn ang="0">
                  <a:pos x="csX2" y="csY2"/>
                </a:cxn>
                <a:cxn ang="0">
                  <a:pos x="csX3" y="csY3"/>
                </a:cxn>
                <a:cxn ang="0">
                  <a:pos x="csX4" y="csY4"/>
                </a:cxn>
                <a:cxn ang="0">
                  <a:pos x="csX5" y="csY5"/>
                </a:cxn>
              </a:cxnLst>
              <a:rect l="l" t="t" r="r" b="b"/>
              <a:pathLst>
                <a:path w="2109646" h="1326415">
                  <a:moveTo>
                    <a:pt x="1498777" y="0"/>
                  </a:moveTo>
                  <a:lnTo>
                    <a:pt x="610869" y="0"/>
                  </a:lnTo>
                  <a:lnTo>
                    <a:pt x="0" y="1069554"/>
                  </a:lnTo>
                  <a:cubicBezTo>
                    <a:pt x="309975" y="1233529"/>
                    <a:pt x="662374" y="1326415"/>
                    <a:pt x="1036187" y="1326415"/>
                  </a:cubicBezTo>
                  <a:cubicBezTo>
                    <a:pt x="1410000" y="1326415"/>
                    <a:pt x="1790726" y="1226081"/>
                    <a:pt x="2109646" y="1049515"/>
                  </a:cubicBezTo>
                  <a:lnTo>
                    <a:pt x="1498642" y="0"/>
                  </a:lnTo>
                  <a:close/>
                </a:path>
              </a:pathLst>
            </a:custGeom>
            <a:noFill/>
            <a:ln w="27103" cap="rnd">
              <a:solidFill>
                <a:srgbClr val="009688"/>
              </a:solidFill>
              <a:prstDash val="solid"/>
              <a:round/>
            </a:ln>
          </p:spPr>
          <p:txBody>
            <a:bodyPr/>
            <a:lstStyle/>
            <a:p>
              <a:endParaRPr lang="en-US"/>
            </a:p>
          </p:txBody>
        </p:sp>
        <p:sp>
          <p:nvSpPr>
            <p:cNvPr id="20" name="Freeform 19">
              <a:extLst>
                <a:ext uri="{FF2B5EF4-FFF2-40B4-BE49-F238E27FC236}">
                  <a16:creationId xmlns:a16="http://schemas.microsoft.com/office/drawing/2014/main" id="{7FF3191C-5B61-CA3D-4D76-F68D1FC7B60F}"/>
                </a:ext>
              </a:extLst>
            </p:cNvPr>
            <p:cNvSpPr/>
            <p:nvPr/>
          </p:nvSpPr>
          <p:spPr>
            <a:xfrm>
              <a:off x="6156753" y="3208622"/>
              <a:ext cx="1671317" cy="1829575"/>
            </a:xfrm>
            <a:custGeom>
              <a:avLst/>
              <a:gdLst>
                <a:gd name="csX0" fmla="*/ 1227702 w 1671317"/>
                <a:gd name="csY0" fmla="*/ 0 h 1829575"/>
                <a:gd name="csX1" fmla="*/ 0 w 1671317"/>
                <a:gd name="csY1" fmla="*/ 0 h 1829575"/>
                <a:gd name="csX2" fmla="*/ 1072240 w 1671317"/>
                <a:gd name="csY2" fmla="*/ 1829576 h 1829575"/>
                <a:gd name="csX3" fmla="*/ 1671317 w 1671317"/>
                <a:gd name="csY3" fmla="*/ 779114 h 1829575"/>
                <a:gd name="csX4" fmla="*/ 1227837 w 1671317"/>
                <a:gd name="csY4" fmla="*/ 0 h 1829575"/>
              </a:gdLst>
              <a:ahLst/>
              <a:cxnLst>
                <a:cxn ang="0">
                  <a:pos x="csX0" y="csY0"/>
                </a:cxn>
                <a:cxn ang="0">
                  <a:pos x="csX1" y="csY1"/>
                </a:cxn>
                <a:cxn ang="0">
                  <a:pos x="csX2" y="csY2"/>
                </a:cxn>
                <a:cxn ang="0">
                  <a:pos x="csX3" y="csY3"/>
                </a:cxn>
                <a:cxn ang="0">
                  <a:pos x="csX4" y="csY4"/>
                </a:cxn>
              </a:cxnLst>
              <a:rect l="l" t="t" r="r" b="b"/>
              <a:pathLst>
                <a:path w="1671317" h="1829575">
                  <a:moveTo>
                    <a:pt x="1227702" y="0"/>
                  </a:moveTo>
                  <a:lnTo>
                    <a:pt x="0" y="0"/>
                  </a:lnTo>
                  <a:cubicBezTo>
                    <a:pt x="37544" y="775187"/>
                    <a:pt x="457305" y="1448279"/>
                    <a:pt x="1072240" y="1829576"/>
                  </a:cubicBezTo>
                  <a:lnTo>
                    <a:pt x="1671317" y="779114"/>
                  </a:lnTo>
                  <a:lnTo>
                    <a:pt x="1227837" y="0"/>
                  </a:lnTo>
                  <a:close/>
                </a:path>
              </a:pathLst>
            </a:custGeom>
            <a:noFill/>
            <a:ln w="27103" cap="rnd">
              <a:solidFill>
                <a:srgbClr val="2F7D95"/>
              </a:solidFill>
              <a:prstDash val="solid"/>
              <a:round/>
            </a:ln>
          </p:spPr>
          <p:txBody>
            <a:bodyPr/>
            <a:lstStyle/>
            <a:p>
              <a:endParaRPr lang="en-US"/>
            </a:p>
          </p:txBody>
        </p:sp>
        <p:sp>
          <p:nvSpPr>
            <p:cNvPr id="21" name="Oval 20">
              <a:extLst>
                <a:ext uri="{FF2B5EF4-FFF2-40B4-BE49-F238E27FC236}">
                  <a16:creationId xmlns:a16="http://schemas.microsoft.com/office/drawing/2014/main" id="{B94E8952-3A3D-2FE9-21BA-C445E64E2FE3}"/>
                </a:ext>
              </a:extLst>
            </p:cNvPr>
            <p:cNvSpPr/>
            <p:nvPr/>
          </p:nvSpPr>
          <p:spPr>
            <a:xfrm rot="20773200">
              <a:off x="8146989" y="630762"/>
              <a:ext cx="538898" cy="538365"/>
            </a:xfrm>
            <a:prstGeom prst="ellipse">
              <a:avLst/>
            </a:prstGeom>
            <a:solidFill>
              <a:srgbClr val="2F7D95"/>
            </a:solidFill>
            <a:ln w="13551" cap="flat">
              <a:noFill/>
              <a:prstDash val="solid"/>
              <a:miter/>
            </a:ln>
          </p:spPr>
          <p:txBody>
            <a:bodyPr/>
            <a:lstStyle/>
            <a:p>
              <a:endParaRPr lang="en-US"/>
            </a:p>
          </p:txBody>
        </p:sp>
        <p:sp>
          <p:nvSpPr>
            <p:cNvPr id="22" name="Oval 21">
              <a:extLst>
                <a:ext uri="{FF2B5EF4-FFF2-40B4-BE49-F238E27FC236}">
                  <a16:creationId xmlns:a16="http://schemas.microsoft.com/office/drawing/2014/main" id="{1E1B0913-A1C2-8F83-6B8E-9CE04BD1966E}"/>
                </a:ext>
              </a:extLst>
            </p:cNvPr>
            <p:cNvSpPr/>
            <p:nvPr/>
          </p:nvSpPr>
          <p:spPr>
            <a:xfrm rot="20773200">
              <a:off x="8147149" y="5101741"/>
              <a:ext cx="538898" cy="538365"/>
            </a:xfrm>
            <a:prstGeom prst="ellipse">
              <a:avLst/>
            </a:prstGeom>
            <a:solidFill>
              <a:srgbClr val="009688"/>
            </a:solidFill>
            <a:ln w="13551" cap="flat">
              <a:noFill/>
              <a:prstDash val="solid"/>
              <a:miter/>
            </a:ln>
          </p:spPr>
          <p:txBody>
            <a:bodyPr/>
            <a:lstStyle/>
            <a:p>
              <a:endParaRPr lang="en-US"/>
            </a:p>
          </p:txBody>
        </p:sp>
        <p:sp>
          <p:nvSpPr>
            <p:cNvPr id="23" name="Freeform 22">
              <a:extLst>
                <a:ext uri="{FF2B5EF4-FFF2-40B4-BE49-F238E27FC236}">
                  <a16:creationId xmlns:a16="http://schemas.microsoft.com/office/drawing/2014/main" id="{D37BA605-C7F7-F450-A4AD-457F2DE7CD8B}"/>
                </a:ext>
              </a:extLst>
            </p:cNvPr>
            <p:cNvSpPr/>
            <p:nvPr/>
          </p:nvSpPr>
          <p:spPr>
            <a:xfrm>
              <a:off x="10123824" y="1819123"/>
              <a:ext cx="539004" cy="538471"/>
            </a:xfrm>
            <a:custGeom>
              <a:avLst/>
              <a:gdLst>
                <a:gd name="csX0" fmla="*/ 507574 w 539004"/>
                <a:gd name="csY0" fmla="*/ 143107 h 538471"/>
                <a:gd name="csX1" fmla="*/ 143249 w 539004"/>
                <a:gd name="csY1" fmla="*/ 31399 h 538471"/>
                <a:gd name="csX2" fmla="*/ 31430 w 539004"/>
                <a:gd name="csY2" fmla="*/ 395364 h 538471"/>
                <a:gd name="csX3" fmla="*/ 395756 w 539004"/>
                <a:gd name="csY3" fmla="*/ 507072 h 538471"/>
                <a:gd name="csX4" fmla="*/ 507574 w 539004"/>
                <a:gd name="csY4" fmla="*/ 143107 h 538471"/>
              </a:gdLst>
              <a:ahLst/>
              <a:cxnLst>
                <a:cxn ang="0">
                  <a:pos x="csX0" y="csY0"/>
                </a:cxn>
                <a:cxn ang="0">
                  <a:pos x="csX1" y="csY1"/>
                </a:cxn>
                <a:cxn ang="0">
                  <a:pos x="csX2" y="csY2"/>
                </a:cxn>
                <a:cxn ang="0">
                  <a:pos x="csX3" y="csY3"/>
                </a:cxn>
                <a:cxn ang="0">
                  <a:pos x="csX4" y="csY4"/>
                </a:cxn>
              </a:cxnLst>
              <a:rect l="l" t="t" r="r" b="b"/>
              <a:pathLst>
                <a:path w="539004" h="538471">
                  <a:moveTo>
                    <a:pt x="507574" y="143107"/>
                  </a:moveTo>
                  <a:cubicBezTo>
                    <a:pt x="437908" y="11765"/>
                    <a:pt x="274721" y="-38199"/>
                    <a:pt x="143249" y="31399"/>
                  </a:cubicBezTo>
                  <a:cubicBezTo>
                    <a:pt x="11777" y="100996"/>
                    <a:pt x="-38237" y="264023"/>
                    <a:pt x="31430" y="395364"/>
                  </a:cubicBezTo>
                  <a:cubicBezTo>
                    <a:pt x="101096" y="526706"/>
                    <a:pt x="264284" y="576670"/>
                    <a:pt x="395756" y="507072"/>
                  </a:cubicBezTo>
                  <a:cubicBezTo>
                    <a:pt x="527227" y="437475"/>
                    <a:pt x="577241" y="274449"/>
                    <a:pt x="507574" y="143107"/>
                  </a:cubicBezTo>
                  <a:close/>
                </a:path>
              </a:pathLst>
            </a:custGeom>
            <a:solidFill>
              <a:srgbClr val="009688"/>
            </a:solidFill>
            <a:ln w="13551" cap="flat">
              <a:noFill/>
              <a:prstDash val="solid"/>
              <a:miter/>
            </a:ln>
          </p:spPr>
          <p:txBody>
            <a:bodyPr/>
            <a:lstStyle/>
            <a:p>
              <a:endParaRPr lang="en-US"/>
            </a:p>
          </p:txBody>
        </p:sp>
        <p:sp>
          <p:nvSpPr>
            <p:cNvPr id="24" name="Oval 23">
              <a:extLst>
                <a:ext uri="{FF2B5EF4-FFF2-40B4-BE49-F238E27FC236}">
                  <a16:creationId xmlns:a16="http://schemas.microsoft.com/office/drawing/2014/main" id="{EC10CA8B-AA08-C892-5179-A36ADCEE44B6}"/>
                </a:ext>
              </a:extLst>
            </p:cNvPr>
            <p:cNvSpPr/>
            <p:nvPr/>
          </p:nvSpPr>
          <p:spPr>
            <a:xfrm rot="19433400">
              <a:off x="6170036" y="3913760"/>
              <a:ext cx="538898" cy="538365"/>
            </a:xfrm>
            <a:prstGeom prst="ellipse">
              <a:avLst/>
            </a:prstGeom>
            <a:solidFill>
              <a:srgbClr val="2F7D95"/>
            </a:solidFill>
            <a:ln w="13551" cap="flat">
              <a:noFill/>
              <a:prstDash val="solid"/>
              <a:miter/>
            </a:ln>
          </p:spPr>
          <p:txBody>
            <a:bodyPr/>
            <a:lstStyle/>
            <a:p>
              <a:endParaRPr lang="en-US"/>
            </a:p>
          </p:txBody>
        </p:sp>
        <p:sp>
          <p:nvSpPr>
            <p:cNvPr id="25" name="Oval 24">
              <a:extLst>
                <a:ext uri="{FF2B5EF4-FFF2-40B4-BE49-F238E27FC236}">
                  <a16:creationId xmlns:a16="http://schemas.microsoft.com/office/drawing/2014/main" id="{BAFFACF6-434B-B3BB-88E2-EAF40945D4B9}"/>
                </a:ext>
              </a:extLst>
            </p:cNvPr>
            <p:cNvSpPr/>
            <p:nvPr/>
          </p:nvSpPr>
          <p:spPr>
            <a:xfrm rot="19071000">
              <a:off x="10075456" y="4000324"/>
              <a:ext cx="538898" cy="538365"/>
            </a:xfrm>
            <a:prstGeom prst="ellipse">
              <a:avLst/>
            </a:prstGeom>
            <a:solidFill>
              <a:srgbClr val="2F7D95"/>
            </a:solidFill>
            <a:ln w="13551" cap="flat">
              <a:noFill/>
              <a:prstDash val="solid"/>
              <a:miter/>
            </a:ln>
          </p:spPr>
          <p:txBody>
            <a:bodyPr/>
            <a:lstStyle/>
            <a:p>
              <a:endParaRPr lang="en-US"/>
            </a:p>
          </p:txBody>
        </p:sp>
        <p:sp>
          <p:nvSpPr>
            <p:cNvPr id="26" name="Freeform 25">
              <a:extLst>
                <a:ext uri="{FF2B5EF4-FFF2-40B4-BE49-F238E27FC236}">
                  <a16:creationId xmlns:a16="http://schemas.microsoft.com/office/drawing/2014/main" id="{583AC23F-1612-7F8E-D36D-EFE5AE1CBA61}"/>
                </a:ext>
              </a:extLst>
            </p:cNvPr>
            <p:cNvSpPr/>
            <p:nvPr/>
          </p:nvSpPr>
          <p:spPr>
            <a:xfrm>
              <a:off x="6218422" y="1732449"/>
              <a:ext cx="539034" cy="538501"/>
            </a:xfrm>
            <a:custGeom>
              <a:avLst/>
              <a:gdLst>
                <a:gd name="csX0" fmla="*/ 501762 w 539034"/>
                <a:gd name="csY0" fmla="*/ 405806 h 538501"/>
                <a:gd name="csX1" fmla="*/ 406207 w 539034"/>
                <a:gd name="csY1" fmla="*/ 37237 h 538501"/>
                <a:gd name="csX2" fmla="*/ 37273 w 539034"/>
                <a:gd name="csY2" fmla="*/ 132696 h 538501"/>
                <a:gd name="csX3" fmla="*/ 132828 w 539034"/>
                <a:gd name="csY3" fmla="*/ 501265 h 538501"/>
                <a:gd name="csX4" fmla="*/ 501762 w 539034"/>
                <a:gd name="csY4" fmla="*/ 405806 h 538501"/>
              </a:gdLst>
              <a:ahLst/>
              <a:cxnLst>
                <a:cxn ang="0">
                  <a:pos x="csX0" y="csY0"/>
                </a:cxn>
                <a:cxn ang="0">
                  <a:pos x="csX1" y="csY1"/>
                </a:cxn>
                <a:cxn ang="0">
                  <a:pos x="csX2" y="csY2"/>
                </a:cxn>
                <a:cxn ang="0">
                  <a:pos x="csX3" y="csY3"/>
                </a:cxn>
                <a:cxn ang="0">
                  <a:pos x="csX4" y="csY4"/>
                </a:cxn>
              </a:cxnLst>
              <a:rect l="l" t="t" r="r" b="b"/>
              <a:pathLst>
                <a:path w="539034" h="538501">
                  <a:moveTo>
                    <a:pt x="501762" y="405806"/>
                  </a:moveTo>
                  <a:cubicBezTo>
                    <a:pt x="577256" y="277714"/>
                    <a:pt x="534426" y="112656"/>
                    <a:pt x="406207" y="37237"/>
                  </a:cubicBezTo>
                  <a:cubicBezTo>
                    <a:pt x="277989" y="-38183"/>
                    <a:pt x="112768" y="4604"/>
                    <a:pt x="37273" y="132696"/>
                  </a:cubicBezTo>
                  <a:cubicBezTo>
                    <a:pt x="-38221" y="260788"/>
                    <a:pt x="4609" y="425846"/>
                    <a:pt x="132828" y="501265"/>
                  </a:cubicBezTo>
                  <a:cubicBezTo>
                    <a:pt x="261046" y="576685"/>
                    <a:pt x="426267" y="533898"/>
                    <a:pt x="501762" y="405806"/>
                  </a:cubicBezTo>
                  <a:close/>
                </a:path>
              </a:pathLst>
            </a:custGeom>
            <a:solidFill>
              <a:srgbClr val="009688"/>
            </a:solidFill>
            <a:ln w="13551" cap="flat">
              <a:noFill/>
              <a:prstDash val="solid"/>
              <a:miter/>
            </a:ln>
          </p:spPr>
          <p:txBody>
            <a:bodyPr/>
            <a:lstStyle/>
            <a:p>
              <a:endParaRPr lang="en-US"/>
            </a:p>
          </p:txBody>
        </p:sp>
        <p:sp>
          <p:nvSpPr>
            <p:cNvPr id="28" name="Freeform 27">
              <a:extLst>
                <a:ext uri="{FF2B5EF4-FFF2-40B4-BE49-F238E27FC236}">
                  <a16:creationId xmlns:a16="http://schemas.microsoft.com/office/drawing/2014/main" id="{FFCD4E47-9844-13F0-A6C8-4E996F03831C}"/>
                </a:ext>
              </a:extLst>
            </p:cNvPr>
            <p:cNvSpPr/>
            <p:nvPr/>
          </p:nvSpPr>
          <p:spPr>
            <a:xfrm>
              <a:off x="5806388" y="927880"/>
              <a:ext cx="1216994" cy="2074386"/>
            </a:xfrm>
            <a:custGeom>
              <a:avLst/>
              <a:gdLst>
                <a:gd name="csX0" fmla="*/ 1216994 w 1216994"/>
                <a:gd name="csY0" fmla="*/ 0 h 2074386"/>
                <a:gd name="csX1" fmla="*/ 0 w 1216994"/>
                <a:gd name="csY1" fmla="*/ 2074386 h 2074386"/>
              </a:gdLst>
              <a:ahLst/>
              <a:cxnLst>
                <a:cxn ang="0">
                  <a:pos x="csX0" y="csY0"/>
                </a:cxn>
                <a:cxn ang="0">
                  <a:pos x="csX1" y="csY1"/>
                </a:cxn>
              </a:cxnLst>
              <a:rect l="l" t="t" r="r" b="b"/>
              <a:pathLst>
                <a:path w="1216994" h="2074386">
                  <a:moveTo>
                    <a:pt x="1216994" y="0"/>
                  </a:moveTo>
                  <a:cubicBezTo>
                    <a:pt x="517348" y="437490"/>
                    <a:pt x="41339" y="1199136"/>
                    <a:pt x="0" y="2074386"/>
                  </a:cubicBezTo>
                </a:path>
              </a:pathLst>
            </a:custGeom>
            <a:noFill/>
            <a:ln w="27103" cap="rnd">
              <a:solidFill>
                <a:srgbClr val="009688"/>
              </a:solidFill>
              <a:prstDash val="solid"/>
              <a:round/>
              <a:headEnd type="oval"/>
            </a:ln>
          </p:spPr>
          <p:txBody>
            <a:bodyPr/>
            <a:lstStyle/>
            <a:p>
              <a:endParaRPr lang="en-US"/>
            </a:p>
          </p:txBody>
        </p:sp>
        <p:grpSp>
          <p:nvGrpSpPr>
            <p:cNvPr id="30" name="Graphic 4">
              <a:extLst>
                <a:ext uri="{FF2B5EF4-FFF2-40B4-BE49-F238E27FC236}">
                  <a16:creationId xmlns:a16="http://schemas.microsoft.com/office/drawing/2014/main" id="{1E7D28E8-637C-939F-EEFA-408B0E654FCB}"/>
                </a:ext>
              </a:extLst>
            </p:cNvPr>
            <p:cNvGrpSpPr/>
            <p:nvPr/>
          </p:nvGrpSpPr>
          <p:grpSpPr>
            <a:xfrm>
              <a:off x="7250679" y="534803"/>
              <a:ext cx="2383703" cy="358007"/>
              <a:chOff x="7250679" y="534803"/>
              <a:chExt cx="2383703" cy="358007"/>
            </a:xfrm>
          </p:grpSpPr>
          <p:sp>
            <p:nvSpPr>
              <p:cNvPr id="31" name="Freeform 30">
                <a:extLst>
                  <a:ext uri="{FF2B5EF4-FFF2-40B4-BE49-F238E27FC236}">
                    <a16:creationId xmlns:a16="http://schemas.microsoft.com/office/drawing/2014/main" id="{718CA832-9B39-2268-8514-CCA643260358}"/>
                  </a:ext>
                </a:extLst>
              </p:cNvPr>
              <p:cNvSpPr/>
              <p:nvPr/>
            </p:nvSpPr>
            <p:spPr>
              <a:xfrm>
                <a:off x="7250679" y="534803"/>
                <a:ext cx="2357816" cy="298971"/>
              </a:xfrm>
              <a:custGeom>
                <a:avLst/>
                <a:gdLst>
                  <a:gd name="csX0" fmla="*/ 2357816 w 2357816"/>
                  <a:gd name="csY0" fmla="*/ 298972 h 298971"/>
                  <a:gd name="csX1" fmla="*/ 1147057 w 2357816"/>
                  <a:gd name="csY1" fmla="*/ 0 h 298971"/>
                  <a:gd name="csX2" fmla="*/ 0 w 2357816"/>
                  <a:gd name="csY2" fmla="*/ 266475 h 298971"/>
                </a:gdLst>
                <a:ahLst/>
                <a:cxnLst>
                  <a:cxn ang="0">
                    <a:pos x="csX0" y="csY0"/>
                  </a:cxn>
                  <a:cxn ang="0">
                    <a:pos x="csX1" y="csY1"/>
                  </a:cxn>
                  <a:cxn ang="0">
                    <a:pos x="csX2" y="csY2"/>
                  </a:cxn>
                </a:cxnLst>
                <a:rect l="l" t="t" r="r" b="b"/>
                <a:pathLst>
                  <a:path w="2357816" h="298971">
                    <a:moveTo>
                      <a:pt x="2357816" y="298972"/>
                    </a:moveTo>
                    <a:cubicBezTo>
                      <a:pt x="1996337" y="108052"/>
                      <a:pt x="1584302" y="0"/>
                      <a:pt x="1147057" y="0"/>
                    </a:cubicBezTo>
                    <a:cubicBezTo>
                      <a:pt x="735157" y="0"/>
                      <a:pt x="345757" y="95866"/>
                      <a:pt x="0" y="266475"/>
                    </a:cubicBezTo>
                  </a:path>
                </a:pathLst>
              </a:custGeom>
              <a:noFill/>
              <a:ln w="27103" cap="rnd">
                <a:solidFill>
                  <a:srgbClr val="2F7D95"/>
                </a:solidFill>
                <a:prstDash val="solid"/>
                <a:round/>
              </a:ln>
            </p:spPr>
            <p:txBody>
              <a:bodyPr/>
              <a:lstStyle/>
              <a:p>
                <a:endParaRPr lang="en-US"/>
              </a:p>
            </p:txBody>
          </p:sp>
          <p:sp>
            <p:nvSpPr>
              <p:cNvPr id="32" name="Freeform 31">
                <a:extLst>
                  <a:ext uri="{FF2B5EF4-FFF2-40B4-BE49-F238E27FC236}">
                    <a16:creationId xmlns:a16="http://schemas.microsoft.com/office/drawing/2014/main" id="{527597DB-9121-9D95-B30C-5BFB1692026F}"/>
                  </a:ext>
                </a:extLst>
              </p:cNvPr>
              <p:cNvSpPr/>
              <p:nvPr/>
            </p:nvSpPr>
            <p:spPr>
              <a:xfrm>
                <a:off x="9470382" y="695121"/>
                <a:ext cx="164000" cy="197689"/>
              </a:xfrm>
              <a:custGeom>
                <a:avLst/>
                <a:gdLst>
                  <a:gd name="csX0" fmla="*/ 107481 w 164000"/>
                  <a:gd name="csY0" fmla="*/ 0 h 197689"/>
                  <a:gd name="csX1" fmla="*/ 82000 w 164000"/>
                  <a:gd name="csY1" fmla="*/ 9343 h 197689"/>
                  <a:gd name="csX2" fmla="*/ 128354 w 164000"/>
                  <a:gd name="csY2" fmla="*/ 134591 h 197689"/>
                  <a:gd name="csX3" fmla="*/ 0 w 164000"/>
                  <a:gd name="csY3" fmla="*/ 171692 h 197689"/>
                  <a:gd name="csX4" fmla="*/ 7590 w 164000"/>
                  <a:gd name="csY4" fmla="*/ 197690 h 197689"/>
                  <a:gd name="csX5" fmla="*/ 164001 w 164000"/>
                  <a:gd name="csY5" fmla="*/ 152465 h 197689"/>
                  <a:gd name="csX6" fmla="*/ 107481 w 164000"/>
                  <a:gd name="csY6" fmla="*/ 0 h 19768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4000" h="197689">
                    <a:moveTo>
                      <a:pt x="107481" y="0"/>
                    </a:moveTo>
                    <a:lnTo>
                      <a:pt x="82000" y="9343"/>
                    </a:lnTo>
                    <a:lnTo>
                      <a:pt x="128354" y="134591"/>
                    </a:lnTo>
                    <a:lnTo>
                      <a:pt x="0" y="171692"/>
                    </a:lnTo>
                    <a:lnTo>
                      <a:pt x="7590" y="197690"/>
                    </a:lnTo>
                    <a:lnTo>
                      <a:pt x="164001" y="152465"/>
                    </a:lnTo>
                    <a:lnTo>
                      <a:pt x="107481" y="0"/>
                    </a:lnTo>
                    <a:close/>
                  </a:path>
                </a:pathLst>
              </a:custGeom>
              <a:solidFill>
                <a:srgbClr val="2F7D95"/>
              </a:solidFill>
              <a:ln w="13551" cap="flat">
                <a:noFill/>
                <a:prstDash val="solid"/>
                <a:miter/>
              </a:ln>
            </p:spPr>
            <p:txBody>
              <a:bodyPr/>
              <a:lstStyle/>
              <a:p>
                <a:endParaRPr lang="en-US"/>
              </a:p>
            </p:txBody>
          </p:sp>
        </p:grpSp>
        <p:grpSp>
          <p:nvGrpSpPr>
            <p:cNvPr id="33" name="Graphic 4">
              <a:extLst>
                <a:ext uri="{FF2B5EF4-FFF2-40B4-BE49-F238E27FC236}">
                  <a16:creationId xmlns:a16="http://schemas.microsoft.com/office/drawing/2014/main" id="{41C2A2B5-C37C-941A-BC6D-0542DE26B529}"/>
                </a:ext>
              </a:extLst>
            </p:cNvPr>
            <p:cNvGrpSpPr/>
            <p:nvPr/>
          </p:nvGrpSpPr>
          <p:grpSpPr>
            <a:xfrm>
              <a:off x="9793504" y="3208622"/>
              <a:ext cx="1197205" cy="2127328"/>
              <a:chOff x="9793504" y="3208622"/>
              <a:chExt cx="1197205" cy="2127328"/>
            </a:xfrm>
          </p:grpSpPr>
          <p:sp>
            <p:nvSpPr>
              <p:cNvPr id="34" name="Freeform 33">
                <a:extLst>
                  <a:ext uri="{FF2B5EF4-FFF2-40B4-BE49-F238E27FC236}">
                    <a16:creationId xmlns:a16="http://schemas.microsoft.com/office/drawing/2014/main" id="{2E1766AA-5DE8-8033-BEB8-2F965B7321E6}"/>
                  </a:ext>
                </a:extLst>
              </p:cNvPr>
              <p:cNvSpPr/>
              <p:nvPr/>
            </p:nvSpPr>
            <p:spPr>
              <a:xfrm>
                <a:off x="9818172" y="3208622"/>
                <a:ext cx="1172537" cy="2086978"/>
              </a:xfrm>
              <a:custGeom>
                <a:avLst/>
                <a:gdLst>
                  <a:gd name="csX0" fmla="*/ 0 w 1172537"/>
                  <a:gd name="csY0" fmla="*/ 2086979 h 2086978"/>
                  <a:gd name="csX1" fmla="*/ 1172538 w 1172537"/>
                  <a:gd name="csY1" fmla="*/ 0 h 2086978"/>
                </a:gdLst>
                <a:ahLst/>
                <a:cxnLst>
                  <a:cxn ang="0">
                    <a:pos x="csX0" y="csY0"/>
                  </a:cxn>
                  <a:cxn ang="0">
                    <a:pos x="csX1" y="csY1"/>
                  </a:cxn>
                </a:cxnLst>
                <a:rect l="l" t="t" r="r" b="b"/>
                <a:pathLst>
                  <a:path w="1172537" h="2086978">
                    <a:moveTo>
                      <a:pt x="0" y="2086979"/>
                    </a:moveTo>
                    <a:cubicBezTo>
                      <a:pt x="685550" y="1637980"/>
                      <a:pt x="1145295" y="873490"/>
                      <a:pt x="1172538" y="0"/>
                    </a:cubicBezTo>
                  </a:path>
                </a:pathLst>
              </a:custGeom>
              <a:noFill/>
              <a:ln w="27103" cap="rnd">
                <a:solidFill>
                  <a:srgbClr val="2F7D95"/>
                </a:solidFill>
                <a:prstDash val="solid"/>
                <a:round/>
              </a:ln>
            </p:spPr>
            <p:txBody>
              <a:bodyPr/>
              <a:lstStyle/>
              <a:p>
                <a:endParaRPr lang="en-US"/>
              </a:p>
            </p:txBody>
          </p:sp>
          <p:sp>
            <p:nvSpPr>
              <p:cNvPr id="35" name="Freeform 34">
                <a:extLst>
                  <a:ext uri="{FF2B5EF4-FFF2-40B4-BE49-F238E27FC236}">
                    <a16:creationId xmlns:a16="http://schemas.microsoft.com/office/drawing/2014/main" id="{63100FCA-1FF5-4F3E-4358-67724420AF05}"/>
                  </a:ext>
                </a:extLst>
              </p:cNvPr>
              <p:cNvSpPr/>
              <p:nvPr/>
            </p:nvSpPr>
            <p:spPr>
              <a:xfrm>
                <a:off x="9793504" y="5153020"/>
                <a:ext cx="165084" cy="182930"/>
              </a:xfrm>
              <a:custGeom>
                <a:avLst/>
                <a:gdLst>
                  <a:gd name="csX0" fmla="*/ 161019 w 165084"/>
                  <a:gd name="csY0" fmla="*/ 182930 h 182930"/>
                  <a:gd name="csX1" fmla="*/ 165085 w 165084"/>
                  <a:gd name="csY1" fmla="*/ 156121 h 182930"/>
                  <a:gd name="csX2" fmla="*/ 32936 w 165084"/>
                  <a:gd name="csY2" fmla="*/ 136081 h 182930"/>
                  <a:gd name="csX3" fmla="*/ 62483 w 165084"/>
                  <a:gd name="csY3" fmla="*/ 5958 h 182930"/>
                  <a:gd name="csX4" fmla="*/ 36053 w 165084"/>
                  <a:gd name="csY4" fmla="*/ 0 h 182930"/>
                  <a:gd name="csX5" fmla="*/ 0 w 165084"/>
                  <a:gd name="csY5" fmla="*/ 158558 h 182930"/>
                  <a:gd name="csX6" fmla="*/ 161019 w 165084"/>
                  <a:gd name="csY6" fmla="*/ 182930 h 1829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5084" h="182930">
                    <a:moveTo>
                      <a:pt x="161019" y="182930"/>
                    </a:moveTo>
                    <a:lnTo>
                      <a:pt x="165085" y="156121"/>
                    </a:lnTo>
                    <a:lnTo>
                      <a:pt x="32936" y="136081"/>
                    </a:lnTo>
                    <a:lnTo>
                      <a:pt x="62483" y="5958"/>
                    </a:lnTo>
                    <a:lnTo>
                      <a:pt x="36053" y="0"/>
                    </a:lnTo>
                    <a:lnTo>
                      <a:pt x="0" y="158558"/>
                    </a:lnTo>
                    <a:lnTo>
                      <a:pt x="161019" y="182930"/>
                    </a:lnTo>
                    <a:close/>
                  </a:path>
                </a:pathLst>
              </a:custGeom>
              <a:solidFill>
                <a:srgbClr val="2F7D95"/>
              </a:solidFill>
              <a:ln w="13551" cap="flat">
                <a:noFill/>
                <a:prstDash val="solid"/>
                <a:miter/>
              </a:ln>
            </p:spPr>
            <p:txBody>
              <a:bodyPr/>
              <a:lstStyle/>
              <a:p>
                <a:endParaRPr lang="en-US"/>
              </a:p>
            </p:txBody>
          </p:sp>
        </p:grpSp>
        <p:grpSp>
          <p:nvGrpSpPr>
            <p:cNvPr id="36" name="Graphic 4">
              <a:extLst>
                <a:ext uri="{FF2B5EF4-FFF2-40B4-BE49-F238E27FC236}">
                  <a16:creationId xmlns:a16="http://schemas.microsoft.com/office/drawing/2014/main" id="{F1E3BA56-F754-EF0D-DF01-BB21A467E243}"/>
                </a:ext>
              </a:extLst>
            </p:cNvPr>
            <p:cNvGrpSpPr/>
            <p:nvPr/>
          </p:nvGrpSpPr>
          <p:grpSpPr>
            <a:xfrm>
              <a:off x="7277244" y="5402840"/>
              <a:ext cx="2361611" cy="315355"/>
              <a:chOff x="7277244" y="5402840"/>
              <a:chExt cx="2361611" cy="315355"/>
            </a:xfrm>
          </p:grpSpPr>
          <p:sp>
            <p:nvSpPr>
              <p:cNvPr id="37" name="Freeform 36">
                <a:extLst>
                  <a:ext uri="{FF2B5EF4-FFF2-40B4-BE49-F238E27FC236}">
                    <a16:creationId xmlns:a16="http://schemas.microsoft.com/office/drawing/2014/main" id="{EB5858EF-9FC9-C1DB-CDCD-152E0903B825}"/>
                  </a:ext>
                </a:extLst>
              </p:cNvPr>
              <p:cNvSpPr/>
              <p:nvPr/>
            </p:nvSpPr>
            <p:spPr>
              <a:xfrm>
                <a:off x="7303809" y="5402840"/>
                <a:ext cx="2335045" cy="315355"/>
              </a:xfrm>
              <a:custGeom>
                <a:avLst/>
                <a:gdLst>
                  <a:gd name="csX0" fmla="*/ 0 w 2335045"/>
                  <a:gd name="csY0" fmla="*/ 74337 h 315355"/>
                  <a:gd name="csX1" fmla="*/ 1093926 w 2335045"/>
                  <a:gd name="csY1" fmla="*/ 315356 h 315355"/>
                  <a:gd name="csX2" fmla="*/ 2335046 w 2335045"/>
                  <a:gd name="csY2" fmla="*/ 0 h 315355"/>
                </a:gdLst>
                <a:ahLst/>
                <a:cxnLst>
                  <a:cxn ang="0">
                    <a:pos x="csX0" y="csY0"/>
                  </a:cxn>
                  <a:cxn ang="0">
                    <a:pos x="csX1" y="csY1"/>
                  </a:cxn>
                  <a:cxn ang="0">
                    <a:pos x="csX2" y="csY2"/>
                  </a:cxn>
                </a:cxnLst>
                <a:rect l="l" t="t" r="r" b="b"/>
                <a:pathLst>
                  <a:path w="2335045" h="315355">
                    <a:moveTo>
                      <a:pt x="0" y="74337"/>
                    </a:moveTo>
                    <a:cubicBezTo>
                      <a:pt x="332474" y="228968"/>
                      <a:pt x="703035" y="315356"/>
                      <a:pt x="1093926" y="315356"/>
                    </a:cubicBezTo>
                    <a:cubicBezTo>
                      <a:pt x="1543505" y="315356"/>
                      <a:pt x="1966383" y="201075"/>
                      <a:pt x="2335046" y="0"/>
                    </a:cubicBezTo>
                  </a:path>
                </a:pathLst>
              </a:custGeom>
              <a:noFill/>
              <a:ln w="27103" cap="rnd">
                <a:solidFill>
                  <a:srgbClr val="009688"/>
                </a:solidFill>
                <a:prstDash val="solid"/>
                <a:round/>
              </a:ln>
            </p:spPr>
            <p:txBody>
              <a:bodyPr/>
              <a:lstStyle/>
              <a:p>
                <a:endParaRPr lang="en-US"/>
              </a:p>
            </p:txBody>
          </p:sp>
          <p:sp>
            <p:nvSpPr>
              <p:cNvPr id="38" name="Freeform 37">
                <a:extLst>
                  <a:ext uri="{FF2B5EF4-FFF2-40B4-BE49-F238E27FC236}">
                    <a16:creationId xmlns:a16="http://schemas.microsoft.com/office/drawing/2014/main" id="{034FFBC5-C5F1-1CA4-D3CA-462C306BF054}"/>
                  </a:ext>
                </a:extLst>
              </p:cNvPr>
              <p:cNvSpPr/>
              <p:nvPr/>
            </p:nvSpPr>
            <p:spPr>
              <a:xfrm>
                <a:off x="7277244" y="5412183"/>
                <a:ext cx="162780" cy="202158"/>
              </a:xfrm>
              <a:custGeom>
                <a:avLst/>
                <a:gdLst>
                  <a:gd name="csX0" fmla="*/ 63567 w 162780"/>
                  <a:gd name="csY0" fmla="*/ 202158 h 202158"/>
                  <a:gd name="csX1" fmla="*/ 88642 w 162780"/>
                  <a:gd name="csY1" fmla="*/ 191596 h 202158"/>
                  <a:gd name="csX2" fmla="*/ 36324 w 162780"/>
                  <a:gd name="csY2" fmla="*/ 68785 h 202158"/>
                  <a:gd name="csX3" fmla="*/ 162781 w 162780"/>
                  <a:gd name="csY3" fmla="*/ 25592 h 202158"/>
                  <a:gd name="csX4" fmla="*/ 153971 w 162780"/>
                  <a:gd name="csY4" fmla="*/ 0 h 202158"/>
                  <a:gd name="csX5" fmla="*/ 0 w 162780"/>
                  <a:gd name="csY5" fmla="*/ 52537 h 202158"/>
                  <a:gd name="csX6" fmla="*/ 63567 w 162780"/>
                  <a:gd name="csY6" fmla="*/ 202158 h 20215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2780" h="202158">
                    <a:moveTo>
                      <a:pt x="63567" y="202158"/>
                    </a:moveTo>
                    <a:lnTo>
                      <a:pt x="88642" y="191596"/>
                    </a:lnTo>
                    <a:lnTo>
                      <a:pt x="36324" y="68785"/>
                    </a:lnTo>
                    <a:lnTo>
                      <a:pt x="162781" y="25592"/>
                    </a:lnTo>
                    <a:lnTo>
                      <a:pt x="153971" y="0"/>
                    </a:lnTo>
                    <a:lnTo>
                      <a:pt x="0" y="52537"/>
                    </a:lnTo>
                    <a:lnTo>
                      <a:pt x="63567" y="202158"/>
                    </a:lnTo>
                    <a:close/>
                  </a:path>
                </a:pathLst>
              </a:custGeom>
              <a:solidFill>
                <a:srgbClr val="009688"/>
              </a:solidFill>
              <a:ln w="13551" cap="flat">
                <a:noFill/>
                <a:prstDash val="solid"/>
                <a:miter/>
              </a:ln>
            </p:spPr>
            <p:txBody>
              <a:bodyPr/>
              <a:lstStyle/>
              <a:p>
                <a:endParaRPr lang="en-US"/>
              </a:p>
            </p:txBody>
          </p:sp>
        </p:grpSp>
        <p:grpSp>
          <p:nvGrpSpPr>
            <p:cNvPr id="39" name="Graphic 4">
              <a:extLst>
                <a:ext uri="{FF2B5EF4-FFF2-40B4-BE49-F238E27FC236}">
                  <a16:creationId xmlns:a16="http://schemas.microsoft.com/office/drawing/2014/main" id="{CB9C5ACA-3C54-32A8-807C-591021DE3C34}"/>
                </a:ext>
              </a:extLst>
            </p:cNvPr>
            <p:cNvGrpSpPr/>
            <p:nvPr/>
          </p:nvGrpSpPr>
          <p:grpSpPr>
            <a:xfrm>
              <a:off x="5703785" y="3235973"/>
              <a:ext cx="1291268" cy="2071271"/>
              <a:chOff x="5703785" y="3235973"/>
              <a:chExt cx="1291268" cy="2071271"/>
            </a:xfrm>
          </p:grpSpPr>
          <p:sp>
            <p:nvSpPr>
              <p:cNvPr id="40" name="Freeform 39">
                <a:extLst>
                  <a:ext uri="{FF2B5EF4-FFF2-40B4-BE49-F238E27FC236}">
                    <a16:creationId xmlns:a16="http://schemas.microsoft.com/office/drawing/2014/main" id="{534199F6-DAB5-3CAF-D403-9D63A641DA90}"/>
                  </a:ext>
                </a:extLst>
              </p:cNvPr>
              <p:cNvSpPr/>
              <p:nvPr/>
            </p:nvSpPr>
            <p:spPr>
              <a:xfrm>
                <a:off x="5807065" y="3265356"/>
                <a:ext cx="1187989" cy="2041889"/>
              </a:xfrm>
              <a:custGeom>
                <a:avLst/>
                <a:gdLst>
                  <a:gd name="csX0" fmla="*/ 0 w 1187989"/>
                  <a:gd name="csY0" fmla="*/ 0 h 2041889"/>
                  <a:gd name="csX1" fmla="*/ 1187989 w 1187989"/>
                  <a:gd name="csY1" fmla="*/ 2041889 h 2041889"/>
                </a:gdLst>
                <a:ahLst/>
                <a:cxnLst>
                  <a:cxn ang="0">
                    <a:pos x="csX0" y="csY0"/>
                  </a:cxn>
                  <a:cxn ang="0">
                    <a:pos x="csX1" y="csY1"/>
                  </a:cxn>
                </a:cxnLst>
                <a:rect l="l" t="t" r="r" b="b"/>
                <a:pathLst>
                  <a:path w="1187989" h="2041889">
                    <a:moveTo>
                      <a:pt x="0" y="0"/>
                    </a:moveTo>
                    <a:cubicBezTo>
                      <a:pt x="45270" y="857241"/>
                      <a:pt x="507589" y="1604129"/>
                      <a:pt x="1187989" y="2041889"/>
                    </a:cubicBezTo>
                  </a:path>
                </a:pathLst>
              </a:custGeom>
              <a:noFill/>
              <a:ln w="27103" cap="rnd">
                <a:solidFill>
                  <a:srgbClr val="2F7D95"/>
                </a:solidFill>
                <a:prstDash val="solid"/>
                <a:round/>
              </a:ln>
            </p:spPr>
            <p:txBody>
              <a:bodyPr/>
              <a:lstStyle/>
              <a:p>
                <a:endParaRPr lang="en-US"/>
              </a:p>
            </p:txBody>
          </p:sp>
          <p:sp>
            <p:nvSpPr>
              <p:cNvPr id="41" name="Freeform 40">
                <a:extLst>
                  <a:ext uri="{FF2B5EF4-FFF2-40B4-BE49-F238E27FC236}">
                    <a16:creationId xmlns:a16="http://schemas.microsoft.com/office/drawing/2014/main" id="{8C646829-D589-0A62-ADB8-7142D72DC54F}"/>
                  </a:ext>
                </a:extLst>
              </p:cNvPr>
              <p:cNvSpPr/>
              <p:nvPr/>
            </p:nvSpPr>
            <p:spPr>
              <a:xfrm>
                <a:off x="5703785" y="3235973"/>
                <a:ext cx="221062" cy="143798"/>
              </a:xfrm>
              <a:custGeom>
                <a:avLst/>
                <a:gdLst>
                  <a:gd name="csX0" fmla="*/ 0 w 221062"/>
                  <a:gd name="csY0" fmla="*/ 126873 h 143798"/>
                  <a:gd name="csX1" fmla="*/ 21144 w 221062"/>
                  <a:gd name="csY1" fmla="*/ 143799 h 143798"/>
                  <a:gd name="csX2" fmla="*/ 104771 w 221062"/>
                  <a:gd name="csY2" fmla="*/ 39673 h 143798"/>
                  <a:gd name="csX3" fmla="*/ 202629 w 221062"/>
                  <a:gd name="csY3" fmla="*/ 130665 h 143798"/>
                  <a:gd name="csX4" fmla="*/ 221062 w 221062"/>
                  <a:gd name="csY4" fmla="*/ 110760 h 143798"/>
                  <a:gd name="csX5" fmla="*/ 101924 w 221062"/>
                  <a:gd name="csY5" fmla="*/ 0 h 143798"/>
                  <a:gd name="csX6" fmla="*/ 0 w 221062"/>
                  <a:gd name="csY6" fmla="*/ 126873 h 14379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1062" h="143798">
                    <a:moveTo>
                      <a:pt x="0" y="126873"/>
                    </a:moveTo>
                    <a:lnTo>
                      <a:pt x="21144" y="143799"/>
                    </a:lnTo>
                    <a:lnTo>
                      <a:pt x="104771" y="39673"/>
                    </a:lnTo>
                    <a:lnTo>
                      <a:pt x="202629" y="130665"/>
                    </a:lnTo>
                    <a:lnTo>
                      <a:pt x="221062" y="110760"/>
                    </a:lnTo>
                    <a:lnTo>
                      <a:pt x="101924" y="0"/>
                    </a:lnTo>
                    <a:lnTo>
                      <a:pt x="0" y="126873"/>
                    </a:lnTo>
                    <a:close/>
                  </a:path>
                </a:pathLst>
              </a:custGeom>
              <a:solidFill>
                <a:srgbClr val="2F7D95"/>
              </a:solidFill>
              <a:ln w="13551" cap="flat">
                <a:noFill/>
                <a:prstDash val="solid"/>
                <a:miter/>
              </a:ln>
            </p:spPr>
            <p:txBody>
              <a:bodyPr/>
              <a:lstStyle/>
              <a:p>
                <a:endParaRPr lang="en-US"/>
              </a:p>
            </p:txBody>
          </p:sp>
        </p:grpSp>
        <p:sp>
          <p:nvSpPr>
            <p:cNvPr id="42" name="Freeform 41">
              <a:extLst>
                <a:ext uri="{FF2B5EF4-FFF2-40B4-BE49-F238E27FC236}">
                  <a16:creationId xmlns:a16="http://schemas.microsoft.com/office/drawing/2014/main" id="{5950075A-0276-FB39-11CC-C1FEB66CB08B}"/>
                </a:ext>
              </a:extLst>
            </p:cNvPr>
            <p:cNvSpPr/>
            <p:nvPr/>
          </p:nvSpPr>
          <p:spPr>
            <a:xfrm>
              <a:off x="7011590" y="664926"/>
              <a:ext cx="373542" cy="701662"/>
            </a:xfrm>
            <a:custGeom>
              <a:avLst/>
              <a:gdLst>
                <a:gd name="csX0" fmla="*/ 373542 w 373542"/>
                <a:gd name="csY0" fmla="*/ 701662 h 701662"/>
                <a:gd name="csX1" fmla="*/ 0 w 373542"/>
                <a:gd name="csY1" fmla="*/ 0 h 701662"/>
              </a:gdLst>
              <a:ahLst/>
              <a:cxnLst>
                <a:cxn ang="0">
                  <a:pos x="csX0" y="csY0"/>
                </a:cxn>
                <a:cxn ang="0">
                  <a:pos x="csX1" y="csY1"/>
                </a:cxn>
              </a:cxnLst>
              <a:rect l="l" t="t" r="r" b="b"/>
              <a:pathLst>
                <a:path w="373542" h="701662">
                  <a:moveTo>
                    <a:pt x="373542" y="701662"/>
                  </a:moveTo>
                  <a:lnTo>
                    <a:pt x="0" y="0"/>
                  </a:lnTo>
                </a:path>
              </a:pathLst>
            </a:custGeom>
            <a:ln w="13551" cap="rnd">
              <a:solidFill>
                <a:srgbClr val="6B6B9D"/>
              </a:solidFill>
              <a:custDash>
                <a:ds d="0" sp="375000"/>
              </a:custDash>
              <a:round/>
            </a:ln>
          </p:spPr>
          <p:txBody>
            <a:bodyPr/>
            <a:lstStyle/>
            <a:p>
              <a:endParaRPr lang="en-US"/>
            </a:p>
          </p:txBody>
        </p:sp>
        <p:sp>
          <p:nvSpPr>
            <p:cNvPr id="43" name="Freeform 42">
              <a:extLst>
                <a:ext uri="{FF2B5EF4-FFF2-40B4-BE49-F238E27FC236}">
                  <a16:creationId xmlns:a16="http://schemas.microsoft.com/office/drawing/2014/main" id="{39550D26-0BCD-E176-0EE9-94A79C0059CB}"/>
                </a:ext>
              </a:extLst>
            </p:cNvPr>
            <p:cNvSpPr/>
            <p:nvPr/>
          </p:nvSpPr>
          <p:spPr>
            <a:xfrm>
              <a:off x="5604978" y="3135504"/>
              <a:ext cx="795471" cy="406"/>
            </a:xfrm>
            <a:custGeom>
              <a:avLst/>
              <a:gdLst>
                <a:gd name="csX0" fmla="*/ 795472 w 795471"/>
                <a:gd name="csY0" fmla="*/ 406 h 406"/>
                <a:gd name="csX1" fmla="*/ 0 w 795471"/>
                <a:gd name="csY1" fmla="*/ 0 h 406"/>
              </a:gdLst>
              <a:ahLst/>
              <a:cxnLst>
                <a:cxn ang="0">
                  <a:pos x="csX0" y="csY0"/>
                </a:cxn>
                <a:cxn ang="0">
                  <a:pos x="csX1" y="csY1"/>
                </a:cxn>
              </a:cxnLst>
              <a:rect l="l" t="t" r="r" b="b"/>
              <a:pathLst>
                <a:path w="795471" h="406">
                  <a:moveTo>
                    <a:pt x="795472" y="406"/>
                  </a:moveTo>
                  <a:lnTo>
                    <a:pt x="0" y="0"/>
                  </a:lnTo>
                </a:path>
              </a:pathLst>
            </a:custGeom>
            <a:ln w="13551" cap="rnd">
              <a:solidFill>
                <a:srgbClr val="6B6B9D"/>
              </a:solidFill>
              <a:custDash>
                <a:ds d="0" sp="375000"/>
              </a:custDash>
              <a:round/>
            </a:ln>
          </p:spPr>
          <p:txBody>
            <a:bodyPr/>
            <a:lstStyle/>
            <a:p>
              <a:endParaRPr lang="en-US"/>
            </a:p>
          </p:txBody>
        </p:sp>
        <p:sp>
          <p:nvSpPr>
            <p:cNvPr id="44" name="Freeform 43">
              <a:extLst>
                <a:ext uri="{FF2B5EF4-FFF2-40B4-BE49-F238E27FC236}">
                  <a16:creationId xmlns:a16="http://schemas.microsoft.com/office/drawing/2014/main" id="{FE0F9423-D731-5E0D-4C22-0238AE82F8DA}"/>
                </a:ext>
              </a:extLst>
            </p:cNvPr>
            <p:cNvSpPr/>
            <p:nvPr/>
          </p:nvSpPr>
          <p:spPr>
            <a:xfrm>
              <a:off x="10411421" y="3135504"/>
              <a:ext cx="795471" cy="406"/>
            </a:xfrm>
            <a:custGeom>
              <a:avLst/>
              <a:gdLst>
                <a:gd name="csX0" fmla="*/ 795471 w 795471"/>
                <a:gd name="csY0" fmla="*/ 406 h 406"/>
                <a:gd name="csX1" fmla="*/ 0 w 795471"/>
                <a:gd name="csY1" fmla="*/ 0 h 406"/>
              </a:gdLst>
              <a:ahLst/>
              <a:cxnLst>
                <a:cxn ang="0">
                  <a:pos x="csX0" y="csY0"/>
                </a:cxn>
                <a:cxn ang="0">
                  <a:pos x="csX1" y="csY1"/>
                </a:cxn>
              </a:cxnLst>
              <a:rect l="l" t="t" r="r" b="b"/>
              <a:pathLst>
                <a:path w="795471" h="406">
                  <a:moveTo>
                    <a:pt x="795471" y="406"/>
                  </a:moveTo>
                  <a:lnTo>
                    <a:pt x="0" y="0"/>
                  </a:lnTo>
                </a:path>
              </a:pathLst>
            </a:custGeom>
            <a:ln w="13551" cap="rnd">
              <a:solidFill>
                <a:srgbClr val="6B6B9D"/>
              </a:solidFill>
              <a:custDash>
                <a:ds d="0" sp="375000"/>
              </a:custDash>
              <a:round/>
            </a:ln>
          </p:spPr>
          <p:txBody>
            <a:bodyPr/>
            <a:lstStyle/>
            <a:p>
              <a:endParaRPr lang="en-US"/>
            </a:p>
          </p:txBody>
        </p:sp>
        <p:sp>
          <p:nvSpPr>
            <p:cNvPr id="45" name="Freeform 44">
              <a:extLst>
                <a:ext uri="{FF2B5EF4-FFF2-40B4-BE49-F238E27FC236}">
                  <a16:creationId xmlns:a16="http://schemas.microsoft.com/office/drawing/2014/main" id="{5D08702C-F766-57FF-FC0E-FE161E9CA34F}"/>
                </a:ext>
              </a:extLst>
            </p:cNvPr>
            <p:cNvSpPr/>
            <p:nvPr/>
          </p:nvSpPr>
          <p:spPr>
            <a:xfrm>
              <a:off x="9452084" y="4879504"/>
              <a:ext cx="373677" cy="701662"/>
            </a:xfrm>
            <a:custGeom>
              <a:avLst/>
              <a:gdLst>
                <a:gd name="csX0" fmla="*/ 373678 w 373677"/>
                <a:gd name="csY0" fmla="*/ 701663 h 701662"/>
                <a:gd name="csX1" fmla="*/ 0 w 373677"/>
                <a:gd name="csY1" fmla="*/ 0 h 701662"/>
              </a:gdLst>
              <a:ahLst/>
              <a:cxnLst>
                <a:cxn ang="0">
                  <a:pos x="csX0" y="csY0"/>
                </a:cxn>
                <a:cxn ang="0">
                  <a:pos x="csX1" y="csY1"/>
                </a:cxn>
              </a:cxnLst>
              <a:rect l="l" t="t" r="r" b="b"/>
              <a:pathLst>
                <a:path w="373677" h="701662">
                  <a:moveTo>
                    <a:pt x="373678" y="701663"/>
                  </a:moveTo>
                  <a:lnTo>
                    <a:pt x="0" y="0"/>
                  </a:lnTo>
                </a:path>
              </a:pathLst>
            </a:custGeom>
            <a:ln w="13551" cap="rnd">
              <a:solidFill>
                <a:srgbClr val="6B6B9D"/>
              </a:solidFill>
              <a:custDash>
                <a:ds d="0" sp="375000"/>
              </a:custDash>
              <a:round/>
            </a:ln>
          </p:spPr>
          <p:txBody>
            <a:bodyPr/>
            <a:lstStyle/>
            <a:p>
              <a:endParaRPr lang="en-US"/>
            </a:p>
          </p:txBody>
        </p:sp>
        <p:sp>
          <p:nvSpPr>
            <p:cNvPr id="46" name="Freeform 45">
              <a:extLst>
                <a:ext uri="{FF2B5EF4-FFF2-40B4-BE49-F238E27FC236}">
                  <a16:creationId xmlns:a16="http://schemas.microsoft.com/office/drawing/2014/main" id="{C02ACFCE-E4D5-2121-FA77-EF603CE3D967}"/>
                </a:ext>
              </a:extLst>
            </p:cNvPr>
            <p:cNvSpPr/>
            <p:nvPr/>
          </p:nvSpPr>
          <p:spPr>
            <a:xfrm>
              <a:off x="9442190" y="690923"/>
              <a:ext cx="428028" cy="669842"/>
            </a:xfrm>
            <a:custGeom>
              <a:avLst/>
              <a:gdLst>
                <a:gd name="csX0" fmla="*/ 0 w 428028"/>
                <a:gd name="csY0" fmla="*/ 669843 h 669842"/>
                <a:gd name="csX1" fmla="*/ 428029 w 428028"/>
                <a:gd name="csY1" fmla="*/ 0 h 669842"/>
              </a:gdLst>
              <a:ahLst/>
              <a:cxnLst>
                <a:cxn ang="0">
                  <a:pos x="csX0" y="csY0"/>
                </a:cxn>
                <a:cxn ang="0">
                  <a:pos x="csX1" y="csY1"/>
                </a:cxn>
              </a:cxnLst>
              <a:rect l="l" t="t" r="r" b="b"/>
              <a:pathLst>
                <a:path w="428028" h="669842">
                  <a:moveTo>
                    <a:pt x="0" y="669843"/>
                  </a:moveTo>
                  <a:lnTo>
                    <a:pt x="428029" y="0"/>
                  </a:lnTo>
                </a:path>
              </a:pathLst>
            </a:custGeom>
            <a:ln w="13551" cap="rnd">
              <a:solidFill>
                <a:srgbClr val="6B6B9D"/>
              </a:solidFill>
              <a:custDash>
                <a:ds d="0" sp="375000"/>
              </a:custDash>
              <a:round/>
            </a:ln>
          </p:spPr>
          <p:txBody>
            <a:bodyPr/>
            <a:lstStyle/>
            <a:p>
              <a:endParaRPr lang="en-US"/>
            </a:p>
          </p:txBody>
        </p:sp>
        <p:sp>
          <p:nvSpPr>
            <p:cNvPr id="47" name="Freeform 46">
              <a:extLst>
                <a:ext uri="{FF2B5EF4-FFF2-40B4-BE49-F238E27FC236}">
                  <a16:creationId xmlns:a16="http://schemas.microsoft.com/office/drawing/2014/main" id="{A376945C-7426-A5DA-4641-E8786E53B59A}"/>
                </a:ext>
              </a:extLst>
            </p:cNvPr>
            <p:cNvSpPr/>
            <p:nvPr/>
          </p:nvSpPr>
          <p:spPr>
            <a:xfrm>
              <a:off x="7019045" y="4889118"/>
              <a:ext cx="390891" cy="692048"/>
            </a:xfrm>
            <a:custGeom>
              <a:avLst/>
              <a:gdLst>
                <a:gd name="csX0" fmla="*/ 0 w 390891"/>
                <a:gd name="csY0" fmla="*/ 692049 h 692048"/>
                <a:gd name="csX1" fmla="*/ 390891 w 390891"/>
                <a:gd name="csY1" fmla="*/ 0 h 692048"/>
              </a:gdLst>
              <a:ahLst/>
              <a:cxnLst>
                <a:cxn ang="0">
                  <a:pos x="csX0" y="csY0"/>
                </a:cxn>
                <a:cxn ang="0">
                  <a:pos x="csX1" y="csY1"/>
                </a:cxn>
              </a:cxnLst>
              <a:rect l="l" t="t" r="r" b="b"/>
              <a:pathLst>
                <a:path w="390891" h="692048">
                  <a:moveTo>
                    <a:pt x="0" y="692049"/>
                  </a:moveTo>
                  <a:lnTo>
                    <a:pt x="390891" y="0"/>
                  </a:lnTo>
                </a:path>
              </a:pathLst>
            </a:custGeom>
            <a:ln w="13551" cap="rnd">
              <a:solidFill>
                <a:srgbClr val="6B6B9D"/>
              </a:solidFill>
              <a:custDash>
                <a:ds d="0" sp="375000"/>
              </a:custDash>
              <a:round/>
            </a:ln>
          </p:spPr>
          <p:txBody>
            <a:bodyPr/>
            <a:lstStyle/>
            <a:p>
              <a:endParaRPr lang="en-US"/>
            </a:p>
          </p:txBody>
        </p:sp>
        <p:grpSp>
          <p:nvGrpSpPr>
            <p:cNvPr id="48" name="Graphic 4">
              <a:extLst>
                <a:ext uri="{FF2B5EF4-FFF2-40B4-BE49-F238E27FC236}">
                  <a16:creationId xmlns:a16="http://schemas.microsoft.com/office/drawing/2014/main" id="{563B5A1E-8200-334C-954E-CE38A9158B15}"/>
                </a:ext>
              </a:extLst>
            </p:cNvPr>
            <p:cNvGrpSpPr/>
            <p:nvPr/>
          </p:nvGrpSpPr>
          <p:grpSpPr>
            <a:xfrm>
              <a:off x="9782932" y="934786"/>
              <a:ext cx="1312141" cy="2125297"/>
              <a:chOff x="9782932" y="934786"/>
              <a:chExt cx="1312141" cy="2125297"/>
            </a:xfrm>
          </p:grpSpPr>
          <p:sp>
            <p:nvSpPr>
              <p:cNvPr id="49" name="Freeform 48">
                <a:extLst>
                  <a:ext uri="{FF2B5EF4-FFF2-40B4-BE49-F238E27FC236}">
                    <a16:creationId xmlns:a16="http://schemas.microsoft.com/office/drawing/2014/main" id="{69C4A232-3AD8-40CA-86B0-46B5AE5D7D1E}"/>
                  </a:ext>
                </a:extLst>
              </p:cNvPr>
              <p:cNvSpPr/>
              <p:nvPr/>
            </p:nvSpPr>
            <p:spPr>
              <a:xfrm>
                <a:off x="9782932" y="934786"/>
                <a:ext cx="1207370" cy="2095915"/>
              </a:xfrm>
              <a:custGeom>
                <a:avLst/>
                <a:gdLst>
                  <a:gd name="csX0" fmla="*/ 1207371 w 1207370"/>
                  <a:gd name="csY0" fmla="*/ 2095915 h 2095915"/>
                  <a:gd name="csX1" fmla="*/ 0 w 1207370"/>
                  <a:gd name="csY1" fmla="*/ 0 h 2095915"/>
                </a:gdLst>
                <a:ahLst/>
                <a:cxnLst>
                  <a:cxn ang="0">
                    <a:pos x="csX0" y="csY0"/>
                  </a:cxn>
                  <a:cxn ang="0">
                    <a:pos x="csX1" y="csY1"/>
                  </a:cxn>
                </a:cxnLst>
                <a:rect l="l" t="t" r="r" b="b"/>
                <a:pathLst>
                  <a:path w="1207370" h="2095915">
                    <a:moveTo>
                      <a:pt x="1207371" y="2095915"/>
                    </a:moveTo>
                    <a:cubicBezTo>
                      <a:pt x="1175248" y="1213218"/>
                      <a:pt x="701273" y="443312"/>
                      <a:pt x="0" y="0"/>
                    </a:cubicBezTo>
                  </a:path>
                </a:pathLst>
              </a:custGeom>
              <a:noFill/>
              <a:ln w="27103" cap="rnd">
                <a:solidFill>
                  <a:srgbClr val="009688"/>
                </a:solidFill>
                <a:prstDash val="solid"/>
                <a:round/>
              </a:ln>
            </p:spPr>
            <p:txBody>
              <a:bodyPr/>
              <a:lstStyle/>
              <a:p>
                <a:endParaRPr lang="en-US"/>
              </a:p>
            </p:txBody>
          </p:sp>
          <p:sp>
            <p:nvSpPr>
              <p:cNvPr id="50" name="Freeform 49">
                <a:extLst>
                  <a:ext uri="{FF2B5EF4-FFF2-40B4-BE49-F238E27FC236}">
                    <a16:creationId xmlns:a16="http://schemas.microsoft.com/office/drawing/2014/main" id="{083DBA33-DA7F-D0B2-B042-EABD36260A28}"/>
                  </a:ext>
                </a:extLst>
              </p:cNvPr>
              <p:cNvSpPr/>
              <p:nvPr/>
            </p:nvSpPr>
            <p:spPr>
              <a:xfrm>
                <a:off x="10873740" y="2917503"/>
                <a:ext cx="221333" cy="142580"/>
              </a:xfrm>
              <a:custGeom>
                <a:avLst/>
                <a:gdLst>
                  <a:gd name="csX0" fmla="*/ 221333 w 221333"/>
                  <a:gd name="csY0" fmla="*/ 17332 h 142580"/>
                  <a:gd name="csX1" fmla="*/ 200460 w 221333"/>
                  <a:gd name="csY1" fmla="*/ 0 h 142580"/>
                  <a:gd name="csX2" fmla="*/ 115207 w 221333"/>
                  <a:gd name="csY2" fmla="*/ 102771 h 142580"/>
                  <a:gd name="csX3" fmla="*/ 18704 w 221333"/>
                  <a:gd name="csY3" fmla="*/ 10291 h 142580"/>
                  <a:gd name="csX4" fmla="*/ 0 w 221333"/>
                  <a:gd name="csY4" fmla="*/ 29924 h 142580"/>
                  <a:gd name="csX5" fmla="*/ 117511 w 221333"/>
                  <a:gd name="csY5" fmla="*/ 142580 h 142580"/>
                  <a:gd name="csX6" fmla="*/ 221333 w 221333"/>
                  <a:gd name="csY6" fmla="*/ 17332 h 1425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1333" h="142580">
                    <a:moveTo>
                      <a:pt x="221333" y="17332"/>
                    </a:moveTo>
                    <a:lnTo>
                      <a:pt x="200460" y="0"/>
                    </a:lnTo>
                    <a:lnTo>
                      <a:pt x="115207" y="102771"/>
                    </a:lnTo>
                    <a:lnTo>
                      <a:pt x="18704" y="10291"/>
                    </a:lnTo>
                    <a:lnTo>
                      <a:pt x="0" y="29924"/>
                    </a:lnTo>
                    <a:lnTo>
                      <a:pt x="117511" y="142580"/>
                    </a:lnTo>
                    <a:lnTo>
                      <a:pt x="221333" y="17332"/>
                    </a:lnTo>
                    <a:close/>
                  </a:path>
                </a:pathLst>
              </a:custGeom>
              <a:solidFill>
                <a:srgbClr val="009688"/>
              </a:solidFill>
              <a:ln w="13551" cap="flat">
                <a:noFill/>
                <a:prstDash val="solid"/>
                <a:miter/>
              </a:ln>
            </p:spPr>
            <p:txBody>
              <a:bodyPr/>
              <a:lstStyle/>
              <a:p>
                <a:endParaRPr lang="en-US"/>
              </a:p>
            </p:txBody>
          </p:sp>
        </p:grpSp>
        <p:pic>
          <p:nvPicPr>
            <p:cNvPr id="52" name="Graphic 51">
              <a:extLst>
                <a:ext uri="{FF2B5EF4-FFF2-40B4-BE49-F238E27FC236}">
                  <a16:creationId xmlns:a16="http://schemas.microsoft.com/office/drawing/2014/main" id="{A5043A98-58F0-DAC7-44FE-5F17328BF0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90708" y="774214"/>
              <a:ext cx="251460" cy="251460"/>
            </a:xfrm>
            <a:prstGeom prst="rect">
              <a:avLst/>
            </a:prstGeom>
          </p:spPr>
        </p:pic>
        <p:sp>
          <p:nvSpPr>
            <p:cNvPr id="53" name="Freeform 52">
              <a:extLst>
                <a:ext uri="{FF2B5EF4-FFF2-40B4-BE49-F238E27FC236}">
                  <a16:creationId xmlns:a16="http://schemas.microsoft.com/office/drawing/2014/main" id="{1185A40F-970B-CAA9-6E11-FADC738EC67B}"/>
                </a:ext>
              </a:extLst>
            </p:cNvPr>
            <p:cNvSpPr>
              <a:spLocks noChangeAspect="1"/>
            </p:cNvSpPr>
            <p:nvPr/>
          </p:nvSpPr>
          <p:spPr>
            <a:xfrm>
              <a:off x="10279318" y="1958831"/>
              <a:ext cx="272915" cy="242309"/>
            </a:xfrm>
            <a:custGeom>
              <a:avLst/>
              <a:gdLst>
                <a:gd name="csX0" fmla="*/ 504697 w 937295"/>
                <a:gd name="csY0" fmla="*/ 178326 h 832183"/>
                <a:gd name="csX1" fmla="*/ 497411 w 937295"/>
                <a:gd name="csY1" fmla="*/ 173983 h 832183"/>
                <a:gd name="csX2" fmla="*/ 468714 w 937295"/>
                <a:gd name="csY2" fmla="*/ 173983 h 832183"/>
                <a:gd name="csX3" fmla="*/ 439831 w 937295"/>
                <a:gd name="csY3" fmla="*/ 173983 h 832183"/>
                <a:gd name="csX4" fmla="*/ 432546 w 937295"/>
                <a:gd name="csY4" fmla="*/ 178326 h 832183"/>
                <a:gd name="csX5" fmla="*/ 258367 w 937295"/>
                <a:gd name="csY5" fmla="*/ 498184 h 832183"/>
                <a:gd name="csX6" fmla="*/ 252709 w 937295"/>
                <a:gd name="csY6" fmla="*/ 550368 h 832183"/>
                <a:gd name="csX7" fmla="*/ 301710 w 937295"/>
                <a:gd name="csY7" fmla="*/ 719389 h 832183"/>
                <a:gd name="csX8" fmla="*/ 259107 w 937295"/>
                <a:gd name="csY8" fmla="*/ 820637 h 832183"/>
                <a:gd name="csX9" fmla="*/ 266725 w 937295"/>
                <a:gd name="csY9" fmla="*/ 832180 h 832183"/>
                <a:gd name="csX10" fmla="*/ 670599 w 937295"/>
                <a:gd name="csY10" fmla="*/ 832180 h 832183"/>
                <a:gd name="csX11" fmla="*/ 678217 w 937295"/>
                <a:gd name="csY11" fmla="*/ 820637 h 832183"/>
                <a:gd name="csX12" fmla="*/ 635614 w 937295"/>
                <a:gd name="csY12" fmla="*/ 719427 h 832183"/>
                <a:gd name="csX13" fmla="*/ 684615 w 937295"/>
                <a:gd name="csY13" fmla="*/ 550406 h 832183"/>
                <a:gd name="csX14" fmla="*/ 678957 w 937295"/>
                <a:gd name="csY14" fmla="*/ 498222 h 832183"/>
                <a:gd name="csX15" fmla="*/ 468639 w 937295"/>
                <a:gd name="csY15" fmla="*/ 475437 h 832183"/>
                <a:gd name="csX16" fmla="*/ 468639 w 937295"/>
                <a:gd name="csY16" fmla="*/ 584590 h 832183"/>
                <a:gd name="csX17" fmla="*/ 468639 w 937295"/>
                <a:gd name="csY17" fmla="*/ 475437 h 832183"/>
                <a:gd name="csX18" fmla="*/ 658061 w 937295"/>
                <a:gd name="csY18" fmla="*/ 815562 h 832183"/>
                <a:gd name="csX19" fmla="*/ 279180 w 937295"/>
                <a:gd name="csY19" fmla="*/ 815562 h 832183"/>
                <a:gd name="csX20" fmla="*/ 315903 w 937295"/>
                <a:gd name="csY20" fmla="*/ 728304 h 832183"/>
                <a:gd name="csX21" fmla="*/ 621336 w 937295"/>
                <a:gd name="csY21" fmla="*/ 728304 h 832183"/>
                <a:gd name="csX22" fmla="*/ 668674 w 937295"/>
                <a:gd name="csY22" fmla="*/ 545738 h 832183"/>
                <a:gd name="csX23" fmla="*/ 620599 w 937295"/>
                <a:gd name="csY23" fmla="*/ 711606 h 832183"/>
                <a:gd name="csX24" fmla="*/ 316680 w 937295"/>
                <a:gd name="csY24" fmla="*/ 711606 h 832183"/>
                <a:gd name="csX25" fmla="*/ 268605 w 937295"/>
                <a:gd name="csY25" fmla="*/ 545738 h 832183"/>
                <a:gd name="csX26" fmla="*/ 272894 w 937295"/>
                <a:gd name="csY26" fmla="*/ 506173 h 832183"/>
                <a:gd name="csX27" fmla="*/ 444744 w 937295"/>
                <a:gd name="csY27" fmla="*/ 190658 h 832183"/>
                <a:gd name="csX28" fmla="*/ 460387 w 937295"/>
                <a:gd name="csY28" fmla="*/ 190658 h 832183"/>
                <a:gd name="csX29" fmla="*/ 460387 w 937295"/>
                <a:gd name="csY29" fmla="*/ 459331 h 832183"/>
                <a:gd name="csX30" fmla="*/ 468597 w 937295"/>
                <a:gd name="csY30" fmla="*/ 601264 h 832183"/>
                <a:gd name="csX31" fmla="*/ 476955 w 937295"/>
                <a:gd name="csY31" fmla="*/ 459369 h 832183"/>
                <a:gd name="csX32" fmla="*/ 476992 w 937295"/>
                <a:gd name="csY32" fmla="*/ 190658 h 832183"/>
                <a:gd name="csX33" fmla="*/ 492524 w 937295"/>
                <a:gd name="csY33" fmla="*/ 190658 h 832183"/>
                <a:gd name="csX34" fmla="*/ 664374 w 937295"/>
                <a:gd name="csY34" fmla="*/ 506173 h 832183"/>
                <a:gd name="csX35" fmla="*/ 668664 w 937295"/>
                <a:gd name="csY35" fmla="*/ 545738 h 832183"/>
                <a:gd name="csX36" fmla="*/ 915382 w 937295"/>
                <a:gd name="csY36" fmla="*/ 461598 h 832183"/>
                <a:gd name="csX37" fmla="*/ 891011 w 937295"/>
                <a:gd name="csY37" fmla="*/ 461598 h 832183"/>
                <a:gd name="csX38" fmla="*/ 585985 w 937295"/>
                <a:gd name="csY38" fmla="*/ 62422 h 832183"/>
                <a:gd name="csX39" fmla="*/ 783425 w 937295"/>
                <a:gd name="csY39" fmla="*/ 62422 h 832183"/>
                <a:gd name="csX40" fmla="*/ 891229 w 937295"/>
                <a:gd name="csY40" fmla="*/ 54108 h 832183"/>
                <a:gd name="csX41" fmla="*/ 783425 w 937295"/>
                <a:gd name="csY41" fmla="*/ 45794 h 832183"/>
                <a:gd name="csX42" fmla="*/ 522110 w 937295"/>
                <a:gd name="csY42" fmla="*/ 45794 h 832183"/>
                <a:gd name="csX43" fmla="*/ 415158 w 937295"/>
                <a:gd name="csY43" fmla="*/ 45794 h 832183"/>
                <a:gd name="csX44" fmla="*/ 153842 w 937295"/>
                <a:gd name="csY44" fmla="*/ 45794 h 832183"/>
                <a:gd name="csX45" fmla="*/ 46038 w 937295"/>
                <a:gd name="csY45" fmla="*/ 54108 h 832183"/>
                <a:gd name="csX46" fmla="*/ 153842 w 937295"/>
                <a:gd name="csY46" fmla="*/ 62422 h 832183"/>
                <a:gd name="csX47" fmla="*/ 351178 w 937295"/>
                <a:gd name="csY47" fmla="*/ 62422 h 832183"/>
                <a:gd name="csX48" fmla="*/ 46190 w 937295"/>
                <a:gd name="csY48" fmla="*/ 461598 h 832183"/>
                <a:gd name="csX49" fmla="*/ 21893 w 937295"/>
                <a:gd name="csY49" fmla="*/ 461598 h 832183"/>
                <a:gd name="csX50" fmla="*/ 0 w 937295"/>
                <a:gd name="csY50" fmla="*/ 483570 h 832183"/>
                <a:gd name="csX51" fmla="*/ 0 w 937295"/>
                <a:gd name="csY51" fmla="*/ 548671 h 832183"/>
                <a:gd name="csX52" fmla="*/ 21893 w 937295"/>
                <a:gd name="csY52" fmla="*/ 570643 h 832183"/>
                <a:gd name="csX53" fmla="*/ 86759 w 937295"/>
                <a:gd name="csY53" fmla="*/ 570643 h 832183"/>
                <a:gd name="csX54" fmla="*/ 108652 w 937295"/>
                <a:gd name="csY54" fmla="*/ 548671 h 832183"/>
                <a:gd name="csX55" fmla="*/ 108652 w 937295"/>
                <a:gd name="csY55" fmla="*/ 483570 h 832183"/>
                <a:gd name="csX56" fmla="*/ 86759 w 937295"/>
                <a:gd name="csY56" fmla="*/ 461598 h 832183"/>
                <a:gd name="csX57" fmla="*/ 62758 w 937295"/>
                <a:gd name="csY57" fmla="*/ 461598 h 832183"/>
                <a:gd name="csX58" fmla="*/ 415707 w 937295"/>
                <a:gd name="csY58" fmla="*/ 65985 h 832183"/>
                <a:gd name="csX59" fmla="*/ 521589 w 937295"/>
                <a:gd name="csY59" fmla="*/ 65985 h 832183"/>
                <a:gd name="csX60" fmla="*/ 874463 w 937295"/>
                <a:gd name="csY60" fmla="*/ 461598 h 832183"/>
                <a:gd name="csX61" fmla="*/ 850536 w 937295"/>
                <a:gd name="csY61" fmla="*/ 461598 h 832183"/>
                <a:gd name="csX62" fmla="*/ 828643 w 937295"/>
                <a:gd name="csY62" fmla="*/ 483570 h 832183"/>
                <a:gd name="csX63" fmla="*/ 828643 w 937295"/>
                <a:gd name="csY63" fmla="*/ 548671 h 832183"/>
                <a:gd name="csX64" fmla="*/ 850536 w 937295"/>
                <a:gd name="csY64" fmla="*/ 570643 h 832183"/>
                <a:gd name="csX65" fmla="*/ 915402 w 937295"/>
                <a:gd name="csY65" fmla="*/ 570643 h 832183"/>
                <a:gd name="csX66" fmla="*/ 937295 w 937295"/>
                <a:gd name="csY66" fmla="*/ 548671 h 832183"/>
                <a:gd name="csX67" fmla="*/ 937295 w 937295"/>
                <a:gd name="csY67" fmla="*/ 483570 h 832183"/>
                <a:gd name="csX68" fmla="*/ 915365 w 937295"/>
                <a:gd name="csY68" fmla="*/ 461598 h 832183"/>
                <a:gd name="csX69" fmla="*/ 836907 w 937295"/>
                <a:gd name="csY69" fmla="*/ 16216 h 832183"/>
                <a:gd name="csX70" fmla="*/ 836907 w 937295"/>
                <a:gd name="csY70" fmla="*/ 92006 h 832183"/>
                <a:gd name="csX71" fmla="*/ 836907 w 937295"/>
                <a:gd name="csY71" fmla="*/ 16216 h 832183"/>
                <a:gd name="csX72" fmla="*/ 100381 w 937295"/>
                <a:gd name="csY72" fmla="*/ 92006 h 832183"/>
                <a:gd name="csX73" fmla="*/ 100381 w 937295"/>
                <a:gd name="csY73" fmla="*/ 16216 h 832183"/>
                <a:gd name="csX74" fmla="*/ 100381 w 937295"/>
                <a:gd name="csY74" fmla="*/ 92006 h 832183"/>
                <a:gd name="csX75" fmla="*/ 86772 w 937295"/>
                <a:gd name="csY75" fmla="*/ 478222 h 832183"/>
                <a:gd name="csX76" fmla="*/ 92098 w 937295"/>
                <a:gd name="csY76" fmla="*/ 483566 h 832183"/>
                <a:gd name="csX77" fmla="*/ 92098 w 937295"/>
                <a:gd name="csY77" fmla="*/ 548667 h 832183"/>
                <a:gd name="csX78" fmla="*/ 86772 w 937295"/>
                <a:gd name="csY78" fmla="*/ 554011 h 832183"/>
                <a:gd name="csX79" fmla="*/ 21906 w 937295"/>
                <a:gd name="csY79" fmla="*/ 553974 h 832183"/>
                <a:gd name="csX80" fmla="*/ 16581 w 937295"/>
                <a:gd name="csY80" fmla="*/ 548630 h 832183"/>
                <a:gd name="csX81" fmla="*/ 16581 w 937295"/>
                <a:gd name="csY81" fmla="*/ 483529 h 832183"/>
                <a:gd name="csX82" fmla="*/ 21906 w 937295"/>
                <a:gd name="csY82" fmla="*/ 478185 h 832183"/>
                <a:gd name="csX83" fmla="*/ 468644 w 937295"/>
                <a:gd name="csY83" fmla="*/ 92006 h 832183"/>
                <a:gd name="csX84" fmla="*/ 468644 w 937295"/>
                <a:gd name="csY84" fmla="*/ 16216 h 832183"/>
                <a:gd name="csX85" fmla="*/ 468644 w 937295"/>
                <a:gd name="csY85" fmla="*/ 92006 h 832183"/>
                <a:gd name="csX86" fmla="*/ 920707 w 937295"/>
                <a:gd name="csY86" fmla="*/ 548666 h 832183"/>
                <a:gd name="csX87" fmla="*/ 915381 w 937295"/>
                <a:gd name="csY87" fmla="*/ 554010 h 832183"/>
                <a:gd name="csX88" fmla="*/ 850515 w 937295"/>
                <a:gd name="csY88" fmla="*/ 554010 h 832183"/>
                <a:gd name="csX89" fmla="*/ 845190 w 937295"/>
                <a:gd name="csY89" fmla="*/ 548666 h 832183"/>
                <a:gd name="csX90" fmla="*/ 845190 w 937295"/>
                <a:gd name="csY90" fmla="*/ 483566 h 832183"/>
                <a:gd name="csX91" fmla="*/ 850515 w 937295"/>
                <a:gd name="csY91" fmla="*/ 478221 h 832183"/>
                <a:gd name="csX92" fmla="*/ 915381 w 937295"/>
                <a:gd name="csY92" fmla="*/ 478221 h 832183"/>
                <a:gd name="csX93" fmla="*/ 920707 w 937295"/>
                <a:gd name="csY93" fmla="*/ 483566 h 8321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Lst>
              <a:rect l="l" t="t" r="r" b="b"/>
              <a:pathLst>
                <a:path w="937295" h="832183">
                  <a:moveTo>
                    <a:pt x="504697" y="178326"/>
                  </a:moveTo>
                  <a:cubicBezTo>
                    <a:pt x="503254" y="175653"/>
                    <a:pt x="500444" y="173983"/>
                    <a:pt x="497411" y="173983"/>
                  </a:cubicBezTo>
                  <a:lnTo>
                    <a:pt x="468714" y="173983"/>
                  </a:lnTo>
                  <a:cubicBezTo>
                    <a:pt x="468677" y="173946"/>
                    <a:pt x="439868" y="173983"/>
                    <a:pt x="439831" y="173983"/>
                  </a:cubicBezTo>
                  <a:cubicBezTo>
                    <a:pt x="436799" y="173983"/>
                    <a:pt x="434025" y="175653"/>
                    <a:pt x="432546" y="178326"/>
                  </a:cubicBezTo>
                  <a:lnTo>
                    <a:pt x="258367" y="498184"/>
                  </a:lnTo>
                  <a:cubicBezTo>
                    <a:pt x="249602" y="514254"/>
                    <a:pt x="247606" y="532775"/>
                    <a:pt x="252709" y="550368"/>
                  </a:cubicBezTo>
                  <a:lnTo>
                    <a:pt x="301710" y="719389"/>
                  </a:lnTo>
                  <a:lnTo>
                    <a:pt x="259107" y="820637"/>
                  </a:lnTo>
                  <a:cubicBezTo>
                    <a:pt x="256740" y="825870"/>
                    <a:pt x="260956" y="832366"/>
                    <a:pt x="266725" y="832180"/>
                  </a:cubicBezTo>
                  <a:lnTo>
                    <a:pt x="670599" y="832180"/>
                  </a:lnTo>
                  <a:cubicBezTo>
                    <a:pt x="676331" y="832328"/>
                    <a:pt x="680658" y="825870"/>
                    <a:pt x="678217" y="820637"/>
                  </a:cubicBezTo>
                  <a:lnTo>
                    <a:pt x="635614" y="719427"/>
                  </a:lnTo>
                  <a:lnTo>
                    <a:pt x="684615" y="550406"/>
                  </a:lnTo>
                  <a:cubicBezTo>
                    <a:pt x="689718" y="532813"/>
                    <a:pt x="687685" y="514292"/>
                    <a:pt x="678957" y="498222"/>
                  </a:cubicBezTo>
                  <a:close/>
                  <a:moveTo>
                    <a:pt x="468639" y="475437"/>
                  </a:moveTo>
                  <a:cubicBezTo>
                    <a:pt x="540532" y="477738"/>
                    <a:pt x="540532" y="582329"/>
                    <a:pt x="468639" y="584590"/>
                  </a:cubicBezTo>
                  <a:cubicBezTo>
                    <a:pt x="396747" y="582326"/>
                    <a:pt x="396785" y="477698"/>
                    <a:pt x="468639" y="475437"/>
                  </a:cubicBezTo>
                  <a:close/>
                  <a:moveTo>
                    <a:pt x="658061" y="815562"/>
                  </a:moveTo>
                  <a:lnTo>
                    <a:pt x="279180" y="815562"/>
                  </a:lnTo>
                  <a:lnTo>
                    <a:pt x="315903" y="728304"/>
                  </a:lnTo>
                  <a:lnTo>
                    <a:pt x="621336" y="728304"/>
                  </a:lnTo>
                  <a:close/>
                  <a:moveTo>
                    <a:pt x="668674" y="545738"/>
                  </a:moveTo>
                  <a:lnTo>
                    <a:pt x="620599" y="711606"/>
                  </a:lnTo>
                  <a:lnTo>
                    <a:pt x="316680" y="711606"/>
                  </a:lnTo>
                  <a:lnTo>
                    <a:pt x="268605" y="545738"/>
                  </a:lnTo>
                  <a:cubicBezTo>
                    <a:pt x="264758" y="532415"/>
                    <a:pt x="266275" y="518348"/>
                    <a:pt x="272894" y="506173"/>
                  </a:cubicBezTo>
                  <a:lnTo>
                    <a:pt x="444744" y="190658"/>
                  </a:lnTo>
                  <a:lnTo>
                    <a:pt x="460387" y="190658"/>
                  </a:lnTo>
                  <a:lnTo>
                    <a:pt x="460387" y="459331"/>
                  </a:lnTo>
                  <a:cubicBezTo>
                    <a:pt x="372852" y="471654"/>
                    <a:pt x="379731" y="598955"/>
                    <a:pt x="468597" y="601264"/>
                  </a:cubicBezTo>
                  <a:cubicBezTo>
                    <a:pt x="557427" y="598963"/>
                    <a:pt x="564377" y="471806"/>
                    <a:pt x="476955" y="459369"/>
                  </a:cubicBezTo>
                  <a:lnTo>
                    <a:pt x="476992" y="190658"/>
                  </a:lnTo>
                  <a:lnTo>
                    <a:pt x="492524" y="190658"/>
                  </a:lnTo>
                  <a:lnTo>
                    <a:pt x="664374" y="506173"/>
                  </a:lnTo>
                  <a:cubicBezTo>
                    <a:pt x="670993" y="518347"/>
                    <a:pt x="672510" y="532414"/>
                    <a:pt x="668664" y="545738"/>
                  </a:cubicBezTo>
                  <a:close/>
                  <a:moveTo>
                    <a:pt x="915382" y="461598"/>
                  </a:moveTo>
                  <a:lnTo>
                    <a:pt x="891011" y="461598"/>
                  </a:lnTo>
                  <a:cubicBezTo>
                    <a:pt x="887387" y="273127"/>
                    <a:pt x="761575" y="112979"/>
                    <a:pt x="585985" y="62422"/>
                  </a:cubicBezTo>
                  <a:lnTo>
                    <a:pt x="783425" y="62422"/>
                  </a:lnTo>
                  <a:cubicBezTo>
                    <a:pt x="794889" y="128116"/>
                    <a:pt x="889639" y="121138"/>
                    <a:pt x="891229" y="54108"/>
                  </a:cubicBezTo>
                  <a:cubicBezTo>
                    <a:pt x="889602" y="-12959"/>
                    <a:pt x="794890" y="-19900"/>
                    <a:pt x="783425" y="45794"/>
                  </a:cubicBezTo>
                  <a:lnTo>
                    <a:pt x="522110" y="45794"/>
                  </a:lnTo>
                  <a:cubicBezTo>
                    <a:pt x="512235" y="-15186"/>
                    <a:pt x="424994" y="-15149"/>
                    <a:pt x="415158" y="45794"/>
                  </a:cubicBezTo>
                  <a:lnTo>
                    <a:pt x="153842" y="45794"/>
                  </a:lnTo>
                  <a:cubicBezTo>
                    <a:pt x="142378" y="-19937"/>
                    <a:pt x="47629" y="-12922"/>
                    <a:pt x="46038" y="54108"/>
                  </a:cubicBezTo>
                  <a:cubicBezTo>
                    <a:pt x="47629" y="121138"/>
                    <a:pt x="142377" y="128116"/>
                    <a:pt x="153842" y="62422"/>
                  </a:cubicBezTo>
                  <a:lnTo>
                    <a:pt x="351178" y="62422"/>
                  </a:lnTo>
                  <a:cubicBezTo>
                    <a:pt x="175626" y="112936"/>
                    <a:pt x="49816" y="273089"/>
                    <a:pt x="46190" y="461598"/>
                  </a:cubicBezTo>
                  <a:lnTo>
                    <a:pt x="21893" y="461598"/>
                  </a:lnTo>
                  <a:cubicBezTo>
                    <a:pt x="9801" y="461598"/>
                    <a:pt x="0" y="471434"/>
                    <a:pt x="0" y="483570"/>
                  </a:cubicBezTo>
                  <a:lnTo>
                    <a:pt x="0" y="548671"/>
                  </a:lnTo>
                  <a:cubicBezTo>
                    <a:pt x="0" y="560770"/>
                    <a:pt x="9801" y="570643"/>
                    <a:pt x="21893" y="570643"/>
                  </a:cubicBezTo>
                  <a:lnTo>
                    <a:pt x="86759" y="570643"/>
                  </a:lnTo>
                  <a:cubicBezTo>
                    <a:pt x="98815" y="570643"/>
                    <a:pt x="108652" y="560807"/>
                    <a:pt x="108652" y="548671"/>
                  </a:cubicBezTo>
                  <a:lnTo>
                    <a:pt x="108652" y="483570"/>
                  </a:lnTo>
                  <a:cubicBezTo>
                    <a:pt x="108652" y="471471"/>
                    <a:pt x="98852" y="461598"/>
                    <a:pt x="86759" y="461598"/>
                  </a:cubicBezTo>
                  <a:lnTo>
                    <a:pt x="62758" y="461598"/>
                  </a:lnTo>
                  <a:cubicBezTo>
                    <a:pt x="66789" y="259806"/>
                    <a:pt x="216563" y="91895"/>
                    <a:pt x="415707" y="65985"/>
                  </a:cubicBezTo>
                  <a:cubicBezTo>
                    <a:pt x="428317" y="122289"/>
                    <a:pt x="508975" y="122252"/>
                    <a:pt x="521589" y="65985"/>
                  </a:cubicBezTo>
                  <a:cubicBezTo>
                    <a:pt x="720657" y="91966"/>
                    <a:pt x="870439" y="259910"/>
                    <a:pt x="874463" y="461598"/>
                  </a:cubicBezTo>
                  <a:lnTo>
                    <a:pt x="850536" y="461598"/>
                  </a:lnTo>
                  <a:cubicBezTo>
                    <a:pt x="838480" y="461598"/>
                    <a:pt x="828643" y="471434"/>
                    <a:pt x="828643" y="483570"/>
                  </a:cubicBezTo>
                  <a:lnTo>
                    <a:pt x="828643" y="548671"/>
                  </a:lnTo>
                  <a:cubicBezTo>
                    <a:pt x="828643" y="560770"/>
                    <a:pt x="838443" y="570643"/>
                    <a:pt x="850536" y="570643"/>
                  </a:cubicBezTo>
                  <a:lnTo>
                    <a:pt x="915402" y="570643"/>
                  </a:lnTo>
                  <a:cubicBezTo>
                    <a:pt x="927458" y="570643"/>
                    <a:pt x="937295" y="560807"/>
                    <a:pt x="937295" y="548671"/>
                  </a:cubicBezTo>
                  <a:lnTo>
                    <a:pt x="937295" y="483570"/>
                  </a:lnTo>
                  <a:cubicBezTo>
                    <a:pt x="937258" y="471434"/>
                    <a:pt x="927458" y="461598"/>
                    <a:pt x="915365" y="461598"/>
                  </a:cubicBezTo>
                  <a:close/>
                  <a:moveTo>
                    <a:pt x="836907" y="16216"/>
                  </a:moveTo>
                  <a:cubicBezTo>
                    <a:pt x="886684" y="17515"/>
                    <a:pt x="886684" y="90669"/>
                    <a:pt x="836907" y="92006"/>
                  </a:cubicBezTo>
                  <a:cubicBezTo>
                    <a:pt x="787130" y="90670"/>
                    <a:pt x="787167" y="17516"/>
                    <a:pt x="836907" y="16216"/>
                  </a:cubicBezTo>
                  <a:close/>
                  <a:moveTo>
                    <a:pt x="100381" y="92006"/>
                  </a:moveTo>
                  <a:cubicBezTo>
                    <a:pt x="50604" y="90707"/>
                    <a:pt x="50604" y="17553"/>
                    <a:pt x="100381" y="16216"/>
                  </a:cubicBezTo>
                  <a:cubicBezTo>
                    <a:pt x="150159" y="17515"/>
                    <a:pt x="150122" y="90669"/>
                    <a:pt x="100381" y="92006"/>
                  </a:cubicBezTo>
                  <a:close/>
                  <a:moveTo>
                    <a:pt x="86772" y="478222"/>
                  </a:moveTo>
                  <a:cubicBezTo>
                    <a:pt x="89694" y="478222"/>
                    <a:pt x="92098" y="480597"/>
                    <a:pt x="92098" y="483566"/>
                  </a:cubicBezTo>
                  <a:lnTo>
                    <a:pt x="92098" y="548667"/>
                  </a:lnTo>
                  <a:cubicBezTo>
                    <a:pt x="92098" y="551599"/>
                    <a:pt x="89731" y="554011"/>
                    <a:pt x="86772" y="554011"/>
                  </a:cubicBezTo>
                  <a:lnTo>
                    <a:pt x="21906" y="553974"/>
                  </a:lnTo>
                  <a:cubicBezTo>
                    <a:pt x="18985" y="553974"/>
                    <a:pt x="16581" y="551599"/>
                    <a:pt x="16581" y="548630"/>
                  </a:cubicBezTo>
                  <a:lnTo>
                    <a:pt x="16581" y="483529"/>
                  </a:lnTo>
                  <a:cubicBezTo>
                    <a:pt x="16581" y="480597"/>
                    <a:pt x="18948" y="478185"/>
                    <a:pt x="21906" y="478185"/>
                  </a:cubicBezTo>
                  <a:close/>
                  <a:moveTo>
                    <a:pt x="468644" y="92006"/>
                  </a:moveTo>
                  <a:cubicBezTo>
                    <a:pt x="418867" y="90707"/>
                    <a:pt x="418904" y="17553"/>
                    <a:pt x="468644" y="16216"/>
                  </a:cubicBezTo>
                  <a:cubicBezTo>
                    <a:pt x="518421" y="17515"/>
                    <a:pt x="518421" y="90669"/>
                    <a:pt x="468644" y="92006"/>
                  </a:cubicBezTo>
                  <a:close/>
                  <a:moveTo>
                    <a:pt x="920707" y="548666"/>
                  </a:moveTo>
                  <a:cubicBezTo>
                    <a:pt x="920707" y="551598"/>
                    <a:pt x="918340" y="554010"/>
                    <a:pt x="915381" y="554010"/>
                  </a:cubicBezTo>
                  <a:lnTo>
                    <a:pt x="850515" y="554010"/>
                  </a:lnTo>
                  <a:cubicBezTo>
                    <a:pt x="847594" y="554010"/>
                    <a:pt x="845190" y="551635"/>
                    <a:pt x="845190" y="548666"/>
                  </a:cubicBezTo>
                  <a:lnTo>
                    <a:pt x="845190" y="483566"/>
                  </a:lnTo>
                  <a:cubicBezTo>
                    <a:pt x="845190" y="480633"/>
                    <a:pt x="847557" y="478221"/>
                    <a:pt x="850515" y="478221"/>
                  </a:cubicBezTo>
                  <a:lnTo>
                    <a:pt x="915381" y="478221"/>
                  </a:lnTo>
                  <a:cubicBezTo>
                    <a:pt x="918303" y="478221"/>
                    <a:pt x="920707" y="480596"/>
                    <a:pt x="920707" y="483566"/>
                  </a:cubicBezTo>
                  <a:close/>
                </a:path>
              </a:pathLst>
            </a:custGeom>
            <a:solidFill>
              <a:schemeClr val="bg1"/>
            </a:solidFill>
            <a:ln w="3175" cap="flat">
              <a:solidFill>
                <a:schemeClr val="bg1"/>
              </a:solidFill>
              <a:prstDash val="solid"/>
              <a:miter/>
            </a:ln>
          </p:spPr>
          <p:txBody>
            <a:bodyPr/>
            <a:lstStyle/>
            <a:p>
              <a:endParaRPr lang="en-US"/>
            </a:p>
          </p:txBody>
        </p:sp>
        <p:sp>
          <p:nvSpPr>
            <p:cNvPr id="54" name="Freeform 53">
              <a:extLst>
                <a:ext uri="{FF2B5EF4-FFF2-40B4-BE49-F238E27FC236}">
                  <a16:creationId xmlns:a16="http://schemas.microsoft.com/office/drawing/2014/main" id="{BE021251-5908-4D86-6DEE-47F66037704F}"/>
                </a:ext>
              </a:extLst>
            </p:cNvPr>
            <p:cNvSpPr>
              <a:spLocks noChangeAspect="1"/>
            </p:cNvSpPr>
            <p:nvPr/>
          </p:nvSpPr>
          <p:spPr>
            <a:xfrm>
              <a:off x="10236304" y="4182536"/>
              <a:ext cx="217202" cy="173941"/>
            </a:xfrm>
            <a:custGeom>
              <a:avLst/>
              <a:gdLst>
                <a:gd name="csX0" fmla="*/ 284795 w 749835"/>
                <a:gd name="csY0" fmla="*/ 559118 h 600492"/>
                <a:gd name="csX1" fmla="*/ 310978 w 749835"/>
                <a:gd name="csY1" fmla="*/ 599722 h 600492"/>
                <a:gd name="csX2" fmla="*/ 351435 w 749835"/>
                <a:gd name="csY2" fmla="*/ 573445 h 600492"/>
                <a:gd name="csX3" fmla="*/ 465042 w 749835"/>
                <a:gd name="csY3" fmla="*/ 41362 h 600492"/>
                <a:gd name="csX4" fmla="*/ 438860 w 749835"/>
                <a:gd name="csY4" fmla="*/ 758 h 600492"/>
                <a:gd name="csX5" fmla="*/ 398402 w 749835"/>
                <a:gd name="csY5" fmla="*/ 27035 h 600492"/>
                <a:gd name="csX6" fmla="*/ 209685 w 749835"/>
                <a:gd name="csY6" fmla="*/ 124055 h 600492"/>
                <a:gd name="csX7" fmla="*/ 161461 w 749835"/>
                <a:gd name="csY7" fmla="*/ 124055 h 600492"/>
                <a:gd name="csX8" fmla="*/ 9985 w 749835"/>
                <a:gd name="csY8" fmla="*/ 276079 h 600492"/>
                <a:gd name="csX9" fmla="*/ 9985 w 749835"/>
                <a:gd name="csY9" fmla="*/ 324439 h 600492"/>
                <a:gd name="csX10" fmla="*/ 161461 w 749835"/>
                <a:gd name="csY10" fmla="*/ 476463 h 600492"/>
                <a:gd name="csX11" fmla="*/ 209685 w 749835"/>
                <a:gd name="csY11" fmla="*/ 476463 h 600492"/>
                <a:gd name="csX12" fmla="*/ 209685 w 749835"/>
                <a:gd name="csY12" fmla="*/ 428103 h 600492"/>
                <a:gd name="csX13" fmla="*/ 82284 w 749835"/>
                <a:gd name="csY13" fmla="*/ 300241 h 600492"/>
                <a:gd name="csX14" fmla="*/ 209685 w 749835"/>
                <a:gd name="csY14" fmla="*/ 172418 h 600492"/>
                <a:gd name="csX15" fmla="*/ 209685 w 749835"/>
                <a:gd name="csY15" fmla="*/ 124057 h 600492"/>
                <a:gd name="csX16" fmla="*/ 540150 w 749835"/>
                <a:gd name="csY16" fmla="*/ 124055 h 600492"/>
                <a:gd name="csX17" fmla="*/ 588374 w 749835"/>
                <a:gd name="csY17" fmla="*/ 124055 h 600492"/>
                <a:gd name="csX18" fmla="*/ 739851 w 749835"/>
                <a:gd name="csY18" fmla="*/ 276079 h 600492"/>
                <a:gd name="csX19" fmla="*/ 739851 w 749835"/>
                <a:gd name="csY19" fmla="*/ 324439 h 600492"/>
                <a:gd name="csX20" fmla="*/ 588374 w 749835"/>
                <a:gd name="csY20" fmla="*/ 476463 h 600492"/>
                <a:gd name="csX21" fmla="*/ 540150 w 749835"/>
                <a:gd name="csY21" fmla="*/ 476463 h 600492"/>
                <a:gd name="csX22" fmla="*/ 540150 w 749835"/>
                <a:gd name="csY22" fmla="*/ 428103 h 600492"/>
                <a:gd name="csX23" fmla="*/ 667551 w 749835"/>
                <a:gd name="csY23" fmla="*/ 300241 h 600492"/>
                <a:gd name="csX24" fmla="*/ 540150 w 749835"/>
                <a:gd name="csY24" fmla="*/ 172418 h 600492"/>
                <a:gd name="csX25" fmla="*/ 540150 w 749835"/>
                <a:gd name="csY25" fmla="*/ 124057 h 600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49835" h="600492">
                  <a:moveTo>
                    <a:pt x="284795" y="559118"/>
                  </a:moveTo>
                  <a:cubicBezTo>
                    <a:pt x="280838" y="577602"/>
                    <a:pt x="292561" y="595788"/>
                    <a:pt x="310978" y="599722"/>
                  </a:cubicBezTo>
                  <a:cubicBezTo>
                    <a:pt x="329394" y="603693"/>
                    <a:pt x="347516" y="591928"/>
                    <a:pt x="351435" y="573445"/>
                  </a:cubicBezTo>
                  <a:lnTo>
                    <a:pt x="465042" y="41362"/>
                  </a:lnTo>
                  <a:cubicBezTo>
                    <a:pt x="468999" y="22916"/>
                    <a:pt x="457276" y="4729"/>
                    <a:pt x="438860" y="758"/>
                  </a:cubicBezTo>
                  <a:cubicBezTo>
                    <a:pt x="420443" y="-3176"/>
                    <a:pt x="402359" y="8589"/>
                    <a:pt x="398402" y="27035"/>
                  </a:cubicBezTo>
                  <a:close/>
                  <a:moveTo>
                    <a:pt x="209685" y="124055"/>
                  </a:moveTo>
                  <a:cubicBezTo>
                    <a:pt x="196373" y="110694"/>
                    <a:pt x="174775" y="110694"/>
                    <a:pt x="161461" y="124055"/>
                  </a:cubicBezTo>
                  <a:lnTo>
                    <a:pt x="9985" y="276079"/>
                  </a:lnTo>
                  <a:cubicBezTo>
                    <a:pt x="-3328" y="289440"/>
                    <a:pt x="-3328" y="311078"/>
                    <a:pt x="9985" y="324439"/>
                  </a:cubicBezTo>
                  <a:lnTo>
                    <a:pt x="161461" y="476463"/>
                  </a:lnTo>
                  <a:cubicBezTo>
                    <a:pt x="174774" y="489824"/>
                    <a:pt x="196372" y="489824"/>
                    <a:pt x="209685" y="476463"/>
                  </a:cubicBezTo>
                  <a:cubicBezTo>
                    <a:pt x="222999" y="463102"/>
                    <a:pt x="222998" y="441464"/>
                    <a:pt x="209685" y="428103"/>
                  </a:cubicBezTo>
                  <a:lnTo>
                    <a:pt x="82284" y="300241"/>
                  </a:lnTo>
                  <a:lnTo>
                    <a:pt x="209685" y="172418"/>
                  </a:lnTo>
                  <a:cubicBezTo>
                    <a:pt x="222998" y="159057"/>
                    <a:pt x="222998" y="137418"/>
                    <a:pt x="209685" y="124057"/>
                  </a:cubicBezTo>
                  <a:close/>
                  <a:moveTo>
                    <a:pt x="540150" y="124055"/>
                  </a:moveTo>
                  <a:cubicBezTo>
                    <a:pt x="553463" y="110694"/>
                    <a:pt x="575061" y="110694"/>
                    <a:pt x="588374" y="124055"/>
                  </a:cubicBezTo>
                  <a:lnTo>
                    <a:pt x="739851" y="276079"/>
                  </a:lnTo>
                  <a:cubicBezTo>
                    <a:pt x="753164" y="289440"/>
                    <a:pt x="753164" y="311078"/>
                    <a:pt x="739851" y="324439"/>
                  </a:cubicBezTo>
                  <a:lnTo>
                    <a:pt x="588374" y="476463"/>
                  </a:lnTo>
                  <a:cubicBezTo>
                    <a:pt x="575062" y="489824"/>
                    <a:pt x="553464" y="489824"/>
                    <a:pt x="540150" y="476463"/>
                  </a:cubicBezTo>
                  <a:cubicBezTo>
                    <a:pt x="526836" y="463102"/>
                    <a:pt x="526837" y="441464"/>
                    <a:pt x="540150" y="428103"/>
                  </a:cubicBezTo>
                  <a:lnTo>
                    <a:pt x="667551" y="300241"/>
                  </a:lnTo>
                  <a:lnTo>
                    <a:pt x="540150" y="172418"/>
                  </a:lnTo>
                  <a:cubicBezTo>
                    <a:pt x="526837" y="159057"/>
                    <a:pt x="526837" y="137418"/>
                    <a:pt x="540150" y="124057"/>
                  </a:cubicBezTo>
                  <a:close/>
                </a:path>
              </a:pathLst>
            </a:custGeom>
            <a:solidFill>
              <a:schemeClr val="bg1"/>
            </a:solidFill>
            <a:ln w="9438" cap="flat">
              <a:noFill/>
              <a:prstDash val="solid"/>
              <a:miter/>
            </a:ln>
          </p:spPr>
          <p:txBody>
            <a:bodyPr/>
            <a:lstStyle/>
            <a:p>
              <a:endParaRPr lang="en-US"/>
            </a:p>
          </p:txBody>
        </p:sp>
        <p:grpSp>
          <p:nvGrpSpPr>
            <p:cNvPr id="55" name="Group 54">
              <a:extLst>
                <a:ext uri="{FF2B5EF4-FFF2-40B4-BE49-F238E27FC236}">
                  <a16:creationId xmlns:a16="http://schemas.microsoft.com/office/drawing/2014/main" id="{CCA782AA-262E-EAA1-7A1D-1B68E0CED3CE}"/>
                </a:ext>
              </a:extLst>
            </p:cNvPr>
            <p:cNvGrpSpPr>
              <a:grpSpLocks noChangeAspect="1"/>
            </p:cNvGrpSpPr>
            <p:nvPr/>
          </p:nvGrpSpPr>
          <p:grpSpPr>
            <a:xfrm>
              <a:off x="8290270" y="5247403"/>
              <a:ext cx="252656" cy="247041"/>
              <a:chOff x="8221543" y="2204882"/>
              <a:chExt cx="305714" cy="298920"/>
            </a:xfrm>
            <a:solidFill>
              <a:schemeClr val="bg1"/>
            </a:solidFill>
          </p:grpSpPr>
          <p:sp>
            <p:nvSpPr>
              <p:cNvPr id="56" name="Freeform 55">
                <a:extLst>
                  <a:ext uri="{FF2B5EF4-FFF2-40B4-BE49-F238E27FC236}">
                    <a16:creationId xmlns:a16="http://schemas.microsoft.com/office/drawing/2014/main" id="{D54CA1DE-3E96-2F6C-5770-A1B051FBDD4B}"/>
                  </a:ext>
                </a:extLst>
              </p:cNvPr>
              <p:cNvSpPr/>
              <p:nvPr/>
            </p:nvSpPr>
            <p:spPr>
              <a:xfrm>
                <a:off x="8284223" y="2261698"/>
                <a:ext cx="154495" cy="151578"/>
              </a:xfrm>
              <a:custGeom>
                <a:avLst/>
                <a:gdLst>
                  <a:gd name="csX0" fmla="*/ 145542 w 154495"/>
                  <a:gd name="csY0" fmla="*/ 83820 h 151578"/>
                  <a:gd name="csX1" fmla="*/ 131731 w 154495"/>
                  <a:gd name="csY1" fmla="*/ 83820 h 151578"/>
                  <a:gd name="csX2" fmla="*/ 131731 w 154495"/>
                  <a:gd name="csY2" fmla="*/ 72085 h 151578"/>
                  <a:gd name="csX3" fmla="*/ 128778 w 154495"/>
                  <a:gd name="csY3" fmla="*/ 59605 h 151578"/>
                  <a:gd name="csX4" fmla="*/ 145161 w 154495"/>
                  <a:gd name="csY4" fmla="*/ 47591 h 151578"/>
                  <a:gd name="csX5" fmla="*/ 146971 w 154495"/>
                  <a:gd name="csY5" fmla="*/ 35298 h 151578"/>
                  <a:gd name="csX6" fmla="*/ 134398 w 154495"/>
                  <a:gd name="csY6" fmla="*/ 33528 h 151578"/>
                  <a:gd name="csX7" fmla="*/ 117824 w 154495"/>
                  <a:gd name="csY7" fmla="*/ 45729 h 151578"/>
                  <a:gd name="csX8" fmla="*/ 114300 w 154495"/>
                  <a:gd name="csY8" fmla="*/ 43400 h 151578"/>
                  <a:gd name="csX9" fmla="*/ 114300 w 154495"/>
                  <a:gd name="csY9" fmla="*/ 36602 h 151578"/>
                  <a:gd name="csX10" fmla="*/ 77248 w 154495"/>
                  <a:gd name="csY10" fmla="*/ 0 h 151578"/>
                  <a:gd name="csX11" fmla="*/ 77248 w 154495"/>
                  <a:gd name="csY11" fmla="*/ 0 h 151578"/>
                  <a:gd name="csX12" fmla="*/ 39815 w 154495"/>
                  <a:gd name="csY12" fmla="*/ 36415 h 151578"/>
                  <a:gd name="csX13" fmla="*/ 39815 w 154495"/>
                  <a:gd name="csY13" fmla="*/ 36508 h 151578"/>
                  <a:gd name="csX14" fmla="*/ 39814 w 154495"/>
                  <a:gd name="csY14" fmla="*/ 44332 h 151578"/>
                  <a:gd name="csX15" fmla="*/ 37052 w 154495"/>
                  <a:gd name="csY15" fmla="*/ 46194 h 151578"/>
                  <a:gd name="csX16" fmla="*/ 19621 w 154495"/>
                  <a:gd name="csY16" fmla="*/ 33528 h 151578"/>
                  <a:gd name="csX17" fmla="*/ 7048 w 154495"/>
                  <a:gd name="csY17" fmla="*/ 35298 h 151578"/>
                  <a:gd name="csX18" fmla="*/ 8858 w 154495"/>
                  <a:gd name="csY18" fmla="*/ 47591 h 151578"/>
                  <a:gd name="csX19" fmla="*/ 25813 w 154495"/>
                  <a:gd name="csY19" fmla="*/ 59978 h 151578"/>
                  <a:gd name="csX20" fmla="*/ 22765 w 154495"/>
                  <a:gd name="csY20" fmla="*/ 74507 h 151578"/>
                  <a:gd name="csX21" fmla="*/ 22765 w 154495"/>
                  <a:gd name="csY21" fmla="*/ 83820 h 151578"/>
                  <a:gd name="csX22" fmla="*/ 8953 w 154495"/>
                  <a:gd name="csY22" fmla="*/ 83820 h 151578"/>
                  <a:gd name="csX23" fmla="*/ 0 w 154495"/>
                  <a:gd name="csY23" fmla="*/ 92575 h 151578"/>
                  <a:gd name="csX24" fmla="*/ 8953 w 154495"/>
                  <a:gd name="csY24" fmla="*/ 101329 h 151578"/>
                  <a:gd name="csX25" fmla="*/ 24003 w 154495"/>
                  <a:gd name="csY25" fmla="*/ 101329 h 151578"/>
                  <a:gd name="csX26" fmla="*/ 31147 w 154495"/>
                  <a:gd name="csY26" fmla="*/ 119956 h 151578"/>
                  <a:gd name="csX27" fmla="*/ 14478 w 154495"/>
                  <a:gd name="csY27" fmla="*/ 136161 h 151578"/>
                  <a:gd name="csX28" fmla="*/ 14002 w 154495"/>
                  <a:gd name="csY28" fmla="*/ 148548 h 151578"/>
                  <a:gd name="csX29" fmla="*/ 26670 w 154495"/>
                  <a:gd name="csY29" fmla="*/ 149013 h 151578"/>
                  <a:gd name="csX30" fmla="*/ 42386 w 154495"/>
                  <a:gd name="csY30" fmla="*/ 133740 h 151578"/>
                  <a:gd name="csX31" fmla="*/ 77248 w 154495"/>
                  <a:gd name="csY31" fmla="*/ 146033 h 151578"/>
                  <a:gd name="csX32" fmla="*/ 77248 w 154495"/>
                  <a:gd name="csY32" fmla="*/ 146033 h 151578"/>
                  <a:gd name="csX33" fmla="*/ 112109 w 154495"/>
                  <a:gd name="csY33" fmla="*/ 133740 h 151578"/>
                  <a:gd name="csX34" fmla="*/ 127825 w 154495"/>
                  <a:gd name="csY34" fmla="*/ 149013 h 151578"/>
                  <a:gd name="csX35" fmla="*/ 140494 w 154495"/>
                  <a:gd name="csY35" fmla="*/ 149013 h 151578"/>
                  <a:gd name="csX36" fmla="*/ 140494 w 154495"/>
                  <a:gd name="csY36" fmla="*/ 136627 h 151578"/>
                  <a:gd name="csX37" fmla="*/ 123825 w 154495"/>
                  <a:gd name="csY37" fmla="*/ 120328 h 151578"/>
                  <a:gd name="csX38" fmla="*/ 130969 w 154495"/>
                  <a:gd name="csY38" fmla="*/ 101702 h 151578"/>
                  <a:gd name="csX39" fmla="*/ 145542 w 154495"/>
                  <a:gd name="csY39" fmla="*/ 101702 h 151578"/>
                  <a:gd name="csX40" fmla="*/ 154496 w 154495"/>
                  <a:gd name="csY40" fmla="*/ 92947 h 151578"/>
                  <a:gd name="csX41" fmla="*/ 145542 w 154495"/>
                  <a:gd name="csY41" fmla="*/ 84193 h 151578"/>
                  <a:gd name="csX42" fmla="*/ 57721 w 154495"/>
                  <a:gd name="csY42" fmla="*/ 37253 h 151578"/>
                  <a:gd name="csX43" fmla="*/ 76766 w 154495"/>
                  <a:gd name="csY43" fmla="*/ 18621 h 151578"/>
                  <a:gd name="csX44" fmla="*/ 77248 w 154495"/>
                  <a:gd name="csY44" fmla="*/ 18627 h 151578"/>
                  <a:gd name="csX45" fmla="*/ 77248 w 154495"/>
                  <a:gd name="csY45" fmla="*/ 18627 h 151578"/>
                  <a:gd name="csX46" fmla="*/ 96768 w 154495"/>
                  <a:gd name="csY46" fmla="*/ 36782 h 151578"/>
                  <a:gd name="csX47" fmla="*/ 96774 w 154495"/>
                  <a:gd name="csY47" fmla="*/ 37253 h 151578"/>
                  <a:gd name="csX48" fmla="*/ 96774 w 154495"/>
                  <a:gd name="csY48" fmla="*/ 39675 h 151578"/>
                  <a:gd name="csX49" fmla="*/ 57721 w 154495"/>
                  <a:gd name="csY49" fmla="*/ 39675 h 151578"/>
                  <a:gd name="csX50" fmla="*/ 77248 w 154495"/>
                  <a:gd name="csY50" fmla="*/ 128710 h 151578"/>
                  <a:gd name="csX51" fmla="*/ 77248 w 154495"/>
                  <a:gd name="csY51" fmla="*/ 128710 h 151578"/>
                  <a:gd name="csX52" fmla="*/ 40672 w 154495"/>
                  <a:gd name="csY52" fmla="*/ 92947 h 151578"/>
                  <a:gd name="csX53" fmla="*/ 40672 w 154495"/>
                  <a:gd name="csY53" fmla="*/ 74507 h 151578"/>
                  <a:gd name="csX54" fmla="*/ 58579 w 154495"/>
                  <a:gd name="csY54" fmla="*/ 56998 h 151578"/>
                  <a:gd name="csX55" fmla="*/ 97917 w 154495"/>
                  <a:gd name="csY55" fmla="*/ 56998 h 151578"/>
                  <a:gd name="csX56" fmla="*/ 102870 w 154495"/>
                  <a:gd name="csY56" fmla="*/ 57743 h 151578"/>
                  <a:gd name="csX57" fmla="*/ 113824 w 154495"/>
                  <a:gd name="csY57" fmla="*/ 72551 h 151578"/>
                  <a:gd name="csX58" fmla="*/ 113824 w 154495"/>
                  <a:gd name="csY58" fmla="*/ 92761 h 151578"/>
                  <a:gd name="csX59" fmla="*/ 77248 w 154495"/>
                  <a:gd name="csY59" fmla="*/ 128058 h 1515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Lst>
                <a:rect l="l" t="t" r="r" b="b"/>
                <a:pathLst>
                  <a:path w="154495" h="151578">
                    <a:moveTo>
                      <a:pt x="145542" y="83820"/>
                    </a:moveTo>
                    <a:lnTo>
                      <a:pt x="131731" y="83820"/>
                    </a:lnTo>
                    <a:lnTo>
                      <a:pt x="131731" y="72085"/>
                    </a:lnTo>
                    <a:cubicBezTo>
                      <a:pt x="131595" y="67776"/>
                      <a:pt x="130592" y="63535"/>
                      <a:pt x="128778" y="59605"/>
                    </a:cubicBezTo>
                    <a:lnTo>
                      <a:pt x="145161" y="47591"/>
                    </a:lnTo>
                    <a:cubicBezTo>
                      <a:pt x="149133" y="44685"/>
                      <a:pt x="149943" y="39181"/>
                      <a:pt x="146971" y="35298"/>
                    </a:cubicBezTo>
                    <a:cubicBezTo>
                      <a:pt x="143999" y="31414"/>
                      <a:pt x="138369" y="30622"/>
                      <a:pt x="134398" y="33528"/>
                    </a:cubicBezTo>
                    <a:lnTo>
                      <a:pt x="117824" y="45729"/>
                    </a:lnTo>
                    <a:cubicBezTo>
                      <a:pt x="116703" y="44878"/>
                      <a:pt x="115526" y="44100"/>
                      <a:pt x="114300" y="43400"/>
                    </a:cubicBezTo>
                    <a:lnTo>
                      <a:pt x="114300" y="36602"/>
                    </a:lnTo>
                    <a:cubicBezTo>
                      <a:pt x="114353" y="16511"/>
                      <a:pt x="97794" y="154"/>
                      <a:pt x="77248" y="0"/>
                    </a:cubicBezTo>
                    <a:lnTo>
                      <a:pt x="77248" y="0"/>
                    </a:lnTo>
                    <a:cubicBezTo>
                      <a:pt x="56627" y="-51"/>
                      <a:pt x="39867" y="16252"/>
                      <a:pt x="39815" y="36415"/>
                    </a:cubicBezTo>
                    <a:cubicBezTo>
                      <a:pt x="39815" y="36446"/>
                      <a:pt x="39815" y="36477"/>
                      <a:pt x="39815" y="36508"/>
                    </a:cubicBezTo>
                    <a:lnTo>
                      <a:pt x="39814" y="44332"/>
                    </a:lnTo>
                    <a:lnTo>
                      <a:pt x="37052" y="46194"/>
                    </a:lnTo>
                    <a:lnTo>
                      <a:pt x="19621" y="33528"/>
                    </a:lnTo>
                    <a:cubicBezTo>
                      <a:pt x="15650" y="30622"/>
                      <a:pt x="10021" y="31414"/>
                      <a:pt x="7048" y="35298"/>
                    </a:cubicBezTo>
                    <a:cubicBezTo>
                      <a:pt x="4076" y="39181"/>
                      <a:pt x="4887" y="44685"/>
                      <a:pt x="8858" y="47591"/>
                    </a:cubicBezTo>
                    <a:lnTo>
                      <a:pt x="25813" y="59978"/>
                    </a:lnTo>
                    <a:cubicBezTo>
                      <a:pt x="23778" y="64562"/>
                      <a:pt x="22740" y="69510"/>
                      <a:pt x="22765" y="74507"/>
                    </a:cubicBezTo>
                    <a:lnTo>
                      <a:pt x="22765" y="83820"/>
                    </a:lnTo>
                    <a:lnTo>
                      <a:pt x="8953" y="83820"/>
                    </a:lnTo>
                    <a:cubicBezTo>
                      <a:pt x="4009" y="83820"/>
                      <a:pt x="0" y="87740"/>
                      <a:pt x="0" y="92575"/>
                    </a:cubicBezTo>
                    <a:cubicBezTo>
                      <a:pt x="0" y="97410"/>
                      <a:pt x="4009" y="101329"/>
                      <a:pt x="8953" y="101329"/>
                    </a:cubicBezTo>
                    <a:lnTo>
                      <a:pt x="24003" y="101329"/>
                    </a:lnTo>
                    <a:cubicBezTo>
                      <a:pt x="25154" y="107925"/>
                      <a:pt x="27578" y="114247"/>
                      <a:pt x="31147" y="119956"/>
                    </a:cubicBezTo>
                    <a:lnTo>
                      <a:pt x="14478" y="136161"/>
                    </a:lnTo>
                    <a:cubicBezTo>
                      <a:pt x="10848" y="139453"/>
                      <a:pt x="10635" y="144999"/>
                      <a:pt x="14002" y="148548"/>
                    </a:cubicBezTo>
                    <a:cubicBezTo>
                      <a:pt x="17368" y="152097"/>
                      <a:pt x="23040" y="152305"/>
                      <a:pt x="26670" y="149013"/>
                    </a:cubicBezTo>
                    <a:lnTo>
                      <a:pt x="42386" y="133740"/>
                    </a:lnTo>
                    <a:cubicBezTo>
                      <a:pt x="52177" y="141702"/>
                      <a:pt x="64514" y="146052"/>
                      <a:pt x="77248" y="146033"/>
                    </a:cubicBezTo>
                    <a:lnTo>
                      <a:pt x="77248" y="146033"/>
                    </a:lnTo>
                    <a:cubicBezTo>
                      <a:pt x="89979" y="146036"/>
                      <a:pt x="102311" y="141688"/>
                      <a:pt x="112109" y="133740"/>
                    </a:cubicBezTo>
                    <a:lnTo>
                      <a:pt x="127825" y="149013"/>
                    </a:lnTo>
                    <a:cubicBezTo>
                      <a:pt x="131324" y="152434"/>
                      <a:pt x="136996" y="152434"/>
                      <a:pt x="140494" y="149013"/>
                    </a:cubicBezTo>
                    <a:cubicBezTo>
                      <a:pt x="143992" y="145593"/>
                      <a:pt x="143992" y="140047"/>
                      <a:pt x="140494" y="136627"/>
                    </a:cubicBezTo>
                    <a:lnTo>
                      <a:pt x="123825" y="120328"/>
                    </a:lnTo>
                    <a:cubicBezTo>
                      <a:pt x="127394" y="114619"/>
                      <a:pt x="129818" y="108298"/>
                      <a:pt x="130969" y="101702"/>
                    </a:cubicBezTo>
                    <a:lnTo>
                      <a:pt x="145542" y="101702"/>
                    </a:lnTo>
                    <a:cubicBezTo>
                      <a:pt x="150487" y="101702"/>
                      <a:pt x="154496" y="97782"/>
                      <a:pt x="154496" y="92947"/>
                    </a:cubicBezTo>
                    <a:cubicBezTo>
                      <a:pt x="154496" y="88112"/>
                      <a:pt x="150487" y="84193"/>
                      <a:pt x="145542" y="84193"/>
                    </a:cubicBezTo>
                    <a:close/>
                    <a:moveTo>
                      <a:pt x="57721" y="37253"/>
                    </a:moveTo>
                    <a:cubicBezTo>
                      <a:pt x="57718" y="26966"/>
                      <a:pt x="66245" y="18624"/>
                      <a:pt x="76766" y="18621"/>
                    </a:cubicBezTo>
                    <a:cubicBezTo>
                      <a:pt x="76926" y="18621"/>
                      <a:pt x="77087" y="18623"/>
                      <a:pt x="77248" y="18627"/>
                    </a:cubicBezTo>
                    <a:lnTo>
                      <a:pt x="77248" y="18627"/>
                    </a:lnTo>
                    <a:cubicBezTo>
                      <a:pt x="87765" y="18370"/>
                      <a:pt x="96505" y="26498"/>
                      <a:pt x="96768" y="36782"/>
                    </a:cubicBezTo>
                    <a:cubicBezTo>
                      <a:pt x="96772" y="36939"/>
                      <a:pt x="96774" y="37096"/>
                      <a:pt x="96774" y="37253"/>
                    </a:cubicBezTo>
                    <a:lnTo>
                      <a:pt x="96774" y="39675"/>
                    </a:lnTo>
                    <a:lnTo>
                      <a:pt x="57721" y="39675"/>
                    </a:lnTo>
                    <a:close/>
                    <a:moveTo>
                      <a:pt x="77248" y="128710"/>
                    </a:moveTo>
                    <a:lnTo>
                      <a:pt x="77248" y="128710"/>
                    </a:lnTo>
                    <a:cubicBezTo>
                      <a:pt x="57047" y="128710"/>
                      <a:pt x="40672" y="112699"/>
                      <a:pt x="40672" y="92947"/>
                    </a:cubicBezTo>
                    <a:lnTo>
                      <a:pt x="40672" y="74507"/>
                    </a:lnTo>
                    <a:cubicBezTo>
                      <a:pt x="40672" y="64837"/>
                      <a:pt x="48689" y="56998"/>
                      <a:pt x="58579" y="56998"/>
                    </a:cubicBezTo>
                    <a:lnTo>
                      <a:pt x="97917" y="56998"/>
                    </a:lnTo>
                    <a:cubicBezTo>
                      <a:pt x="99597" y="57003"/>
                      <a:pt x="101266" y="57255"/>
                      <a:pt x="102870" y="57743"/>
                    </a:cubicBezTo>
                    <a:cubicBezTo>
                      <a:pt x="109415" y="59840"/>
                      <a:pt x="113836" y="65817"/>
                      <a:pt x="113824" y="72551"/>
                    </a:cubicBezTo>
                    <a:lnTo>
                      <a:pt x="113824" y="92761"/>
                    </a:lnTo>
                    <a:cubicBezTo>
                      <a:pt x="113563" y="112330"/>
                      <a:pt x="97264" y="128060"/>
                      <a:pt x="77248" y="128058"/>
                    </a:cubicBezTo>
                    <a:close/>
                  </a:path>
                </a:pathLst>
              </a:custGeom>
              <a:grpFill/>
              <a:ln w="3175" cap="flat">
                <a:noFill/>
                <a:prstDash val="solid"/>
                <a:miter/>
              </a:ln>
            </p:spPr>
            <p:txBody>
              <a:bodyPr/>
              <a:lstStyle/>
              <a:p>
                <a:endParaRPr lang="en-US"/>
              </a:p>
            </p:txBody>
          </p:sp>
          <p:sp>
            <p:nvSpPr>
              <p:cNvPr id="57" name="Freeform 56">
                <a:extLst>
                  <a:ext uri="{FF2B5EF4-FFF2-40B4-BE49-F238E27FC236}">
                    <a16:creationId xmlns:a16="http://schemas.microsoft.com/office/drawing/2014/main" id="{E787EF41-2DD2-095C-38DE-1B6415F571D0}"/>
                  </a:ext>
                </a:extLst>
              </p:cNvPr>
              <p:cNvSpPr/>
              <p:nvPr/>
            </p:nvSpPr>
            <p:spPr>
              <a:xfrm>
                <a:off x="8221543" y="2204882"/>
                <a:ext cx="305714" cy="298920"/>
              </a:xfrm>
              <a:custGeom>
                <a:avLst/>
                <a:gdLst>
                  <a:gd name="csX0" fmla="*/ 303091 w 305714"/>
                  <a:gd name="csY0" fmla="*/ 283968 h 298920"/>
                  <a:gd name="csX1" fmla="*/ 244226 w 305714"/>
                  <a:gd name="csY1" fmla="*/ 226319 h 298920"/>
                  <a:gd name="csX2" fmla="*/ 231463 w 305714"/>
                  <a:gd name="csY2" fmla="*/ 33899 h 298920"/>
                  <a:gd name="csX3" fmla="*/ 34670 w 305714"/>
                  <a:gd name="csY3" fmla="*/ 46379 h 298920"/>
                  <a:gd name="csX4" fmla="*/ 47433 w 305714"/>
                  <a:gd name="csY4" fmla="*/ 238799 h 298920"/>
                  <a:gd name="csX5" fmla="*/ 231463 w 305714"/>
                  <a:gd name="csY5" fmla="*/ 238799 h 298920"/>
                  <a:gd name="csX6" fmla="*/ 290422 w 305714"/>
                  <a:gd name="csY6" fmla="*/ 296355 h 298920"/>
                  <a:gd name="csX7" fmla="*/ 303091 w 305714"/>
                  <a:gd name="csY7" fmla="*/ 296355 h 298920"/>
                  <a:gd name="csX8" fmla="*/ 303091 w 305714"/>
                  <a:gd name="csY8" fmla="*/ 283968 h 298920"/>
                  <a:gd name="csX9" fmla="*/ 139927 w 305714"/>
                  <a:gd name="csY9" fmla="*/ 255097 h 298920"/>
                  <a:gd name="csX10" fmla="*/ 18769 w 305714"/>
                  <a:gd name="csY10" fmla="*/ 136818 h 298920"/>
                  <a:gd name="csX11" fmla="*/ 139737 w 305714"/>
                  <a:gd name="csY11" fmla="*/ 18352 h 298920"/>
                  <a:gd name="csX12" fmla="*/ 260895 w 305714"/>
                  <a:gd name="csY12" fmla="*/ 136632 h 298920"/>
                  <a:gd name="csX13" fmla="*/ 260895 w 305714"/>
                  <a:gd name="csY13" fmla="*/ 136818 h 298920"/>
                  <a:gd name="csX14" fmla="*/ 139927 w 305714"/>
                  <a:gd name="csY14" fmla="*/ 255097 h 2989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5714" h="298920">
                    <a:moveTo>
                      <a:pt x="303091" y="283968"/>
                    </a:moveTo>
                    <a:lnTo>
                      <a:pt x="244226" y="226319"/>
                    </a:lnTo>
                    <a:cubicBezTo>
                      <a:pt x="295044" y="169737"/>
                      <a:pt x="289330" y="83588"/>
                      <a:pt x="231463" y="33899"/>
                    </a:cubicBezTo>
                    <a:cubicBezTo>
                      <a:pt x="173595" y="-15790"/>
                      <a:pt x="85488" y="-10202"/>
                      <a:pt x="34670" y="46379"/>
                    </a:cubicBezTo>
                    <a:cubicBezTo>
                      <a:pt x="-16149" y="102960"/>
                      <a:pt x="-10434" y="189110"/>
                      <a:pt x="47433" y="238799"/>
                    </a:cubicBezTo>
                    <a:cubicBezTo>
                      <a:pt x="100069" y="283995"/>
                      <a:pt x="178827" y="283995"/>
                      <a:pt x="231463" y="238799"/>
                    </a:cubicBezTo>
                    <a:lnTo>
                      <a:pt x="290422" y="296355"/>
                    </a:lnTo>
                    <a:cubicBezTo>
                      <a:pt x="293921" y="299776"/>
                      <a:pt x="299592" y="299776"/>
                      <a:pt x="303091" y="296355"/>
                    </a:cubicBezTo>
                    <a:cubicBezTo>
                      <a:pt x="306589" y="292935"/>
                      <a:pt x="306589" y="287389"/>
                      <a:pt x="303091" y="283968"/>
                    </a:cubicBezTo>
                    <a:close/>
                    <a:moveTo>
                      <a:pt x="139927" y="255097"/>
                    </a:moveTo>
                    <a:cubicBezTo>
                      <a:pt x="73066" y="255149"/>
                      <a:pt x="18822" y="202193"/>
                      <a:pt x="18769" y="136818"/>
                    </a:cubicBezTo>
                    <a:cubicBezTo>
                      <a:pt x="18717" y="71443"/>
                      <a:pt x="72876" y="18404"/>
                      <a:pt x="139737" y="18352"/>
                    </a:cubicBezTo>
                    <a:cubicBezTo>
                      <a:pt x="206598" y="18301"/>
                      <a:pt x="260842" y="71256"/>
                      <a:pt x="260895" y="136632"/>
                    </a:cubicBezTo>
                    <a:cubicBezTo>
                      <a:pt x="260895" y="136694"/>
                      <a:pt x="260895" y="136756"/>
                      <a:pt x="260895" y="136818"/>
                    </a:cubicBezTo>
                    <a:cubicBezTo>
                      <a:pt x="260842" y="202120"/>
                      <a:pt x="206714" y="255046"/>
                      <a:pt x="139927" y="255097"/>
                    </a:cubicBezTo>
                    <a:close/>
                  </a:path>
                </a:pathLst>
              </a:custGeom>
              <a:grpFill/>
              <a:ln w="3175" cap="flat">
                <a:noFill/>
                <a:prstDash val="solid"/>
                <a:miter/>
              </a:ln>
            </p:spPr>
            <p:txBody>
              <a:bodyPr/>
              <a:lstStyle/>
              <a:p>
                <a:endParaRPr lang="en-US"/>
              </a:p>
            </p:txBody>
          </p:sp>
        </p:grpSp>
        <p:sp>
          <p:nvSpPr>
            <p:cNvPr id="61" name="Freeform 60">
              <a:extLst>
                <a:ext uri="{FF2B5EF4-FFF2-40B4-BE49-F238E27FC236}">
                  <a16:creationId xmlns:a16="http://schemas.microsoft.com/office/drawing/2014/main" id="{0D400FF2-CA8B-CCB6-992A-3429D183D3CE}"/>
                </a:ext>
              </a:extLst>
            </p:cNvPr>
            <p:cNvSpPr/>
            <p:nvPr/>
          </p:nvSpPr>
          <p:spPr>
            <a:xfrm>
              <a:off x="6313437" y="4056446"/>
              <a:ext cx="252096" cy="252993"/>
            </a:xfrm>
            <a:custGeom>
              <a:avLst/>
              <a:gdLst>
                <a:gd name="csX0" fmla="*/ 184589 w 718730"/>
                <a:gd name="csY0" fmla="*/ 412282 h 721286"/>
                <a:gd name="csX1" fmla="*/ 307919 w 718730"/>
                <a:gd name="csY1" fmla="*/ 536058 h 721286"/>
                <a:gd name="csX2" fmla="*/ 600003 w 718730"/>
                <a:gd name="csY2" fmla="*/ 328736 h 721286"/>
                <a:gd name="csX3" fmla="*/ 679255 w 718730"/>
                <a:gd name="csY3" fmla="*/ 151618 h 721286"/>
                <a:gd name="csX4" fmla="*/ 644973 w 718730"/>
                <a:gd name="csY4" fmla="*/ 146979 h 721286"/>
                <a:gd name="csX5" fmla="*/ 598894 w 718730"/>
                <a:gd name="csY5" fmla="*/ 119366 h 721286"/>
                <a:gd name="csX6" fmla="*/ 571380 w 718730"/>
                <a:gd name="csY6" fmla="*/ 73120 h 721286"/>
                <a:gd name="csX7" fmla="*/ 566757 w 718730"/>
                <a:gd name="csY7" fmla="*/ 39828 h 721286"/>
                <a:gd name="csX8" fmla="*/ 391205 w 718730"/>
                <a:gd name="csY8" fmla="*/ 119181 h 721286"/>
                <a:gd name="csX9" fmla="*/ 309735 w 718730"/>
                <a:gd name="csY9" fmla="*/ 196195 h 721286"/>
                <a:gd name="csX10" fmla="*/ 308847 w 718730"/>
                <a:gd name="csY10" fmla="*/ 197234 h 721286"/>
                <a:gd name="csX11" fmla="*/ 212802 w 718730"/>
                <a:gd name="csY11" fmla="*/ 348032 h 721286"/>
                <a:gd name="csX12" fmla="*/ 212136 w 718730"/>
                <a:gd name="csY12" fmla="*/ 349405 h 721286"/>
                <a:gd name="csX13" fmla="*/ 184584 w 718730"/>
                <a:gd name="csY13" fmla="*/ 412279 h 721286"/>
                <a:gd name="csX14" fmla="*/ 393569 w 718730"/>
                <a:gd name="csY14" fmla="*/ 528751 h 721286"/>
                <a:gd name="csX15" fmla="*/ 521671 w 718730"/>
                <a:gd name="csY15" fmla="*/ 448545 h 721286"/>
                <a:gd name="csX16" fmla="*/ 521856 w 718730"/>
                <a:gd name="csY16" fmla="*/ 491376 h 721286"/>
                <a:gd name="csX17" fmla="*/ 507137 w 718730"/>
                <a:gd name="csY17" fmla="*/ 558629 h 721286"/>
                <a:gd name="csX18" fmla="*/ 368271 w 718730"/>
                <a:gd name="csY18" fmla="*/ 652382 h 721286"/>
                <a:gd name="csX19" fmla="*/ 387132 w 718730"/>
                <a:gd name="csY19" fmla="*/ 607881 h 721286"/>
                <a:gd name="csX20" fmla="*/ 393567 w 718730"/>
                <a:gd name="csY20" fmla="*/ 528751 h 721286"/>
                <a:gd name="csX21" fmla="*/ 547488 w 718730"/>
                <a:gd name="csY21" fmla="*/ 427057 h 721286"/>
                <a:gd name="csX22" fmla="*/ 550151 w 718730"/>
                <a:gd name="csY22" fmla="*/ 493827 h 721286"/>
                <a:gd name="csX23" fmla="*/ 532621 w 718730"/>
                <a:gd name="csY23" fmla="*/ 571805 h 721286"/>
                <a:gd name="csX24" fmla="*/ 528368 w 718730"/>
                <a:gd name="csY24" fmla="*/ 577929 h 721286"/>
                <a:gd name="csX25" fmla="*/ 342460 w 718730"/>
                <a:gd name="csY25" fmla="*/ 699558 h 721286"/>
                <a:gd name="csX26" fmla="*/ 331661 w 718730"/>
                <a:gd name="csY26" fmla="*/ 705645 h 721286"/>
                <a:gd name="csX27" fmla="*/ 316055 w 718730"/>
                <a:gd name="csY27" fmla="*/ 704494 h 721286"/>
                <a:gd name="csX28" fmla="*/ 313504 w 718730"/>
                <a:gd name="csY28" fmla="*/ 684563 h 721286"/>
                <a:gd name="csX29" fmla="*/ 360027 w 718730"/>
                <a:gd name="csY29" fmla="*/ 599569 h 721286"/>
                <a:gd name="csX30" fmla="*/ 366609 w 718730"/>
                <a:gd name="csY30" fmla="*/ 541744 h 721286"/>
                <a:gd name="csX31" fmla="*/ 310656 w 718730"/>
                <a:gd name="csY31" fmla="*/ 565572 h 721286"/>
                <a:gd name="csX32" fmla="*/ 294347 w 718730"/>
                <a:gd name="csY32" fmla="*/ 562863 h 721286"/>
                <a:gd name="csX33" fmla="*/ 283659 w 718730"/>
                <a:gd name="csY33" fmla="*/ 552136 h 721286"/>
                <a:gd name="csX34" fmla="*/ 252595 w 718730"/>
                <a:gd name="csY34" fmla="*/ 583351 h 721286"/>
                <a:gd name="csX35" fmla="*/ 232514 w 718730"/>
                <a:gd name="csY35" fmla="*/ 583351 h 721286"/>
                <a:gd name="csX36" fmla="*/ 137510 w 718730"/>
                <a:gd name="csY36" fmla="*/ 488003 h 721286"/>
                <a:gd name="csX37" fmla="*/ 137510 w 718730"/>
                <a:gd name="csY37" fmla="*/ 467850 h 721286"/>
                <a:gd name="csX38" fmla="*/ 168649 w 718730"/>
                <a:gd name="csY38" fmla="*/ 436598 h 721286"/>
                <a:gd name="csX39" fmla="*/ 157961 w 718730"/>
                <a:gd name="csY39" fmla="*/ 425872 h 721286"/>
                <a:gd name="csX40" fmla="*/ 157998 w 718730"/>
                <a:gd name="csY40" fmla="*/ 425835 h 721286"/>
                <a:gd name="csX41" fmla="*/ 154818 w 718730"/>
                <a:gd name="csY41" fmla="*/ 410654 h 721286"/>
                <a:gd name="csX42" fmla="*/ 178930 w 718730"/>
                <a:gd name="csY42" fmla="*/ 353497 h 721286"/>
                <a:gd name="csX43" fmla="*/ 121571 w 718730"/>
                <a:gd name="csY43" fmla="*/ 360104 h 721286"/>
                <a:gd name="csX44" fmla="*/ 36884 w 718730"/>
                <a:gd name="csY44" fmla="*/ 406795 h 721286"/>
                <a:gd name="csX45" fmla="*/ 17024 w 718730"/>
                <a:gd name="csY45" fmla="*/ 404234 h 721286"/>
                <a:gd name="csX46" fmla="*/ 15878 w 718730"/>
                <a:gd name="csY46" fmla="*/ 388609 h 721286"/>
                <a:gd name="csX47" fmla="*/ 21943 w 718730"/>
                <a:gd name="csY47" fmla="*/ 377697 h 721286"/>
                <a:gd name="csX48" fmla="*/ 143096 w 718730"/>
                <a:gd name="csY48" fmla="*/ 191193 h 721286"/>
                <a:gd name="csX49" fmla="*/ 149198 w 718730"/>
                <a:gd name="csY49" fmla="*/ 186925 h 721286"/>
                <a:gd name="csX50" fmla="*/ 226895 w 718730"/>
                <a:gd name="csY50" fmla="*/ 169332 h 721286"/>
                <a:gd name="csX51" fmla="*/ 293129 w 718730"/>
                <a:gd name="csY51" fmla="*/ 171967 h 721286"/>
                <a:gd name="csX52" fmla="*/ 374230 w 718730"/>
                <a:gd name="csY52" fmla="*/ 96326 h 721286"/>
                <a:gd name="csX53" fmla="*/ 704590 w 718730"/>
                <a:gd name="csY53" fmla="*/ 494 h 721286"/>
                <a:gd name="csX54" fmla="*/ 718237 w 718730"/>
                <a:gd name="csY54" fmla="*/ 14190 h 721286"/>
                <a:gd name="csX55" fmla="*/ 622750 w 718730"/>
                <a:gd name="csY55" fmla="*/ 345773 h 721286"/>
                <a:gd name="csX56" fmla="*/ 547492 w 718730"/>
                <a:gd name="csY56" fmla="*/ 427055 h 721286"/>
                <a:gd name="csX57" fmla="*/ 190657 w 718730"/>
                <a:gd name="csY57" fmla="*/ 605172 h 721286"/>
                <a:gd name="csX58" fmla="*/ 99201 w 718730"/>
                <a:gd name="csY58" fmla="*/ 696958 h 721286"/>
                <a:gd name="csX59" fmla="*/ 99201 w 718730"/>
                <a:gd name="csY59" fmla="*/ 717111 h 721286"/>
                <a:gd name="csX60" fmla="*/ 119282 w 718730"/>
                <a:gd name="csY60" fmla="*/ 717111 h 721286"/>
                <a:gd name="csX61" fmla="*/ 210738 w 718730"/>
                <a:gd name="csY61" fmla="*/ 625325 h 721286"/>
                <a:gd name="csX62" fmla="*/ 210738 w 718730"/>
                <a:gd name="csY62" fmla="*/ 605172 h 721286"/>
                <a:gd name="csX63" fmla="*/ 190657 w 718730"/>
                <a:gd name="csY63" fmla="*/ 605172 h 721286"/>
                <a:gd name="csX64" fmla="*/ 95653 w 718730"/>
                <a:gd name="csY64" fmla="*/ 509824 h 721286"/>
                <a:gd name="csX65" fmla="*/ 4160 w 718730"/>
                <a:gd name="csY65" fmla="*/ 601611 h 721286"/>
                <a:gd name="csX66" fmla="*/ 4160 w 718730"/>
                <a:gd name="csY66" fmla="*/ 621764 h 721286"/>
                <a:gd name="csX67" fmla="*/ 24241 w 718730"/>
                <a:gd name="csY67" fmla="*/ 621764 h 721286"/>
                <a:gd name="csX68" fmla="*/ 115697 w 718730"/>
                <a:gd name="csY68" fmla="*/ 529978 h 721286"/>
                <a:gd name="csX69" fmla="*/ 115697 w 718730"/>
                <a:gd name="csY69" fmla="*/ 509824 h 721286"/>
                <a:gd name="csX70" fmla="*/ 95653 w 718730"/>
                <a:gd name="csY70" fmla="*/ 509824 h 721286"/>
                <a:gd name="csX71" fmla="*/ 143174 w 718730"/>
                <a:gd name="csY71" fmla="*/ 557480 h 721286"/>
                <a:gd name="csX72" fmla="*/ 5492 w 718730"/>
                <a:gd name="csY72" fmla="*/ 695660 h 721286"/>
                <a:gd name="csX73" fmla="*/ 5492 w 718730"/>
                <a:gd name="csY73" fmla="*/ 715814 h 721286"/>
                <a:gd name="csX74" fmla="*/ 25573 w 718730"/>
                <a:gd name="csY74" fmla="*/ 715814 h 721286"/>
                <a:gd name="csX75" fmla="*/ 163255 w 718730"/>
                <a:gd name="csY75" fmla="*/ 577634 h 721286"/>
                <a:gd name="csX76" fmla="*/ 163255 w 718730"/>
                <a:gd name="csY76" fmla="*/ 557480 h 721286"/>
                <a:gd name="csX77" fmla="*/ 143174 w 718730"/>
                <a:gd name="csY77" fmla="*/ 557480 h 721286"/>
                <a:gd name="csX78" fmla="*/ 261998 w 718730"/>
                <a:gd name="csY78" fmla="*/ 533615 h 721286"/>
                <a:gd name="csX79" fmla="*/ 242545 w 718730"/>
                <a:gd name="csY79" fmla="*/ 553138 h 721286"/>
                <a:gd name="csX80" fmla="*/ 167620 w 718730"/>
                <a:gd name="csY80" fmla="*/ 477942 h 721286"/>
                <a:gd name="csX81" fmla="*/ 187073 w 718730"/>
                <a:gd name="csY81" fmla="*/ 458419 h 721286"/>
                <a:gd name="csX82" fmla="*/ 684399 w 718730"/>
                <a:gd name="csY82" fmla="*/ 122866 h 721286"/>
                <a:gd name="csX83" fmla="*/ 653039 w 718730"/>
                <a:gd name="csY83" fmla="*/ 119748 h 721286"/>
                <a:gd name="csX84" fmla="*/ 618942 w 718730"/>
                <a:gd name="csY84" fmla="*/ 99261 h 721286"/>
                <a:gd name="csX85" fmla="*/ 598528 w 718730"/>
                <a:gd name="csY85" fmla="*/ 65041 h 721286"/>
                <a:gd name="csX86" fmla="*/ 595311 w 718730"/>
                <a:gd name="csY86" fmla="*/ 34681 h 721286"/>
                <a:gd name="csX87" fmla="*/ 690315 w 718730"/>
                <a:gd name="csY87" fmla="*/ 28594 h 721286"/>
                <a:gd name="csX88" fmla="*/ 684398 w 718730"/>
                <a:gd name="csY88" fmla="*/ 122867 h 721286"/>
                <a:gd name="csX89" fmla="*/ 271683 w 718730"/>
                <a:gd name="csY89" fmla="*/ 197913 h 721286"/>
                <a:gd name="csX90" fmla="*/ 191803 w 718730"/>
                <a:gd name="csY90" fmla="*/ 326477 h 721286"/>
                <a:gd name="csX91" fmla="*/ 113217 w 718730"/>
                <a:gd name="csY91" fmla="*/ 332972 h 721286"/>
                <a:gd name="csX92" fmla="*/ 68876 w 718730"/>
                <a:gd name="csY92" fmla="*/ 351901 h 721286"/>
                <a:gd name="csX93" fmla="*/ 162291 w 718730"/>
                <a:gd name="csY93" fmla="*/ 212533 h 721286"/>
                <a:gd name="csX94" fmla="*/ 229302 w 718730"/>
                <a:gd name="csY94" fmla="*/ 197798 h 721286"/>
                <a:gd name="csX95" fmla="*/ 271683 w 718730"/>
                <a:gd name="csY95" fmla="*/ 197910 h 721286"/>
                <a:gd name="csX96" fmla="*/ 501482 w 718730"/>
                <a:gd name="csY96" fmla="*/ 218066 h 721286"/>
                <a:gd name="csX97" fmla="*/ 524262 w 718730"/>
                <a:gd name="csY97" fmla="*/ 273294 h 721286"/>
                <a:gd name="csX98" fmla="*/ 524188 w 718730"/>
                <a:gd name="csY98" fmla="*/ 273294 h 721286"/>
                <a:gd name="csX99" fmla="*/ 501445 w 718730"/>
                <a:gd name="csY99" fmla="*/ 328484 h 721286"/>
                <a:gd name="csX100" fmla="*/ 446453 w 718730"/>
                <a:gd name="csY100" fmla="*/ 351384 h 721286"/>
                <a:gd name="csX101" fmla="*/ 391462 w 718730"/>
                <a:gd name="csY101" fmla="*/ 328484 h 721286"/>
                <a:gd name="csX102" fmla="*/ 391425 w 718730"/>
                <a:gd name="csY102" fmla="*/ 328521 h 721286"/>
                <a:gd name="csX103" fmla="*/ 368682 w 718730"/>
                <a:gd name="csY103" fmla="*/ 273331 h 721286"/>
                <a:gd name="csX104" fmla="*/ 368645 w 718730"/>
                <a:gd name="csY104" fmla="*/ 273331 h 721286"/>
                <a:gd name="csX105" fmla="*/ 391425 w 718730"/>
                <a:gd name="csY105" fmla="*/ 218103 h 721286"/>
                <a:gd name="csX106" fmla="*/ 446453 w 718730"/>
                <a:gd name="csY106" fmla="*/ 195241 h 721286"/>
                <a:gd name="csX107" fmla="*/ 501482 w 718730"/>
                <a:gd name="csY107" fmla="*/ 218066 h 721286"/>
                <a:gd name="csX108" fmla="*/ 495935 w 718730"/>
                <a:gd name="csY108" fmla="*/ 273256 h 721286"/>
                <a:gd name="csX109" fmla="*/ 481401 w 718730"/>
                <a:gd name="csY109" fmla="*/ 308330 h 721286"/>
                <a:gd name="csX110" fmla="*/ 446453 w 718730"/>
                <a:gd name="csY110" fmla="*/ 322842 h 721286"/>
                <a:gd name="csX111" fmla="*/ 411506 w 718730"/>
                <a:gd name="csY111" fmla="*/ 308367 h 721286"/>
                <a:gd name="csX112" fmla="*/ 411506 w 718730"/>
                <a:gd name="csY112" fmla="*/ 308293 h 721286"/>
                <a:gd name="csX113" fmla="*/ 396971 w 718730"/>
                <a:gd name="csY113" fmla="*/ 273219 h 721286"/>
                <a:gd name="csX114" fmla="*/ 397045 w 718730"/>
                <a:gd name="csY114" fmla="*/ 273219 h 721286"/>
                <a:gd name="csX115" fmla="*/ 411505 w 718730"/>
                <a:gd name="csY115" fmla="*/ 238145 h 721286"/>
                <a:gd name="csX116" fmla="*/ 446452 w 718730"/>
                <a:gd name="csY116" fmla="*/ 223634 h 721286"/>
                <a:gd name="csX117" fmla="*/ 481400 w 718730"/>
                <a:gd name="csY117" fmla="*/ 238145 h 721286"/>
                <a:gd name="csX118" fmla="*/ 495859 w 718730"/>
                <a:gd name="csY118" fmla="*/ 273219 h 7212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Lst>
              <a:rect l="l" t="t" r="r" b="b"/>
              <a:pathLst>
                <a:path w="718730" h="721286">
                  <a:moveTo>
                    <a:pt x="184589" y="412282"/>
                  </a:moveTo>
                  <a:lnTo>
                    <a:pt x="307919" y="536058"/>
                  </a:lnTo>
                  <a:cubicBezTo>
                    <a:pt x="439022" y="483503"/>
                    <a:pt x="536393" y="414391"/>
                    <a:pt x="600003" y="328736"/>
                  </a:cubicBezTo>
                  <a:cubicBezTo>
                    <a:pt x="639093" y="276106"/>
                    <a:pt x="665535" y="217055"/>
                    <a:pt x="679255" y="151618"/>
                  </a:cubicBezTo>
                  <a:cubicBezTo>
                    <a:pt x="667568" y="151915"/>
                    <a:pt x="655994" y="150319"/>
                    <a:pt x="644973" y="146979"/>
                  </a:cubicBezTo>
                  <a:cubicBezTo>
                    <a:pt x="627813" y="141820"/>
                    <a:pt x="611911" y="132430"/>
                    <a:pt x="598894" y="119366"/>
                  </a:cubicBezTo>
                  <a:cubicBezTo>
                    <a:pt x="585876" y="106301"/>
                    <a:pt x="576520" y="90342"/>
                    <a:pt x="571380" y="73120"/>
                  </a:cubicBezTo>
                  <a:cubicBezTo>
                    <a:pt x="568162" y="62394"/>
                    <a:pt x="566609" y="51185"/>
                    <a:pt x="566757" y="39828"/>
                  </a:cubicBezTo>
                  <a:cubicBezTo>
                    <a:pt x="501928" y="53672"/>
                    <a:pt x="443427" y="80098"/>
                    <a:pt x="391205" y="119181"/>
                  </a:cubicBezTo>
                  <a:cubicBezTo>
                    <a:pt x="362138" y="140930"/>
                    <a:pt x="334957" y="166614"/>
                    <a:pt x="309735" y="196195"/>
                  </a:cubicBezTo>
                  <a:cubicBezTo>
                    <a:pt x="309476" y="196566"/>
                    <a:pt x="309180" y="196900"/>
                    <a:pt x="308847" y="197234"/>
                  </a:cubicBezTo>
                  <a:cubicBezTo>
                    <a:pt x="272938" y="239508"/>
                    <a:pt x="240949" y="289799"/>
                    <a:pt x="212802" y="348032"/>
                  </a:cubicBezTo>
                  <a:cubicBezTo>
                    <a:pt x="212617" y="348515"/>
                    <a:pt x="212395" y="348960"/>
                    <a:pt x="212136" y="349405"/>
                  </a:cubicBezTo>
                  <a:cubicBezTo>
                    <a:pt x="202484" y="369411"/>
                    <a:pt x="193312" y="390381"/>
                    <a:pt x="184584" y="412279"/>
                  </a:cubicBezTo>
                  <a:close/>
                  <a:moveTo>
                    <a:pt x="393569" y="528751"/>
                  </a:moveTo>
                  <a:cubicBezTo>
                    <a:pt x="441571" y="504701"/>
                    <a:pt x="484285" y="477977"/>
                    <a:pt x="521671" y="448545"/>
                  </a:cubicBezTo>
                  <a:cubicBezTo>
                    <a:pt x="523039" y="462649"/>
                    <a:pt x="523113" y="476902"/>
                    <a:pt x="521856" y="491376"/>
                  </a:cubicBezTo>
                  <a:cubicBezTo>
                    <a:pt x="519970" y="513089"/>
                    <a:pt x="515125" y="535395"/>
                    <a:pt x="507137" y="558629"/>
                  </a:cubicBezTo>
                  <a:cubicBezTo>
                    <a:pt x="457767" y="599938"/>
                    <a:pt x="440311" y="611629"/>
                    <a:pt x="368271" y="652382"/>
                  </a:cubicBezTo>
                  <a:cubicBezTo>
                    <a:pt x="376333" y="637313"/>
                    <a:pt x="382657" y="622467"/>
                    <a:pt x="387132" y="607881"/>
                  </a:cubicBezTo>
                  <a:cubicBezTo>
                    <a:pt x="395490" y="580638"/>
                    <a:pt x="397635" y="554249"/>
                    <a:pt x="393567" y="528751"/>
                  </a:cubicBezTo>
                  <a:close/>
                  <a:moveTo>
                    <a:pt x="547488" y="427057"/>
                  </a:moveTo>
                  <a:cubicBezTo>
                    <a:pt x="551186" y="448955"/>
                    <a:pt x="552111" y="471112"/>
                    <a:pt x="550151" y="493827"/>
                  </a:cubicBezTo>
                  <a:cubicBezTo>
                    <a:pt x="547969" y="519103"/>
                    <a:pt x="542200" y="544971"/>
                    <a:pt x="532621" y="571805"/>
                  </a:cubicBezTo>
                  <a:cubicBezTo>
                    <a:pt x="531808" y="574107"/>
                    <a:pt x="530365" y="576222"/>
                    <a:pt x="528368" y="577929"/>
                  </a:cubicBezTo>
                  <a:cubicBezTo>
                    <a:pt x="466350" y="629965"/>
                    <a:pt x="453259" y="637314"/>
                    <a:pt x="342460" y="699558"/>
                  </a:cubicBezTo>
                  <a:lnTo>
                    <a:pt x="331661" y="705645"/>
                  </a:lnTo>
                  <a:cubicBezTo>
                    <a:pt x="326854" y="708317"/>
                    <a:pt x="320715" y="708057"/>
                    <a:pt x="316055" y="704494"/>
                  </a:cubicBezTo>
                  <a:cubicBezTo>
                    <a:pt x="309879" y="699706"/>
                    <a:pt x="308733" y="690762"/>
                    <a:pt x="313504" y="684563"/>
                  </a:cubicBezTo>
                  <a:cubicBezTo>
                    <a:pt x="336210" y="654945"/>
                    <a:pt x="351743" y="626626"/>
                    <a:pt x="360027" y="599569"/>
                  </a:cubicBezTo>
                  <a:cubicBezTo>
                    <a:pt x="366166" y="579638"/>
                    <a:pt x="368348" y="560339"/>
                    <a:pt x="366609" y="541744"/>
                  </a:cubicBezTo>
                  <a:cubicBezTo>
                    <a:pt x="348637" y="550021"/>
                    <a:pt x="329998" y="557963"/>
                    <a:pt x="310656" y="565572"/>
                  </a:cubicBezTo>
                  <a:cubicBezTo>
                    <a:pt x="305368" y="568170"/>
                    <a:pt x="298748" y="567279"/>
                    <a:pt x="294347" y="562863"/>
                  </a:cubicBezTo>
                  <a:lnTo>
                    <a:pt x="283659" y="552136"/>
                  </a:lnTo>
                  <a:lnTo>
                    <a:pt x="252595" y="583351"/>
                  </a:lnTo>
                  <a:cubicBezTo>
                    <a:pt x="247048" y="588918"/>
                    <a:pt x="238061" y="588918"/>
                    <a:pt x="232514" y="583351"/>
                  </a:cubicBezTo>
                  <a:lnTo>
                    <a:pt x="137510" y="488003"/>
                  </a:lnTo>
                  <a:cubicBezTo>
                    <a:pt x="131963" y="482436"/>
                    <a:pt x="131963" y="473417"/>
                    <a:pt x="137510" y="467850"/>
                  </a:cubicBezTo>
                  <a:lnTo>
                    <a:pt x="168649" y="436598"/>
                  </a:lnTo>
                  <a:lnTo>
                    <a:pt x="157961" y="425872"/>
                  </a:lnTo>
                  <a:lnTo>
                    <a:pt x="157998" y="425835"/>
                  </a:lnTo>
                  <a:cubicBezTo>
                    <a:pt x="154152" y="421975"/>
                    <a:pt x="152710" y="416074"/>
                    <a:pt x="154818" y="410654"/>
                  </a:cubicBezTo>
                  <a:cubicBezTo>
                    <a:pt x="162473" y="390872"/>
                    <a:pt x="170535" y="371832"/>
                    <a:pt x="178930" y="353497"/>
                  </a:cubicBezTo>
                  <a:cubicBezTo>
                    <a:pt x="160476" y="351790"/>
                    <a:pt x="141356" y="354017"/>
                    <a:pt x="121571" y="360104"/>
                  </a:cubicBezTo>
                  <a:cubicBezTo>
                    <a:pt x="94611" y="368455"/>
                    <a:pt x="66395" y="384006"/>
                    <a:pt x="36884" y="406795"/>
                  </a:cubicBezTo>
                  <a:cubicBezTo>
                    <a:pt x="30708" y="411583"/>
                    <a:pt x="21795" y="410432"/>
                    <a:pt x="17024" y="404234"/>
                  </a:cubicBezTo>
                  <a:cubicBezTo>
                    <a:pt x="13437" y="399595"/>
                    <a:pt x="13178" y="393397"/>
                    <a:pt x="15878" y="388609"/>
                  </a:cubicBezTo>
                  <a:lnTo>
                    <a:pt x="21943" y="377697"/>
                  </a:lnTo>
                  <a:cubicBezTo>
                    <a:pt x="83924" y="266578"/>
                    <a:pt x="91283" y="253399"/>
                    <a:pt x="143096" y="191193"/>
                  </a:cubicBezTo>
                  <a:cubicBezTo>
                    <a:pt x="144760" y="189189"/>
                    <a:pt x="146905" y="187741"/>
                    <a:pt x="149198" y="186925"/>
                  </a:cubicBezTo>
                  <a:cubicBezTo>
                    <a:pt x="175935" y="177312"/>
                    <a:pt x="201712" y="171522"/>
                    <a:pt x="226895" y="169332"/>
                  </a:cubicBezTo>
                  <a:cubicBezTo>
                    <a:pt x="249417" y="167365"/>
                    <a:pt x="271384" y="168292"/>
                    <a:pt x="293129" y="171967"/>
                  </a:cubicBezTo>
                  <a:cubicBezTo>
                    <a:pt x="318351" y="143128"/>
                    <a:pt x="345384" y="117927"/>
                    <a:pt x="374230" y="96326"/>
                  </a:cubicBezTo>
                  <a:cubicBezTo>
                    <a:pt x="466203" y="27515"/>
                    <a:pt x="576337" y="-4437"/>
                    <a:pt x="704590" y="494"/>
                  </a:cubicBezTo>
                  <a:cubicBezTo>
                    <a:pt x="711950" y="754"/>
                    <a:pt x="717978" y="6693"/>
                    <a:pt x="718237" y="14190"/>
                  </a:cubicBezTo>
                  <a:cubicBezTo>
                    <a:pt x="723155" y="142907"/>
                    <a:pt x="691313" y="253437"/>
                    <a:pt x="622750" y="345773"/>
                  </a:cubicBezTo>
                  <a:cubicBezTo>
                    <a:pt x="601227" y="374686"/>
                    <a:pt x="576153" y="401816"/>
                    <a:pt x="547492" y="427055"/>
                  </a:cubicBezTo>
                  <a:close/>
                  <a:moveTo>
                    <a:pt x="190657" y="605172"/>
                  </a:moveTo>
                  <a:lnTo>
                    <a:pt x="99201" y="696958"/>
                  </a:lnTo>
                  <a:cubicBezTo>
                    <a:pt x="93654" y="702525"/>
                    <a:pt x="93654" y="711545"/>
                    <a:pt x="99201" y="717111"/>
                  </a:cubicBezTo>
                  <a:cubicBezTo>
                    <a:pt x="104749" y="722679"/>
                    <a:pt x="113736" y="722679"/>
                    <a:pt x="119282" y="717111"/>
                  </a:cubicBezTo>
                  <a:lnTo>
                    <a:pt x="210738" y="625325"/>
                  </a:lnTo>
                  <a:cubicBezTo>
                    <a:pt x="216285" y="619758"/>
                    <a:pt x="216285" y="610739"/>
                    <a:pt x="210738" y="605172"/>
                  </a:cubicBezTo>
                  <a:cubicBezTo>
                    <a:pt x="205191" y="599604"/>
                    <a:pt x="196204" y="599604"/>
                    <a:pt x="190657" y="605172"/>
                  </a:cubicBezTo>
                  <a:close/>
                  <a:moveTo>
                    <a:pt x="95653" y="509824"/>
                  </a:moveTo>
                  <a:lnTo>
                    <a:pt x="4160" y="601611"/>
                  </a:lnTo>
                  <a:cubicBezTo>
                    <a:pt x="-1387" y="607178"/>
                    <a:pt x="-1387" y="616197"/>
                    <a:pt x="4160" y="621764"/>
                  </a:cubicBezTo>
                  <a:cubicBezTo>
                    <a:pt x="9708" y="627331"/>
                    <a:pt x="18695" y="627331"/>
                    <a:pt x="24241" y="621764"/>
                  </a:cubicBezTo>
                  <a:lnTo>
                    <a:pt x="115697" y="529978"/>
                  </a:lnTo>
                  <a:cubicBezTo>
                    <a:pt x="121244" y="524411"/>
                    <a:pt x="121244" y="515391"/>
                    <a:pt x="115697" y="509824"/>
                  </a:cubicBezTo>
                  <a:cubicBezTo>
                    <a:pt x="110187" y="504257"/>
                    <a:pt x="101201" y="504257"/>
                    <a:pt x="95653" y="509824"/>
                  </a:cubicBezTo>
                  <a:close/>
                  <a:moveTo>
                    <a:pt x="143174" y="557480"/>
                  </a:moveTo>
                  <a:lnTo>
                    <a:pt x="5492" y="695660"/>
                  </a:lnTo>
                  <a:cubicBezTo>
                    <a:pt x="-56" y="701227"/>
                    <a:pt x="-56" y="710247"/>
                    <a:pt x="5492" y="715814"/>
                  </a:cubicBezTo>
                  <a:cubicBezTo>
                    <a:pt x="11039" y="721381"/>
                    <a:pt x="20026" y="721381"/>
                    <a:pt x="25573" y="715814"/>
                  </a:cubicBezTo>
                  <a:lnTo>
                    <a:pt x="163255" y="577634"/>
                  </a:lnTo>
                  <a:cubicBezTo>
                    <a:pt x="168802" y="572066"/>
                    <a:pt x="168802" y="563047"/>
                    <a:pt x="163255" y="557480"/>
                  </a:cubicBezTo>
                  <a:cubicBezTo>
                    <a:pt x="157708" y="551913"/>
                    <a:pt x="148721" y="551913"/>
                    <a:pt x="143174" y="557480"/>
                  </a:cubicBezTo>
                  <a:close/>
                  <a:moveTo>
                    <a:pt x="261998" y="533615"/>
                  </a:moveTo>
                  <a:lnTo>
                    <a:pt x="242545" y="553138"/>
                  </a:lnTo>
                  <a:lnTo>
                    <a:pt x="167620" y="477942"/>
                  </a:lnTo>
                  <a:lnTo>
                    <a:pt x="187073" y="458419"/>
                  </a:lnTo>
                  <a:close/>
                  <a:moveTo>
                    <a:pt x="684399" y="122866"/>
                  </a:moveTo>
                  <a:cubicBezTo>
                    <a:pt x="673785" y="123905"/>
                    <a:pt x="663135" y="122792"/>
                    <a:pt x="653039" y="119748"/>
                  </a:cubicBezTo>
                  <a:cubicBezTo>
                    <a:pt x="640391" y="115926"/>
                    <a:pt x="628631" y="108985"/>
                    <a:pt x="618942" y="99261"/>
                  </a:cubicBezTo>
                  <a:cubicBezTo>
                    <a:pt x="609253" y="89538"/>
                    <a:pt x="602337" y="77735"/>
                    <a:pt x="598528" y="65041"/>
                  </a:cubicBezTo>
                  <a:cubicBezTo>
                    <a:pt x="595607" y="55280"/>
                    <a:pt x="594460" y="44961"/>
                    <a:pt x="595311" y="34681"/>
                  </a:cubicBezTo>
                  <a:cubicBezTo>
                    <a:pt x="625672" y="30041"/>
                    <a:pt x="657329" y="28000"/>
                    <a:pt x="690315" y="28594"/>
                  </a:cubicBezTo>
                  <a:cubicBezTo>
                    <a:pt x="690870" y="61255"/>
                    <a:pt x="688910" y="92692"/>
                    <a:pt x="684398" y="122867"/>
                  </a:cubicBezTo>
                  <a:close/>
                  <a:moveTo>
                    <a:pt x="271683" y="197913"/>
                  </a:moveTo>
                  <a:cubicBezTo>
                    <a:pt x="242356" y="235436"/>
                    <a:pt x="215729" y="278304"/>
                    <a:pt x="191803" y="326477"/>
                  </a:cubicBezTo>
                  <a:cubicBezTo>
                    <a:pt x="166470" y="322432"/>
                    <a:pt x="140288" y="324621"/>
                    <a:pt x="113217" y="332972"/>
                  </a:cubicBezTo>
                  <a:cubicBezTo>
                    <a:pt x="98646" y="337463"/>
                    <a:pt x="83890" y="343773"/>
                    <a:pt x="68876" y="351901"/>
                  </a:cubicBezTo>
                  <a:cubicBezTo>
                    <a:pt x="109482" y="279600"/>
                    <a:pt x="121130" y="262083"/>
                    <a:pt x="162291" y="212533"/>
                  </a:cubicBezTo>
                  <a:cubicBezTo>
                    <a:pt x="185442" y="204516"/>
                    <a:pt x="207668" y="199654"/>
                    <a:pt x="229302" y="197798"/>
                  </a:cubicBezTo>
                  <a:cubicBezTo>
                    <a:pt x="243613" y="196499"/>
                    <a:pt x="257703" y="196574"/>
                    <a:pt x="271683" y="197910"/>
                  </a:cubicBezTo>
                  <a:close/>
                  <a:moveTo>
                    <a:pt x="501482" y="218066"/>
                  </a:moveTo>
                  <a:cubicBezTo>
                    <a:pt x="516682" y="233321"/>
                    <a:pt x="524262" y="253288"/>
                    <a:pt x="524262" y="273294"/>
                  </a:cubicBezTo>
                  <a:lnTo>
                    <a:pt x="524188" y="273294"/>
                  </a:lnTo>
                  <a:cubicBezTo>
                    <a:pt x="524188" y="293299"/>
                    <a:pt x="516607" y="313303"/>
                    <a:pt x="501445" y="328484"/>
                  </a:cubicBezTo>
                  <a:cubicBezTo>
                    <a:pt x="486245" y="343738"/>
                    <a:pt x="466350" y="351384"/>
                    <a:pt x="446453" y="351384"/>
                  </a:cubicBezTo>
                  <a:cubicBezTo>
                    <a:pt x="426594" y="351384"/>
                    <a:pt x="406698" y="343739"/>
                    <a:pt x="391462" y="328484"/>
                  </a:cubicBezTo>
                  <a:lnTo>
                    <a:pt x="391425" y="328521"/>
                  </a:lnTo>
                  <a:cubicBezTo>
                    <a:pt x="376262" y="313303"/>
                    <a:pt x="368682" y="293299"/>
                    <a:pt x="368682" y="273331"/>
                  </a:cubicBezTo>
                  <a:lnTo>
                    <a:pt x="368645" y="273331"/>
                  </a:lnTo>
                  <a:cubicBezTo>
                    <a:pt x="368645" y="253325"/>
                    <a:pt x="376263" y="233358"/>
                    <a:pt x="391425" y="218103"/>
                  </a:cubicBezTo>
                  <a:cubicBezTo>
                    <a:pt x="406624" y="202849"/>
                    <a:pt x="426520" y="195241"/>
                    <a:pt x="446453" y="195241"/>
                  </a:cubicBezTo>
                  <a:cubicBezTo>
                    <a:pt x="466350" y="195167"/>
                    <a:pt x="486282" y="202812"/>
                    <a:pt x="501482" y="218066"/>
                  </a:cubicBezTo>
                  <a:close/>
                  <a:moveTo>
                    <a:pt x="495935" y="273256"/>
                  </a:moveTo>
                  <a:cubicBezTo>
                    <a:pt x="495935" y="285912"/>
                    <a:pt x="491090" y="298606"/>
                    <a:pt x="481401" y="308330"/>
                  </a:cubicBezTo>
                  <a:cubicBezTo>
                    <a:pt x="471749" y="318017"/>
                    <a:pt x="459100" y="322842"/>
                    <a:pt x="446453" y="322842"/>
                  </a:cubicBezTo>
                  <a:cubicBezTo>
                    <a:pt x="433769" y="322842"/>
                    <a:pt x="421121" y="318017"/>
                    <a:pt x="411506" y="308367"/>
                  </a:cubicBezTo>
                  <a:lnTo>
                    <a:pt x="411506" y="308293"/>
                  </a:lnTo>
                  <a:cubicBezTo>
                    <a:pt x="401817" y="298569"/>
                    <a:pt x="396971" y="285875"/>
                    <a:pt x="396971" y="273219"/>
                  </a:cubicBezTo>
                  <a:lnTo>
                    <a:pt x="397045" y="273219"/>
                  </a:lnTo>
                  <a:cubicBezTo>
                    <a:pt x="397045" y="260526"/>
                    <a:pt x="401853" y="247832"/>
                    <a:pt x="411505" y="238145"/>
                  </a:cubicBezTo>
                  <a:cubicBezTo>
                    <a:pt x="421157" y="228459"/>
                    <a:pt x="433805" y="223634"/>
                    <a:pt x="446452" y="223634"/>
                  </a:cubicBezTo>
                  <a:cubicBezTo>
                    <a:pt x="459100" y="223634"/>
                    <a:pt x="471748" y="228459"/>
                    <a:pt x="481400" y="238145"/>
                  </a:cubicBezTo>
                  <a:cubicBezTo>
                    <a:pt x="491052" y="247832"/>
                    <a:pt x="495859" y="260526"/>
                    <a:pt x="495859" y="273219"/>
                  </a:cubicBezTo>
                  <a:close/>
                </a:path>
              </a:pathLst>
            </a:custGeom>
            <a:solidFill>
              <a:schemeClr val="bg1"/>
            </a:solidFill>
            <a:ln w="9438" cap="flat">
              <a:noFill/>
              <a:prstDash val="solid"/>
              <a:miter/>
            </a:ln>
          </p:spPr>
          <p:txBody>
            <a:bodyPr/>
            <a:lstStyle/>
            <a:p>
              <a:endParaRPr lang="en-US"/>
            </a:p>
          </p:txBody>
        </p:sp>
        <p:sp>
          <p:nvSpPr>
            <p:cNvPr id="27" name="Freeform 26">
              <a:extLst>
                <a:ext uri="{FF2B5EF4-FFF2-40B4-BE49-F238E27FC236}">
                  <a16:creationId xmlns:a16="http://schemas.microsoft.com/office/drawing/2014/main" id="{F1D702A2-EBDA-357C-AE81-3F02ABB65C47}"/>
                </a:ext>
              </a:extLst>
            </p:cNvPr>
            <p:cNvSpPr>
              <a:spLocks noChangeAspect="1"/>
            </p:cNvSpPr>
            <p:nvPr/>
          </p:nvSpPr>
          <p:spPr>
            <a:xfrm>
              <a:off x="6336440" y="1879619"/>
              <a:ext cx="293460" cy="285094"/>
            </a:xfrm>
            <a:custGeom>
              <a:avLst/>
              <a:gdLst>
                <a:gd name="csX0" fmla="*/ 295974 w 921006"/>
                <a:gd name="csY0" fmla="*/ 740138 h 894745"/>
                <a:gd name="csX1" fmla="*/ 288651 w 921006"/>
                <a:gd name="csY1" fmla="*/ 746967 h 894745"/>
                <a:gd name="csX2" fmla="*/ 278666 w 921006"/>
                <a:gd name="csY2" fmla="*/ 746596 h 894745"/>
                <a:gd name="csX3" fmla="*/ 113282 w 921006"/>
                <a:gd name="csY3" fmla="*/ 602221 h 894745"/>
                <a:gd name="csX4" fmla="*/ 51634 w 921006"/>
                <a:gd name="csY4" fmla="*/ 391107 h 894745"/>
                <a:gd name="csX5" fmla="*/ 64689 w 921006"/>
                <a:gd name="csY5" fmla="*/ 378006 h 894745"/>
                <a:gd name="csX6" fmla="*/ 77743 w 921006"/>
                <a:gd name="csY6" fmla="*/ 391107 h 894745"/>
                <a:gd name="csX7" fmla="*/ 135435 w 921006"/>
                <a:gd name="csY7" fmla="*/ 587968 h 894745"/>
                <a:gd name="csX8" fmla="*/ 289572 w 921006"/>
                <a:gd name="csY8" fmla="*/ 722776 h 894745"/>
                <a:gd name="csX9" fmla="*/ 295969 w 921006"/>
                <a:gd name="csY9" fmla="*/ 740145 h 894745"/>
                <a:gd name="csX10" fmla="*/ 241722 w 921006"/>
                <a:gd name="csY10" fmla="*/ 83604 h 894745"/>
                <a:gd name="csX11" fmla="*/ 248600 w 921006"/>
                <a:gd name="csY11" fmla="*/ 81600 h 894745"/>
                <a:gd name="csX12" fmla="*/ 431915 w 921006"/>
                <a:gd name="csY12" fmla="*/ 26299 h 894745"/>
                <a:gd name="csX13" fmla="*/ 617824 w 921006"/>
                <a:gd name="csY13" fmla="*/ 72024 h 894745"/>
                <a:gd name="csX14" fmla="*/ 635316 w 921006"/>
                <a:gd name="csY14" fmla="*/ 66791 h 894745"/>
                <a:gd name="csX15" fmla="*/ 630546 w 921006"/>
                <a:gd name="csY15" fmla="*/ 49124 h 894745"/>
                <a:gd name="csX16" fmla="*/ 431250 w 921006"/>
                <a:gd name="csY16" fmla="*/ 133 h 894745"/>
                <a:gd name="csX17" fmla="*/ 234766 w 921006"/>
                <a:gd name="csY17" fmla="*/ 59369 h 894745"/>
                <a:gd name="csX18" fmla="*/ 229145 w 921006"/>
                <a:gd name="csY18" fmla="*/ 74104 h 894745"/>
                <a:gd name="csX19" fmla="*/ 241719 w 921006"/>
                <a:gd name="csY19" fmla="*/ 83605 h 894745"/>
                <a:gd name="csX20" fmla="*/ 817966 w 921006"/>
                <a:gd name="csY20" fmla="*/ 377998 h 894745"/>
                <a:gd name="csX21" fmla="*/ 804912 w 921006"/>
                <a:gd name="csY21" fmla="*/ 391100 h 894745"/>
                <a:gd name="csX22" fmla="*/ 752139 w 921006"/>
                <a:gd name="csY22" fmla="*/ 580835 h 894745"/>
                <a:gd name="csX23" fmla="*/ 608578 w 921006"/>
                <a:gd name="csY23" fmla="*/ 715195 h 894745"/>
                <a:gd name="csX24" fmla="*/ 603548 w 921006"/>
                <a:gd name="csY24" fmla="*/ 732565 h 894745"/>
                <a:gd name="csX25" fmla="*/ 620597 w 921006"/>
                <a:gd name="csY25" fmla="*/ 738429 h 894745"/>
                <a:gd name="csX26" fmla="*/ 774440 w 921006"/>
                <a:gd name="csY26" fmla="*/ 594425 h 894745"/>
                <a:gd name="csX27" fmla="*/ 830985 w 921006"/>
                <a:gd name="csY27" fmla="*/ 391112 h 894745"/>
                <a:gd name="csX28" fmla="*/ 817968 w 921006"/>
                <a:gd name="csY28" fmla="*/ 378011 h 894745"/>
                <a:gd name="csX29" fmla="*/ 603476 w 921006"/>
                <a:gd name="csY29" fmla="*/ 539742 h 894745"/>
                <a:gd name="csX30" fmla="*/ 581472 w 921006"/>
                <a:gd name="csY30" fmla="*/ 561862 h 894745"/>
                <a:gd name="csX31" fmla="*/ 552811 w 921006"/>
                <a:gd name="csY31" fmla="*/ 566353 h 894745"/>
                <a:gd name="csX32" fmla="*/ 536170 w 921006"/>
                <a:gd name="csY32" fmla="*/ 557705 h 894745"/>
                <a:gd name="csX33" fmla="*/ 484433 w 921006"/>
                <a:gd name="csY33" fmla="*/ 579195 h 894745"/>
                <a:gd name="csX34" fmla="*/ 478849 w 921006"/>
                <a:gd name="csY34" fmla="*/ 597010 h 894745"/>
                <a:gd name="csX35" fmla="*/ 455402 w 921006"/>
                <a:gd name="csY35" fmla="*/ 614269 h 894745"/>
                <a:gd name="csX36" fmla="*/ 424190 w 921006"/>
                <a:gd name="csY36" fmla="*/ 614269 h 894745"/>
                <a:gd name="csX37" fmla="*/ 400780 w 921006"/>
                <a:gd name="csY37" fmla="*/ 597084 h 894745"/>
                <a:gd name="csX38" fmla="*/ 395085 w 921006"/>
                <a:gd name="csY38" fmla="*/ 579121 h 894745"/>
                <a:gd name="csX39" fmla="*/ 343385 w 921006"/>
                <a:gd name="csY39" fmla="*/ 557594 h 894745"/>
                <a:gd name="csX40" fmla="*/ 326854 w 921006"/>
                <a:gd name="csY40" fmla="*/ 566205 h 894745"/>
                <a:gd name="csX41" fmla="*/ 326891 w 921006"/>
                <a:gd name="csY41" fmla="*/ 566242 h 894745"/>
                <a:gd name="csX42" fmla="*/ 298156 w 921006"/>
                <a:gd name="csY42" fmla="*/ 561788 h 894745"/>
                <a:gd name="csX43" fmla="*/ 276078 w 921006"/>
                <a:gd name="csY43" fmla="*/ 539668 h 894745"/>
                <a:gd name="csX44" fmla="*/ 276041 w 921006"/>
                <a:gd name="csY44" fmla="*/ 539668 h 894745"/>
                <a:gd name="csX45" fmla="*/ 271604 w 921006"/>
                <a:gd name="csY45" fmla="*/ 510904 h 894745"/>
                <a:gd name="csX46" fmla="*/ 280220 w 921006"/>
                <a:gd name="csY46" fmla="*/ 494202 h 894745"/>
                <a:gd name="csX47" fmla="*/ 258771 w 921006"/>
                <a:gd name="csY47" fmla="*/ 442316 h 894745"/>
                <a:gd name="csX48" fmla="*/ 241020 w 921006"/>
                <a:gd name="csY48" fmla="*/ 436711 h 894745"/>
                <a:gd name="csX49" fmla="*/ 241057 w 921006"/>
                <a:gd name="csY49" fmla="*/ 436711 h 894745"/>
                <a:gd name="csX50" fmla="*/ 223861 w 921006"/>
                <a:gd name="csY50" fmla="*/ 413143 h 894745"/>
                <a:gd name="csX51" fmla="*/ 223861 w 921006"/>
                <a:gd name="csY51" fmla="*/ 381892 h 894745"/>
                <a:gd name="csX52" fmla="*/ 240983 w 921006"/>
                <a:gd name="csY52" fmla="*/ 358397 h 894745"/>
                <a:gd name="csX53" fmla="*/ 258882 w 921006"/>
                <a:gd name="csY53" fmla="*/ 352682 h 894745"/>
                <a:gd name="csX54" fmla="*/ 258845 w 921006"/>
                <a:gd name="csY54" fmla="*/ 352682 h 894745"/>
                <a:gd name="csX55" fmla="*/ 280294 w 921006"/>
                <a:gd name="csY55" fmla="*/ 300795 h 894745"/>
                <a:gd name="csX56" fmla="*/ 271677 w 921006"/>
                <a:gd name="csY56" fmla="*/ 284241 h 894745"/>
                <a:gd name="csX57" fmla="*/ 271714 w 921006"/>
                <a:gd name="csY57" fmla="*/ 284241 h 894745"/>
                <a:gd name="csX58" fmla="*/ 276115 w 921006"/>
                <a:gd name="csY58" fmla="*/ 255403 h 894745"/>
                <a:gd name="csX59" fmla="*/ 298193 w 921006"/>
                <a:gd name="csY59" fmla="*/ 233245 h 894745"/>
                <a:gd name="csX60" fmla="*/ 298193 w 921006"/>
                <a:gd name="csY60" fmla="*/ 233208 h 894745"/>
                <a:gd name="csX61" fmla="*/ 326890 w 921006"/>
                <a:gd name="csY61" fmla="*/ 228754 h 894745"/>
                <a:gd name="csX62" fmla="*/ 343532 w 921006"/>
                <a:gd name="csY62" fmla="*/ 237402 h 894745"/>
                <a:gd name="csX63" fmla="*/ 395231 w 921006"/>
                <a:gd name="csY63" fmla="*/ 215913 h 894745"/>
                <a:gd name="csX64" fmla="*/ 400816 w 921006"/>
                <a:gd name="csY64" fmla="*/ 198097 h 894745"/>
                <a:gd name="csX65" fmla="*/ 424262 w 921006"/>
                <a:gd name="csY65" fmla="*/ 180839 h 894745"/>
                <a:gd name="csX66" fmla="*/ 455438 w 921006"/>
                <a:gd name="csY66" fmla="*/ 180839 h 894745"/>
                <a:gd name="csX67" fmla="*/ 478885 w 921006"/>
                <a:gd name="csY67" fmla="*/ 198023 h 894745"/>
                <a:gd name="csX68" fmla="*/ 484580 w 921006"/>
                <a:gd name="csY68" fmla="*/ 215987 h 894745"/>
                <a:gd name="csX69" fmla="*/ 484543 w 921006"/>
                <a:gd name="csY69" fmla="*/ 215950 h 894745"/>
                <a:gd name="csX70" fmla="*/ 536243 w 921006"/>
                <a:gd name="csY70" fmla="*/ 237513 h 894745"/>
                <a:gd name="csX71" fmla="*/ 552773 w 921006"/>
                <a:gd name="csY71" fmla="*/ 228865 h 894745"/>
                <a:gd name="csX72" fmla="*/ 581509 w 921006"/>
                <a:gd name="csY72" fmla="*/ 233282 h 894745"/>
                <a:gd name="csX73" fmla="*/ 603549 w 921006"/>
                <a:gd name="csY73" fmla="*/ 255439 h 894745"/>
                <a:gd name="csX74" fmla="*/ 603549 w 921006"/>
                <a:gd name="csY74" fmla="*/ 255477 h 894745"/>
                <a:gd name="csX75" fmla="*/ 607987 w 921006"/>
                <a:gd name="csY75" fmla="*/ 284240 h 894745"/>
                <a:gd name="csX76" fmla="*/ 599370 w 921006"/>
                <a:gd name="csY76" fmla="*/ 300905 h 894745"/>
                <a:gd name="csX77" fmla="*/ 620782 w 921006"/>
                <a:gd name="csY77" fmla="*/ 352792 h 894745"/>
                <a:gd name="csX78" fmla="*/ 638534 w 921006"/>
                <a:gd name="csY78" fmla="*/ 358396 h 894745"/>
                <a:gd name="csX79" fmla="*/ 638497 w 921006"/>
                <a:gd name="csY79" fmla="*/ 358396 h 894745"/>
                <a:gd name="csX80" fmla="*/ 655730 w 921006"/>
                <a:gd name="csY80" fmla="*/ 381890 h 894745"/>
                <a:gd name="csX81" fmla="*/ 655730 w 921006"/>
                <a:gd name="csY81" fmla="*/ 413216 h 894745"/>
                <a:gd name="csX82" fmla="*/ 638570 w 921006"/>
                <a:gd name="csY82" fmla="*/ 436710 h 894745"/>
                <a:gd name="csX83" fmla="*/ 620672 w 921006"/>
                <a:gd name="csY83" fmla="*/ 442426 h 894745"/>
                <a:gd name="csX84" fmla="*/ 620709 w 921006"/>
                <a:gd name="csY84" fmla="*/ 442426 h 894745"/>
                <a:gd name="csX85" fmla="*/ 599370 w 921006"/>
                <a:gd name="csY85" fmla="*/ 494312 h 894745"/>
                <a:gd name="csX86" fmla="*/ 607987 w 921006"/>
                <a:gd name="csY86" fmla="*/ 510903 h 894745"/>
                <a:gd name="csX87" fmla="*/ 607950 w 921006"/>
                <a:gd name="csY87" fmla="*/ 510903 h 894745"/>
                <a:gd name="csX88" fmla="*/ 603475 w 921006"/>
                <a:gd name="csY88" fmla="*/ 539742 h 894745"/>
                <a:gd name="csX89" fmla="*/ 573372 w 921006"/>
                <a:gd name="csY89" fmla="*/ 486407 h 894745"/>
                <a:gd name="csX90" fmla="*/ 596856 w 921006"/>
                <a:gd name="csY90" fmla="*/ 429621 h 894745"/>
                <a:gd name="csX91" fmla="*/ 605695 w 921006"/>
                <a:gd name="csY91" fmla="*/ 419748 h 894745"/>
                <a:gd name="csX92" fmla="*/ 629621 w 921006"/>
                <a:gd name="csY92" fmla="*/ 412102 h 894745"/>
                <a:gd name="csX93" fmla="*/ 629621 w 921006"/>
                <a:gd name="csY93" fmla="*/ 383041 h 894745"/>
                <a:gd name="csX94" fmla="*/ 605768 w 921006"/>
                <a:gd name="csY94" fmla="*/ 375581 h 894745"/>
                <a:gd name="csX95" fmla="*/ 596893 w 921006"/>
                <a:gd name="csY95" fmla="*/ 365671 h 894745"/>
                <a:gd name="csX96" fmla="*/ 573446 w 921006"/>
                <a:gd name="csY96" fmla="*/ 308847 h 894745"/>
                <a:gd name="csX97" fmla="*/ 572744 w 921006"/>
                <a:gd name="csY97" fmla="*/ 295597 h 894745"/>
                <a:gd name="csX98" fmla="*/ 584319 w 921006"/>
                <a:gd name="csY98" fmla="*/ 273216 h 894745"/>
                <a:gd name="csX99" fmla="*/ 563831 w 921006"/>
                <a:gd name="csY99" fmla="*/ 252654 h 894745"/>
                <a:gd name="csX100" fmla="*/ 541642 w 921006"/>
                <a:gd name="csY100" fmla="*/ 264272 h 894745"/>
                <a:gd name="csX101" fmla="*/ 528403 w 921006"/>
                <a:gd name="csY101" fmla="*/ 263566 h 894745"/>
                <a:gd name="csX102" fmla="*/ 471784 w 921006"/>
                <a:gd name="csY102" fmla="*/ 239998 h 894745"/>
                <a:gd name="csX103" fmla="*/ 461946 w 921006"/>
                <a:gd name="csY103" fmla="*/ 231128 h 894745"/>
                <a:gd name="csX104" fmla="*/ 454291 w 921006"/>
                <a:gd name="csY104" fmla="*/ 207077 h 894745"/>
                <a:gd name="csX105" fmla="*/ 425334 w 921006"/>
                <a:gd name="csY105" fmla="*/ 207077 h 894745"/>
                <a:gd name="csX106" fmla="*/ 417827 w 921006"/>
                <a:gd name="csY106" fmla="*/ 231016 h 894745"/>
                <a:gd name="csX107" fmla="*/ 407953 w 921006"/>
                <a:gd name="csY107" fmla="*/ 239924 h 894745"/>
                <a:gd name="csX108" fmla="*/ 351371 w 921006"/>
                <a:gd name="csY108" fmla="*/ 263455 h 894745"/>
                <a:gd name="csX109" fmla="*/ 338169 w 921006"/>
                <a:gd name="csY109" fmla="*/ 264161 h 894745"/>
                <a:gd name="csX110" fmla="*/ 315831 w 921006"/>
                <a:gd name="csY110" fmla="*/ 252543 h 894745"/>
                <a:gd name="csX111" fmla="*/ 295343 w 921006"/>
                <a:gd name="csY111" fmla="*/ 273179 h 894745"/>
                <a:gd name="csX112" fmla="*/ 306919 w 921006"/>
                <a:gd name="csY112" fmla="*/ 295449 h 894745"/>
                <a:gd name="csX113" fmla="*/ 306216 w 921006"/>
                <a:gd name="csY113" fmla="*/ 308736 h 894745"/>
                <a:gd name="csX114" fmla="*/ 282733 w 921006"/>
                <a:gd name="csY114" fmla="*/ 365485 h 894745"/>
                <a:gd name="csX115" fmla="*/ 273894 w 921006"/>
                <a:gd name="csY115" fmla="*/ 375395 h 894745"/>
                <a:gd name="csX116" fmla="*/ 249968 w 921006"/>
                <a:gd name="csY116" fmla="*/ 383041 h 894745"/>
                <a:gd name="csX117" fmla="*/ 249968 w 921006"/>
                <a:gd name="csY117" fmla="*/ 412102 h 894745"/>
                <a:gd name="csX118" fmla="*/ 273820 w 921006"/>
                <a:gd name="csY118" fmla="*/ 419637 h 894745"/>
                <a:gd name="csX119" fmla="*/ 282696 w 921006"/>
                <a:gd name="csY119" fmla="*/ 429547 h 894745"/>
                <a:gd name="csX120" fmla="*/ 306143 w 921006"/>
                <a:gd name="csY120" fmla="*/ 486333 h 894745"/>
                <a:gd name="csX121" fmla="*/ 306845 w 921006"/>
                <a:gd name="csY121" fmla="*/ 499583 h 894745"/>
                <a:gd name="csX122" fmla="*/ 295270 w 921006"/>
                <a:gd name="csY122" fmla="*/ 521964 h 894745"/>
                <a:gd name="csX123" fmla="*/ 315758 w 921006"/>
                <a:gd name="csY123" fmla="*/ 542526 h 894745"/>
                <a:gd name="csX124" fmla="*/ 337947 w 921006"/>
                <a:gd name="csY124" fmla="*/ 530909 h 894745"/>
                <a:gd name="csX125" fmla="*/ 337984 w 921006"/>
                <a:gd name="csY125" fmla="*/ 530909 h 894745"/>
                <a:gd name="csX126" fmla="*/ 351223 w 921006"/>
                <a:gd name="csY126" fmla="*/ 531614 h 894745"/>
                <a:gd name="csX127" fmla="*/ 407805 w 921006"/>
                <a:gd name="csY127" fmla="*/ 555182 h 894745"/>
                <a:gd name="csX128" fmla="*/ 417643 w 921006"/>
                <a:gd name="csY128" fmla="*/ 564053 h 894745"/>
                <a:gd name="csX129" fmla="*/ 425261 w 921006"/>
                <a:gd name="csY129" fmla="*/ 588066 h 894745"/>
                <a:gd name="csX130" fmla="*/ 454218 w 921006"/>
                <a:gd name="csY130" fmla="*/ 588066 h 894745"/>
                <a:gd name="csX131" fmla="*/ 461725 w 921006"/>
                <a:gd name="csY131" fmla="*/ 564127 h 894745"/>
                <a:gd name="csX132" fmla="*/ 471599 w 921006"/>
                <a:gd name="csY132" fmla="*/ 555219 h 894745"/>
                <a:gd name="csX133" fmla="*/ 528218 w 921006"/>
                <a:gd name="csY133" fmla="*/ 531688 h 894745"/>
                <a:gd name="csX134" fmla="*/ 541420 w 921006"/>
                <a:gd name="csY134" fmla="*/ 530983 h 894745"/>
                <a:gd name="csX135" fmla="*/ 563720 w 921006"/>
                <a:gd name="csY135" fmla="*/ 542600 h 894745"/>
                <a:gd name="csX136" fmla="*/ 584209 w 921006"/>
                <a:gd name="csY136" fmla="*/ 522038 h 894745"/>
                <a:gd name="csX137" fmla="*/ 572633 w 921006"/>
                <a:gd name="csY137" fmla="*/ 499768 h 894745"/>
                <a:gd name="csX138" fmla="*/ 573373 w 921006"/>
                <a:gd name="csY138" fmla="*/ 486407 h 894745"/>
                <a:gd name="csX139" fmla="*/ 558136 w 921006"/>
                <a:gd name="csY139" fmla="*/ 397553 h 894745"/>
                <a:gd name="csX140" fmla="*/ 485098 w 921006"/>
                <a:gd name="csY140" fmla="*/ 507305 h 894745"/>
                <a:gd name="csX141" fmla="*/ 356106 w 921006"/>
                <a:gd name="csY141" fmla="*/ 481547 h 894745"/>
                <a:gd name="csX142" fmla="*/ 330478 w 921006"/>
                <a:gd name="csY142" fmla="*/ 352128 h 894745"/>
                <a:gd name="csX143" fmla="*/ 439797 w 921006"/>
                <a:gd name="csY143" fmla="*/ 278788 h 894745"/>
                <a:gd name="csX144" fmla="*/ 558138 w 921006"/>
                <a:gd name="csY144" fmla="*/ 397594 h 894745"/>
                <a:gd name="csX145" fmla="*/ 532027 w 921006"/>
                <a:gd name="csY145" fmla="*/ 397553 h 894745"/>
                <a:gd name="csX146" fmla="*/ 475113 w 921006"/>
                <a:gd name="csY146" fmla="*/ 312040 h 894745"/>
                <a:gd name="csX147" fmla="*/ 374561 w 921006"/>
                <a:gd name="csY147" fmla="*/ 332082 h 894745"/>
                <a:gd name="csX148" fmla="*/ 354590 w 921006"/>
                <a:gd name="csY148" fmla="*/ 432998 h 894745"/>
                <a:gd name="csX149" fmla="*/ 439796 w 921006"/>
                <a:gd name="csY149" fmla="*/ 490118 h 894745"/>
                <a:gd name="csX150" fmla="*/ 532028 w 921006"/>
                <a:gd name="csY150" fmla="*/ 397589 h 894745"/>
                <a:gd name="csX151" fmla="*/ 567011 w 921006"/>
                <a:gd name="csY151" fmla="*/ 681296 h 894745"/>
                <a:gd name="csX152" fmla="*/ 567011 w 921006"/>
                <a:gd name="csY152" fmla="*/ 881644 h 894745"/>
                <a:gd name="csX153" fmla="*/ 553957 w 921006"/>
                <a:gd name="csY153" fmla="*/ 894746 h 894745"/>
                <a:gd name="csX154" fmla="*/ 354368 w 921006"/>
                <a:gd name="csY154" fmla="*/ 894746 h 894745"/>
                <a:gd name="csX155" fmla="*/ 341313 w 921006"/>
                <a:gd name="csY155" fmla="*/ 881644 h 894745"/>
                <a:gd name="csX156" fmla="*/ 341313 w 921006"/>
                <a:gd name="csY156" fmla="*/ 681334 h 894745"/>
                <a:gd name="csX157" fmla="*/ 354368 w 921006"/>
                <a:gd name="csY157" fmla="*/ 668232 h 894745"/>
                <a:gd name="csX158" fmla="*/ 553957 w 921006"/>
                <a:gd name="csY158" fmla="*/ 668232 h 894745"/>
                <a:gd name="csX159" fmla="*/ 567011 w 921006"/>
                <a:gd name="csY159" fmla="*/ 681334 h 894745"/>
                <a:gd name="csX160" fmla="*/ 540903 w 921006"/>
                <a:gd name="csY160" fmla="*/ 694398 h 894745"/>
                <a:gd name="csX161" fmla="*/ 367424 w 921006"/>
                <a:gd name="csY161" fmla="*/ 694398 h 894745"/>
                <a:gd name="csX162" fmla="*/ 367424 w 921006"/>
                <a:gd name="csY162" fmla="*/ 868579 h 894745"/>
                <a:gd name="csX163" fmla="*/ 540903 w 921006"/>
                <a:gd name="csY163" fmla="*/ 868579 h 894745"/>
                <a:gd name="csX164" fmla="*/ 113285 w 921006"/>
                <a:gd name="csY164" fmla="*/ 318899 h 894745"/>
                <a:gd name="csX165" fmla="*/ 8624 w 921006"/>
                <a:gd name="csY165" fmla="*/ 248714 h 894745"/>
                <a:gd name="csX166" fmla="*/ 33180 w 921006"/>
                <a:gd name="csY166" fmla="*/ 124825 h 894745"/>
                <a:gd name="csX167" fmla="*/ 156662 w 921006"/>
                <a:gd name="csY167" fmla="*/ 100180 h 894745"/>
                <a:gd name="csX168" fmla="*/ 226594 w 921006"/>
                <a:gd name="csY168" fmla="*/ 205219 h 894745"/>
                <a:gd name="csX169" fmla="*/ 113280 w 921006"/>
                <a:gd name="csY169" fmla="*/ 318904 h 894745"/>
                <a:gd name="csX170" fmla="*/ 113285 w 921006"/>
                <a:gd name="csY170" fmla="*/ 292696 h 894745"/>
                <a:gd name="csX171" fmla="*/ 113285 w 921006"/>
                <a:gd name="csY171" fmla="*/ 292733 h 894745"/>
                <a:gd name="csX172" fmla="*/ 193794 w 921006"/>
                <a:gd name="csY172" fmla="*/ 238693 h 894745"/>
                <a:gd name="csX173" fmla="*/ 174896 w 921006"/>
                <a:gd name="csY173" fmla="*/ 143346 h 894745"/>
                <a:gd name="csX174" fmla="*/ 79854 w 921006"/>
                <a:gd name="csY174" fmla="*/ 124380 h 894745"/>
                <a:gd name="csX175" fmla="*/ 26046 w 921006"/>
                <a:gd name="csY175" fmla="*/ 205217 h 894745"/>
                <a:gd name="csX176" fmla="*/ 113285 w 921006"/>
                <a:gd name="csY176" fmla="*/ 292734 h 894745"/>
                <a:gd name="csX177" fmla="*/ 916782 w 921006"/>
                <a:gd name="csY177" fmla="*/ 250124 h 894745"/>
                <a:gd name="csX178" fmla="*/ 889933 w 921006"/>
                <a:gd name="csY178" fmla="*/ 265676 h 894745"/>
                <a:gd name="csX179" fmla="*/ 700219 w 921006"/>
                <a:gd name="csY179" fmla="*/ 265676 h 894745"/>
                <a:gd name="csX180" fmla="*/ 673407 w 921006"/>
                <a:gd name="csY180" fmla="*/ 250124 h 894745"/>
                <a:gd name="csX181" fmla="*/ 673407 w 921006"/>
                <a:gd name="csY181" fmla="*/ 219022 h 894745"/>
                <a:gd name="csX182" fmla="*/ 768232 w 921006"/>
                <a:gd name="csY182" fmla="*/ 54124 h 894745"/>
                <a:gd name="csX183" fmla="*/ 795080 w 921006"/>
                <a:gd name="csY183" fmla="*/ 38573 h 894745"/>
                <a:gd name="csX184" fmla="*/ 821965 w 921006"/>
                <a:gd name="csY184" fmla="*/ 54124 h 894745"/>
                <a:gd name="csX185" fmla="*/ 916827 w 921006"/>
                <a:gd name="csY185" fmla="*/ 218994 h 894745"/>
                <a:gd name="csX186" fmla="*/ 916790 w 921006"/>
                <a:gd name="csY186" fmla="*/ 219031 h 894745"/>
                <a:gd name="csX187" fmla="*/ 916790 w 921006"/>
                <a:gd name="csY187" fmla="*/ 250133 h 894745"/>
                <a:gd name="csX188" fmla="*/ 894186 w 921006"/>
                <a:gd name="csY188" fmla="*/ 232087 h 894745"/>
                <a:gd name="csX189" fmla="*/ 799324 w 921006"/>
                <a:gd name="csY189" fmla="*/ 67217 h 894745"/>
                <a:gd name="csX190" fmla="*/ 795071 w 921006"/>
                <a:gd name="csY190" fmla="*/ 64730 h 894745"/>
                <a:gd name="csX191" fmla="*/ 790855 w 921006"/>
                <a:gd name="csY191" fmla="*/ 67217 h 894745"/>
                <a:gd name="csX192" fmla="*/ 695993 w 921006"/>
                <a:gd name="csY192" fmla="*/ 232115 h 894745"/>
                <a:gd name="csX193" fmla="*/ 695956 w 921006"/>
                <a:gd name="csY193" fmla="*/ 237014 h 894745"/>
                <a:gd name="csX194" fmla="*/ 700209 w 921006"/>
                <a:gd name="csY194" fmla="*/ 239501 h 894745"/>
                <a:gd name="csX195" fmla="*/ 889924 w 921006"/>
                <a:gd name="csY195" fmla="*/ 239501 h 894745"/>
                <a:gd name="csX196" fmla="*/ 894140 w 921006"/>
                <a:gd name="csY196" fmla="*/ 237014 h 894745"/>
                <a:gd name="csX197" fmla="*/ 894140 w 921006"/>
                <a:gd name="csY197" fmla="*/ 232115 h 8947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Lst>
              <a:rect l="l" t="t" r="r" b="b"/>
              <a:pathLst>
                <a:path w="921006" h="894745">
                  <a:moveTo>
                    <a:pt x="295974" y="740138"/>
                  </a:moveTo>
                  <a:cubicBezTo>
                    <a:pt x="294532" y="743330"/>
                    <a:pt x="291906" y="745779"/>
                    <a:pt x="288651" y="746967"/>
                  </a:cubicBezTo>
                  <a:cubicBezTo>
                    <a:pt x="285434" y="748192"/>
                    <a:pt x="281810" y="748043"/>
                    <a:pt x="278666" y="746596"/>
                  </a:cubicBezTo>
                  <a:cubicBezTo>
                    <a:pt x="210917" y="715344"/>
                    <a:pt x="153518" y="665239"/>
                    <a:pt x="113282" y="602221"/>
                  </a:cubicBezTo>
                  <a:cubicBezTo>
                    <a:pt x="73010" y="539199"/>
                    <a:pt x="51634" y="465931"/>
                    <a:pt x="51634" y="391107"/>
                  </a:cubicBezTo>
                  <a:cubicBezTo>
                    <a:pt x="51634" y="383870"/>
                    <a:pt x="57478" y="378006"/>
                    <a:pt x="64689" y="378006"/>
                  </a:cubicBezTo>
                  <a:cubicBezTo>
                    <a:pt x="71900" y="378006"/>
                    <a:pt x="77743" y="383870"/>
                    <a:pt x="77743" y="391107"/>
                  </a:cubicBezTo>
                  <a:cubicBezTo>
                    <a:pt x="77891" y="460884"/>
                    <a:pt x="97898" y="529211"/>
                    <a:pt x="135435" y="587968"/>
                  </a:cubicBezTo>
                  <a:cubicBezTo>
                    <a:pt x="172971" y="646759"/>
                    <a:pt x="226447" y="693520"/>
                    <a:pt x="289572" y="722776"/>
                  </a:cubicBezTo>
                  <a:cubicBezTo>
                    <a:pt x="296117" y="725819"/>
                    <a:pt x="299002" y="733576"/>
                    <a:pt x="295969" y="740145"/>
                  </a:cubicBezTo>
                  <a:close/>
                  <a:moveTo>
                    <a:pt x="241722" y="83604"/>
                  </a:moveTo>
                  <a:cubicBezTo>
                    <a:pt x="244162" y="83604"/>
                    <a:pt x="246566" y="82899"/>
                    <a:pt x="248600" y="81600"/>
                  </a:cubicBezTo>
                  <a:cubicBezTo>
                    <a:pt x="303702" y="47083"/>
                    <a:pt x="367017" y="28006"/>
                    <a:pt x="431915" y="26299"/>
                  </a:cubicBezTo>
                  <a:cubicBezTo>
                    <a:pt x="496855" y="24628"/>
                    <a:pt x="561058" y="40403"/>
                    <a:pt x="617824" y="72024"/>
                  </a:cubicBezTo>
                  <a:cubicBezTo>
                    <a:pt x="624111" y="75328"/>
                    <a:pt x="631877" y="73027"/>
                    <a:pt x="635316" y="66791"/>
                  </a:cubicBezTo>
                  <a:cubicBezTo>
                    <a:pt x="638793" y="60556"/>
                    <a:pt x="636648" y="52724"/>
                    <a:pt x="630546" y="49124"/>
                  </a:cubicBezTo>
                  <a:cubicBezTo>
                    <a:pt x="569674" y="15238"/>
                    <a:pt x="500854" y="-1687"/>
                    <a:pt x="431250" y="133"/>
                  </a:cubicBezTo>
                  <a:cubicBezTo>
                    <a:pt x="361651" y="1951"/>
                    <a:pt x="293823" y="22402"/>
                    <a:pt x="234766" y="59369"/>
                  </a:cubicBezTo>
                  <a:cubicBezTo>
                    <a:pt x="229848" y="62486"/>
                    <a:pt x="227555" y="68499"/>
                    <a:pt x="229145" y="74104"/>
                  </a:cubicBezTo>
                  <a:cubicBezTo>
                    <a:pt x="230772" y="79745"/>
                    <a:pt x="235876" y="83605"/>
                    <a:pt x="241719" y="83605"/>
                  </a:cubicBezTo>
                  <a:close/>
                  <a:moveTo>
                    <a:pt x="817966" y="377998"/>
                  </a:moveTo>
                  <a:cubicBezTo>
                    <a:pt x="810755" y="377998"/>
                    <a:pt x="804912" y="383862"/>
                    <a:pt x="804912" y="391100"/>
                  </a:cubicBezTo>
                  <a:cubicBezTo>
                    <a:pt x="805023" y="458019"/>
                    <a:pt x="786790" y="523636"/>
                    <a:pt x="752139" y="580835"/>
                  </a:cubicBezTo>
                  <a:cubicBezTo>
                    <a:pt x="717487" y="638029"/>
                    <a:pt x="667822" y="684496"/>
                    <a:pt x="608578" y="715195"/>
                  </a:cubicBezTo>
                  <a:cubicBezTo>
                    <a:pt x="602549" y="718721"/>
                    <a:pt x="600331" y="726367"/>
                    <a:pt x="603548" y="732565"/>
                  </a:cubicBezTo>
                  <a:cubicBezTo>
                    <a:pt x="606765" y="738763"/>
                    <a:pt x="614273" y="741361"/>
                    <a:pt x="620597" y="738429"/>
                  </a:cubicBezTo>
                  <a:cubicBezTo>
                    <a:pt x="684094" y="705546"/>
                    <a:pt x="737309" y="655700"/>
                    <a:pt x="774440" y="594425"/>
                  </a:cubicBezTo>
                  <a:cubicBezTo>
                    <a:pt x="811570" y="533148"/>
                    <a:pt x="831133" y="462810"/>
                    <a:pt x="830985" y="391112"/>
                  </a:cubicBezTo>
                  <a:cubicBezTo>
                    <a:pt x="830985" y="383875"/>
                    <a:pt x="825142" y="378011"/>
                    <a:pt x="817968" y="378011"/>
                  </a:cubicBezTo>
                  <a:close/>
                  <a:moveTo>
                    <a:pt x="603476" y="539742"/>
                  </a:moveTo>
                  <a:lnTo>
                    <a:pt x="581472" y="561862"/>
                  </a:lnTo>
                  <a:cubicBezTo>
                    <a:pt x="573927" y="569508"/>
                    <a:pt x="562316" y="571290"/>
                    <a:pt x="552811" y="566353"/>
                  </a:cubicBezTo>
                  <a:lnTo>
                    <a:pt x="536170" y="557705"/>
                  </a:lnTo>
                  <a:cubicBezTo>
                    <a:pt x="520120" y="567466"/>
                    <a:pt x="502664" y="574705"/>
                    <a:pt x="484433" y="579195"/>
                  </a:cubicBezTo>
                  <a:lnTo>
                    <a:pt x="478849" y="597010"/>
                  </a:lnTo>
                  <a:cubicBezTo>
                    <a:pt x="475668" y="607291"/>
                    <a:pt x="466165" y="614306"/>
                    <a:pt x="455402" y="614269"/>
                  </a:cubicBezTo>
                  <a:lnTo>
                    <a:pt x="424190" y="614269"/>
                  </a:lnTo>
                  <a:cubicBezTo>
                    <a:pt x="413502" y="614306"/>
                    <a:pt x="403998" y="607328"/>
                    <a:pt x="400780" y="597084"/>
                  </a:cubicBezTo>
                  <a:lnTo>
                    <a:pt x="395085" y="579121"/>
                  </a:lnTo>
                  <a:cubicBezTo>
                    <a:pt x="376890" y="574630"/>
                    <a:pt x="359435" y="567392"/>
                    <a:pt x="343385" y="557594"/>
                  </a:cubicBezTo>
                  <a:lnTo>
                    <a:pt x="326854" y="566205"/>
                  </a:lnTo>
                  <a:lnTo>
                    <a:pt x="326891" y="566242"/>
                  </a:lnTo>
                  <a:cubicBezTo>
                    <a:pt x="317387" y="571253"/>
                    <a:pt x="305701" y="569471"/>
                    <a:pt x="298156" y="561788"/>
                  </a:cubicBezTo>
                  <a:lnTo>
                    <a:pt x="276078" y="539668"/>
                  </a:lnTo>
                  <a:lnTo>
                    <a:pt x="276041" y="539668"/>
                  </a:lnTo>
                  <a:cubicBezTo>
                    <a:pt x="268460" y="532096"/>
                    <a:pt x="266648" y="520443"/>
                    <a:pt x="271604" y="510904"/>
                  </a:cubicBezTo>
                  <a:lnTo>
                    <a:pt x="280220" y="494202"/>
                  </a:lnTo>
                  <a:cubicBezTo>
                    <a:pt x="270458" y="478095"/>
                    <a:pt x="263246" y="460613"/>
                    <a:pt x="258771" y="442316"/>
                  </a:cubicBezTo>
                  <a:lnTo>
                    <a:pt x="241020" y="436711"/>
                  </a:lnTo>
                  <a:lnTo>
                    <a:pt x="241057" y="436711"/>
                  </a:lnTo>
                  <a:cubicBezTo>
                    <a:pt x="230777" y="433482"/>
                    <a:pt x="223824" y="423943"/>
                    <a:pt x="223861" y="413143"/>
                  </a:cubicBezTo>
                  <a:lnTo>
                    <a:pt x="223861" y="381892"/>
                  </a:lnTo>
                  <a:cubicBezTo>
                    <a:pt x="223824" y="371165"/>
                    <a:pt x="230739" y="361627"/>
                    <a:pt x="240983" y="358397"/>
                  </a:cubicBezTo>
                  <a:lnTo>
                    <a:pt x="258882" y="352682"/>
                  </a:lnTo>
                  <a:lnTo>
                    <a:pt x="258845" y="352682"/>
                  </a:lnTo>
                  <a:cubicBezTo>
                    <a:pt x="263320" y="334421"/>
                    <a:pt x="270568" y="316903"/>
                    <a:pt x="280294" y="300795"/>
                  </a:cubicBezTo>
                  <a:lnTo>
                    <a:pt x="271677" y="284241"/>
                  </a:lnTo>
                  <a:lnTo>
                    <a:pt x="271714" y="284241"/>
                  </a:lnTo>
                  <a:cubicBezTo>
                    <a:pt x="266685" y="274703"/>
                    <a:pt x="268497" y="263011"/>
                    <a:pt x="276115" y="255403"/>
                  </a:cubicBezTo>
                  <a:lnTo>
                    <a:pt x="298193" y="233245"/>
                  </a:lnTo>
                  <a:lnTo>
                    <a:pt x="298193" y="233208"/>
                  </a:lnTo>
                  <a:cubicBezTo>
                    <a:pt x="305774" y="225599"/>
                    <a:pt x="317386" y="223781"/>
                    <a:pt x="326890" y="228754"/>
                  </a:cubicBezTo>
                  <a:lnTo>
                    <a:pt x="343532" y="237402"/>
                  </a:lnTo>
                  <a:cubicBezTo>
                    <a:pt x="359582" y="227641"/>
                    <a:pt x="377000" y="220366"/>
                    <a:pt x="395231" y="215913"/>
                  </a:cubicBezTo>
                  <a:lnTo>
                    <a:pt x="400816" y="198097"/>
                  </a:lnTo>
                  <a:cubicBezTo>
                    <a:pt x="404033" y="187780"/>
                    <a:pt x="413538" y="180802"/>
                    <a:pt x="424262" y="180839"/>
                  </a:cubicBezTo>
                  <a:lnTo>
                    <a:pt x="455438" y="180839"/>
                  </a:lnTo>
                  <a:cubicBezTo>
                    <a:pt x="466163" y="180802"/>
                    <a:pt x="475630" y="187779"/>
                    <a:pt x="478885" y="198023"/>
                  </a:cubicBezTo>
                  <a:lnTo>
                    <a:pt x="484580" y="215987"/>
                  </a:lnTo>
                  <a:lnTo>
                    <a:pt x="484543" y="215950"/>
                  </a:lnTo>
                  <a:cubicBezTo>
                    <a:pt x="502775" y="220441"/>
                    <a:pt x="520193" y="227715"/>
                    <a:pt x="536243" y="237513"/>
                  </a:cubicBezTo>
                  <a:lnTo>
                    <a:pt x="552773" y="228865"/>
                  </a:lnTo>
                  <a:cubicBezTo>
                    <a:pt x="562278" y="223855"/>
                    <a:pt x="573927" y="225636"/>
                    <a:pt x="581509" y="233282"/>
                  </a:cubicBezTo>
                  <a:lnTo>
                    <a:pt x="603549" y="255439"/>
                  </a:lnTo>
                  <a:lnTo>
                    <a:pt x="603549" y="255477"/>
                  </a:lnTo>
                  <a:cubicBezTo>
                    <a:pt x="611131" y="263048"/>
                    <a:pt x="612943" y="274702"/>
                    <a:pt x="607987" y="284240"/>
                  </a:cubicBezTo>
                  <a:lnTo>
                    <a:pt x="599370" y="300905"/>
                  </a:lnTo>
                  <a:cubicBezTo>
                    <a:pt x="609096" y="317013"/>
                    <a:pt x="616308" y="334495"/>
                    <a:pt x="620782" y="352792"/>
                  </a:cubicBezTo>
                  <a:lnTo>
                    <a:pt x="638534" y="358396"/>
                  </a:lnTo>
                  <a:lnTo>
                    <a:pt x="638497" y="358396"/>
                  </a:lnTo>
                  <a:cubicBezTo>
                    <a:pt x="648740" y="361625"/>
                    <a:pt x="655730" y="371126"/>
                    <a:pt x="655730" y="381890"/>
                  </a:cubicBezTo>
                  <a:lnTo>
                    <a:pt x="655730" y="413216"/>
                  </a:lnTo>
                  <a:cubicBezTo>
                    <a:pt x="655730" y="423942"/>
                    <a:pt x="648814" y="433481"/>
                    <a:pt x="638570" y="436710"/>
                  </a:cubicBezTo>
                  <a:lnTo>
                    <a:pt x="620672" y="442426"/>
                  </a:lnTo>
                  <a:lnTo>
                    <a:pt x="620709" y="442426"/>
                  </a:lnTo>
                  <a:cubicBezTo>
                    <a:pt x="616271" y="460687"/>
                    <a:pt x="609059" y="478205"/>
                    <a:pt x="599370" y="494312"/>
                  </a:cubicBezTo>
                  <a:lnTo>
                    <a:pt x="607987" y="510903"/>
                  </a:lnTo>
                  <a:lnTo>
                    <a:pt x="607950" y="510903"/>
                  </a:lnTo>
                  <a:cubicBezTo>
                    <a:pt x="612943" y="520442"/>
                    <a:pt x="611131" y="532170"/>
                    <a:pt x="603475" y="539742"/>
                  </a:cubicBezTo>
                  <a:close/>
                  <a:moveTo>
                    <a:pt x="573372" y="486407"/>
                  </a:moveTo>
                  <a:cubicBezTo>
                    <a:pt x="584799" y="469223"/>
                    <a:pt x="592788" y="449923"/>
                    <a:pt x="596856" y="429621"/>
                  </a:cubicBezTo>
                  <a:cubicBezTo>
                    <a:pt x="597781" y="424981"/>
                    <a:pt x="601183" y="421196"/>
                    <a:pt x="605695" y="419748"/>
                  </a:cubicBezTo>
                  <a:lnTo>
                    <a:pt x="629621" y="412102"/>
                  </a:lnTo>
                  <a:lnTo>
                    <a:pt x="629621" y="383041"/>
                  </a:lnTo>
                  <a:lnTo>
                    <a:pt x="605768" y="375581"/>
                  </a:lnTo>
                  <a:cubicBezTo>
                    <a:pt x="601220" y="374133"/>
                    <a:pt x="597817" y="370347"/>
                    <a:pt x="596893" y="365671"/>
                  </a:cubicBezTo>
                  <a:cubicBezTo>
                    <a:pt x="592825" y="345369"/>
                    <a:pt x="584874" y="326068"/>
                    <a:pt x="573446" y="308847"/>
                  </a:cubicBezTo>
                  <a:cubicBezTo>
                    <a:pt x="570821" y="304913"/>
                    <a:pt x="570562" y="299828"/>
                    <a:pt x="572744" y="295597"/>
                  </a:cubicBezTo>
                  <a:lnTo>
                    <a:pt x="584319" y="273216"/>
                  </a:lnTo>
                  <a:lnTo>
                    <a:pt x="563831" y="252654"/>
                  </a:lnTo>
                  <a:lnTo>
                    <a:pt x="541642" y="264272"/>
                  </a:lnTo>
                  <a:cubicBezTo>
                    <a:pt x="537426" y="266461"/>
                    <a:pt x="532359" y="266202"/>
                    <a:pt x="528403" y="263566"/>
                  </a:cubicBezTo>
                  <a:cubicBezTo>
                    <a:pt x="511243" y="252098"/>
                    <a:pt x="492012" y="244081"/>
                    <a:pt x="471784" y="239998"/>
                  </a:cubicBezTo>
                  <a:cubicBezTo>
                    <a:pt x="467161" y="239070"/>
                    <a:pt x="463389" y="235656"/>
                    <a:pt x="461946" y="231128"/>
                  </a:cubicBezTo>
                  <a:lnTo>
                    <a:pt x="454291" y="207077"/>
                  </a:lnTo>
                  <a:lnTo>
                    <a:pt x="425334" y="207077"/>
                  </a:lnTo>
                  <a:lnTo>
                    <a:pt x="417827" y="231016"/>
                  </a:lnTo>
                  <a:cubicBezTo>
                    <a:pt x="416422" y="235582"/>
                    <a:pt x="412613" y="238996"/>
                    <a:pt x="407953" y="239924"/>
                  </a:cubicBezTo>
                  <a:cubicBezTo>
                    <a:pt x="387761" y="244007"/>
                    <a:pt x="368530" y="251986"/>
                    <a:pt x="351371" y="263455"/>
                  </a:cubicBezTo>
                  <a:cubicBezTo>
                    <a:pt x="347414" y="266054"/>
                    <a:pt x="342347" y="266350"/>
                    <a:pt x="338169" y="264161"/>
                  </a:cubicBezTo>
                  <a:lnTo>
                    <a:pt x="315831" y="252543"/>
                  </a:lnTo>
                  <a:lnTo>
                    <a:pt x="295343" y="273179"/>
                  </a:lnTo>
                  <a:lnTo>
                    <a:pt x="306919" y="295449"/>
                  </a:lnTo>
                  <a:cubicBezTo>
                    <a:pt x="309101" y="299680"/>
                    <a:pt x="308842" y="304765"/>
                    <a:pt x="306216" y="308736"/>
                  </a:cubicBezTo>
                  <a:cubicBezTo>
                    <a:pt x="294789" y="325957"/>
                    <a:pt x="286801" y="345220"/>
                    <a:pt x="282733" y="365485"/>
                  </a:cubicBezTo>
                  <a:cubicBezTo>
                    <a:pt x="281771" y="370162"/>
                    <a:pt x="278406" y="373948"/>
                    <a:pt x="273894" y="375395"/>
                  </a:cubicBezTo>
                  <a:lnTo>
                    <a:pt x="249968" y="383041"/>
                  </a:lnTo>
                  <a:lnTo>
                    <a:pt x="249968" y="412102"/>
                  </a:lnTo>
                  <a:lnTo>
                    <a:pt x="273820" y="419637"/>
                  </a:lnTo>
                  <a:cubicBezTo>
                    <a:pt x="278369" y="421047"/>
                    <a:pt x="281771" y="424870"/>
                    <a:pt x="282696" y="429547"/>
                  </a:cubicBezTo>
                  <a:cubicBezTo>
                    <a:pt x="286764" y="449812"/>
                    <a:pt x="294715" y="469112"/>
                    <a:pt x="306143" y="486333"/>
                  </a:cubicBezTo>
                  <a:cubicBezTo>
                    <a:pt x="308768" y="490305"/>
                    <a:pt x="309027" y="495390"/>
                    <a:pt x="306845" y="499583"/>
                  </a:cubicBezTo>
                  <a:lnTo>
                    <a:pt x="295270" y="521964"/>
                  </a:lnTo>
                  <a:lnTo>
                    <a:pt x="315758" y="542526"/>
                  </a:lnTo>
                  <a:lnTo>
                    <a:pt x="337947" y="530909"/>
                  </a:lnTo>
                  <a:lnTo>
                    <a:pt x="337984" y="530909"/>
                  </a:lnTo>
                  <a:cubicBezTo>
                    <a:pt x="342163" y="528719"/>
                    <a:pt x="347267" y="528979"/>
                    <a:pt x="351223" y="531614"/>
                  </a:cubicBezTo>
                  <a:cubicBezTo>
                    <a:pt x="368383" y="543082"/>
                    <a:pt x="387576" y="551099"/>
                    <a:pt x="407805" y="555182"/>
                  </a:cubicBezTo>
                  <a:cubicBezTo>
                    <a:pt x="412428" y="556147"/>
                    <a:pt x="416200" y="559525"/>
                    <a:pt x="417643" y="564053"/>
                  </a:cubicBezTo>
                  <a:lnTo>
                    <a:pt x="425261" y="588066"/>
                  </a:lnTo>
                  <a:lnTo>
                    <a:pt x="454218" y="588066"/>
                  </a:lnTo>
                  <a:lnTo>
                    <a:pt x="461725" y="564127"/>
                  </a:lnTo>
                  <a:cubicBezTo>
                    <a:pt x="463167" y="559562"/>
                    <a:pt x="466939" y="556147"/>
                    <a:pt x="471599" y="555219"/>
                  </a:cubicBezTo>
                  <a:cubicBezTo>
                    <a:pt x="491828" y="551137"/>
                    <a:pt x="511059" y="543157"/>
                    <a:pt x="528218" y="531688"/>
                  </a:cubicBezTo>
                  <a:cubicBezTo>
                    <a:pt x="532138" y="529053"/>
                    <a:pt x="537205" y="528793"/>
                    <a:pt x="541420" y="530983"/>
                  </a:cubicBezTo>
                  <a:lnTo>
                    <a:pt x="563720" y="542600"/>
                  </a:lnTo>
                  <a:lnTo>
                    <a:pt x="584209" y="522038"/>
                  </a:lnTo>
                  <a:lnTo>
                    <a:pt x="572633" y="499768"/>
                  </a:lnTo>
                  <a:cubicBezTo>
                    <a:pt x="570414" y="495500"/>
                    <a:pt x="570710" y="490415"/>
                    <a:pt x="573373" y="486407"/>
                  </a:cubicBezTo>
                  <a:close/>
                  <a:moveTo>
                    <a:pt x="558136" y="397553"/>
                  </a:moveTo>
                  <a:cubicBezTo>
                    <a:pt x="558136" y="445617"/>
                    <a:pt x="529327" y="488894"/>
                    <a:pt x="485098" y="507305"/>
                  </a:cubicBezTo>
                  <a:cubicBezTo>
                    <a:pt x="440868" y="525677"/>
                    <a:pt x="389980" y="515507"/>
                    <a:pt x="356106" y="481547"/>
                  </a:cubicBezTo>
                  <a:cubicBezTo>
                    <a:pt x="322268" y="447587"/>
                    <a:pt x="312135" y="396480"/>
                    <a:pt x="330478" y="352128"/>
                  </a:cubicBezTo>
                  <a:cubicBezTo>
                    <a:pt x="348784" y="307738"/>
                    <a:pt x="391942" y="278788"/>
                    <a:pt x="439797" y="278788"/>
                  </a:cubicBezTo>
                  <a:cubicBezTo>
                    <a:pt x="505143" y="278862"/>
                    <a:pt x="558062" y="332011"/>
                    <a:pt x="558138" y="397594"/>
                  </a:cubicBezTo>
                  <a:close/>
                  <a:moveTo>
                    <a:pt x="532027" y="397553"/>
                  </a:moveTo>
                  <a:cubicBezTo>
                    <a:pt x="532027" y="360104"/>
                    <a:pt x="509579" y="326366"/>
                    <a:pt x="475113" y="312040"/>
                  </a:cubicBezTo>
                  <a:cubicBezTo>
                    <a:pt x="440646" y="297677"/>
                    <a:pt x="400965" y="305619"/>
                    <a:pt x="374561" y="332082"/>
                  </a:cubicBezTo>
                  <a:cubicBezTo>
                    <a:pt x="348192" y="358583"/>
                    <a:pt x="340279" y="398407"/>
                    <a:pt x="354590" y="432998"/>
                  </a:cubicBezTo>
                  <a:cubicBezTo>
                    <a:pt x="368865" y="467589"/>
                    <a:pt x="402482" y="490118"/>
                    <a:pt x="439796" y="490118"/>
                  </a:cubicBezTo>
                  <a:cubicBezTo>
                    <a:pt x="490719" y="490081"/>
                    <a:pt x="531954" y="448660"/>
                    <a:pt x="532028" y="397589"/>
                  </a:cubicBezTo>
                  <a:close/>
                  <a:moveTo>
                    <a:pt x="567011" y="681296"/>
                  </a:moveTo>
                  <a:lnTo>
                    <a:pt x="567011" y="881644"/>
                  </a:lnTo>
                  <a:cubicBezTo>
                    <a:pt x="567011" y="888882"/>
                    <a:pt x="561168" y="894746"/>
                    <a:pt x="553957" y="894746"/>
                  </a:cubicBezTo>
                  <a:lnTo>
                    <a:pt x="354368" y="894746"/>
                  </a:lnTo>
                  <a:cubicBezTo>
                    <a:pt x="347157" y="894746"/>
                    <a:pt x="341313" y="888882"/>
                    <a:pt x="341313" y="881644"/>
                  </a:cubicBezTo>
                  <a:lnTo>
                    <a:pt x="341313" y="681334"/>
                  </a:lnTo>
                  <a:cubicBezTo>
                    <a:pt x="341313" y="674097"/>
                    <a:pt x="347157" y="668232"/>
                    <a:pt x="354368" y="668232"/>
                  </a:cubicBezTo>
                  <a:lnTo>
                    <a:pt x="553957" y="668232"/>
                  </a:lnTo>
                  <a:cubicBezTo>
                    <a:pt x="561168" y="668232"/>
                    <a:pt x="567011" y="674097"/>
                    <a:pt x="567011" y="681334"/>
                  </a:cubicBezTo>
                  <a:close/>
                  <a:moveTo>
                    <a:pt x="540903" y="694398"/>
                  </a:moveTo>
                  <a:lnTo>
                    <a:pt x="367424" y="694398"/>
                  </a:lnTo>
                  <a:lnTo>
                    <a:pt x="367424" y="868579"/>
                  </a:lnTo>
                  <a:lnTo>
                    <a:pt x="540903" y="868579"/>
                  </a:lnTo>
                  <a:close/>
                  <a:moveTo>
                    <a:pt x="113285" y="318899"/>
                  </a:moveTo>
                  <a:cubicBezTo>
                    <a:pt x="67465" y="318899"/>
                    <a:pt x="26157" y="291211"/>
                    <a:pt x="8624" y="248714"/>
                  </a:cubicBezTo>
                  <a:cubicBezTo>
                    <a:pt x="-8906" y="206254"/>
                    <a:pt x="784" y="157337"/>
                    <a:pt x="33180" y="124825"/>
                  </a:cubicBezTo>
                  <a:cubicBezTo>
                    <a:pt x="65613" y="92311"/>
                    <a:pt x="114318" y="82588"/>
                    <a:pt x="156662" y="100180"/>
                  </a:cubicBezTo>
                  <a:cubicBezTo>
                    <a:pt x="198969" y="117773"/>
                    <a:pt x="226594" y="159229"/>
                    <a:pt x="226594" y="205219"/>
                  </a:cubicBezTo>
                  <a:cubicBezTo>
                    <a:pt x="226520" y="267981"/>
                    <a:pt x="175818" y="318866"/>
                    <a:pt x="113280" y="318904"/>
                  </a:cubicBezTo>
                  <a:close/>
                  <a:moveTo>
                    <a:pt x="113285" y="292696"/>
                  </a:moveTo>
                  <a:lnTo>
                    <a:pt x="113285" y="292733"/>
                  </a:lnTo>
                  <a:cubicBezTo>
                    <a:pt x="148529" y="292696"/>
                    <a:pt x="180332" y="271392"/>
                    <a:pt x="193794" y="238693"/>
                  </a:cubicBezTo>
                  <a:cubicBezTo>
                    <a:pt x="207292" y="205995"/>
                    <a:pt x="199822" y="168360"/>
                    <a:pt x="174896" y="143346"/>
                  </a:cubicBezTo>
                  <a:cubicBezTo>
                    <a:pt x="149934" y="118330"/>
                    <a:pt x="112434" y="110833"/>
                    <a:pt x="79854" y="124380"/>
                  </a:cubicBezTo>
                  <a:cubicBezTo>
                    <a:pt x="47310" y="137927"/>
                    <a:pt x="26046" y="169846"/>
                    <a:pt x="26046" y="205217"/>
                  </a:cubicBezTo>
                  <a:cubicBezTo>
                    <a:pt x="26120" y="253540"/>
                    <a:pt x="65135" y="292660"/>
                    <a:pt x="113285" y="292734"/>
                  </a:cubicBezTo>
                  <a:close/>
                  <a:moveTo>
                    <a:pt x="916782" y="250124"/>
                  </a:moveTo>
                  <a:cubicBezTo>
                    <a:pt x="911308" y="259811"/>
                    <a:pt x="901027" y="265750"/>
                    <a:pt x="889933" y="265676"/>
                  </a:cubicBezTo>
                  <a:lnTo>
                    <a:pt x="700219" y="265676"/>
                  </a:lnTo>
                  <a:cubicBezTo>
                    <a:pt x="689161" y="265676"/>
                    <a:pt x="678917" y="259737"/>
                    <a:pt x="673407" y="250124"/>
                  </a:cubicBezTo>
                  <a:cubicBezTo>
                    <a:pt x="667860" y="240512"/>
                    <a:pt x="667860" y="228635"/>
                    <a:pt x="673407" y="219022"/>
                  </a:cubicBezTo>
                  <a:lnTo>
                    <a:pt x="768232" y="54124"/>
                  </a:lnTo>
                  <a:cubicBezTo>
                    <a:pt x="773779" y="44511"/>
                    <a:pt x="784023" y="38573"/>
                    <a:pt x="795080" y="38573"/>
                  </a:cubicBezTo>
                  <a:cubicBezTo>
                    <a:pt x="806175" y="38573"/>
                    <a:pt x="816418" y="44511"/>
                    <a:pt x="821965" y="54124"/>
                  </a:cubicBezTo>
                  <a:lnTo>
                    <a:pt x="916827" y="218994"/>
                  </a:lnTo>
                  <a:lnTo>
                    <a:pt x="916790" y="219031"/>
                  </a:lnTo>
                  <a:cubicBezTo>
                    <a:pt x="922411" y="228644"/>
                    <a:pt x="922411" y="240520"/>
                    <a:pt x="916790" y="250133"/>
                  </a:cubicBezTo>
                  <a:close/>
                  <a:moveTo>
                    <a:pt x="894186" y="232087"/>
                  </a:moveTo>
                  <a:lnTo>
                    <a:pt x="799324" y="67217"/>
                  </a:lnTo>
                  <a:cubicBezTo>
                    <a:pt x="798473" y="65695"/>
                    <a:pt x="796846" y="64730"/>
                    <a:pt x="795071" y="64730"/>
                  </a:cubicBezTo>
                  <a:cubicBezTo>
                    <a:pt x="793333" y="64730"/>
                    <a:pt x="791706" y="65695"/>
                    <a:pt x="790855" y="67217"/>
                  </a:cubicBezTo>
                  <a:lnTo>
                    <a:pt x="695993" y="232115"/>
                  </a:lnTo>
                  <a:cubicBezTo>
                    <a:pt x="695106" y="233637"/>
                    <a:pt x="695106" y="235493"/>
                    <a:pt x="695956" y="237014"/>
                  </a:cubicBezTo>
                  <a:cubicBezTo>
                    <a:pt x="696844" y="238536"/>
                    <a:pt x="698434" y="239501"/>
                    <a:pt x="700209" y="239501"/>
                  </a:cubicBezTo>
                  <a:lnTo>
                    <a:pt x="889924" y="239501"/>
                  </a:lnTo>
                  <a:cubicBezTo>
                    <a:pt x="891699" y="239464"/>
                    <a:pt x="893289" y="238536"/>
                    <a:pt x="894140" y="237014"/>
                  </a:cubicBezTo>
                  <a:cubicBezTo>
                    <a:pt x="895027" y="235493"/>
                    <a:pt x="895027" y="233637"/>
                    <a:pt x="894140" y="232115"/>
                  </a:cubicBezTo>
                  <a:close/>
                </a:path>
              </a:pathLst>
            </a:custGeom>
            <a:solidFill>
              <a:schemeClr val="bg1"/>
            </a:solidFill>
            <a:ln w="9438" cap="flat">
              <a:noFill/>
              <a:prstDash val="solid"/>
              <a:miter/>
            </a:ln>
          </p:spPr>
          <p:txBody>
            <a:bodyPr/>
            <a:lstStyle/>
            <a:p>
              <a:endParaRPr lang="en-US"/>
            </a:p>
          </p:txBody>
        </p:sp>
      </p:grpSp>
      <p:sp>
        <p:nvSpPr>
          <p:cNvPr id="66" name="TextBox 65">
            <a:extLst>
              <a:ext uri="{FF2B5EF4-FFF2-40B4-BE49-F238E27FC236}">
                <a16:creationId xmlns:a16="http://schemas.microsoft.com/office/drawing/2014/main" id="{A2C1270C-B948-FAD8-BB2E-CDED2F1DE8EF}"/>
              </a:ext>
            </a:extLst>
          </p:cNvPr>
          <p:cNvSpPr txBox="1"/>
          <p:nvPr/>
        </p:nvSpPr>
        <p:spPr>
          <a:xfrm>
            <a:off x="6687991" y="3729719"/>
            <a:ext cx="914399" cy="827919"/>
          </a:xfrm>
          <a:prstGeom prst="rect">
            <a:avLst/>
          </a:prstGeom>
          <a:noFill/>
          <a:ln>
            <a:noFill/>
          </a:ln>
        </p:spPr>
        <p:txBody>
          <a:bodyPr wrap="square">
            <a:spAutoFit/>
          </a:bodyPr>
          <a:lstStyle>
            <a:defPPr>
              <a:defRPr lang="en-US"/>
            </a:defPPr>
            <a:lvl1pPr>
              <a:lnSpc>
                <a:spcPct val="110000"/>
              </a:lnSpc>
              <a:defRPr sz="1000">
                <a:solidFill>
                  <a:srgbClr val="3C3C3C"/>
                </a:solidFill>
              </a:defRPr>
            </a:lvl1pPr>
          </a:lstStyle>
          <a:p>
            <a:pPr algn="r"/>
            <a:r>
              <a:rPr kumimoji="0" lang="en-US" sz="1400" b="1" i="0" u="none" strike="noStrike" kern="1200" cap="none" spc="0" normalizeH="0" baseline="0" noProof="0">
                <a:ln>
                  <a:noFill/>
                </a:ln>
                <a:solidFill>
                  <a:srgbClr val="2F7D95"/>
                </a:solidFill>
                <a:effectLst/>
                <a:uLnTx/>
                <a:uFillTx/>
                <a:latin typeface="Calibri"/>
                <a:ea typeface="+mn-ea"/>
                <a:cs typeface="+mn-cs"/>
              </a:rPr>
              <a:t>Launch </a:t>
            </a:r>
            <a:r>
              <a:rPr lang="en-US"/>
              <a:t>VPAT / ACR document-</a:t>
            </a:r>
            <a:r>
              <a:rPr lang="en-US" err="1"/>
              <a:t>tation</a:t>
            </a:r>
            <a:r>
              <a:rPr lang="en-US"/>
              <a:t>.</a:t>
            </a:r>
          </a:p>
        </p:txBody>
      </p:sp>
      <p:sp>
        <p:nvSpPr>
          <p:cNvPr id="64" name="TextBox 63">
            <a:extLst>
              <a:ext uri="{FF2B5EF4-FFF2-40B4-BE49-F238E27FC236}">
                <a16:creationId xmlns:a16="http://schemas.microsoft.com/office/drawing/2014/main" id="{815E5DE4-E717-E450-4B79-3188A76C4AD0}"/>
              </a:ext>
            </a:extLst>
          </p:cNvPr>
          <p:cNvSpPr txBox="1"/>
          <p:nvPr/>
        </p:nvSpPr>
        <p:spPr>
          <a:xfrm>
            <a:off x="7766601" y="4221105"/>
            <a:ext cx="1274469" cy="827919"/>
          </a:xfrm>
          <a:prstGeom prst="rect">
            <a:avLst/>
          </a:prstGeom>
          <a:noFill/>
          <a:ln>
            <a:noFill/>
          </a:ln>
        </p:spPr>
        <p:txBody>
          <a:bodyPr wrap="square">
            <a:spAutoFit/>
          </a:bodyPr>
          <a:lstStyle/>
          <a:p>
            <a:pPr algn="ctr">
              <a:lnSpc>
                <a:spcPct val="110000"/>
              </a:lnSpc>
            </a:pPr>
            <a:r>
              <a:rPr kumimoji="0" lang="en-US" sz="1400" b="1" i="0" u="none" strike="noStrike" kern="1200" cap="none" spc="0" normalizeH="0" baseline="0" noProof="0">
                <a:ln>
                  <a:noFill/>
                </a:ln>
                <a:solidFill>
                  <a:srgbClr val="009688"/>
                </a:solidFill>
                <a:effectLst/>
                <a:uLnTx/>
                <a:uFillTx/>
                <a:latin typeface="Calibri"/>
                <a:ea typeface="+mn-ea"/>
                <a:cs typeface="+mn-cs"/>
              </a:rPr>
              <a:t>Test</a:t>
            </a:r>
          </a:p>
          <a:p>
            <a:pPr algn="ctr">
              <a:lnSpc>
                <a:spcPct val="110000"/>
              </a:lnSpc>
            </a:pPr>
            <a:r>
              <a:rPr lang="en-US" sz="1000">
                <a:solidFill>
                  <a:srgbClr val="3C3C3C"/>
                </a:solidFill>
              </a:rPr>
              <a:t>Assistive-tech validation and fix verification.</a:t>
            </a:r>
          </a:p>
        </p:txBody>
      </p:sp>
      <p:sp>
        <p:nvSpPr>
          <p:cNvPr id="63" name="TextBox 62">
            <a:extLst>
              <a:ext uri="{FF2B5EF4-FFF2-40B4-BE49-F238E27FC236}">
                <a16:creationId xmlns:a16="http://schemas.microsoft.com/office/drawing/2014/main" id="{424A4EE1-7D63-E154-D8E0-28EB400BDE77}"/>
              </a:ext>
            </a:extLst>
          </p:cNvPr>
          <p:cNvSpPr txBox="1"/>
          <p:nvPr/>
        </p:nvSpPr>
        <p:spPr>
          <a:xfrm>
            <a:off x="9273093" y="3506433"/>
            <a:ext cx="914399" cy="997196"/>
          </a:xfrm>
          <a:prstGeom prst="rect">
            <a:avLst/>
          </a:prstGeom>
          <a:noFill/>
          <a:ln>
            <a:noFill/>
          </a:ln>
        </p:spPr>
        <p:txBody>
          <a:bodyPr wrap="square">
            <a:spAutoFit/>
          </a:bodyPr>
          <a:lstStyle>
            <a:defPPr>
              <a:defRPr lang="en-US"/>
            </a:defPPr>
            <a:lvl1pPr>
              <a:lnSpc>
                <a:spcPct val="110000"/>
              </a:lnSpc>
              <a:defRPr sz="1000">
                <a:solidFill>
                  <a:srgbClr val="3C3C3C"/>
                </a:solidFill>
              </a:defRPr>
            </a:lvl1pPr>
          </a:lstStyle>
          <a:p>
            <a:r>
              <a:rPr kumimoji="0" lang="en-US" sz="1400" b="1" i="0" u="none" strike="noStrike" kern="1200" cap="none" spc="0" normalizeH="0" baseline="0" noProof="0">
                <a:ln>
                  <a:noFill/>
                </a:ln>
                <a:solidFill>
                  <a:srgbClr val="2F7D95"/>
                </a:solidFill>
                <a:effectLst/>
                <a:uLnTx/>
                <a:uFillTx/>
                <a:latin typeface="Calibri"/>
                <a:ea typeface="+mn-ea"/>
                <a:cs typeface="+mn-cs"/>
              </a:rPr>
              <a:t>Develop</a:t>
            </a:r>
            <a:r>
              <a:rPr kumimoji="0" lang="en-US" sz="1400" b="1" i="0" u="none" strike="noStrike" kern="1200" cap="none" spc="0" normalizeH="0" baseline="0" noProof="0">
                <a:ln>
                  <a:noFill/>
                </a:ln>
                <a:solidFill>
                  <a:srgbClr val="FFFFFF"/>
                </a:solidFill>
                <a:effectLst/>
                <a:uLnTx/>
                <a:uFillTx/>
                <a:latin typeface="Calibri"/>
                <a:ea typeface="+mn-ea"/>
                <a:cs typeface="+mn-cs"/>
              </a:rPr>
              <a:t> </a:t>
            </a:r>
            <a:r>
              <a:rPr lang="en-US"/>
              <a:t>Continuous audits and code reviews.</a:t>
            </a:r>
          </a:p>
        </p:txBody>
      </p:sp>
      <p:sp>
        <p:nvSpPr>
          <p:cNvPr id="62" name="TextBox 61">
            <a:extLst>
              <a:ext uri="{FF2B5EF4-FFF2-40B4-BE49-F238E27FC236}">
                <a16:creationId xmlns:a16="http://schemas.microsoft.com/office/drawing/2014/main" id="{2A23A166-A974-2740-D31D-EAD22220FF15}"/>
              </a:ext>
            </a:extLst>
          </p:cNvPr>
          <p:cNvSpPr txBox="1"/>
          <p:nvPr/>
        </p:nvSpPr>
        <p:spPr>
          <a:xfrm>
            <a:off x="9337639" y="1795964"/>
            <a:ext cx="914399" cy="1144929"/>
          </a:xfrm>
          <a:prstGeom prst="rect">
            <a:avLst/>
          </a:prstGeom>
          <a:noFill/>
          <a:ln>
            <a:noFill/>
          </a:ln>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9688"/>
                </a:solidFill>
                <a:effectLst/>
                <a:uLnTx/>
                <a:uFillTx/>
                <a:latin typeface="Calibri"/>
                <a:ea typeface="+mn-ea"/>
                <a:cs typeface="+mn-cs"/>
              </a:rPr>
              <a:t>Design</a:t>
            </a:r>
          </a:p>
          <a:p>
            <a:pPr>
              <a:lnSpc>
                <a:spcPct val="110000"/>
              </a:lnSpc>
            </a:pPr>
            <a:r>
              <a:rPr lang="en-US" sz="1000">
                <a:solidFill>
                  <a:srgbClr val="3C3C3C"/>
                </a:solidFill>
              </a:rPr>
              <a:t>Inclusive design reviews and prototype testing.</a:t>
            </a:r>
          </a:p>
        </p:txBody>
      </p:sp>
      <p:sp>
        <p:nvSpPr>
          <p:cNvPr id="60" name="TextBox 59">
            <a:extLst>
              <a:ext uri="{FF2B5EF4-FFF2-40B4-BE49-F238E27FC236}">
                <a16:creationId xmlns:a16="http://schemas.microsoft.com/office/drawing/2014/main" id="{FD2B1E7A-AEE5-329E-94AB-2BD92E017D63}"/>
              </a:ext>
            </a:extLst>
          </p:cNvPr>
          <p:cNvSpPr txBox="1"/>
          <p:nvPr/>
        </p:nvSpPr>
        <p:spPr>
          <a:xfrm>
            <a:off x="7766601" y="1215792"/>
            <a:ext cx="1274469" cy="806375"/>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F7D95"/>
                </a:solidFill>
                <a:effectLst/>
                <a:uLnTx/>
                <a:uFillTx/>
                <a:latin typeface="Calibri"/>
                <a:ea typeface="+mn-ea"/>
                <a:cs typeface="+mn-cs"/>
              </a:rPr>
              <a:t>Discover</a:t>
            </a:r>
          </a:p>
          <a:p>
            <a:pPr algn="ctr">
              <a:lnSpc>
                <a:spcPct val="110000"/>
              </a:lnSpc>
            </a:pPr>
            <a:r>
              <a:rPr sz="1000"/>
              <a:t>Define accessibility goals and personas</a:t>
            </a:r>
            <a:r>
              <a:rPr lang="en-US" sz="1000"/>
              <a:t>.</a:t>
            </a:r>
            <a:endParaRPr sz="1000"/>
          </a:p>
        </p:txBody>
      </p:sp>
      <p:sp>
        <p:nvSpPr>
          <p:cNvPr id="67" name="TextBox 66">
            <a:extLst>
              <a:ext uri="{FF2B5EF4-FFF2-40B4-BE49-F238E27FC236}">
                <a16:creationId xmlns:a16="http://schemas.microsoft.com/office/drawing/2014/main" id="{1190AD2C-2F05-EB28-C64D-41476709B41A}"/>
              </a:ext>
            </a:extLst>
          </p:cNvPr>
          <p:cNvSpPr txBox="1"/>
          <p:nvPr/>
        </p:nvSpPr>
        <p:spPr>
          <a:xfrm>
            <a:off x="6569654" y="1742403"/>
            <a:ext cx="956503" cy="997196"/>
          </a:xfrm>
          <a:prstGeom prst="rect">
            <a:avLst/>
          </a:prstGeom>
          <a:noFill/>
          <a:ln>
            <a:noFill/>
          </a:ln>
        </p:spPr>
        <p:txBody>
          <a:bodyPr wrap="square">
            <a:spAutoFit/>
          </a:bodyPr>
          <a:lstStyle>
            <a:defPPr>
              <a:defRPr lang="en-US"/>
            </a:defPPr>
            <a:lvl1pPr>
              <a:lnSpc>
                <a:spcPct val="110000"/>
              </a:lnSpc>
              <a:defRPr sz="1000">
                <a:solidFill>
                  <a:srgbClr val="3C3C3C"/>
                </a:solidFill>
              </a:defRPr>
            </a:lvl1pPr>
          </a:lstStyle>
          <a:p>
            <a:pPr algn="r"/>
            <a:r>
              <a:rPr kumimoji="0" lang="en-US" sz="1400" b="1" i="0" u="none" strike="noStrike" kern="1200" cap="none" spc="0" normalizeH="0" baseline="0" noProof="0">
                <a:ln>
                  <a:noFill/>
                </a:ln>
                <a:solidFill>
                  <a:srgbClr val="009688"/>
                </a:solidFill>
                <a:effectLst/>
                <a:uLnTx/>
                <a:uFillTx/>
                <a:latin typeface="Calibri"/>
                <a:ea typeface="+mn-ea"/>
                <a:cs typeface="+mn-cs"/>
              </a:rPr>
              <a:t>Evolve</a:t>
            </a:r>
            <a:r>
              <a:rPr kumimoji="0" lang="en-US" sz="1400" b="1" i="0" u="none" strike="noStrike" kern="1200" cap="none" spc="0" normalizeH="0" baseline="0" noProof="0">
                <a:ln>
                  <a:noFill/>
                </a:ln>
                <a:solidFill>
                  <a:srgbClr val="2F7D95"/>
                </a:solidFill>
                <a:effectLst/>
                <a:uLnTx/>
                <a:uFillTx/>
                <a:latin typeface="Calibri"/>
                <a:ea typeface="+mn-ea"/>
                <a:cs typeface="+mn-cs"/>
              </a:rPr>
              <a:t> </a:t>
            </a:r>
            <a:r>
              <a:rPr lang="en-US"/>
              <a:t>Training, analytics, and usability studies.</a:t>
            </a:r>
          </a:p>
        </p:txBody>
      </p:sp>
      <p:sp>
        <p:nvSpPr>
          <p:cNvPr id="59" name="TextBox 58">
            <a:extLst>
              <a:ext uri="{FF2B5EF4-FFF2-40B4-BE49-F238E27FC236}">
                <a16:creationId xmlns:a16="http://schemas.microsoft.com/office/drawing/2014/main" id="{EF37BA56-D343-D44D-F4B2-F188F9CCBBC5}"/>
              </a:ext>
            </a:extLst>
          </p:cNvPr>
          <p:cNvSpPr txBox="1"/>
          <p:nvPr/>
        </p:nvSpPr>
        <p:spPr>
          <a:xfrm>
            <a:off x="7763755" y="2835399"/>
            <a:ext cx="1280160" cy="584775"/>
          </a:xfrm>
          <a:prstGeom prst="rect">
            <a:avLst/>
          </a:prstGeom>
          <a:noFill/>
          <a:ln>
            <a:noFill/>
          </a:ln>
        </p:spPr>
        <p:txBody>
          <a:bodyPr wrap="square" anchor="ctr">
            <a:spAutoFit/>
          </a:bodyPr>
          <a:lstStyle/>
          <a:p>
            <a:pPr algn="ctr"/>
            <a:r>
              <a:rPr lang="en-US" sz="1400" b="1">
                <a:solidFill>
                  <a:srgbClr val="505050"/>
                </a:solidFill>
                <a:latin typeface="Calibri"/>
              </a:rPr>
              <a:t>PRODUCT</a:t>
            </a:r>
            <a:br>
              <a:rPr/>
            </a:br>
            <a:r>
              <a:rPr b="1">
                <a:solidFill>
                  <a:srgbClr val="2F7D95"/>
                </a:solidFill>
              </a:rPr>
              <a:t>Lifecycle</a:t>
            </a:r>
          </a:p>
        </p:txBody>
      </p:sp>
      <p:sp>
        <p:nvSpPr>
          <p:cNvPr id="65" name="TextBox 64">
            <a:extLst>
              <a:ext uri="{FF2B5EF4-FFF2-40B4-BE49-F238E27FC236}">
                <a16:creationId xmlns:a16="http://schemas.microsoft.com/office/drawing/2014/main" id="{623CB5FB-D068-FD9F-7461-9041C1D78225}"/>
              </a:ext>
            </a:extLst>
          </p:cNvPr>
          <p:cNvSpPr txBox="1"/>
          <p:nvPr/>
        </p:nvSpPr>
        <p:spPr>
          <a:xfrm>
            <a:off x="371478" y="3036409"/>
            <a:ext cx="3964802" cy="553998"/>
          </a:xfrm>
          <a:prstGeom prst="rect">
            <a:avLst/>
          </a:prstGeom>
          <a:noFill/>
          <a:ln>
            <a:noFill/>
          </a:ln>
        </p:spPr>
        <p:txBody>
          <a:bodyPr wrap="square" lIns="0" tIns="0" rIns="0" bIns="0">
            <a:spAutoFit/>
          </a:bodyPr>
          <a:lstStyle/>
          <a:p>
            <a:pPr marR="0" lvl="0" algn="l" defTabSz="914400" rtl="0" eaLnBrk="1" fontAlgn="auto" latinLnBrk="0" hangingPunct="1">
              <a:lnSpc>
                <a:spcPct val="100000"/>
              </a:lnSpc>
              <a:spcBef>
                <a:spcPts val="0"/>
              </a:spcBef>
              <a:spcAft>
                <a:spcPts val="800"/>
              </a:spcAft>
              <a:buClrTx/>
              <a:buSzTx/>
              <a:tabLst/>
              <a:defRPr/>
            </a:pPr>
            <a:r>
              <a:rPr kumimoji="0" lang="en-US" b="0" i="0" u="none" strike="noStrike" kern="1200" cap="none" spc="0" normalizeH="0" baseline="0" noProof="0" err="1">
                <a:ln>
                  <a:noFill/>
                </a:ln>
                <a:solidFill>
                  <a:srgbClr val="282828"/>
                </a:solidFill>
                <a:effectLst/>
                <a:uLnTx/>
                <a:uFillTx/>
                <a:ea typeface="+mn-ea"/>
                <a:cs typeface="+mn-cs"/>
              </a:rPr>
              <a:t>IAccessible</a:t>
            </a:r>
            <a:r>
              <a:rPr kumimoji="0" lang="en-US" b="0" i="0" u="none" strike="noStrike" kern="1200" cap="none" spc="0" normalizeH="0" baseline="0" noProof="0">
                <a:ln>
                  <a:noFill/>
                </a:ln>
                <a:solidFill>
                  <a:srgbClr val="282828"/>
                </a:solidFill>
                <a:effectLst/>
                <a:uLnTx/>
                <a:uFillTx/>
                <a:ea typeface="+mn-ea"/>
                <a:cs typeface="+mn-cs"/>
              </a:rPr>
              <a:t> integrates accessibility activities at every step of your SDLC.</a:t>
            </a:r>
          </a:p>
        </p:txBody>
      </p:sp>
      <p:sp>
        <p:nvSpPr>
          <p:cNvPr id="2" name="Title 1">
            <a:extLst>
              <a:ext uri="{FF2B5EF4-FFF2-40B4-BE49-F238E27FC236}">
                <a16:creationId xmlns:a16="http://schemas.microsoft.com/office/drawing/2014/main" id="{58535A00-9A1A-6E7C-235E-F30B1F144314}"/>
              </a:ext>
            </a:extLst>
          </p:cNvPr>
          <p:cNvSpPr>
            <a:spLocks noGrp="1"/>
          </p:cNvSpPr>
          <p:nvPr>
            <p:ph type="title"/>
          </p:nvPr>
        </p:nvSpPr>
        <p:spPr>
          <a:xfrm>
            <a:off x="360000" y="360000"/>
            <a:ext cx="4491700" cy="984885"/>
          </a:xfrm>
        </p:spPr>
        <p:txBody>
          <a:bodyPr/>
          <a:lstStyle/>
          <a:p>
            <a:r>
              <a:rPr lang="en-US"/>
              <a:t>We Integrate Accessibility Into Every Step of Your Product Lifecycle</a:t>
            </a:r>
          </a:p>
        </p:txBody>
      </p:sp>
    </p:spTree>
    <p:extLst>
      <p:ext uri="{BB962C8B-B14F-4D97-AF65-F5344CB8AC3E}">
        <p14:creationId xmlns:p14="http://schemas.microsoft.com/office/powerpoint/2010/main" val="246994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30E99-DF02-E716-D3CD-EAC5ED7DDE27}"/>
              </a:ext>
            </a:extLst>
          </p:cNvPr>
          <p:cNvSpPr>
            <a:spLocks noGrp="1"/>
          </p:cNvSpPr>
          <p:nvPr>
            <p:ph type="title"/>
          </p:nvPr>
        </p:nvSpPr>
        <p:spPr>
          <a:xfrm>
            <a:off x="359999" y="360000"/>
            <a:ext cx="11460525" cy="984885"/>
          </a:xfrm>
        </p:spPr>
        <p:txBody>
          <a:bodyPr/>
          <a:lstStyle/>
          <a:p>
            <a:r>
              <a:rPr lang="en-US"/>
              <a:t>Our Dual-Shore Model Delivers Quality, Speed, </a:t>
            </a:r>
            <a:br>
              <a:rPr lang="en-US"/>
            </a:br>
            <a:r>
              <a:rPr lang="en-US"/>
              <a:t>and Scalability</a:t>
            </a:r>
          </a:p>
        </p:txBody>
      </p:sp>
      <p:sp>
        <p:nvSpPr>
          <p:cNvPr id="3" name="Slide Number Placeholder 2">
            <a:extLst>
              <a:ext uri="{FF2B5EF4-FFF2-40B4-BE49-F238E27FC236}">
                <a16:creationId xmlns:a16="http://schemas.microsoft.com/office/drawing/2014/main" id="{D80B32BB-B734-E80D-B340-F295F72E62A0}"/>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15</a:t>
            </a:fld>
            <a:endParaRPr lang="en-IN"/>
          </a:p>
        </p:txBody>
      </p:sp>
      <p:sp>
        <p:nvSpPr>
          <p:cNvPr id="4" name="TextBox 3">
            <a:extLst>
              <a:ext uri="{FF2B5EF4-FFF2-40B4-BE49-F238E27FC236}">
                <a16:creationId xmlns:a16="http://schemas.microsoft.com/office/drawing/2014/main" id="{A270732A-69DC-F93B-0FB5-7242589250A7}"/>
              </a:ext>
            </a:extLst>
          </p:cNvPr>
          <p:cNvSpPr txBox="1"/>
          <p:nvPr/>
        </p:nvSpPr>
        <p:spPr>
          <a:xfrm>
            <a:off x="371477" y="1738673"/>
            <a:ext cx="6185439" cy="2339102"/>
          </a:xfrm>
          <a:prstGeom prst="rect">
            <a:avLst/>
          </a:prstGeom>
          <a:noFill/>
          <a:ln>
            <a:noFill/>
          </a:ln>
        </p:spPr>
        <p:txBody>
          <a:bodyPr wrap="square" lIns="0" tIns="0" rIns="0" bIns="0">
            <a:spAutoFit/>
          </a:bodyPr>
          <a:lstStyle/>
          <a:p>
            <a:pPr marL="182880" marR="0" lvl="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282828"/>
                </a:solidFill>
                <a:effectLst/>
                <a:uLnTx/>
                <a:uFillTx/>
                <a:ea typeface="+mn-ea"/>
                <a:cs typeface="+mn-cs"/>
              </a:rPr>
              <a:t>Dual-shore delivery from the U.S. and India for 24 × 5 coverage.</a:t>
            </a:r>
          </a:p>
          <a:p>
            <a:pPr marL="182880" marR="0" lvl="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282828"/>
                </a:solidFill>
                <a:effectLst/>
                <a:uLnTx/>
                <a:uFillTx/>
                <a:ea typeface="+mn-ea"/>
                <a:cs typeface="+mn-cs"/>
              </a:rPr>
              <a:t>One lead per four testers ensures quality, speed, and accountability.</a:t>
            </a:r>
          </a:p>
          <a:p>
            <a:pPr marL="182880" marR="0" lvl="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282828"/>
                </a:solidFill>
                <a:effectLst/>
                <a:uLnTx/>
                <a:uFillTx/>
                <a:ea typeface="+mn-ea"/>
                <a:cs typeface="+mn-cs"/>
              </a:rPr>
              <a:t>Dedicated delivery managers for governance and reporting.</a:t>
            </a:r>
          </a:p>
          <a:p>
            <a:pPr marL="182880" marR="0" lvl="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282828"/>
                </a:solidFill>
                <a:effectLst/>
                <a:uLnTx/>
                <a:uFillTx/>
                <a:ea typeface="+mn-ea"/>
                <a:cs typeface="+mn-cs"/>
              </a:rPr>
              <a:t>Scalable reach through partnerships (e.g., Sutherland) and our 3,000+ participant research panel.</a:t>
            </a:r>
          </a:p>
          <a:p>
            <a:pPr marL="182880" marR="0" lvl="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282828"/>
                </a:solidFill>
                <a:effectLst/>
                <a:uLnTx/>
                <a:uFillTx/>
                <a:ea typeface="+mn-ea"/>
                <a:cs typeface="+mn-cs"/>
              </a:rPr>
              <a:t>Efficiency focus: high-impact expertise over headcount volume.</a:t>
            </a:r>
          </a:p>
        </p:txBody>
      </p:sp>
      <p:sp>
        <p:nvSpPr>
          <p:cNvPr id="7" name="Rounded Rectangle 6">
            <a:extLst>
              <a:ext uri="{FF2B5EF4-FFF2-40B4-BE49-F238E27FC236}">
                <a16:creationId xmlns:a16="http://schemas.microsoft.com/office/drawing/2014/main" id="{79F7D41E-A466-9E7F-FA6E-5E69B5A88421}"/>
              </a:ext>
              <a:ext uri="{C183D7F6-B498-43B3-948B-1728B52AA6E4}">
                <adec:decorative xmlns:adec="http://schemas.microsoft.com/office/drawing/2017/decorative" val="0"/>
              </a:ext>
            </a:extLst>
          </p:cNvPr>
          <p:cNvSpPr/>
          <p:nvPr/>
        </p:nvSpPr>
        <p:spPr>
          <a:xfrm>
            <a:off x="7578038" y="1738673"/>
            <a:ext cx="1371600" cy="822960"/>
          </a:xfrm>
          <a:prstGeom prst="roundRect">
            <a:avLst/>
          </a:prstGeom>
          <a:solidFill>
            <a:schemeClr val="bg1"/>
          </a:solidFill>
          <a:ln w="31750">
            <a:solidFill>
              <a:srgbClr val="2F7D9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82828"/>
                </a:solidFill>
                <a:effectLst/>
                <a:uLnTx/>
                <a:uFillTx/>
                <a:ea typeface="+mn-ea"/>
                <a:cs typeface="+mn-cs"/>
              </a:rPr>
              <a:t>Delivery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82828"/>
                </a:solidFill>
                <a:effectLst/>
                <a:uLnTx/>
                <a:uFillTx/>
                <a:ea typeface="+mn-ea"/>
                <a:cs typeface="+mn-cs"/>
              </a:rPr>
              <a:t>Partners</a:t>
            </a:r>
          </a:p>
        </p:txBody>
      </p:sp>
      <p:sp>
        <p:nvSpPr>
          <p:cNvPr id="16" name="Rounded Rectangle 15">
            <a:extLst>
              <a:ext uri="{FF2B5EF4-FFF2-40B4-BE49-F238E27FC236}">
                <a16:creationId xmlns:a16="http://schemas.microsoft.com/office/drawing/2014/main" id="{7FEF9E5E-F473-B2B6-1B0F-19AEE4A5F9EE}"/>
              </a:ext>
              <a:ext uri="{C183D7F6-B498-43B3-948B-1728B52AA6E4}">
                <adec:decorative xmlns:adec="http://schemas.microsoft.com/office/drawing/2017/decorative" val="1"/>
              </a:ext>
            </a:extLst>
          </p:cNvPr>
          <p:cNvSpPr/>
          <p:nvPr/>
        </p:nvSpPr>
        <p:spPr>
          <a:xfrm>
            <a:off x="9631170" y="1738673"/>
            <a:ext cx="1371600" cy="822960"/>
          </a:xfrm>
          <a:prstGeom prst="roundRect">
            <a:avLst/>
          </a:prstGeom>
          <a:solidFill>
            <a:schemeClr val="bg1"/>
          </a:solidFill>
          <a:ln w="31750">
            <a:solidFill>
              <a:srgbClr val="2F7D95"/>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82828"/>
                </a:solidFill>
                <a:effectLst/>
                <a:uLnTx/>
                <a:uFillTx/>
                <a:ea typeface="+mn-ea"/>
                <a:cs typeface="+mn-cs"/>
              </a:rPr>
              <a:t>Research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82828"/>
                </a:solidFill>
                <a:effectLst/>
                <a:uLnTx/>
                <a:uFillTx/>
                <a:ea typeface="+mn-ea"/>
                <a:cs typeface="+mn-cs"/>
              </a:rPr>
              <a:t>Panel</a:t>
            </a:r>
          </a:p>
        </p:txBody>
      </p:sp>
      <p:sp>
        <p:nvSpPr>
          <p:cNvPr id="5" name="Rounded Rectangle 4">
            <a:extLst>
              <a:ext uri="{FF2B5EF4-FFF2-40B4-BE49-F238E27FC236}">
                <a16:creationId xmlns:a16="http://schemas.microsoft.com/office/drawing/2014/main" id="{EBCC7399-922F-BC9A-B9AB-44797A4D169B}"/>
              </a:ext>
              <a:ext uri="{C183D7F6-B498-43B3-948B-1728B52AA6E4}">
                <adec:decorative xmlns:adec="http://schemas.microsoft.com/office/drawing/2017/decorative" val="0"/>
              </a:ext>
            </a:extLst>
          </p:cNvPr>
          <p:cNvSpPr/>
          <p:nvPr/>
        </p:nvSpPr>
        <p:spPr>
          <a:xfrm>
            <a:off x="7578038" y="2934277"/>
            <a:ext cx="3424732" cy="822960"/>
          </a:xfrm>
          <a:prstGeom prst="roundRect">
            <a:avLst/>
          </a:prstGeom>
          <a:solidFill>
            <a:srgbClr val="009688"/>
          </a:solidFill>
          <a:ln w="3810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err="1">
                <a:ln>
                  <a:noFill/>
                </a:ln>
                <a:solidFill>
                  <a:srgbClr val="FFFFFF"/>
                </a:solidFill>
                <a:effectLst/>
                <a:uLnTx/>
                <a:uFillTx/>
                <a:latin typeface="Calibri"/>
                <a:ea typeface="+mn-ea"/>
                <a:cs typeface="+mn-cs"/>
              </a:rPr>
              <a:t>IAccessible</a:t>
            </a:r>
            <a:endParaRPr kumimoji="0" lang="en-US" sz="1800" b="1" i="0" u="none" strike="noStrike" kern="1200" cap="none" spc="0" normalizeH="0" baseline="0" noProof="0">
              <a:ln>
                <a:noFill/>
              </a:ln>
              <a:solidFill>
                <a:srgbClr val="FFFFFF"/>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Calibri"/>
                <a:ea typeface="+mn-ea"/>
                <a:cs typeface="+mn-cs"/>
              </a:rPr>
              <a:t>Core Team</a:t>
            </a:r>
          </a:p>
        </p:txBody>
      </p:sp>
      <p:sp>
        <p:nvSpPr>
          <p:cNvPr id="13" name="Rounded Rectangle 12">
            <a:extLst>
              <a:ext uri="{FF2B5EF4-FFF2-40B4-BE49-F238E27FC236}">
                <a16:creationId xmlns:a16="http://schemas.microsoft.com/office/drawing/2014/main" id="{FF9883CA-752E-BA9F-FCE8-DEA90E430C4F}"/>
              </a:ext>
              <a:ext uri="{C183D7F6-B498-43B3-948B-1728B52AA6E4}">
                <adec:decorative xmlns:adec="http://schemas.microsoft.com/office/drawing/2017/decorative" val="0"/>
              </a:ext>
            </a:extLst>
          </p:cNvPr>
          <p:cNvSpPr/>
          <p:nvPr/>
        </p:nvSpPr>
        <p:spPr>
          <a:xfrm>
            <a:off x="8540340" y="4129881"/>
            <a:ext cx="1500129" cy="822960"/>
          </a:xfrm>
          <a:prstGeom prst="roundRect">
            <a:avLst/>
          </a:prstGeom>
          <a:solidFill>
            <a:schemeClr val="bg1"/>
          </a:solidFill>
          <a:ln w="31750">
            <a:solidFill>
              <a:srgbClr val="2F7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a:solidFill>
                  <a:srgbClr val="282828"/>
                </a:solidFill>
              </a:rPr>
              <a:t>Clients</a:t>
            </a:r>
          </a:p>
        </p:txBody>
      </p:sp>
      <p:cxnSp>
        <p:nvCxnSpPr>
          <p:cNvPr id="18" name="Straight Arrow Connector 17">
            <a:extLst>
              <a:ext uri="{FF2B5EF4-FFF2-40B4-BE49-F238E27FC236}">
                <a16:creationId xmlns:a16="http://schemas.microsoft.com/office/drawing/2014/main" id="{CEF84F2B-7AED-A497-CF22-DA47D0C86B3A}"/>
              </a:ext>
              <a:ext uri="{C183D7F6-B498-43B3-948B-1728B52AA6E4}">
                <adec:decorative xmlns:adec="http://schemas.microsoft.com/office/drawing/2017/decorative" val="1"/>
              </a:ext>
            </a:extLst>
          </p:cNvPr>
          <p:cNvCxnSpPr>
            <a:cxnSpLocks/>
          </p:cNvCxnSpPr>
          <p:nvPr/>
        </p:nvCxnSpPr>
        <p:spPr>
          <a:xfrm>
            <a:off x="8263838" y="2561633"/>
            <a:ext cx="0" cy="374904"/>
          </a:xfrm>
          <a:prstGeom prst="straightConnector1">
            <a:avLst/>
          </a:prstGeom>
          <a:ln w="19050">
            <a:solidFill>
              <a:srgbClr val="2F7D95"/>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42B356F-AEE6-D63D-A9F8-8E6B1898B793}"/>
              </a:ext>
              <a:ext uri="{C183D7F6-B498-43B3-948B-1728B52AA6E4}">
                <adec:decorative xmlns:adec="http://schemas.microsoft.com/office/drawing/2017/decorative" val="1"/>
              </a:ext>
            </a:extLst>
          </p:cNvPr>
          <p:cNvCxnSpPr>
            <a:cxnSpLocks/>
          </p:cNvCxnSpPr>
          <p:nvPr/>
        </p:nvCxnSpPr>
        <p:spPr>
          <a:xfrm>
            <a:off x="10316970" y="2561633"/>
            <a:ext cx="0" cy="374904"/>
          </a:xfrm>
          <a:prstGeom prst="straightConnector1">
            <a:avLst/>
          </a:prstGeom>
          <a:ln w="19050">
            <a:solidFill>
              <a:srgbClr val="2F7D95"/>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FD91BB6-27B7-1731-C284-339FD284258E}"/>
              </a:ext>
              <a:ext uri="{C183D7F6-B498-43B3-948B-1728B52AA6E4}">
                <adec:decorative xmlns:adec="http://schemas.microsoft.com/office/drawing/2017/decorative" val="1"/>
              </a:ext>
            </a:extLst>
          </p:cNvPr>
          <p:cNvCxnSpPr>
            <a:cxnSpLocks/>
            <a:stCxn id="5" idx="2"/>
            <a:endCxn id="13" idx="0"/>
          </p:cNvCxnSpPr>
          <p:nvPr/>
        </p:nvCxnSpPr>
        <p:spPr>
          <a:xfrm>
            <a:off x="9290404" y="3757237"/>
            <a:ext cx="1" cy="372644"/>
          </a:xfrm>
          <a:prstGeom prst="straightConnector1">
            <a:avLst/>
          </a:prstGeom>
          <a:ln w="19050">
            <a:solidFill>
              <a:srgbClr val="2F7D95"/>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0878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571486E-BC7A-1009-99B0-DF74B84F74A3}"/>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16</a:t>
            </a:fld>
            <a:endParaRPr lang="en-IN"/>
          </a:p>
        </p:txBody>
      </p:sp>
      <p:cxnSp>
        <p:nvCxnSpPr>
          <p:cNvPr id="11" name="Straight Connector 10" hidden="1">
            <a:extLst>
              <a:ext uri="{FF2B5EF4-FFF2-40B4-BE49-F238E27FC236}">
                <a16:creationId xmlns:a16="http://schemas.microsoft.com/office/drawing/2014/main" id="{986E7F2A-A9A5-EC89-8C4E-29F6F34B7D4F}"/>
              </a:ext>
              <a:ext uri="{C183D7F6-B498-43B3-948B-1728B52AA6E4}">
                <adec:decorative xmlns:adec="http://schemas.microsoft.com/office/drawing/2017/decorative" val="1"/>
              </a:ext>
            </a:extLst>
          </p:cNvPr>
          <p:cNvCxnSpPr>
            <a:cxnSpLocks/>
          </p:cNvCxnSpPr>
          <p:nvPr/>
        </p:nvCxnSpPr>
        <p:spPr>
          <a:xfrm>
            <a:off x="1345171" y="2409713"/>
            <a:ext cx="742277" cy="0"/>
          </a:xfrm>
          <a:prstGeom prst="line">
            <a:avLst/>
          </a:prstGeom>
          <a:ln w="28575" cap="rnd">
            <a:solidFill>
              <a:srgbClr val="2F7D95"/>
            </a:solidFill>
          </a:ln>
        </p:spPr>
        <p:style>
          <a:lnRef idx="1">
            <a:schemeClr val="accent1"/>
          </a:lnRef>
          <a:fillRef idx="0">
            <a:schemeClr val="accent1"/>
          </a:fillRef>
          <a:effectRef idx="0">
            <a:schemeClr val="accent1"/>
          </a:effectRef>
          <a:fontRef idx="minor">
            <a:schemeClr val="tx1"/>
          </a:fontRef>
        </p:style>
      </p:cxnSp>
      <p:cxnSp>
        <p:nvCxnSpPr>
          <p:cNvPr id="12" name="Straight Connector 11" hidden="1">
            <a:extLst>
              <a:ext uri="{FF2B5EF4-FFF2-40B4-BE49-F238E27FC236}">
                <a16:creationId xmlns:a16="http://schemas.microsoft.com/office/drawing/2014/main" id="{4450D4A4-97C4-9D3F-39E2-A22F29456BA6}"/>
              </a:ext>
              <a:ext uri="{C183D7F6-B498-43B3-948B-1728B52AA6E4}">
                <adec:decorative xmlns:adec="http://schemas.microsoft.com/office/drawing/2017/decorative" val="1"/>
              </a:ext>
            </a:extLst>
          </p:cNvPr>
          <p:cNvCxnSpPr>
            <a:cxnSpLocks/>
          </p:cNvCxnSpPr>
          <p:nvPr/>
        </p:nvCxnSpPr>
        <p:spPr>
          <a:xfrm>
            <a:off x="4268790" y="2409713"/>
            <a:ext cx="742277" cy="0"/>
          </a:xfrm>
          <a:prstGeom prst="line">
            <a:avLst/>
          </a:prstGeom>
          <a:ln w="28575" cap="rnd">
            <a:solidFill>
              <a:srgbClr val="2F7D95"/>
            </a:solidFill>
          </a:ln>
        </p:spPr>
        <p:style>
          <a:lnRef idx="1">
            <a:schemeClr val="accent1"/>
          </a:lnRef>
          <a:fillRef idx="0">
            <a:schemeClr val="accent1"/>
          </a:fillRef>
          <a:effectRef idx="0">
            <a:schemeClr val="accent1"/>
          </a:effectRef>
          <a:fontRef idx="minor">
            <a:schemeClr val="tx1"/>
          </a:fontRef>
        </p:style>
      </p:cxnSp>
      <p:cxnSp>
        <p:nvCxnSpPr>
          <p:cNvPr id="13" name="Straight Connector 12" hidden="1">
            <a:extLst>
              <a:ext uri="{FF2B5EF4-FFF2-40B4-BE49-F238E27FC236}">
                <a16:creationId xmlns:a16="http://schemas.microsoft.com/office/drawing/2014/main" id="{D28947CB-8B9A-A5D3-5D4F-411E97A006E2}"/>
              </a:ext>
              <a:ext uri="{C183D7F6-B498-43B3-948B-1728B52AA6E4}">
                <adec:decorative xmlns:adec="http://schemas.microsoft.com/office/drawing/2017/decorative" val="1"/>
              </a:ext>
            </a:extLst>
          </p:cNvPr>
          <p:cNvCxnSpPr>
            <a:cxnSpLocks/>
          </p:cNvCxnSpPr>
          <p:nvPr/>
        </p:nvCxnSpPr>
        <p:spPr>
          <a:xfrm>
            <a:off x="7192409" y="2409713"/>
            <a:ext cx="742277" cy="0"/>
          </a:xfrm>
          <a:prstGeom prst="line">
            <a:avLst/>
          </a:prstGeom>
          <a:ln w="28575" cap="rnd">
            <a:solidFill>
              <a:srgbClr val="2F7D95"/>
            </a:solidFill>
          </a:ln>
        </p:spPr>
        <p:style>
          <a:lnRef idx="1">
            <a:schemeClr val="accent1"/>
          </a:lnRef>
          <a:fillRef idx="0">
            <a:schemeClr val="accent1"/>
          </a:fillRef>
          <a:effectRef idx="0">
            <a:schemeClr val="accent1"/>
          </a:effectRef>
          <a:fontRef idx="minor">
            <a:schemeClr val="tx1"/>
          </a:fontRef>
        </p:style>
      </p:cxnSp>
      <p:cxnSp>
        <p:nvCxnSpPr>
          <p:cNvPr id="14" name="Straight Connector 13" hidden="1">
            <a:extLst>
              <a:ext uri="{FF2B5EF4-FFF2-40B4-BE49-F238E27FC236}">
                <a16:creationId xmlns:a16="http://schemas.microsoft.com/office/drawing/2014/main" id="{92C3A888-7F87-62DD-02E3-247F1C67FDD8}"/>
              </a:ext>
              <a:ext uri="{C183D7F6-B498-43B3-948B-1728B52AA6E4}">
                <adec:decorative xmlns:adec="http://schemas.microsoft.com/office/drawing/2017/decorative" val="1"/>
              </a:ext>
            </a:extLst>
          </p:cNvPr>
          <p:cNvCxnSpPr>
            <a:cxnSpLocks/>
          </p:cNvCxnSpPr>
          <p:nvPr/>
        </p:nvCxnSpPr>
        <p:spPr>
          <a:xfrm>
            <a:off x="10116027" y="2409713"/>
            <a:ext cx="742277" cy="0"/>
          </a:xfrm>
          <a:prstGeom prst="line">
            <a:avLst/>
          </a:prstGeom>
          <a:ln w="28575" cap="rnd">
            <a:solidFill>
              <a:srgbClr val="2F7D95"/>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73316D5-E269-1B37-9EAF-B1BFA83C70C7}"/>
              </a:ext>
            </a:extLst>
          </p:cNvPr>
          <p:cNvSpPr txBox="1"/>
          <p:nvPr/>
        </p:nvSpPr>
        <p:spPr>
          <a:xfrm>
            <a:off x="9142331" y="1645920"/>
            <a:ext cx="2689669" cy="3996597"/>
          </a:xfrm>
          <a:prstGeom prst="roundRect">
            <a:avLst>
              <a:gd name="adj" fmla="val 6812"/>
            </a:avLst>
          </a:prstGeom>
          <a:solidFill>
            <a:schemeClr val="bg1"/>
          </a:solidFill>
        </p:spPr>
        <p:txBody>
          <a:bodyPr wrap="square">
            <a:noAutofit/>
          </a:bodyPr>
          <a:lstStyle/>
          <a:p>
            <a:pPr algn="ctr"/>
            <a:r>
              <a:rPr lang="en-US" b="1">
                <a:solidFill>
                  <a:srgbClr val="2F7D95"/>
                </a:solidFill>
                <a:latin typeface="+mj-lt"/>
              </a:rPr>
              <a:t>Proven Track </a:t>
            </a:r>
            <a:br>
              <a:rPr lang="en-US" b="1">
                <a:solidFill>
                  <a:srgbClr val="2F7D95"/>
                </a:solidFill>
                <a:latin typeface="+mj-lt"/>
              </a:rPr>
            </a:br>
            <a:r>
              <a:rPr lang="en-US" b="1">
                <a:solidFill>
                  <a:srgbClr val="2F7D95"/>
                </a:solidFill>
                <a:latin typeface="+mj-lt"/>
              </a:rPr>
              <a:t>Record</a:t>
            </a:r>
          </a:p>
          <a:p>
            <a:pPr algn="ctr"/>
            <a:endParaRPr lang="en-US" b="1">
              <a:solidFill>
                <a:srgbClr val="2F7D95"/>
              </a:solidFill>
              <a:latin typeface="+mj-lt"/>
            </a:endParaRPr>
          </a:p>
          <a:p>
            <a:pPr marL="182880" indent="-182880">
              <a:spcAft>
                <a:spcPts val="600"/>
              </a:spcAft>
              <a:buFont typeface="Arial" panose="020B0604020202020204" pitchFamily="34" charset="0"/>
              <a:buChar char="•"/>
            </a:pPr>
            <a:r>
              <a:rPr lang="en-US" sz="1600">
                <a:solidFill>
                  <a:srgbClr val="282828"/>
                </a:solidFill>
              </a:rPr>
              <a:t>Trusted by Microsoft, Adobe, Compass, and leading enterprises.</a:t>
            </a:r>
          </a:p>
          <a:p>
            <a:pPr marL="182880" indent="-182880">
              <a:spcAft>
                <a:spcPts val="600"/>
              </a:spcAft>
              <a:buFont typeface="Arial" panose="020B0604020202020204" pitchFamily="34" charset="0"/>
              <a:buChar char="•"/>
            </a:pPr>
            <a:r>
              <a:rPr lang="en-US" sz="1600">
                <a:solidFill>
                  <a:srgbClr val="282828"/>
                </a:solidFill>
              </a:rPr>
              <a:t>High client satisfaction and low reopened-defect rates.</a:t>
            </a:r>
          </a:p>
          <a:p>
            <a:pPr marL="182880" indent="-182880">
              <a:spcAft>
                <a:spcPts val="600"/>
              </a:spcAft>
              <a:buFont typeface="Arial" panose="020B0604020202020204" pitchFamily="34" charset="0"/>
              <a:buChar char="•"/>
            </a:pPr>
            <a:r>
              <a:rPr lang="en-US" sz="1600">
                <a:solidFill>
                  <a:srgbClr val="282828"/>
                </a:solidFill>
              </a:rPr>
              <a:t>Consistent delivery at scale across industries.</a:t>
            </a:r>
          </a:p>
        </p:txBody>
      </p:sp>
      <p:sp>
        <p:nvSpPr>
          <p:cNvPr id="7" name="TextBox 6">
            <a:extLst>
              <a:ext uri="{FF2B5EF4-FFF2-40B4-BE49-F238E27FC236}">
                <a16:creationId xmlns:a16="http://schemas.microsoft.com/office/drawing/2014/main" id="{C68AA57F-7F93-1815-294F-0DC2C3E608C3}"/>
              </a:ext>
              <a:ext uri="{C183D7F6-B498-43B3-948B-1728B52AA6E4}">
                <adec:decorative xmlns:adec="http://schemas.microsoft.com/office/drawing/2017/decorative" val="1"/>
              </a:ext>
            </a:extLst>
          </p:cNvPr>
          <p:cNvSpPr txBox="1"/>
          <p:nvPr/>
        </p:nvSpPr>
        <p:spPr>
          <a:xfrm>
            <a:off x="6218713" y="1645920"/>
            <a:ext cx="2689669" cy="3996597"/>
          </a:xfrm>
          <a:prstGeom prst="roundRect">
            <a:avLst>
              <a:gd name="adj" fmla="val 6812"/>
            </a:avLst>
          </a:prstGeom>
          <a:solidFill>
            <a:schemeClr val="bg1"/>
          </a:solidFill>
        </p:spPr>
        <p:txBody>
          <a:bodyPr wrap="square" lIns="91440" tIns="45720" rIns="91440" bIns="45720" anchor="t">
            <a:noAutofit/>
          </a:bodyPr>
          <a:lstStyle/>
          <a:p>
            <a:pPr algn="ctr"/>
            <a:r>
              <a:rPr lang="en-US" b="1">
                <a:solidFill>
                  <a:srgbClr val="2F7D95"/>
                </a:solidFill>
                <a:latin typeface="+mj-lt"/>
              </a:rPr>
              <a:t>Shift-Left &amp; </a:t>
            </a:r>
            <a:br>
              <a:rPr lang="en-US" b="1">
                <a:solidFill>
                  <a:srgbClr val="2F7D95"/>
                </a:solidFill>
                <a:latin typeface="+mj-lt"/>
              </a:rPr>
            </a:br>
            <a:r>
              <a:rPr lang="en-US" b="1">
                <a:solidFill>
                  <a:srgbClr val="2F7D95"/>
                </a:solidFill>
                <a:latin typeface="+mj-lt"/>
              </a:rPr>
              <a:t>Cost Efficiency</a:t>
            </a:r>
          </a:p>
          <a:p>
            <a:pPr algn="ctr"/>
            <a:endParaRPr lang="en-US" b="1">
              <a:solidFill>
                <a:srgbClr val="2F7D95"/>
              </a:solidFill>
              <a:latin typeface="+mj-lt"/>
            </a:endParaRPr>
          </a:p>
          <a:p>
            <a:pPr marL="182880" indent="-182880">
              <a:spcAft>
                <a:spcPts val="600"/>
              </a:spcAft>
              <a:buFont typeface="Arial" panose="020B0604020202020204" pitchFamily="34" charset="0"/>
              <a:buChar char="•"/>
            </a:pPr>
            <a:r>
              <a:rPr lang="en-US" sz="1600">
                <a:solidFill>
                  <a:srgbClr val="282828"/>
                </a:solidFill>
              </a:rPr>
              <a:t>Prevent 40–60% of issues early in design.</a:t>
            </a:r>
          </a:p>
          <a:p>
            <a:pPr marL="182880" indent="-182880">
              <a:spcAft>
                <a:spcPts val="600"/>
              </a:spcAft>
              <a:buFont typeface="Arial" panose="020B0604020202020204" pitchFamily="34" charset="0"/>
              <a:buChar char="•"/>
            </a:pPr>
            <a:r>
              <a:rPr lang="en-US" sz="1600">
                <a:solidFill>
                  <a:srgbClr val="282828"/>
                </a:solidFill>
              </a:rPr>
              <a:t>Reduce late-stage remediation costs by 10–100x.</a:t>
            </a:r>
          </a:p>
          <a:p>
            <a:pPr marL="182880" indent="-182880">
              <a:spcAft>
                <a:spcPts val="600"/>
              </a:spcAft>
              <a:buFont typeface="Arial" panose="020B0604020202020204" pitchFamily="34" charset="0"/>
              <a:buChar char="•"/>
            </a:pPr>
            <a:r>
              <a:rPr lang="en-US" sz="1600">
                <a:solidFill>
                  <a:srgbClr val="282828"/>
                </a:solidFill>
              </a:rPr>
              <a:t>Practical guidance for designers and developers.</a:t>
            </a:r>
          </a:p>
          <a:p>
            <a:pPr algn="ctr"/>
            <a:endParaRPr lang="en-US" b="1">
              <a:solidFill>
                <a:srgbClr val="2F7D95"/>
              </a:solidFill>
              <a:latin typeface="+mj-lt"/>
            </a:endParaRPr>
          </a:p>
        </p:txBody>
      </p:sp>
      <p:sp>
        <p:nvSpPr>
          <p:cNvPr id="6" name="TextBox 5">
            <a:extLst>
              <a:ext uri="{FF2B5EF4-FFF2-40B4-BE49-F238E27FC236}">
                <a16:creationId xmlns:a16="http://schemas.microsoft.com/office/drawing/2014/main" id="{7D0C6C7B-6454-936F-CBF1-21BEFF0BF2DE}"/>
              </a:ext>
            </a:extLst>
          </p:cNvPr>
          <p:cNvSpPr txBox="1"/>
          <p:nvPr/>
        </p:nvSpPr>
        <p:spPr>
          <a:xfrm>
            <a:off x="3295094" y="1645920"/>
            <a:ext cx="2689669" cy="3996597"/>
          </a:xfrm>
          <a:prstGeom prst="roundRect">
            <a:avLst>
              <a:gd name="adj" fmla="val 6812"/>
            </a:avLst>
          </a:prstGeom>
          <a:solidFill>
            <a:schemeClr val="bg1"/>
          </a:solidFill>
        </p:spPr>
        <p:txBody>
          <a:bodyPr wrap="square">
            <a:noAutofit/>
          </a:bodyPr>
          <a:lstStyle/>
          <a:p>
            <a:pPr algn="ctr"/>
            <a:r>
              <a:rPr lang="en-US" b="1">
                <a:solidFill>
                  <a:srgbClr val="2F7D95"/>
                </a:solidFill>
                <a:latin typeface="+mj-lt"/>
              </a:rPr>
              <a:t>Lived-Experience </a:t>
            </a:r>
            <a:br>
              <a:rPr lang="en-US" b="1">
                <a:solidFill>
                  <a:srgbClr val="2F7D95"/>
                </a:solidFill>
                <a:latin typeface="+mj-lt"/>
              </a:rPr>
            </a:br>
            <a:r>
              <a:rPr lang="en-US" b="1">
                <a:solidFill>
                  <a:srgbClr val="2F7D95"/>
                </a:solidFill>
                <a:latin typeface="+mj-lt"/>
              </a:rPr>
              <a:t>Insights</a:t>
            </a:r>
          </a:p>
          <a:p>
            <a:pPr algn="ctr"/>
            <a:endParaRPr lang="en-US" b="1">
              <a:solidFill>
                <a:srgbClr val="2F7D95"/>
              </a:solidFill>
              <a:latin typeface="+mj-lt"/>
            </a:endParaRPr>
          </a:p>
          <a:p>
            <a:pPr marL="182880" indent="-182880">
              <a:spcAft>
                <a:spcPts val="600"/>
              </a:spcAft>
              <a:buFont typeface="Arial" panose="020B0604020202020204" pitchFamily="34" charset="0"/>
              <a:buChar char="•"/>
            </a:pPr>
            <a:r>
              <a:rPr lang="en-US" sz="1600">
                <a:solidFill>
                  <a:srgbClr val="282828"/>
                </a:solidFill>
              </a:rPr>
              <a:t>Every issue informed by real assistive-technology usage.</a:t>
            </a:r>
          </a:p>
          <a:p>
            <a:pPr marL="182880" indent="-182880">
              <a:spcAft>
                <a:spcPts val="600"/>
              </a:spcAft>
              <a:buFont typeface="Arial" panose="020B0604020202020204" pitchFamily="34" charset="0"/>
              <a:buChar char="•"/>
            </a:pPr>
            <a:r>
              <a:rPr lang="en-US" sz="1600">
                <a:solidFill>
                  <a:srgbClr val="282828"/>
                </a:solidFill>
              </a:rPr>
              <a:t>We catch what automation and checklist audits miss.</a:t>
            </a:r>
          </a:p>
          <a:p>
            <a:pPr marL="182880" indent="-182880">
              <a:spcAft>
                <a:spcPts val="600"/>
              </a:spcAft>
              <a:buFont typeface="Arial" panose="020B0604020202020204" pitchFamily="34" charset="0"/>
              <a:buChar char="•"/>
            </a:pPr>
            <a:r>
              <a:rPr lang="en-US" sz="1600">
                <a:solidFill>
                  <a:srgbClr val="282828"/>
                </a:solidFill>
              </a:rPr>
              <a:t>Authentic insights that improve UX for all users.</a:t>
            </a:r>
          </a:p>
          <a:p>
            <a:pPr algn="ctr"/>
            <a:endParaRPr lang="en-US" b="1">
              <a:solidFill>
                <a:srgbClr val="2F7D95"/>
              </a:solidFill>
              <a:latin typeface="+mj-lt"/>
            </a:endParaRPr>
          </a:p>
        </p:txBody>
      </p:sp>
      <p:sp>
        <p:nvSpPr>
          <p:cNvPr id="4" name="TextBox 3">
            <a:extLst>
              <a:ext uri="{FF2B5EF4-FFF2-40B4-BE49-F238E27FC236}">
                <a16:creationId xmlns:a16="http://schemas.microsoft.com/office/drawing/2014/main" id="{26C0790F-F450-1B88-4572-D79688D261A1}"/>
              </a:ext>
            </a:extLst>
          </p:cNvPr>
          <p:cNvSpPr txBox="1"/>
          <p:nvPr/>
        </p:nvSpPr>
        <p:spPr>
          <a:xfrm>
            <a:off x="371475" y="1645920"/>
            <a:ext cx="2689669" cy="3996597"/>
          </a:xfrm>
          <a:prstGeom prst="roundRect">
            <a:avLst>
              <a:gd name="adj" fmla="val 6812"/>
            </a:avLst>
          </a:prstGeom>
          <a:solidFill>
            <a:schemeClr val="bg1"/>
          </a:solidFill>
        </p:spPr>
        <p:txBody>
          <a:bodyPr wrap="square">
            <a:noAutofit/>
          </a:bodyPr>
          <a:lstStyle/>
          <a:p>
            <a:pPr algn="ctr"/>
            <a:r>
              <a:rPr lang="en-US" b="1">
                <a:solidFill>
                  <a:srgbClr val="2F7D95"/>
                </a:solidFill>
                <a:latin typeface="+mj-lt"/>
              </a:rPr>
              <a:t>Impact-Driven </a:t>
            </a:r>
            <a:br>
              <a:rPr lang="en-US" b="1">
                <a:solidFill>
                  <a:srgbClr val="2F7D95"/>
                </a:solidFill>
                <a:latin typeface="+mj-lt"/>
              </a:rPr>
            </a:br>
            <a:r>
              <a:rPr lang="en-US" b="1">
                <a:solidFill>
                  <a:srgbClr val="2F7D95"/>
                </a:solidFill>
                <a:latin typeface="+mj-lt"/>
              </a:rPr>
              <a:t>Findings</a:t>
            </a:r>
          </a:p>
          <a:p>
            <a:pPr algn="ctr"/>
            <a:endParaRPr lang="en-US" sz="1800" b="1">
              <a:solidFill>
                <a:srgbClr val="2F7D95"/>
              </a:solidFill>
              <a:latin typeface="+mj-lt"/>
            </a:endParaRPr>
          </a:p>
          <a:p>
            <a:pPr marL="182880" indent="-182880">
              <a:spcAft>
                <a:spcPts val="600"/>
              </a:spcAft>
              <a:buFont typeface="Arial" panose="020B0604020202020204" pitchFamily="34" charset="0"/>
              <a:buChar char="•"/>
            </a:pPr>
            <a:r>
              <a:rPr lang="en-US" sz="1600">
                <a:solidFill>
                  <a:srgbClr val="282828"/>
                </a:solidFill>
              </a:rPr>
              <a:t>Clear, prioritized findings grounded in real user impact.</a:t>
            </a:r>
          </a:p>
          <a:p>
            <a:pPr marL="182880" indent="-182880">
              <a:spcAft>
                <a:spcPts val="600"/>
              </a:spcAft>
              <a:buFont typeface="Arial" panose="020B0604020202020204" pitchFamily="34" charset="0"/>
              <a:buChar char="•"/>
            </a:pPr>
            <a:r>
              <a:rPr lang="en-US" sz="1600">
                <a:solidFill>
                  <a:srgbClr val="282828"/>
                </a:solidFill>
              </a:rPr>
              <a:t>Actionable issues delivered in developer-ready format.</a:t>
            </a:r>
          </a:p>
          <a:p>
            <a:pPr marL="182880" indent="-182880">
              <a:spcAft>
                <a:spcPts val="600"/>
              </a:spcAft>
              <a:buFont typeface="Arial" panose="020B0604020202020204" pitchFamily="34" charset="0"/>
              <a:buChar char="•"/>
            </a:pPr>
            <a:r>
              <a:rPr lang="en-US" sz="1600">
                <a:solidFill>
                  <a:srgbClr val="282828"/>
                </a:solidFill>
              </a:rPr>
              <a:t>Enables faster, more meaningful product improvements.</a:t>
            </a:r>
          </a:p>
          <a:p>
            <a:pPr algn="ctr"/>
            <a:endParaRPr sz="1800" b="1">
              <a:solidFill>
                <a:srgbClr val="2F7D95"/>
              </a:solidFill>
              <a:latin typeface="+mj-lt"/>
            </a:endParaRPr>
          </a:p>
        </p:txBody>
      </p:sp>
      <p:sp>
        <p:nvSpPr>
          <p:cNvPr id="2" name="Title 1">
            <a:extLst>
              <a:ext uri="{FF2B5EF4-FFF2-40B4-BE49-F238E27FC236}">
                <a16:creationId xmlns:a16="http://schemas.microsoft.com/office/drawing/2014/main" id="{7D9DF69B-8479-DC1F-42EB-827D7F7347E2}"/>
              </a:ext>
            </a:extLst>
          </p:cNvPr>
          <p:cNvSpPr>
            <a:spLocks noGrp="1"/>
          </p:cNvSpPr>
          <p:nvPr>
            <p:ph type="title"/>
          </p:nvPr>
        </p:nvSpPr>
        <p:spPr>
          <a:xfrm>
            <a:off x="359999" y="360000"/>
            <a:ext cx="11460525" cy="984885"/>
          </a:xfrm>
        </p:spPr>
        <p:txBody>
          <a:bodyPr/>
          <a:lstStyle/>
          <a:p>
            <a:r>
              <a:rPr lang="en-US"/>
              <a:t>We Deliver Clear, Actionable, Impactful Results That Others Miss</a:t>
            </a:r>
          </a:p>
        </p:txBody>
      </p:sp>
    </p:spTree>
    <p:extLst>
      <p:ext uri="{BB962C8B-B14F-4D97-AF65-F5344CB8AC3E}">
        <p14:creationId xmlns:p14="http://schemas.microsoft.com/office/powerpoint/2010/main" val="1321034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90B24-897B-AB04-8F27-D02902E04975}"/>
              </a:ext>
            </a:extLst>
          </p:cNvPr>
          <p:cNvSpPr>
            <a:spLocks noGrp="1"/>
          </p:cNvSpPr>
          <p:nvPr>
            <p:ph type="title"/>
          </p:nvPr>
        </p:nvSpPr>
        <p:spPr>
          <a:xfrm>
            <a:off x="359999" y="360000"/>
            <a:ext cx="11460525" cy="984885"/>
          </a:xfrm>
        </p:spPr>
        <p:txBody>
          <a:bodyPr/>
          <a:lstStyle/>
          <a:p>
            <a:r>
              <a:rPr lang="en-US"/>
              <a:t>Leading Companies Trust Us to Deliver Inclusive Digital Experiences</a:t>
            </a:r>
          </a:p>
        </p:txBody>
      </p:sp>
      <p:sp>
        <p:nvSpPr>
          <p:cNvPr id="5" name="Rounded Rectangle 4">
            <a:extLst>
              <a:ext uri="{FF2B5EF4-FFF2-40B4-BE49-F238E27FC236}">
                <a16:creationId xmlns:a16="http://schemas.microsoft.com/office/drawing/2014/main" id="{2ADFADE5-3AFC-303A-9B5A-33E8F4A7FAB4}"/>
              </a:ext>
            </a:extLst>
          </p:cNvPr>
          <p:cNvSpPr/>
          <p:nvPr/>
        </p:nvSpPr>
        <p:spPr>
          <a:xfrm>
            <a:off x="359999" y="1611194"/>
            <a:ext cx="11460525" cy="3972025"/>
          </a:xfrm>
          <a:prstGeom prst="roundRect">
            <a:avLst>
              <a:gd name="adj" fmla="val 583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tIns="18288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a:ln>
                  <a:noFill/>
                </a:ln>
                <a:solidFill>
                  <a:prstClr val="black"/>
                </a:solidFill>
                <a:effectLst/>
                <a:uLnTx/>
                <a:uFillTx/>
                <a:latin typeface="+mj-lt"/>
                <a:ea typeface="Open Sans Light" pitchFamily="2" charset="0"/>
                <a:cs typeface="Open Sans Light" pitchFamily="2" charset="0"/>
              </a:rPr>
              <a:t>We've partnered with organizations across industries </a:t>
            </a:r>
            <a:br>
              <a:rPr kumimoji="0" lang="en-US" sz="1800" b="1" u="none" strike="noStrike" kern="1200" cap="none" spc="0" normalizeH="0" baseline="0" noProof="0">
                <a:ln>
                  <a:noFill/>
                </a:ln>
                <a:solidFill>
                  <a:prstClr val="black"/>
                </a:solidFill>
                <a:effectLst/>
                <a:uLnTx/>
                <a:uFillTx/>
                <a:latin typeface="+mj-lt"/>
                <a:ea typeface="Open Sans Light" pitchFamily="2" charset="0"/>
                <a:cs typeface="Open Sans Light" pitchFamily="2" charset="0"/>
              </a:rPr>
            </a:br>
            <a:r>
              <a:rPr kumimoji="0" lang="en-US" sz="1800" b="1" u="none" strike="noStrike" kern="1200" cap="none" spc="0" normalizeH="0" baseline="0" noProof="0">
                <a:ln>
                  <a:noFill/>
                </a:ln>
                <a:solidFill>
                  <a:prstClr val="black"/>
                </a:solidFill>
                <a:effectLst/>
                <a:uLnTx/>
                <a:uFillTx/>
                <a:latin typeface="+mj-lt"/>
                <a:ea typeface="Open Sans Light" pitchFamily="2" charset="0"/>
                <a:cs typeface="Open Sans Light" pitchFamily="2" charset="0"/>
              </a:rPr>
              <a:t>to build more inclusive digital experiences.</a:t>
            </a:r>
          </a:p>
        </p:txBody>
      </p:sp>
      <p:sp>
        <p:nvSpPr>
          <p:cNvPr id="17" name="Rounded Rectangle 16">
            <a:extLst>
              <a:ext uri="{FF2B5EF4-FFF2-40B4-BE49-F238E27FC236}">
                <a16:creationId xmlns:a16="http://schemas.microsoft.com/office/drawing/2014/main" id="{B969EE57-D53B-D9A4-A77E-0D09D9C3AB0C}"/>
              </a:ext>
              <a:ext uri="{C183D7F6-B498-43B3-948B-1728B52AA6E4}">
                <adec:decorative xmlns:adec="http://schemas.microsoft.com/office/drawing/2017/decorative" val="1"/>
              </a:ext>
            </a:extLst>
          </p:cNvPr>
          <p:cNvSpPr/>
          <p:nvPr/>
        </p:nvSpPr>
        <p:spPr>
          <a:xfrm>
            <a:off x="2138392" y="4029119"/>
            <a:ext cx="2493797" cy="109864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19852C28-3EE6-DF5C-FFB0-C9DA5F861FD1}"/>
              </a:ext>
              <a:ext uri="{C183D7F6-B498-43B3-948B-1728B52AA6E4}">
                <adec:decorative xmlns:adec="http://schemas.microsoft.com/office/drawing/2017/decorative" val="1"/>
              </a:ext>
            </a:extLst>
          </p:cNvPr>
          <p:cNvSpPr/>
          <p:nvPr/>
        </p:nvSpPr>
        <p:spPr>
          <a:xfrm>
            <a:off x="4849102" y="4029119"/>
            <a:ext cx="2493797" cy="109864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25688416-8B9E-A751-5964-4F468D60646C}"/>
              </a:ext>
              <a:ext uri="{C183D7F6-B498-43B3-948B-1728B52AA6E4}">
                <adec:decorative xmlns:adec="http://schemas.microsoft.com/office/drawing/2017/decorative" val="1"/>
              </a:ext>
            </a:extLst>
          </p:cNvPr>
          <p:cNvSpPr/>
          <p:nvPr/>
        </p:nvSpPr>
        <p:spPr>
          <a:xfrm>
            <a:off x="7559812" y="4029119"/>
            <a:ext cx="2493797" cy="109864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5E3491E4-8F38-7336-247D-C4E42FC58A71}"/>
              </a:ext>
              <a:ext uri="{C183D7F6-B498-43B3-948B-1728B52AA6E4}">
                <adec:decorative xmlns:adec="http://schemas.microsoft.com/office/drawing/2017/decorative" val="1"/>
              </a:ext>
            </a:extLst>
          </p:cNvPr>
          <p:cNvSpPr/>
          <p:nvPr/>
        </p:nvSpPr>
        <p:spPr>
          <a:xfrm>
            <a:off x="777298" y="2664170"/>
            <a:ext cx="2493797" cy="109864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1CFF6AEC-E575-1384-EAFD-A750D54EF2E9}"/>
              </a:ext>
              <a:ext uri="{C183D7F6-B498-43B3-948B-1728B52AA6E4}">
                <adec:decorative xmlns:adec="http://schemas.microsoft.com/office/drawing/2017/decorative" val="1"/>
              </a:ext>
            </a:extLst>
          </p:cNvPr>
          <p:cNvSpPr/>
          <p:nvPr/>
        </p:nvSpPr>
        <p:spPr>
          <a:xfrm>
            <a:off x="3488008" y="2664170"/>
            <a:ext cx="2493797" cy="109864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B95C23FF-0555-97E1-022D-2930E2864211}"/>
              </a:ext>
              <a:ext uri="{C183D7F6-B498-43B3-948B-1728B52AA6E4}">
                <adec:decorative xmlns:adec="http://schemas.microsoft.com/office/drawing/2017/decorative" val="1"/>
              </a:ext>
            </a:extLst>
          </p:cNvPr>
          <p:cNvSpPr/>
          <p:nvPr/>
        </p:nvSpPr>
        <p:spPr>
          <a:xfrm>
            <a:off x="6198718" y="2664170"/>
            <a:ext cx="2493797" cy="109864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C7F962DC-B7D7-4452-64CB-25DAF69C7874}"/>
              </a:ext>
              <a:ext uri="{C183D7F6-B498-43B3-948B-1728B52AA6E4}">
                <adec:decorative xmlns:adec="http://schemas.microsoft.com/office/drawing/2017/decorative" val="1"/>
              </a:ext>
            </a:extLst>
          </p:cNvPr>
          <p:cNvSpPr/>
          <p:nvPr/>
        </p:nvSpPr>
        <p:spPr>
          <a:xfrm>
            <a:off x="8909428" y="2664170"/>
            <a:ext cx="2493797" cy="109864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7967CC74-705C-1FCD-82C2-54129C68A5F8}"/>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17</a:t>
            </a:fld>
            <a:endParaRPr lang="en-IN"/>
          </a:p>
        </p:txBody>
      </p:sp>
      <p:pic>
        <p:nvPicPr>
          <p:cNvPr id="6" name="Picture 2" descr="Adobe">
            <a:extLst>
              <a:ext uri="{FF2B5EF4-FFF2-40B4-BE49-F238E27FC236}">
                <a16:creationId xmlns:a16="http://schemas.microsoft.com/office/drawing/2014/main" id="{B65AAC29-2874-1497-811F-E9DC87F97A86}"/>
              </a:ext>
              <a:ext uri="{C183D7F6-B498-43B3-948B-1728B52AA6E4}">
                <adec:decorative xmlns:adec="http://schemas.microsoft.com/office/drawing/2017/decorative" val="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91793" y="3021193"/>
            <a:ext cx="1464806" cy="38459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ZipHQ">
            <a:extLst>
              <a:ext uri="{FF2B5EF4-FFF2-40B4-BE49-F238E27FC236}">
                <a16:creationId xmlns:a16="http://schemas.microsoft.com/office/drawing/2014/main" id="{FC9F8081-E337-FED3-C3BA-47D9E7B29A14}"/>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48342" y="3024524"/>
            <a:ext cx="573128" cy="37793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IndiGo Airlines">
            <a:extLst>
              <a:ext uri="{FF2B5EF4-FFF2-40B4-BE49-F238E27FC236}">
                <a16:creationId xmlns:a16="http://schemas.microsoft.com/office/drawing/2014/main" id="{551A9C18-47F7-CD7B-E181-4DB7D234DD5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75700" y="2841808"/>
            <a:ext cx="1339832" cy="74336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Microsoft">
            <a:extLst>
              <a:ext uri="{FF2B5EF4-FFF2-40B4-BE49-F238E27FC236}">
                <a16:creationId xmlns:a16="http://schemas.microsoft.com/office/drawing/2014/main" id="{19111C0C-A3CC-B325-B188-81DFD68FC301}"/>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416019" y="3056916"/>
            <a:ext cx="1480615" cy="31314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Eskalera">
            <a:extLst>
              <a:ext uri="{FF2B5EF4-FFF2-40B4-BE49-F238E27FC236}">
                <a16:creationId xmlns:a16="http://schemas.microsoft.com/office/drawing/2014/main" id="{D4467D6E-655B-1E00-6554-ED5E6D3782B9}"/>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72963" y="4392663"/>
            <a:ext cx="1824654" cy="3715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Compass Group">
            <a:extLst>
              <a:ext uri="{FF2B5EF4-FFF2-40B4-BE49-F238E27FC236}">
                <a16:creationId xmlns:a16="http://schemas.microsoft.com/office/drawing/2014/main" id="{BA0925EA-36D9-9C72-8676-CEE99170A2F1}"/>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85869" y="4271301"/>
            <a:ext cx="1620263" cy="61427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Govt. of Massachusetts ">
            <a:extLst>
              <a:ext uri="{FF2B5EF4-FFF2-40B4-BE49-F238E27FC236}">
                <a16:creationId xmlns:a16="http://schemas.microsoft.com/office/drawing/2014/main" id="{0C31A50E-06F4-C187-6198-A73BCCC56DFB}"/>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72626" y="4103489"/>
            <a:ext cx="1268168" cy="949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2928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C78F5-AAFA-D845-F4E1-7FA7F27516AF}"/>
              </a:ext>
            </a:extLst>
          </p:cNvPr>
          <p:cNvSpPr>
            <a:spLocks noGrp="1"/>
          </p:cNvSpPr>
          <p:nvPr>
            <p:ph type="title"/>
          </p:nvPr>
        </p:nvSpPr>
        <p:spPr>
          <a:xfrm>
            <a:off x="359999" y="360000"/>
            <a:ext cx="11460525" cy="984885"/>
          </a:xfrm>
        </p:spPr>
        <p:txBody>
          <a:bodyPr/>
          <a:lstStyle/>
          <a:p>
            <a:r>
              <a:rPr lang="en-US"/>
              <a:t>See How We Help Organizations Achieve Real Accessibility Outcomes</a:t>
            </a:r>
          </a:p>
        </p:txBody>
      </p:sp>
      <p:sp>
        <p:nvSpPr>
          <p:cNvPr id="3" name="Slide Number Placeholder 2">
            <a:extLst>
              <a:ext uri="{FF2B5EF4-FFF2-40B4-BE49-F238E27FC236}">
                <a16:creationId xmlns:a16="http://schemas.microsoft.com/office/drawing/2014/main" id="{ADA4EB6D-033F-00A1-2F3B-ECD96861DC49}"/>
              </a:ext>
              <a:ext uri="{C183D7F6-B498-43B3-948B-1728B52AA6E4}">
                <adec:decorative xmlns:adec="http://schemas.microsoft.com/office/drawing/2017/decorative" val="1"/>
              </a:ext>
            </a:extLst>
          </p:cNvPr>
          <p:cNvSpPr>
            <a:spLocks noGrp="1"/>
          </p:cNvSpPr>
          <p:nvPr>
            <p:ph type="sldNum" sz="quarter" idx="12"/>
          </p:nvPr>
        </p:nvSpPr>
        <p:spPr/>
        <p:txBody>
          <a:bodyPr/>
          <a:lstStyle/>
          <a:p>
            <a:pPr>
              <a:spcBef>
                <a:spcPts val="300"/>
              </a:spcBef>
              <a:spcAft>
                <a:spcPts val="300"/>
              </a:spcAft>
            </a:pPr>
            <a:fld id="{EFBDB023-C1A5-4ABF-B6D8-70426759D17D}" type="slidenum">
              <a:rPr lang="en-IN" smtClean="0"/>
              <a:pPr>
                <a:spcBef>
                  <a:spcPts val="300"/>
                </a:spcBef>
                <a:spcAft>
                  <a:spcPts val="300"/>
                </a:spcAft>
              </a:pPr>
              <a:t>18</a:t>
            </a:fld>
            <a:endParaRPr lang="en-IN"/>
          </a:p>
        </p:txBody>
      </p:sp>
      <p:sp>
        <p:nvSpPr>
          <p:cNvPr id="4" name="TextBox 3">
            <a:extLst>
              <a:ext uri="{FF2B5EF4-FFF2-40B4-BE49-F238E27FC236}">
                <a16:creationId xmlns:a16="http://schemas.microsoft.com/office/drawing/2014/main" id="{0199348A-A64D-D990-5E23-1D3552893C3C}"/>
              </a:ext>
              <a:ext uri="{C183D7F6-B498-43B3-948B-1728B52AA6E4}">
                <adec:decorative xmlns:adec="http://schemas.microsoft.com/office/drawing/2017/decorative" val="1"/>
              </a:ext>
            </a:extLst>
          </p:cNvPr>
          <p:cNvSpPr txBox="1"/>
          <p:nvPr/>
        </p:nvSpPr>
        <p:spPr>
          <a:xfrm>
            <a:off x="374172" y="1645921"/>
            <a:ext cx="2689669" cy="1989378"/>
          </a:xfrm>
          <a:prstGeom prst="roundRect">
            <a:avLst>
              <a:gd name="adj" fmla="val 6812"/>
            </a:avLst>
          </a:prstGeom>
          <a:solidFill>
            <a:schemeClr val="bg1"/>
          </a:solidFill>
        </p:spPr>
        <p:txBody>
          <a:bodyPr wrap="square">
            <a:noAutofit/>
          </a:bodyPr>
          <a:lstStyle/>
          <a:p>
            <a:pPr algn="ctr"/>
            <a:endParaRPr sz="1800" b="1">
              <a:solidFill>
                <a:srgbClr val="2F7D95"/>
              </a:solidFill>
              <a:latin typeface="+mj-lt"/>
            </a:endParaRPr>
          </a:p>
        </p:txBody>
      </p:sp>
      <p:sp>
        <p:nvSpPr>
          <p:cNvPr id="5" name="TextBox 4">
            <a:extLst>
              <a:ext uri="{FF2B5EF4-FFF2-40B4-BE49-F238E27FC236}">
                <a16:creationId xmlns:a16="http://schemas.microsoft.com/office/drawing/2014/main" id="{374D24CF-E2E0-E43C-FF22-05EBB323C2DB}"/>
              </a:ext>
              <a:ext uri="{C183D7F6-B498-43B3-948B-1728B52AA6E4}">
                <adec:decorative xmlns:adec="http://schemas.microsoft.com/office/drawing/2017/decorative" val="1"/>
              </a:ext>
            </a:extLst>
          </p:cNvPr>
          <p:cNvSpPr txBox="1"/>
          <p:nvPr/>
        </p:nvSpPr>
        <p:spPr>
          <a:xfrm>
            <a:off x="3295094" y="1645921"/>
            <a:ext cx="2689669" cy="1989378"/>
          </a:xfrm>
          <a:prstGeom prst="roundRect">
            <a:avLst>
              <a:gd name="adj" fmla="val 6812"/>
            </a:avLst>
          </a:prstGeom>
          <a:solidFill>
            <a:schemeClr val="bg1"/>
          </a:solidFill>
        </p:spPr>
        <p:txBody>
          <a:bodyPr wrap="square">
            <a:noAutofit/>
          </a:bodyPr>
          <a:lstStyle/>
          <a:p>
            <a:pPr algn="ctr"/>
            <a:endParaRPr lang="en-US" b="1">
              <a:solidFill>
                <a:srgbClr val="2F7D95"/>
              </a:solidFill>
              <a:latin typeface="+mj-lt"/>
            </a:endParaRPr>
          </a:p>
        </p:txBody>
      </p:sp>
      <p:sp>
        <p:nvSpPr>
          <p:cNvPr id="6" name="TextBox 5">
            <a:extLst>
              <a:ext uri="{FF2B5EF4-FFF2-40B4-BE49-F238E27FC236}">
                <a16:creationId xmlns:a16="http://schemas.microsoft.com/office/drawing/2014/main" id="{8EC91A26-099D-4D1D-FCE3-D8A0991DEAFF}"/>
              </a:ext>
              <a:ext uri="{C183D7F6-B498-43B3-948B-1728B52AA6E4}">
                <adec:decorative xmlns:adec="http://schemas.microsoft.com/office/drawing/2017/decorative" val="1"/>
              </a:ext>
            </a:extLst>
          </p:cNvPr>
          <p:cNvSpPr txBox="1"/>
          <p:nvPr/>
        </p:nvSpPr>
        <p:spPr>
          <a:xfrm>
            <a:off x="6218713" y="1645921"/>
            <a:ext cx="2689669" cy="1989378"/>
          </a:xfrm>
          <a:prstGeom prst="roundRect">
            <a:avLst>
              <a:gd name="adj" fmla="val 6812"/>
            </a:avLst>
          </a:prstGeom>
          <a:solidFill>
            <a:schemeClr val="bg1"/>
          </a:solidFill>
        </p:spPr>
        <p:txBody>
          <a:bodyPr wrap="square">
            <a:noAutofit/>
          </a:bodyPr>
          <a:lstStyle/>
          <a:p>
            <a:pPr algn="ctr"/>
            <a:endParaRPr lang="en-US" b="1">
              <a:solidFill>
                <a:srgbClr val="2F7D95"/>
              </a:solidFill>
              <a:latin typeface="+mj-lt"/>
            </a:endParaRPr>
          </a:p>
        </p:txBody>
      </p:sp>
      <p:sp>
        <p:nvSpPr>
          <p:cNvPr id="7" name="TextBox 6">
            <a:extLst>
              <a:ext uri="{FF2B5EF4-FFF2-40B4-BE49-F238E27FC236}">
                <a16:creationId xmlns:a16="http://schemas.microsoft.com/office/drawing/2014/main" id="{47CE6F56-1513-BB0F-A60E-BF6D2533B630}"/>
              </a:ext>
              <a:ext uri="{C183D7F6-B498-43B3-948B-1728B52AA6E4}">
                <adec:decorative xmlns:adec="http://schemas.microsoft.com/office/drawing/2017/decorative" val="1"/>
              </a:ext>
            </a:extLst>
          </p:cNvPr>
          <p:cNvSpPr txBox="1"/>
          <p:nvPr/>
        </p:nvSpPr>
        <p:spPr>
          <a:xfrm>
            <a:off x="9142331" y="1645921"/>
            <a:ext cx="2689669" cy="1989378"/>
          </a:xfrm>
          <a:prstGeom prst="roundRect">
            <a:avLst>
              <a:gd name="adj" fmla="val 6812"/>
            </a:avLst>
          </a:prstGeom>
          <a:solidFill>
            <a:schemeClr val="bg1"/>
          </a:solidFill>
        </p:spPr>
        <p:txBody>
          <a:bodyPr wrap="square">
            <a:noAutofit/>
          </a:bodyPr>
          <a:lstStyle/>
          <a:p>
            <a:pPr algn="ctr"/>
            <a:endParaRPr lang="en-US" b="1">
              <a:solidFill>
                <a:srgbClr val="2F7D95"/>
              </a:solidFill>
              <a:latin typeface="+mj-lt"/>
            </a:endParaRPr>
          </a:p>
        </p:txBody>
      </p:sp>
      <p:sp>
        <p:nvSpPr>
          <p:cNvPr id="8" name="TextBox 7">
            <a:extLst>
              <a:ext uri="{FF2B5EF4-FFF2-40B4-BE49-F238E27FC236}">
                <a16:creationId xmlns:a16="http://schemas.microsoft.com/office/drawing/2014/main" id="{8F03BC62-C1E8-918C-D629-AD65906C240B}"/>
              </a:ext>
              <a:ext uri="{C183D7F6-B498-43B3-948B-1728B52AA6E4}">
                <adec:decorative xmlns:adec="http://schemas.microsoft.com/office/drawing/2017/decorative" val="1"/>
              </a:ext>
            </a:extLst>
          </p:cNvPr>
          <p:cNvSpPr txBox="1"/>
          <p:nvPr/>
        </p:nvSpPr>
        <p:spPr>
          <a:xfrm>
            <a:off x="371475" y="3875004"/>
            <a:ext cx="2689669" cy="1989378"/>
          </a:xfrm>
          <a:prstGeom prst="roundRect">
            <a:avLst>
              <a:gd name="adj" fmla="val 6812"/>
            </a:avLst>
          </a:prstGeom>
          <a:solidFill>
            <a:schemeClr val="bg1"/>
          </a:solidFill>
        </p:spPr>
        <p:txBody>
          <a:bodyPr wrap="square">
            <a:noAutofit/>
          </a:bodyPr>
          <a:lstStyle/>
          <a:p>
            <a:pPr algn="ctr"/>
            <a:endParaRPr sz="1800" b="1">
              <a:solidFill>
                <a:srgbClr val="2F7D95"/>
              </a:solidFill>
              <a:latin typeface="+mj-lt"/>
            </a:endParaRPr>
          </a:p>
        </p:txBody>
      </p:sp>
      <p:sp>
        <p:nvSpPr>
          <p:cNvPr id="9" name="TextBox 8">
            <a:extLst>
              <a:ext uri="{FF2B5EF4-FFF2-40B4-BE49-F238E27FC236}">
                <a16:creationId xmlns:a16="http://schemas.microsoft.com/office/drawing/2014/main" id="{6B0B791B-E242-A0A3-CD4C-89925703E541}"/>
              </a:ext>
              <a:ext uri="{C183D7F6-B498-43B3-948B-1728B52AA6E4}">
                <adec:decorative xmlns:adec="http://schemas.microsoft.com/office/drawing/2017/decorative" val="1"/>
              </a:ext>
            </a:extLst>
          </p:cNvPr>
          <p:cNvSpPr txBox="1"/>
          <p:nvPr/>
        </p:nvSpPr>
        <p:spPr>
          <a:xfrm>
            <a:off x="3295094" y="3875004"/>
            <a:ext cx="2689669" cy="1989378"/>
          </a:xfrm>
          <a:prstGeom prst="roundRect">
            <a:avLst>
              <a:gd name="adj" fmla="val 6812"/>
            </a:avLst>
          </a:prstGeom>
          <a:solidFill>
            <a:schemeClr val="bg1"/>
          </a:solidFill>
        </p:spPr>
        <p:txBody>
          <a:bodyPr wrap="square">
            <a:noAutofit/>
          </a:bodyPr>
          <a:lstStyle/>
          <a:p>
            <a:pPr algn="ctr"/>
            <a:endParaRPr lang="en-US" b="1">
              <a:solidFill>
                <a:srgbClr val="2F7D95"/>
              </a:solidFill>
              <a:latin typeface="+mj-lt"/>
            </a:endParaRPr>
          </a:p>
        </p:txBody>
      </p:sp>
      <p:sp>
        <p:nvSpPr>
          <p:cNvPr id="10" name="TextBox 9">
            <a:extLst>
              <a:ext uri="{FF2B5EF4-FFF2-40B4-BE49-F238E27FC236}">
                <a16:creationId xmlns:a16="http://schemas.microsoft.com/office/drawing/2014/main" id="{1591628E-1EE8-1DA7-5CD6-A8C5340A53D5}"/>
              </a:ext>
              <a:ext uri="{C183D7F6-B498-43B3-948B-1728B52AA6E4}">
                <adec:decorative xmlns:adec="http://schemas.microsoft.com/office/drawing/2017/decorative" val="1"/>
              </a:ext>
            </a:extLst>
          </p:cNvPr>
          <p:cNvSpPr txBox="1"/>
          <p:nvPr/>
        </p:nvSpPr>
        <p:spPr>
          <a:xfrm>
            <a:off x="6218713" y="3875004"/>
            <a:ext cx="2689669" cy="1989378"/>
          </a:xfrm>
          <a:prstGeom prst="roundRect">
            <a:avLst>
              <a:gd name="adj" fmla="val 6812"/>
            </a:avLst>
          </a:prstGeom>
          <a:solidFill>
            <a:schemeClr val="bg1"/>
          </a:solidFill>
        </p:spPr>
        <p:txBody>
          <a:bodyPr wrap="square">
            <a:noAutofit/>
          </a:bodyPr>
          <a:lstStyle/>
          <a:p>
            <a:pPr algn="ctr"/>
            <a:endParaRPr lang="en-US" b="1">
              <a:solidFill>
                <a:srgbClr val="2F7D95"/>
              </a:solidFill>
              <a:latin typeface="+mj-lt"/>
            </a:endParaRPr>
          </a:p>
        </p:txBody>
      </p:sp>
      <p:sp>
        <p:nvSpPr>
          <p:cNvPr id="12" name="Rounded Rectangle 11">
            <a:extLst>
              <a:ext uri="{FF2B5EF4-FFF2-40B4-BE49-F238E27FC236}">
                <a16:creationId xmlns:a16="http://schemas.microsoft.com/office/drawing/2014/main" id="{FE7A8FC1-5D0A-FB73-3B08-1DADB39A7B2F}"/>
              </a:ext>
              <a:ext uri="{C183D7F6-B498-43B3-948B-1728B52AA6E4}">
                <adec:decorative xmlns:adec="http://schemas.microsoft.com/office/drawing/2017/decorative" val="1"/>
              </a:ext>
            </a:extLst>
          </p:cNvPr>
          <p:cNvSpPr/>
          <p:nvPr/>
        </p:nvSpPr>
        <p:spPr>
          <a:xfrm>
            <a:off x="801909" y="1848873"/>
            <a:ext cx="1828800" cy="63784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Microsoft">
            <a:extLst>
              <a:ext uri="{FF2B5EF4-FFF2-40B4-BE49-F238E27FC236}">
                <a16:creationId xmlns:a16="http://schemas.microsoft.com/office/drawing/2014/main" id="{ADF5C6C4-B2B2-09CB-0337-92825F4538D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3302" y="2025457"/>
            <a:ext cx="1346014" cy="2846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ADF3DE2B-647E-6694-1E98-7528611D0EDB}"/>
              </a:ext>
            </a:extLst>
          </p:cNvPr>
          <p:cNvSpPr txBox="1"/>
          <p:nvPr/>
        </p:nvSpPr>
        <p:spPr>
          <a:xfrm>
            <a:off x="530286" y="2692104"/>
            <a:ext cx="2377440" cy="646331"/>
          </a:xfrm>
          <a:prstGeom prst="rect">
            <a:avLst/>
          </a:prstGeom>
          <a:noFill/>
        </p:spPr>
        <p:txBody>
          <a:bodyPr wrap="square">
            <a:spAutoFit/>
          </a:bodyPr>
          <a:lstStyle/>
          <a:p>
            <a:pPr algn="ctr">
              <a:spcBef>
                <a:spcPts val="600"/>
              </a:spcBef>
              <a:spcAft>
                <a:spcPts val="600"/>
              </a:spcAft>
            </a:pPr>
            <a:r>
              <a:rPr sz="1400">
                <a:solidFill>
                  <a:srgbClr val="282828"/>
                </a:solidFill>
                <a:ea typeface="Open Sans Light" pitchFamily="2" charset="0"/>
                <a:cs typeface="Open Sans Light" pitchFamily="2" charset="0"/>
              </a:rPr>
              <a:t>Enterprise Apps</a:t>
            </a:r>
            <a:endParaRPr lang="en-US" sz="1400">
              <a:solidFill>
                <a:srgbClr val="282828"/>
              </a:solidFill>
              <a:ea typeface="Open Sans Light" pitchFamily="2" charset="0"/>
              <a:cs typeface="Open Sans Light" pitchFamily="2" charset="0"/>
            </a:endParaRPr>
          </a:p>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200" u="none" strike="noStrike" kern="1200" cap="none" spc="0" normalizeH="0" baseline="0" noProof="0">
                <a:ln>
                  <a:noFill/>
                </a:ln>
                <a:solidFill>
                  <a:srgbClr val="646464"/>
                </a:solidFill>
                <a:effectLst/>
                <a:uLnTx/>
                <a:uFillTx/>
                <a:ea typeface="Open Sans Light" pitchFamily="2" charset="0"/>
                <a:cs typeface="Open Sans Light" pitchFamily="2" charset="0"/>
              </a:rPr>
              <a:t>WCAG 2.2 A and AA</a:t>
            </a:r>
          </a:p>
        </p:txBody>
      </p:sp>
      <p:sp>
        <p:nvSpPr>
          <p:cNvPr id="21" name="Rounded Rectangle 20">
            <a:extLst>
              <a:ext uri="{FF2B5EF4-FFF2-40B4-BE49-F238E27FC236}">
                <a16:creationId xmlns:a16="http://schemas.microsoft.com/office/drawing/2014/main" id="{15FBED52-8D6C-0B6D-F641-ACF2222E9011}"/>
              </a:ext>
              <a:ext uri="{C183D7F6-B498-43B3-948B-1728B52AA6E4}">
                <adec:decorative xmlns:adec="http://schemas.microsoft.com/office/drawing/2017/decorative" val="1"/>
              </a:ext>
            </a:extLst>
          </p:cNvPr>
          <p:cNvSpPr/>
          <p:nvPr/>
        </p:nvSpPr>
        <p:spPr>
          <a:xfrm>
            <a:off x="3725528" y="1848872"/>
            <a:ext cx="1828800" cy="63784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Microsoft">
            <a:extLst>
              <a:ext uri="{FF2B5EF4-FFF2-40B4-BE49-F238E27FC236}">
                <a16:creationId xmlns:a16="http://schemas.microsoft.com/office/drawing/2014/main" id="{B48B4EDC-2536-1BF2-212E-3E714DDA1CAB}"/>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66921" y="2025457"/>
            <a:ext cx="1346014" cy="28468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050B9745-BDF4-C757-8CFB-3F6216682F22}"/>
              </a:ext>
            </a:extLst>
          </p:cNvPr>
          <p:cNvSpPr txBox="1"/>
          <p:nvPr/>
        </p:nvSpPr>
        <p:spPr>
          <a:xfrm>
            <a:off x="3451208" y="2692104"/>
            <a:ext cx="2377440" cy="646331"/>
          </a:xfrm>
          <a:prstGeom prst="rect">
            <a:avLst/>
          </a:prstGeom>
          <a:noFill/>
        </p:spPr>
        <p:txBody>
          <a:bodyPr wrap="square">
            <a:spAutoFit/>
          </a:bodyPr>
          <a:lstStyle/>
          <a:p>
            <a:pPr algn="ctr">
              <a:spcBef>
                <a:spcPts val="600"/>
              </a:spcBef>
              <a:spcAft>
                <a:spcPts val="600"/>
              </a:spcAft>
            </a:pPr>
            <a:r>
              <a:rPr lang="en-US" sz="1400">
                <a:solidFill>
                  <a:srgbClr val="282828"/>
                </a:solidFill>
                <a:ea typeface="Open Sans Light" pitchFamily="2" charset="0"/>
                <a:cs typeface="Open Sans Light" pitchFamily="2" charset="0"/>
              </a:rPr>
              <a:t>Copilot</a:t>
            </a:r>
          </a:p>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200" u="none" strike="noStrike" kern="1200" cap="none" spc="0" normalizeH="0" baseline="0" noProof="0">
                <a:ln>
                  <a:noFill/>
                </a:ln>
                <a:solidFill>
                  <a:srgbClr val="646464"/>
                </a:solidFill>
                <a:effectLst/>
                <a:uLnTx/>
                <a:uFillTx/>
                <a:ea typeface="Open Sans Light" pitchFamily="2" charset="0"/>
                <a:cs typeface="Open Sans Light" pitchFamily="2" charset="0"/>
              </a:rPr>
              <a:t>Usability not just compliance</a:t>
            </a:r>
          </a:p>
        </p:txBody>
      </p:sp>
      <p:sp>
        <p:nvSpPr>
          <p:cNvPr id="22" name="Rounded Rectangle 21">
            <a:extLst>
              <a:ext uri="{FF2B5EF4-FFF2-40B4-BE49-F238E27FC236}">
                <a16:creationId xmlns:a16="http://schemas.microsoft.com/office/drawing/2014/main" id="{FDFFF13D-2FB4-4F38-34A0-6465E99BF6CE}"/>
              </a:ext>
              <a:ext uri="{C183D7F6-B498-43B3-948B-1728B52AA6E4}">
                <adec:decorative xmlns:adec="http://schemas.microsoft.com/office/drawing/2017/decorative" val="1"/>
              </a:ext>
            </a:extLst>
          </p:cNvPr>
          <p:cNvSpPr/>
          <p:nvPr/>
        </p:nvSpPr>
        <p:spPr>
          <a:xfrm>
            <a:off x="6649147" y="1848871"/>
            <a:ext cx="1828800" cy="63784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12" descr="Compass Group">
            <a:extLst>
              <a:ext uri="{FF2B5EF4-FFF2-40B4-BE49-F238E27FC236}">
                <a16:creationId xmlns:a16="http://schemas.microsoft.com/office/drawing/2014/main" id="{016A129A-EC55-0F11-7C03-787F2C138003}"/>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94016" y="1907936"/>
            <a:ext cx="1339060" cy="50766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542B0598-77E1-A099-60C9-6E521FB7793E}"/>
              </a:ext>
            </a:extLst>
          </p:cNvPr>
          <p:cNvSpPr txBox="1"/>
          <p:nvPr/>
        </p:nvSpPr>
        <p:spPr>
          <a:xfrm>
            <a:off x="6374827" y="2692104"/>
            <a:ext cx="2377440" cy="646331"/>
          </a:xfrm>
          <a:prstGeom prst="rect">
            <a:avLst/>
          </a:prstGeom>
          <a:noFill/>
        </p:spPr>
        <p:txBody>
          <a:bodyPr wrap="square">
            <a:spAutoFit/>
          </a:bodyPr>
          <a:lstStyle/>
          <a:p>
            <a:pPr algn="ctr">
              <a:spcBef>
                <a:spcPts val="600"/>
              </a:spcBef>
              <a:spcAft>
                <a:spcPts val="600"/>
              </a:spcAft>
            </a:pPr>
            <a:r>
              <a:rPr lang="en-US" sz="1400">
                <a:solidFill>
                  <a:srgbClr val="282828"/>
                </a:solidFill>
                <a:ea typeface="Open Sans Light" pitchFamily="2" charset="0"/>
                <a:cs typeface="Open Sans Light" pitchFamily="2" charset="0"/>
              </a:rPr>
              <a:t>Microsoft Cafés</a:t>
            </a:r>
          </a:p>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200" u="none" strike="noStrike" kern="1200" cap="none" spc="0" normalizeH="0" baseline="0" noProof="0">
                <a:ln>
                  <a:noFill/>
                </a:ln>
                <a:solidFill>
                  <a:srgbClr val="646464"/>
                </a:solidFill>
                <a:effectLst/>
                <a:uLnTx/>
                <a:uFillTx/>
                <a:ea typeface="Open Sans Light" pitchFamily="2" charset="0"/>
                <a:cs typeface="Open Sans Light" pitchFamily="2" charset="0"/>
              </a:rPr>
              <a:t>Inclusive ordering</a:t>
            </a:r>
          </a:p>
        </p:txBody>
      </p:sp>
      <p:sp>
        <p:nvSpPr>
          <p:cNvPr id="23" name="Rounded Rectangle 22">
            <a:extLst>
              <a:ext uri="{FF2B5EF4-FFF2-40B4-BE49-F238E27FC236}">
                <a16:creationId xmlns:a16="http://schemas.microsoft.com/office/drawing/2014/main" id="{3915AC1D-8D0F-2ABE-DB69-C1A12621A6B1}"/>
              </a:ext>
              <a:ext uri="{C183D7F6-B498-43B3-948B-1728B52AA6E4}">
                <adec:decorative xmlns:adec="http://schemas.microsoft.com/office/drawing/2017/decorative" val="1"/>
              </a:ext>
            </a:extLst>
          </p:cNvPr>
          <p:cNvSpPr/>
          <p:nvPr/>
        </p:nvSpPr>
        <p:spPr>
          <a:xfrm>
            <a:off x="9572766" y="1848870"/>
            <a:ext cx="1828800" cy="63784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 descr="Adobe">
            <a:extLst>
              <a:ext uri="{FF2B5EF4-FFF2-40B4-BE49-F238E27FC236}">
                <a16:creationId xmlns:a16="http://schemas.microsoft.com/office/drawing/2014/main" id="{2BC038CF-7CCB-963E-1A4F-8F0B4E31B71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821344" y="1994196"/>
            <a:ext cx="1331642" cy="349632"/>
          </a:xfrm>
          <a:prstGeom prst="rect">
            <a:avLst/>
          </a:prstGeom>
          <a:noFill/>
          <a:extLst>
            <a:ext uri="{909E8E84-426E-40DD-AFC4-6F175D3DCCD1}">
              <a14:hiddenFill xmlns:a14="http://schemas.microsoft.com/office/drawing/2010/main">
                <a:solidFill>
                  <a:srgbClr val="FFFFFF"/>
                </a:solidFill>
              </a14:hiddenFill>
            </a:ext>
          </a:extLst>
        </p:spPr>
      </p:pic>
      <p:sp>
        <p:nvSpPr>
          <p:cNvPr id="24" name="Rounded Rectangle 23">
            <a:extLst>
              <a:ext uri="{FF2B5EF4-FFF2-40B4-BE49-F238E27FC236}">
                <a16:creationId xmlns:a16="http://schemas.microsoft.com/office/drawing/2014/main" id="{9CD2BFA8-93FE-C9E1-874D-969BB890CEAF}"/>
              </a:ext>
              <a:ext uri="{C183D7F6-B498-43B3-948B-1728B52AA6E4}">
                <adec:decorative xmlns:adec="http://schemas.microsoft.com/office/drawing/2017/decorative" val="1"/>
              </a:ext>
            </a:extLst>
          </p:cNvPr>
          <p:cNvSpPr/>
          <p:nvPr/>
        </p:nvSpPr>
        <p:spPr>
          <a:xfrm>
            <a:off x="801909" y="4082270"/>
            <a:ext cx="1828800" cy="63784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27D8E59-AF92-75BD-FE45-2DEEB39057FD}"/>
              </a:ext>
            </a:extLst>
          </p:cNvPr>
          <p:cNvSpPr txBox="1"/>
          <p:nvPr/>
        </p:nvSpPr>
        <p:spPr>
          <a:xfrm>
            <a:off x="9298445" y="2692104"/>
            <a:ext cx="2377440" cy="646331"/>
          </a:xfrm>
          <a:prstGeom prst="rect">
            <a:avLst/>
          </a:prstGeom>
          <a:noFill/>
        </p:spPr>
        <p:txBody>
          <a:bodyPr wrap="square">
            <a:spAutoFit/>
          </a:bodyPr>
          <a:lstStyle/>
          <a:p>
            <a:pPr algn="ctr">
              <a:spcBef>
                <a:spcPts val="600"/>
              </a:spcBef>
              <a:spcAft>
                <a:spcPts val="600"/>
              </a:spcAft>
            </a:pPr>
            <a:r>
              <a:rPr lang="en-US" sz="1400">
                <a:solidFill>
                  <a:srgbClr val="282828"/>
                </a:solidFill>
                <a:ea typeface="Open Sans Light" pitchFamily="2" charset="0"/>
                <a:cs typeface="Open Sans Light" pitchFamily="2" charset="0"/>
              </a:rPr>
              <a:t>Digital Platforms</a:t>
            </a:r>
          </a:p>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200" u="none" strike="noStrike" kern="1200" cap="none" spc="0" normalizeH="0" baseline="0" noProof="0">
                <a:ln>
                  <a:noFill/>
                </a:ln>
                <a:solidFill>
                  <a:srgbClr val="646464"/>
                </a:solidFill>
                <a:effectLst/>
                <a:uLnTx/>
                <a:uFillTx/>
                <a:ea typeface="Open Sans Light" pitchFamily="2" charset="0"/>
                <a:cs typeface="Open Sans Light" pitchFamily="2" charset="0"/>
              </a:rPr>
              <a:t>User-tested</a:t>
            </a:r>
          </a:p>
        </p:txBody>
      </p:sp>
      <p:pic>
        <p:nvPicPr>
          <p:cNvPr id="30" name="Picture 4" descr="ZipHQ">
            <a:extLst>
              <a:ext uri="{FF2B5EF4-FFF2-40B4-BE49-F238E27FC236}">
                <a16:creationId xmlns:a16="http://schemas.microsoft.com/office/drawing/2014/main" id="{0B360845-E286-EF07-030A-0B5AC90CF761}"/>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79480" y="4245024"/>
            <a:ext cx="473659" cy="31234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0FCD95D6-DCF4-B629-1020-0150ECABBA50}"/>
              </a:ext>
            </a:extLst>
          </p:cNvPr>
          <p:cNvSpPr txBox="1"/>
          <p:nvPr/>
        </p:nvSpPr>
        <p:spPr>
          <a:xfrm>
            <a:off x="530286" y="4925504"/>
            <a:ext cx="2377440" cy="646331"/>
          </a:xfrm>
          <a:prstGeom prst="rect">
            <a:avLst/>
          </a:prstGeom>
          <a:noFill/>
        </p:spPr>
        <p:txBody>
          <a:bodyPr wrap="square">
            <a:spAutoFit/>
          </a:bodyPr>
          <a:lstStyle/>
          <a:p>
            <a:pPr algn="ctr">
              <a:spcBef>
                <a:spcPts val="600"/>
              </a:spcBef>
              <a:spcAft>
                <a:spcPts val="600"/>
              </a:spcAft>
            </a:pPr>
            <a:r>
              <a:rPr lang="en-US" sz="1400">
                <a:solidFill>
                  <a:srgbClr val="282828"/>
                </a:solidFill>
                <a:ea typeface="Open Sans Light" pitchFamily="2" charset="0"/>
                <a:cs typeface="Open Sans Light" pitchFamily="2" charset="0"/>
              </a:rPr>
              <a:t>Procurement</a:t>
            </a:r>
          </a:p>
          <a:p>
            <a:pPr algn="ctr">
              <a:spcBef>
                <a:spcPts val="600"/>
              </a:spcBef>
              <a:spcAft>
                <a:spcPts val="600"/>
              </a:spcAft>
            </a:pPr>
            <a:r>
              <a:rPr kumimoji="0" lang="en-US" sz="1200" u="none" strike="noStrike" kern="1200" cap="none" spc="0" normalizeH="0" baseline="0" noProof="0">
                <a:ln>
                  <a:noFill/>
                </a:ln>
                <a:solidFill>
                  <a:srgbClr val="646464"/>
                </a:solidFill>
                <a:effectLst/>
                <a:uLnTx/>
                <a:uFillTx/>
                <a:ea typeface="Open Sans Light" pitchFamily="2" charset="0"/>
                <a:cs typeface="Open Sans Light" pitchFamily="2" charset="0"/>
              </a:rPr>
              <a:t>WCAG 2.2 AA</a:t>
            </a:r>
          </a:p>
        </p:txBody>
      </p:sp>
      <p:sp>
        <p:nvSpPr>
          <p:cNvPr id="25" name="Rounded Rectangle 24">
            <a:extLst>
              <a:ext uri="{FF2B5EF4-FFF2-40B4-BE49-F238E27FC236}">
                <a16:creationId xmlns:a16="http://schemas.microsoft.com/office/drawing/2014/main" id="{C13B930E-DB11-5253-45B4-C0A0BE32D737}"/>
              </a:ext>
              <a:ext uri="{C183D7F6-B498-43B3-948B-1728B52AA6E4}">
                <adec:decorative xmlns:adec="http://schemas.microsoft.com/office/drawing/2017/decorative" val="1"/>
              </a:ext>
            </a:extLst>
          </p:cNvPr>
          <p:cNvSpPr/>
          <p:nvPr/>
        </p:nvSpPr>
        <p:spPr>
          <a:xfrm>
            <a:off x="3725528" y="4082270"/>
            <a:ext cx="1828800" cy="63784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6" descr="IndiGo Airlines">
            <a:extLst>
              <a:ext uri="{FF2B5EF4-FFF2-40B4-BE49-F238E27FC236}">
                <a16:creationId xmlns:a16="http://schemas.microsoft.com/office/drawing/2014/main" id="{41BF4B15-4CFE-D778-6CFE-949171E182C9}"/>
              </a:ext>
            </a:extLst>
          </p:cNvPr>
          <p:cNvPicPr>
            <a:picLocks noChangeAspect="1" noChangeArrowheads="1"/>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t="17985" b="17985"/>
          <a:stretch>
            <a:fillRect/>
          </a:stretch>
        </p:blipFill>
        <p:spPr bwMode="auto">
          <a:xfrm>
            <a:off x="4030914" y="4184844"/>
            <a:ext cx="1218029" cy="43270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D784BB55-80A2-225E-70DC-4D25236396D0}"/>
              </a:ext>
            </a:extLst>
          </p:cNvPr>
          <p:cNvSpPr txBox="1"/>
          <p:nvPr/>
        </p:nvSpPr>
        <p:spPr>
          <a:xfrm>
            <a:off x="3451208" y="4925504"/>
            <a:ext cx="2377440" cy="646331"/>
          </a:xfrm>
          <a:prstGeom prst="rect">
            <a:avLst/>
          </a:prstGeom>
          <a:noFill/>
        </p:spPr>
        <p:txBody>
          <a:bodyPr wrap="square">
            <a:spAutoFit/>
          </a:bodyPr>
          <a:lstStyle/>
          <a:p>
            <a:pPr algn="ctr">
              <a:spcBef>
                <a:spcPts val="600"/>
              </a:spcBef>
              <a:spcAft>
                <a:spcPts val="600"/>
              </a:spcAft>
            </a:pPr>
            <a:r>
              <a:rPr lang="en-US" sz="1400">
                <a:solidFill>
                  <a:srgbClr val="282828"/>
                </a:solidFill>
                <a:ea typeface="Open Sans Light" pitchFamily="2" charset="0"/>
                <a:cs typeface="Open Sans Light" pitchFamily="2" charset="0"/>
              </a:rPr>
              <a:t>Travel &amp; Ticketing</a:t>
            </a:r>
          </a:p>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200" u="none" strike="noStrike" kern="1200" cap="none" spc="0" normalizeH="0" baseline="0" noProof="0">
                <a:ln>
                  <a:noFill/>
                </a:ln>
                <a:solidFill>
                  <a:srgbClr val="646464"/>
                </a:solidFill>
                <a:effectLst/>
                <a:uLnTx/>
                <a:uFillTx/>
                <a:ea typeface="Open Sans Light" pitchFamily="2" charset="0"/>
                <a:cs typeface="Open Sans Light" pitchFamily="2" charset="0"/>
              </a:rPr>
              <a:t>Global standards</a:t>
            </a:r>
          </a:p>
        </p:txBody>
      </p:sp>
      <p:sp>
        <p:nvSpPr>
          <p:cNvPr id="26" name="Rounded Rectangle 25">
            <a:extLst>
              <a:ext uri="{FF2B5EF4-FFF2-40B4-BE49-F238E27FC236}">
                <a16:creationId xmlns:a16="http://schemas.microsoft.com/office/drawing/2014/main" id="{757A48D1-2BF8-9A5F-E307-891C660A5AA9}"/>
              </a:ext>
              <a:ext uri="{C183D7F6-B498-43B3-948B-1728B52AA6E4}">
                <adec:decorative xmlns:adec="http://schemas.microsoft.com/office/drawing/2017/decorative" val="1"/>
              </a:ext>
            </a:extLst>
          </p:cNvPr>
          <p:cNvSpPr/>
          <p:nvPr/>
        </p:nvSpPr>
        <p:spPr>
          <a:xfrm>
            <a:off x="6649147" y="4082270"/>
            <a:ext cx="1828800" cy="63784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10" descr="Eskalera">
            <a:extLst>
              <a:ext uri="{FF2B5EF4-FFF2-40B4-BE49-F238E27FC236}">
                <a16:creationId xmlns:a16="http://schemas.microsoft.com/office/drawing/2014/main" id="{D7C158D1-966F-E77F-7997-87EF4B51A0EB}"/>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78103" y="4261618"/>
            <a:ext cx="1370889" cy="27915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BB4BD671-E8E0-5E65-6CED-11A59B049CCF}"/>
              </a:ext>
            </a:extLst>
          </p:cNvPr>
          <p:cNvSpPr txBox="1"/>
          <p:nvPr/>
        </p:nvSpPr>
        <p:spPr>
          <a:xfrm>
            <a:off x="6374827" y="4925504"/>
            <a:ext cx="2377440" cy="646331"/>
          </a:xfrm>
          <a:prstGeom prst="rect">
            <a:avLst/>
          </a:prstGeom>
          <a:noFill/>
        </p:spPr>
        <p:txBody>
          <a:bodyPr wrap="square">
            <a:spAutoFit/>
          </a:bodyPr>
          <a:lstStyle/>
          <a:p>
            <a:pPr algn="ctr">
              <a:spcBef>
                <a:spcPts val="600"/>
              </a:spcBef>
              <a:spcAft>
                <a:spcPts val="600"/>
              </a:spcAft>
            </a:pPr>
            <a:r>
              <a:rPr lang="en-US" sz="1400">
                <a:solidFill>
                  <a:srgbClr val="282828"/>
                </a:solidFill>
                <a:ea typeface="Open Sans Light" pitchFamily="2" charset="0"/>
                <a:cs typeface="Open Sans Light" pitchFamily="2" charset="0"/>
              </a:rPr>
              <a:t>HR Upskilling</a:t>
            </a:r>
          </a:p>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200" u="none" strike="noStrike" kern="1200" cap="none" spc="0" normalizeH="0" baseline="0" noProof="0">
                <a:ln>
                  <a:noFill/>
                </a:ln>
                <a:solidFill>
                  <a:srgbClr val="646464"/>
                </a:solidFill>
                <a:effectLst/>
                <a:uLnTx/>
                <a:uFillTx/>
                <a:ea typeface="Open Sans Light" pitchFamily="2" charset="0"/>
                <a:cs typeface="Open Sans Light" pitchFamily="2" charset="0"/>
              </a:rPr>
              <a:t>Accessible learning</a:t>
            </a:r>
          </a:p>
        </p:txBody>
      </p:sp>
    </p:spTree>
    <p:extLst>
      <p:ext uri="{BB962C8B-B14F-4D97-AF65-F5344CB8AC3E}">
        <p14:creationId xmlns:p14="http://schemas.microsoft.com/office/powerpoint/2010/main" val="1126703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3A27E-913B-0456-DA67-0A3B74B2A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417A9-BA01-AA95-5352-1B47C1233A13}"/>
              </a:ext>
            </a:extLst>
          </p:cNvPr>
          <p:cNvSpPr>
            <a:spLocks noGrp="1"/>
          </p:cNvSpPr>
          <p:nvPr>
            <p:ph type="title"/>
          </p:nvPr>
        </p:nvSpPr>
        <p:spPr>
          <a:xfrm>
            <a:off x="360363" y="360363"/>
            <a:ext cx="11460162" cy="1169551"/>
          </a:xfrm>
        </p:spPr>
        <p:txBody>
          <a:bodyPr/>
          <a:lstStyle/>
          <a:p>
            <a:r>
              <a:rPr lang="en-US" sz="1200">
                <a:solidFill>
                  <a:prstClr val="black">
                    <a:lumMod val="50000"/>
                    <a:lumOff val="50000"/>
                  </a:prstClr>
                </a:solidFill>
              </a:rPr>
              <a:t>CASE STUDY: MICROSOFT</a:t>
            </a:r>
            <a:br>
              <a:rPr lang="en-US"/>
            </a:br>
            <a:r>
              <a:rPr lang="en-US"/>
              <a:t>We Helped Microsoft Build Accessible </a:t>
            </a:r>
            <a:br>
              <a:rPr lang="en-US"/>
            </a:br>
            <a:r>
              <a:rPr lang="en-US"/>
              <a:t>Enterprise Applications at Scale</a:t>
            </a:r>
          </a:p>
        </p:txBody>
      </p:sp>
      <p:pic>
        <p:nvPicPr>
          <p:cNvPr id="26" name="Picture 25" descr="Microsoft Logo">
            <a:extLst>
              <a:ext uri="{FF2B5EF4-FFF2-40B4-BE49-F238E27FC236}">
                <a16:creationId xmlns:a16="http://schemas.microsoft.com/office/drawing/2014/main" id="{C3E5E303-3FAD-BE81-2D1C-0B5939B4BD75}"/>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74511" y="448499"/>
            <a:ext cx="1346014" cy="28468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9592B53-64CA-43EF-F50E-648870462307}"/>
              </a:ext>
            </a:extLst>
          </p:cNvPr>
          <p:cNvSpPr/>
          <p:nvPr/>
        </p:nvSpPr>
        <p:spPr>
          <a:xfrm>
            <a:off x="371475"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mj-lt"/>
                <a:ea typeface="+mn-ea"/>
                <a:cs typeface="+mn-cs"/>
              </a:rPr>
              <a:t>Challenge</a:t>
            </a:r>
          </a:p>
        </p:txBody>
      </p:sp>
      <p:sp>
        <p:nvSpPr>
          <p:cNvPr id="6" name="TextBox 5">
            <a:extLst>
              <a:ext uri="{FF2B5EF4-FFF2-40B4-BE49-F238E27FC236}">
                <a16:creationId xmlns:a16="http://schemas.microsoft.com/office/drawing/2014/main" id="{7D35F6B0-3AEB-CAD8-23AA-589BB3CC223F}"/>
              </a:ext>
            </a:extLst>
          </p:cNvPr>
          <p:cNvSpPr txBox="1"/>
          <p:nvPr/>
        </p:nvSpPr>
        <p:spPr>
          <a:xfrm>
            <a:off x="371475" y="3606876"/>
            <a:ext cx="36311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sz="1400">
                <a:solidFill>
                  <a:srgbClr val="282828"/>
                </a:solidFill>
                <a:latin typeface="+mj-lt"/>
              </a:rPr>
              <a:t>Microsoft needed comprehensive accessibility evaluations across multiple enterprise applications to meet WCAG </a:t>
            </a:r>
            <a:r>
              <a:rPr lang="en-US" sz="1400">
                <a:solidFill>
                  <a:srgbClr val="282828"/>
                </a:solidFill>
                <a:latin typeface="+mj-lt"/>
              </a:rPr>
              <a:t>2.2 Level A and </a:t>
            </a:r>
            <a:r>
              <a:rPr sz="1400">
                <a:solidFill>
                  <a:srgbClr val="282828"/>
                </a:solidFill>
                <a:latin typeface="+mj-lt"/>
              </a:rPr>
              <a:t>AA and support diverse user needs.</a:t>
            </a:r>
          </a:p>
        </p:txBody>
      </p:sp>
      <p:sp>
        <p:nvSpPr>
          <p:cNvPr id="8" name="Rectangle 7">
            <a:extLst>
              <a:ext uri="{FF2B5EF4-FFF2-40B4-BE49-F238E27FC236}">
                <a16:creationId xmlns:a16="http://schemas.microsoft.com/office/drawing/2014/main" id="{200122B6-CAC0-D4C9-C79E-FD047A79B6DF}"/>
              </a:ext>
            </a:extLst>
          </p:cNvPr>
          <p:cNvSpPr/>
          <p:nvPr/>
        </p:nvSpPr>
        <p:spPr>
          <a:xfrm>
            <a:off x="4253243"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Solution</a:t>
            </a:r>
          </a:p>
        </p:txBody>
      </p:sp>
      <p:sp>
        <p:nvSpPr>
          <p:cNvPr id="21" name="TextBox 20">
            <a:extLst>
              <a:ext uri="{FF2B5EF4-FFF2-40B4-BE49-F238E27FC236}">
                <a16:creationId xmlns:a16="http://schemas.microsoft.com/office/drawing/2014/main" id="{8474C5A4-56F2-EE59-DD2F-C2764DC44755}"/>
              </a:ext>
            </a:extLst>
          </p:cNvPr>
          <p:cNvSpPr txBox="1"/>
          <p:nvPr/>
        </p:nvSpPr>
        <p:spPr>
          <a:xfrm>
            <a:off x="4247688" y="3606876"/>
            <a:ext cx="3696625"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err="1">
                <a:solidFill>
                  <a:srgbClr val="282828"/>
                </a:solidFill>
                <a:latin typeface="+mj-lt"/>
              </a:rPr>
              <a:t>IAccessible</a:t>
            </a:r>
            <a:r>
              <a:rPr lang="en-US" sz="1400">
                <a:solidFill>
                  <a:srgbClr val="282828"/>
                </a:solidFill>
                <a:latin typeface="+mj-lt"/>
              </a:rPr>
              <a:t> conducted in-depth audits, usability testing with assistive technology users, and provided detailed remediation guidance for development teams.</a:t>
            </a:r>
          </a:p>
        </p:txBody>
      </p:sp>
      <p:sp>
        <p:nvSpPr>
          <p:cNvPr id="9" name="Rectangle 8">
            <a:extLst>
              <a:ext uri="{FF2B5EF4-FFF2-40B4-BE49-F238E27FC236}">
                <a16:creationId xmlns:a16="http://schemas.microsoft.com/office/drawing/2014/main" id="{5FD7D744-46EB-E217-7142-2ACF99277376}"/>
              </a:ext>
            </a:extLst>
          </p:cNvPr>
          <p:cNvSpPr/>
          <p:nvPr/>
        </p:nvSpPr>
        <p:spPr>
          <a:xfrm>
            <a:off x="8135012"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Outcome</a:t>
            </a:r>
          </a:p>
        </p:txBody>
      </p:sp>
      <p:sp>
        <p:nvSpPr>
          <p:cNvPr id="24" name="TextBox 23">
            <a:extLst>
              <a:ext uri="{FF2B5EF4-FFF2-40B4-BE49-F238E27FC236}">
                <a16:creationId xmlns:a16="http://schemas.microsoft.com/office/drawing/2014/main" id="{9D6B8D2C-8B5C-BB54-5FC0-02BBAC67C6D6}"/>
              </a:ext>
            </a:extLst>
          </p:cNvPr>
          <p:cNvSpPr txBox="1"/>
          <p:nvPr/>
        </p:nvSpPr>
        <p:spPr>
          <a:xfrm>
            <a:off x="8130998" y="3606876"/>
            <a:ext cx="36895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a:solidFill>
                  <a:srgbClr val="282828"/>
                </a:solidFill>
                <a:latin typeface="+mj-lt"/>
              </a:rPr>
              <a:t>Achieved WCAG AA compliance across key applications. Improved user satisfaction scores among employees with disabilities by 40%.</a:t>
            </a:r>
          </a:p>
        </p:txBody>
      </p:sp>
      <p:sp>
        <p:nvSpPr>
          <p:cNvPr id="3" name="Slide Number Placeholder 2">
            <a:extLst>
              <a:ext uri="{FF2B5EF4-FFF2-40B4-BE49-F238E27FC236}">
                <a16:creationId xmlns:a16="http://schemas.microsoft.com/office/drawing/2014/main" id="{DCC435F2-F429-2B12-A09D-ACF12563F747}"/>
              </a:ext>
              <a:ext uri="{C183D7F6-B498-43B3-948B-1728B52AA6E4}">
                <adec:decorative xmlns:adec="http://schemas.microsoft.com/office/drawing/2017/decorative" val="1"/>
              </a:ext>
            </a:extLst>
          </p:cNvPr>
          <p:cNvSpPr>
            <a:spLocks noGrp="1"/>
          </p:cNvSpPr>
          <p:nvPr>
            <p:ph type="sldNum" sz="quarter" idx="12"/>
          </p:nvPr>
        </p:nvSpPr>
        <p:spPr>
          <a:xfrm>
            <a:off x="11515345" y="6446330"/>
            <a:ext cx="305179" cy="123111"/>
          </a:xfrm>
        </p:spPr>
        <p:txBody>
          <a:bodyPr/>
          <a:lstStyle/>
          <a:p>
            <a:fld id="{EFBDB023-C1A5-4ABF-B6D8-70426759D17D}" type="slidenum">
              <a:rPr lang="en-IN" smtClean="0"/>
              <a:pPr/>
              <a:t>19</a:t>
            </a:fld>
            <a:endParaRPr lang="en-IN"/>
          </a:p>
        </p:txBody>
      </p:sp>
      <p:sp>
        <p:nvSpPr>
          <p:cNvPr id="30" name="Freeform 29">
            <a:extLst>
              <a:ext uri="{FF2B5EF4-FFF2-40B4-BE49-F238E27FC236}">
                <a16:creationId xmlns:a16="http://schemas.microsoft.com/office/drawing/2014/main" id="{19C2ACEF-EA3F-7645-E1A7-4D25F307C0B9}"/>
              </a:ext>
              <a:ext uri="{C183D7F6-B498-43B3-948B-1728B52AA6E4}">
                <adec:decorative xmlns:adec="http://schemas.microsoft.com/office/drawing/2017/decorative" val="1"/>
              </a:ext>
            </a:extLst>
          </p:cNvPr>
          <p:cNvSpPr>
            <a:spLocks noChangeAspect="1"/>
          </p:cNvSpPr>
          <p:nvPr/>
        </p:nvSpPr>
        <p:spPr>
          <a:xfrm>
            <a:off x="5818841" y="2203462"/>
            <a:ext cx="565428" cy="567456"/>
          </a:xfrm>
          <a:custGeom>
            <a:avLst/>
            <a:gdLst>
              <a:gd name="csX0" fmla="*/ 827038 w 827843"/>
              <a:gd name="csY0" fmla="*/ 530109 h 830812"/>
              <a:gd name="csX1" fmla="*/ 805108 w 827843"/>
              <a:gd name="csY1" fmla="*/ 560914 h 830812"/>
              <a:gd name="csX2" fmla="*/ 528597 w 827843"/>
              <a:gd name="csY2" fmla="*/ 721138 h 830812"/>
              <a:gd name="csX3" fmla="*/ 444242 w 827843"/>
              <a:gd name="csY3" fmla="*/ 743815 h 830812"/>
              <a:gd name="csX4" fmla="*/ 357853 w 827843"/>
              <a:gd name="csY4" fmla="*/ 743815 h 830812"/>
              <a:gd name="csX5" fmla="*/ 314806 w 827843"/>
              <a:gd name="csY5" fmla="*/ 768682 h 830812"/>
              <a:gd name="csX6" fmla="*/ 282004 w 827843"/>
              <a:gd name="csY6" fmla="*/ 825728 h 830812"/>
              <a:gd name="csX7" fmla="*/ 273239 w 827843"/>
              <a:gd name="csY7" fmla="*/ 830813 h 830812"/>
              <a:gd name="csX8" fmla="*/ 268210 w 827843"/>
              <a:gd name="csY8" fmla="*/ 829440 h 830812"/>
              <a:gd name="csX9" fmla="*/ 264512 w 827843"/>
              <a:gd name="csY9" fmla="*/ 815596 h 830812"/>
              <a:gd name="csX10" fmla="*/ 297314 w 827843"/>
              <a:gd name="csY10" fmla="*/ 758550 h 830812"/>
              <a:gd name="csX11" fmla="*/ 357852 w 827843"/>
              <a:gd name="csY11" fmla="*/ 723550 h 830812"/>
              <a:gd name="csX12" fmla="*/ 444241 w 827843"/>
              <a:gd name="csY12" fmla="*/ 723550 h 830812"/>
              <a:gd name="csX13" fmla="*/ 518501 w 827843"/>
              <a:gd name="csY13" fmla="*/ 703582 h 830812"/>
              <a:gd name="csX14" fmla="*/ 795011 w 827843"/>
              <a:gd name="csY14" fmla="*/ 543359 h 830812"/>
              <a:gd name="csX15" fmla="*/ 807216 w 827843"/>
              <a:gd name="csY15" fmla="*/ 526285 h 830812"/>
              <a:gd name="csX16" fmla="*/ 802186 w 827843"/>
              <a:gd name="csY16" fmla="*/ 505872 h 830812"/>
              <a:gd name="csX17" fmla="*/ 703300 w 827843"/>
              <a:gd name="csY17" fmla="*/ 505019 h 830812"/>
              <a:gd name="csX18" fmla="*/ 539876 w 827843"/>
              <a:gd name="csY18" fmla="*/ 599699 h 830812"/>
              <a:gd name="csX19" fmla="*/ 529078 w 827843"/>
              <a:gd name="csY19" fmla="*/ 633696 h 830812"/>
              <a:gd name="csX20" fmla="*/ 494759 w 827843"/>
              <a:gd name="csY20" fmla="*/ 649396 h 830812"/>
              <a:gd name="csX21" fmla="*/ 355372 w 827843"/>
              <a:gd name="csY21" fmla="*/ 649396 h 830812"/>
              <a:gd name="csX22" fmla="*/ 345277 w 827843"/>
              <a:gd name="csY22" fmla="*/ 639263 h 830812"/>
              <a:gd name="csX23" fmla="*/ 355372 w 827843"/>
              <a:gd name="csY23" fmla="*/ 629131 h 830812"/>
              <a:gd name="csX24" fmla="*/ 494759 w 827843"/>
              <a:gd name="csY24" fmla="*/ 629131 h 830812"/>
              <a:gd name="csX25" fmla="*/ 513841 w 827843"/>
              <a:gd name="csY25" fmla="*/ 620446 h 830812"/>
              <a:gd name="csX26" fmla="*/ 519647 w 827843"/>
              <a:gd name="csY26" fmla="*/ 600255 h 830812"/>
              <a:gd name="csX27" fmla="*/ 519093 w 827843"/>
              <a:gd name="csY27" fmla="*/ 597101 h 830812"/>
              <a:gd name="csX28" fmla="*/ 518908 w 827843"/>
              <a:gd name="csY28" fmla="*/ 596210 h 830812"/>
              <a:gd name="csX29" fmla="*/ 434479 w 827843"/>
              <a:gd name="csY29" fmla="*/ 549890 h 830812"/>
              <a:gd name="csX30" fmla="*/ 305156 w 827843"/>
              <a:gd name="csY30" fmla="*/ 549964 h 830812"/>
              <a:gd name="csX31" fmla="*/ 302530 w 827843"/>
              <a:gd name="csY31" fmla="*/ 549630 h 830812"/>
              <a:gd name="csX32" fmla="*/ 124725 w 827843"/>
              <a:gd name="csY32" fmla="*/ 635329 h 830812"/>
              <a:gd name="csX33" fmla="*/ 116072 w 827843"/>
              <a:gd name="csY33" fmla="*/ 653553 h 830812"/>
              <a:gd name="csX34" fmla="*/ 18843 w 827843"/>
              <a:gd name="csY34" fmla="*/ 822537 h 830812"/>
              <a:gd name="csX35" fmla="*/ 5049 w 827843"/>
              <a:gd name="csY35" fmla="*/ 826248 h 830812"/>
              <a:gd name="csX36" fmla="*/ 1351 w 827843"/>
              <a:gd name="csY36" fmla="*/ 812405 h 830812"/>
              <a:gd name="csX37" fmla="*/ 98580 w 827843"/>
              <a:gd name="csY37" fmla="*/ 643383 h 830812"/>
              <a:gd name="csX38" fmla="*/ 106272 w 827843"/>
              <a:gd name="csY38" fmla="*/ 627090 h 830812"/>
              <a:gd name="csX39" fmla="*/ 306486 w 827843"/>
              <a:gd name="csY39" fmla="*/ 529661 h 830812"/>
              <a:gd name="csX40" fmla="*/ 434445 w 827843"/>
              <a:gd name="csY40" fmla="*/ 529661 h 830812"/>
              <a:gd name="csX41" fmla="*/ 534439 w 827843"/>
              <a:gd name="csY41" fmla="*/ 579470 h 830812"/>
              <a:gd name="csX42" fmla="*/ 693233 w 827843"/>
              <a:gd name="csY42" fmla="*/ 487461 h 830812"/>
              <a:gd name="csX43" fmla="*/ 818050 w 827843"/>
              <a:gd name="csY43" fmla="*/ 493326 h 830812"/>
              <a:gd name="csX44" fmla="*/ 827036 w 827843"/>
              <a:gd name="csY44" fmla="*/ 530107 h 830812"/>
              <a:gd name="csX45" fmla="*/ 354857 w 827843"/>
              <a:gd name="csY45" fmla="*/ 225358 h 830812"/>
              <a:gd name="csX46" fmla="*/ 512809 w 827843"/>
              <a:gd name="csY46" fmla="*/ 66835 h 830812"/>
              <a:gd name="csX47" fmla="*/ 670761 w 827843"/>
              <a:gd name="csY47" fmla="*/ 225358 h 830812"/>
              <a:gd name="csX48" fmla="*/ 621132 w 827843"/>
              <a:gd name="csY48" fmla="*/ 340716 h 830812"/>
              <a:gd name="csX49" fmla="*/ 602641 w 827843"/>
              <a:gd name="csY49" fmla="*/ 376866 h 830812"/>
              <a:gd name="csX50" fmla="*/ 621613 w 827843"/>
              <a:gd name="csY50" fmla="*/ 404517 h 830812"/>
              <a:gd name="csX51" fmla="*/ 614254 w 827843"/>
              <a:gd name="csY51" fmla="*/ 424077 h 830812"/>
              <a:gd name="csX52" fmla="*/ 621613 w 827843"/>
              <a:gd name="csY52" fmla="*/ 443637 h 830812"/>
              <a:gd name="csX53" fmla="*/ 592028 w 827843"/>
              <a:gd name="csY53" fmla="*/ 473329 h 830812"/>
              <a:gd name="csX54" fmla="*/ 581303 w 827843"/>
              <a:gd name="csY54" fmla="*/ 473329 h 830812"/>
              <a:gd name="csX55" fmla="*/ 575756 w 827843"/>
              <a:gd name="csY55" fmla="*/ 488546 h 830812"/>
              <a:gd name="csX56" fmla="*/ 539625 w 827843"/>
              <a:gd name="csY56" fmla="*/ 513896 h 830812"/>
              <a:gd name="csX57" fmla="*/ 486001 w 827843"/>
              <a:gd name="csY57" fmla="*/ 513896 h 830812"/>
              <a:gd name="csX58" fmla="*/ 449871 w 827843"/>
              <a:gd name="csY58" fmla="*/ 488546 h 830812"/>
              <a:gd name="csX59" fmla="*/ 444323 w 827843"/>
              <a:gd name="csY59" fmla="*/ 473329 h 830812"/>
              <a:gd name="csX60" fmla="*/ 433599 w 827843"/>
              <a:gd name="csY60" fmla="*/ 473329 h 830812"/>
              <a:gd name="csX61" fmla="*/ 404014 w 827843"/>
              <a:gd name="csY61" fmla="*/ 443637 h 830812"/>
              <a:gd name="csX62" fmla="*/ 411373 w 827843"/>
              <a:gd name="csY62" fmla="*/ 424077 h 830812"/>
              <a:gd name="csX63" fmla="*/ 404014 w 827843"/>
              <a:gd name="csY63" fmla="*/ 404517 h 830812"/>
              <a:gd name="csX64" fmla="*/ 422985 w 827843"/>
              <a:gd name="csY64" fmla="*/ 376866 h 830812"/>
              <a:gd name="csX65" fmla="*/ 404494 w 827843"/>
              <a:gd name="csY65" fmla="*/ 340716 h 830812"/>
              <a:gd name="csX66" fmla="*/ 354865 w 827843"/>
              <a:gd name="csY66" fmla="*/ 225358 h 830812"/>
              <a:gd name="csX67" fmla="*/ 559776 w 827843"/>
              <a:gd name="csY67" fmla="*/ 473366 h 830812"/>
              <a:gd name="csX68" fmla="*/ 465843 w 827843"/>
              <a:gd name="csY68" fmla="*/ 473366 h 830812"/>
              <a:gd name="csX69" fmla="*/ 468839 w 827843"/>
              <a:gd name="csY69" fmla="*/ 481605 h 830812"/>
              <a:gd name="csX70" fmla="*/ 485998 w 827843"/>
              <a:gd name="csY70" fmla="*/ 493630 h 830812"/>
              <a:gd name="csX71" fmla="*/ 539622 w 827843"/>
              <a:gd name="csY71" fmla="*/ 493630 h 830812"/>
              <a:gd name="csX72" fmla="*/ 556781 w 827843"/>
              <a:gd name="csY72" fmla="*/ 481605 h 830812"/>
              <a:gd name="csX73" fmla="*/ 601380 w 827843"/>
              <a:gd name="csY73" fmla="*/ 443674 h 830812"/>
              <a:gd name="csX74" fmla="*/ 591987 w 827843"/>
              <a:gd name="csY74" fmla="*/ 434246 h 830812"/>
              <a:gd name="csX75" fmla="*/ 433600 w 827843"/>
              <a:gd name="csY75" fmla="*/ 434246 h 830812"/>
              <a:gd name="csX76" fmla="*/ 424206 w 827843"/>
              <a:gd name="csY76" fmla="*/ 443674 h 830812"/>
              <a:gd name="csX77" fmla="*/ 433600 w 827843"/>
              <a:gd name="csY77" fmla="*/ 453101 h 830812"/>
              <a:gd name="csX78" fmla="*/ 591987 w 827843"/>
              <a:gd name="csY78" fmla="*/ 453101 h 830812"/>
              <a:gd name="csX79" fmla="*/ 601380 w 827843"/>
              <a:gd name="csY79" fmla="*/ 443674 h 830812"/>
              <a:gd name="csX80" fmla="*/ 601380 w 827843"/>
              <a:gd name="csY80" fmla="*/ 404517 h 830812"/>
              <a:gd name="csX81" fmla="*/ 591987 w 827843"/>
              <a:gd name="csY81" fmla="*/ 395090 h 830812"/>
              <a:gd name="csX82" fmla="*/ 433600 w 827843"/>
              <a:gd name="csY82" fmla="*/ 395090 h 830812"/>
              <a:gd name="csX83" fmla="*/ 424206 w 827843"/>
              <a:gd name="csY83" fmla="*/ 404517 h 830812"/>
              <a:gd name="csX84" fmla="*/ 433600 w 827843"/>
              <a:gd name="csY84" fmla="*/ 413944 h 830812"/>
              <a:gd name="csX85" fmla="*/ 591987 w 827843"/>
              <a:gd name="csY85" fmla="*/ 413944 h 830812"/>
              <a:gd name="csX86" fmla="*/ 601380 w 827843"/>
              <a:gd name="csY86" fmla="*/ 404517 h 830812"/>
              <a:gd name="csX87" fmla="*/ 375056 w 827843"/>
              <a:gd name="csY87" fmla="*/ 225367 h 830812"/>
              <a:gd name="csX88" fmla="*/ 418324 w 827843"/>
              <a:gd name="csY88" fmla="*/ 325987 h 830812"/>
              <a:gd name="csX89" fmla="*/ 443065 w 827843"/>
              <a:gd name="csY89" fmla="*/ 374831 h 830812"/>
              <a:gd name="csX90" fmla="*/ 582518 w 827843"/>
              <a:gd name="csY90" fmla="*/ 374831 h 830812"/>
              <a:gd name="csX91" fmla="*/ 607259 w 827843"/>
              <a:gd name="csY91" fmla="*/ 325987 h 830812"/>
              <a:gd name="csX92" fmla="*/ 650527 w 827843"/>
              <a:gd name="csY92" fmla="*/ 225367 h 830812"/>
              <a:gd name="csX93" fmla="*/ 512769 w 827843"/>
              <a:gd name="csY93" fmla="*/ 87111 h 830812"/>
              <a:gd name="csX94" fmla="*/ 375048 w 827843"/>
              <a:gd name="csY94" fmla="*/ 225367 h 830812"/>
              <a:gd name="csX95" fmla="*/ 512814 w 827843"/>
              <a:gd name="csY95" fmla="*/ 49846 h 830812"/>
              <a:gd name="csX96" fmla="*/ 522910 w 827843"/>
              <a:gd name="csY96" fmla="*/ 39713 h 830812"/>
              <a:gd name="csX97" fmla="*/ 522910 w 827843"/>
              <a:gd name="csY97" fmla="*/ 10132 h 830812"/>
              <a:gd name="csX98" fmla="*/ 512814 w 827843"/>
              <a:gd name="csY98" fmla="*/ 0 h 830812"/>
              <a:gd name="csX99" fmla="*/ 502718 w 827843"/>
              <a:gd name="csY99" fmla="*/ 10132 h 830812"/>
              <a:gd name="csX100" fmla="*/ 502718 w 827843"/>
              <a:gd name="csY100" fmla="*/ 39750 h 830812"/>
              <a:gd name="csX101" fmla="*/ 512814 w 827843"/>
              <a:gd name="csY101" fmla="*/ 49846 h 830812"/>
              <a:gd name="csX102" fmla="*/ 643576 w 827843"/>
              <a:gd name="csY102" fmla="*/ 104220 h 830812"/>
              <a:gd name="csX103" fmla="*/ 650714 w 827843"/>
              <a:gd name="csY103" fmla="*/ 101251 h 830812"/>
              <a:gd name="csX104" fmla="*/ 671571 w 827843"/>
              <a:gd name="csY104" fmla="*/ 80318 h 830812"/>
              <a:gd name="csX105" fmla="*/ 671571 w 827843"/>
              <a:gd name="csY105" fmla="*/ 65992 h 830812"/>
              <a:gd name="csX106" fmla="*/ 657296 w 827843"/>
              <a:gd name="csY106" fmla="*/ 65992 h 830812"/>
              <a:gd name="csX107" fmla="*/ 636439 w 827843"/>
              <a:gd name="csY107" fmla="*/ 86924 h 830812"/>
              <a:gd name="csX108" fmla="*/ 636439 w 827843"/>
              <a:gd name="csY108" fmla="*/ 101251 h 830812"/>
              <a:gd name="csX109" fmla="*/ 643576 w 827843"/>
              <a:gd name="csY109" fmla="*/ 104220 h 830812"/>
              <a:gd name="csX110" fmla="*/ 697754 w 827843"/>
              <a:gd name="csY110" fmla="*/ 235492 h 830812"/>
              <a:gd name="csX111" fmla="*/ 727266 w 827843"/>
              <a:gd name="csY111" fmla="*/ 235492 h 830812"/>
              <a:gd name="csX112" fmla="*/ 737362 w 827843"/>
              <a:gd name="csY112" fmla="*/ 225360 h 830812"/>
              <a:gd name="csX113" fmla="*/ 727266 w 827843"/>
              <a:gd name="csY113" fmla="*/ 215228 h 830812"/>
              <a:gd name="csX114" fmla="*/ 697754 w 827843"/>
              <a:gd name="csY114" fmla="*/ 215228 h 830812"/>
              <a:gd name="csX115" fmla="*/ 687659 w 827843"/>
              <a:gd name="csY115" fmla="*/ 225360 h 830812"/>
              <a:gd name="csX116" fmla="*/ 697754 w 827843"/>
              <a:gd name="csY116" fmla="*/ 235492 h 830812"/>
              <a:gd name="csX117" fmla="*/ 374873 w 827843"/>
              <a:gd name="csY117" fmla="*/ 101246 h 830812"/>
              <a:gd name="csX118" fmla="*/ 382011 w 827843"/>
              <a:gd name="csY118" fmla="*/ 104215 h 830812"/>
              <a:gd name="csX119" fmla="*/ 389148 w 827843"/>
              <a:gd name="csY119" fmla="*/ 101246 h 830812"/>
              <a:gd name="csX120" fmla="*/ 389148 w 827843"/>
              <a:gd name="csY120" fmla="*/ 86920 h 830812"/>
              <a:gd name="csX121" fmla="*/ 368291 w 827843"/>
              <a:gd name="csY121" fmla="*/ 65987 h 830812"/>
              <a:gd name="csX122" fmla="*/ 354016 w 827843"/>
              <a:gd name="csY122" fmla="*/ 65987 h 830812"/>
              <a:gd name="csX123" fmla="*/ 354016 w 827843"/>
              <a:gd name="csY123" fmla="*/ 80313 h 830812"/>
              <a:gd name="csX124" fmla="*/ 361153 w 827843"/>
              <a:gd name="csY124" fmla="*/ 387697 h 830812"/>
              <a:gd name="csX125" fmla="*/ 368291 w 827843"/>
              <a:gd name="csY125" fmla="*/ 384727 h 830812"/>
              <a:gd name="csX126" fmla="*/ 389148 w 827843"/>
              <a:gd name="csY126" fmla="*/ 363795 h 830812"/>
              <a:gd name="csX127" fmla="*/ 389148 w 827843"/>
              <a:gd name="csY127" fmla="*/ 349468 h 830812"/>
              <a:gd name="csX128" fmla="*/ 374873 w 827843"/>
              <a:gd name="csY128" fmla="*/ 349468 h 830812"/>
              <a:gd name="csX129" fmla="*/ 354016 w 827843"/>
              <a:gd name="csY129" fmla="*/ 370401 h 830812"/>
              <a:gd name="csX130" fmla="*/ 354016 w 827843"/>
              <a:gd name="csY130" fmla="*/ 384727 h 830812"/>
              <a:gd name="csX131" fmla="*/ 361153 w 827843"/>
              <a:gd name="csY131" fmla="*/ 387697 h 830812"/>
              <a:gd name="csX132" fmla="*/ 298322 w 827843"/>
              <a:gd name="csY132" fmla="*/ 235483 h 830812"/>
              <a:gd name="csX133" fmla="*/ 327833 w 827843"/>
              <a:gd name="csY133" fmla="*/ 235483 h 830812"/>
              <a:gd name="csX134" fmla="*/ 337929 w 827843"/>
              <a:gd name="csY134" fmla="*/ 225350 h 830812"/>
              <a:gd name="csX135" fmla="*/ 327833 w 827843"/>
              <a:gd name="csY135" fmla="*/ 215218 h 830812"/>
              <a:gd name="csX136" fmla="*/ 298322 w 827843"/>
              <a:gd name="csY136" fmla="*/ 215218 h 830812"/>
              <a:gd name="csX137" fmla="*/ 288226 w 827843"/>
              <a:gd name="csY137" fmla="*/ 225350 h 830812"/>
              <a:gd name="csX138" fmla="*/ 298322 w 827843"/>
              <a:gd name="csY138" fmla="*/ 235483 h 830812"/>
              <a:gd name="csX139" fmla="*/ 650760 w 827843"/>
              <a:gd name="csY139" fmla="*/ 349463 h 830812"/>
              <a:gd name="csX140" fmla="*/ 636485 w 827843"/>
              <a:gd name="csY140" fmla="*/ 349463 h 830812"/>
              <a:gd name="csX141" fmla="*/ 636485 w 827843"/>
              <a:gd name="csY141" fmla="*/ 363789 h 830812"/>
              <a:gd name="csX142" fmla="*/ 657342 w 827843"/>
              <a:gd name="csY142" fmla="*/ 384722 h 830812"/>
              <a:gd name="csX143" fmla="*/ 664480 w 827843"/>
              <a:gd name="csY143" fmla="*/ 387691 h 830812"/>
              <a:gd name="csX144" fmla="*/ 671617 w 827843"/>
              <a:gd name="csY144" fmla="*/ 384722 h 830812"/>
              <a:gd name="csX145" fmla="*/ 671617 w 827843"/>
              <a:gd name="csY145" fmla="*/ 370395 h 830812"/>
              <a:gd name="csX146" fmla="*/ 408568 w 827843"/>
              <a:gd name="csY146" fmla="*/ 209648 h 830812"/>
              <a:gd name="csX147" fmla="*/ 422990 w 827843"/>
              <a:gd name="csY147" fmla="*/ 188344 h 830812"/>
              <a:gd name="csX148" fmla="*/ 448212 w 827843"/>
              <a:gd name="csY148" fmla="*/ 183519 h 830812"/>
              <a:gd name="csX149" fmla="*/ 469440 w 827843"/>
              <a:gd name="csY149" fmla="*/ 197994 h 830812"/>
              <a:gd name="csX150" fmla="*/ 483974 w 827843"/>
              <a:gd name="csY150" fmla="*/ 220188 h 830812"/>
              <a:gd name="csX151" fmla="*/ 559934 w 827843"/>
              <a:gd name="csY151" fmla="*/ 165444 h 830812"/>
              <a:gd name="csX152" fmla="*/ 584933 w 827843"/>
              <a:gd name="csY152" fmla="*/ 159542 h 830812"/>
              <a:gd name="csX153" fmla="*/ 606789 w 827843"/>
              <a:gd name="csY153" fmla="*/ 173127 h 830812"/>
              <a:gd name="csX154" fmla="*/ 612669 w 827843"/>
              <a:gd name="csY154" fmla="*/ 198216 h 830812"/>
              <a:gd name="csX155" fmla="*/ 599134 w 827843"/>
              <a:gd name="csY155" fmla="*/ 220151 h 830812"/>
              <a:gd name="csX156" fmla="*/ 494804 w 827843"/>
              <a:gd name="csY156" fmla="*/ 295347 h 830812"/>
              <a:gd name="csX157" fmla="*/ 475352 w 827843"/>
              <a:gd name="csY157" fmla="*/ 301694 h 830812"/>
              <a:gd name="csX158" fmla="*/ 469139 w 827843"/>
              <a:gd name="csY158" fmla="*/ 301100 h 830812"/>
              <a:gd name="csX159" fmla="*/ 447209 w 827843"/>
              <a:gd name="csY159" fmla="*/ 286476 h 830812"/>
              <a:gd name="csX160" fmla="*/ 413445 w 827843"/>
              <a:gd name="csY160" fmla="*/ 234960 h 830812"/>
              <a:gd name="csX161" fmla="*/ 408564 w 827843"/>
              <a:gd name="csY161" fmla="*/ 209647 h 830812"/>
              <a:gd name="csX162" fmla="*/ 430277 w 827843"/>
              <a:gd name="csY162" fmla="*/ 223826 h 830812"/>
              <a:gd name="csX163" fmla="*/ 464041 w 827843"/>
              <a:gd name="csY163" fmla="*/ 275343 h 830812"/>
              <a:gd name="csX164" fmla="*/ 472805 w 827843"/>
              <a:gd name="csY164" fmla="*/ 281170 h 830812"/>
              <a:gd name="csX165" fmla="*/ 483049 w 827843"/>
              <a:gd name="csY165" fmla="*/ 278868 h 830812"/>
              <a:gd name="csX166" fmla="*/ 587407 w 827843"/>
              <a:gd name="csY166" fmla="*/ 203636 h 830812"/>
              <a:gd name="csX167" fmla="*/ 592769 w 827843"/>
              <a:gd name="csY167" fmla="*/ 194914 h 830812"/>
              <a:gd name="csX168" fmla="*/ 590439 w 827843"/>
              <a:gd name="csY168" fmla="*/ 184929 h 830812"/>
              <a:gd name="csX169" fmla="*/ 581748 w 827843"/>
              <a:gd name="csY169" fmla="*/ 179511 h 830812"/>
              <a:gd name="csX170" fmla="*/ 571800 w 827843"/>
              <a:gd name="csY170" fmla="*/ 181849 h 830812"/>
              <a:gd name="csX171" fmla="*/ 487297 w 827843"/>
              <a:gd name="csY171" fmla="*/ 242755 h 830812"/>
              <a:gd name="csX172" fmla="*/ 479568 w 827843"/>
              <a:gd name="csY172" fmla="*/ 244500 h 830812"/>
              <a:gd name="csX173" fmla="*/ 472985 w 827843"/>
              <a:gd name="csY173" fmla="*/ 240120 h 830812"/>
              <a:gd name="csX174" fmla="*/ 452646 w 827843"/>
              <a:gd name="csY174" fmla="*/ 209092 h 830812"/>
              <a:gd name="csX175" fmla="*/ 434155 w 827843"/>
              <a:gd name="csY175" fmla="*/ 205232 h 830812"/>
              <a:gd name="csX176" fmla="*/ 428423 w 827843"/>
              <a:gd name="csY176" fmla="*/ 213731 h 830812"/>
              <a:gd name="csX177" fmla="*/ 430272 w 827843"/>
              <a:gd name="csY177" fmla="*/ 223827 h 830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Lst>
            <a:rect l="l" t="t" r="r" b="b"/>
            <a:pathLst>
              <a:path w="827843" h="830812">
                <a:moveTo>
                  <a:pt x="827038" y="530109"/>
                </a:moveTo>
                <a:cubicBezTo>
                  <a:pt x="824560" y="543062"/>
                  <a:pt x="816572" y="554271"/>
                  <a:pt x="805108" y="560914"/>
                </a:cubicBezTo>
                <a:lnTo>
                  <a:pt x="528597" y="721138"/>
                </a:lnTo>
                <a:cubicBezTo>
                  <a:pt x="501896" y="736615"/>
                  <a:pt x="475085" y="743815"/>
                  <a:pt x="444242" y="743815"/>
                </a:cubicBezTo>
                <a:lnTo>
                  <a:pt x="357853" y="743815"/>
                </a:lnTo>
                <a:cubicBezTo>
                  <a:pt x="336515" y="743815"/>
                  <a:pt x="328415" y="745003"/>
                  <a:pt x="314806" y="768682"/>
                </a:cubicBezTo>
                <a:lnTo>
                  <a:pt x="282004" y="825728"/>
                </a:lnTo>
                <a:cubicBezTo>
                  <a:pt x="280118" y="828994"/>
                  <a:pt x="276752" y="830813"/>
                  <a:pt x="273239" y="830813"/>
                </a:cubicBezTo>
                <a:cubicBezTo>
                  <a:pt x="271538" y="830813"/>
                  <a:pt x="269800" y="830368"/>
                  <a:pt x="268210" y="829440"/>
                </a:cubicBezTo>
                <a:cubicBezTo>
                  <a:pt x="263365" y="826656"/>
                  <a:pt x="261738" y="820458"/>
                  <a:pt x="264512" y="815596"/>
                </a:cubicBezTo>
                <a:lnTo>
                  <a:pt x="297314" y="758550"/>
                </a:lnTo>
                <a:cubicBezTo>
                  <a:pt x="316101" y="725926"/>
                  <a:pt x="332705" y="723550"/>
                  <a:pt x="357852" y="723550"/>
                </a:cubicBezTo>
                <a:lnTo>
                  <a:pt x="444241" y="723550"/>
                </a:lnTo>
                <a:cubicBezTo>
                  <a:pt x="471755" y="723550"/>
                  <a:pt x="494647" y="717389"/>
                  <a:pt x="518501" y="703582"/>
                </a:cubicBezTo>
                <a:lnTo>
                  <a:pt x="795011" y="543359"/>
                </a:lnTo>
                <a:cubicBezTo>
                  <a:pt x="801372" y="539684"/>
                  <a:pt x="805810" y="533449"/>
                  <a:pt x="807216" y="526285"/>
                </a:cubicBezTo>
                <a:cubicBezTo>
                  <a:pt x="808584" y="519122"/>
                  <a:pt x="806772" y="511699"/>
                  <a:pt x="802186" y="505872"/>
                </a:cubicBezTo>
                <a:cubicBezTo>
                  <a:pt x="787023" y="486573"/>
                  <a:pt x="753075" y="476180"/>
                  <a:pt x="703300" y="505019"/>
                </a:cubicBezTo>
                <a:lnTo>
                  <a:pt x="539876" y="599699"/>
                </a:lnTo>
                <a:cubicBezTo>
                  <a:pt x="541023" y="612059"/>
                  <a:pt x="537140" y="624344"/>
                  <a:pt x="529078" y="633696"/>
                </a:cubicBezTo>
                <a:cubicBezTo>
                  <a:pt x="520498" y="643681"/>
                  <a:pt x="507961" y="649396"/>
                  <a:pt x="494759" y="649396"/>
                </a:cubicBezTo>
                <a:lnTo>
                  <a:pt x="355372" y="649396"/>
                </a:lnTo>
                <a:cubicBezTo>
                  <a:pt x="349788" y="649396"/>
                  <a:pt x="345277" y="644868"/>
                  <a:pt x="345277" y="639263"/>
                </a:cubicBezTo>
                <a:cubicBezTo>
                  <a:pt x="345277" y="633659"/>
                  <a:pt x="349788" y="629131"/>
                  <a:pt x="355372" y="629131"/>
                </a:cubicBezTo>
                <a:lnTo>
                  <a:pt x="494759" y="629131"/>
                </a:lnTo>
                <a:cubicBezTo>
                  <a:pt x="502118" y="629131"/>
                  <a:pt x="509071" y="625976"/>
                  <a:pt x="513841" y="620446"/>
                </a:cubicBezTo>
                <a:cubicBezTo>
                  <a:pt x="518612" y="614916"/>
                  <a:pt x="520720" y="607567"/>
                  <a:pt x="519647" y="600255"/>
                </a:cubicBezTo>
                <a:cubicBezTo>
                  <a:pt x="519499" y="599216"/>
                  <a:pt x="519315" y="598177"/>
                  <a:pt x="519093" y="597101"/>
                </a:cubicBezTo>
                <a:cubicBezTo>
                  <a:pt x="519019" y="596804"/>
                  <a:pt x="518945" y="596507"/>
                  <a:pt x="518908" y="596210"/>
                </a:cubicBezTo>
                <a:cubicBezTo>
                  <a:pt x="513398" y="573124"/>
                  <a:pt x="488768" y="549890"/>
                  <a:pt x="434479" y="549890"/>
                </a:cubicBezTo>
                <a:lnTo>
                  <a:pt x="305156" y="549964"/>
                </a:lnTo>
                <a:cubicBezTo>
                  <a:pt x="304268" y="549964"/>
                  <a:pt x="303381" y="549853"/>
                  <a:pt x="302530" y="549630"/>
                </a:cubicBezTo>
                <a:cubicBezTo>
                  <a:pt x="177202" y="515930"/>
                  <a:pt x="144360" y="590643"/>
                  <a:pt x="124725" y="635329"/>
                </a:cubicBezTo>
                <a:cubicBezTo>
                  <a:pt x="121545" y="642529"/>
                  <a:pt x="118845" y="648728"/>
                  <a:pt x="116072" y="653553"/>
                </a:cubicBezTo>
                <a:lnTo>
                  <a:pt x="18843" y="822537"/>
                </a:lnTo>
                <a:cubicBezTo>
                  <a:pt x="16069" y="827399"/>
                  <a:pt x="9893" y="829032"/>
                  <a:pt x="5049" y="826248"/>
                </a:cubicBezTo>
                <a:cubicBezTo>
                  <a:pt x="204" y="823465"/>
                  <a:pt x="-1423" y="817266"/>
                  <a:pt x="1351" y="812405"/>
                </a:cubicBezTo>
                <a:lnTo>
                  <a:pt x="98580" y="643383"/>
                </a:lnTo>
                <a:cubicBezTo>
                  <a:pt x="100799" y="639523"/>
                  <a:pt x="103350" y="633770"/>
                  <a:pt x="106272" y="627090"/>
                </a:cubicBezTo>
                <a:cubicBezTo>
                  <a:pt x="125502" y="583330"/>
                  <a:pt x="165479" y="492359"/>
                  <a:pt x="306486" y="529661"/>
                </a:cubicBezTo>
                <a:lnTo>
                  <a:pt x="434445" y="529661"/>
                </a:lnTo>
                <a:cubicBezTo>
                  <a:pt x="491951" y="529661"/>
                  <a:pt x="522609" y="553044"/>
                  <a:pt x="534439" y="579470"/>
                </a:cubicBezTo>
                <a:lnTo>
                  <a:pt x="693233" y="487461"/>
                </a:lnTo>
                <a:cubicBezTo>
                  <a:pt x="754142" y="452165"/>
                  <a:pt x="797667" y="467345"/>
                  <a:pt x="818050" y="493326"/>
                </a:cubicBezTo>
                <a:cubicBezTo>
                  <a:pt x="826223" y="503755"/>
                  <a:pt x="829514" y="517191"/>
                  <a:pt x="827036" y="530107"/>
                </a:cubicBezTo>
                <a:close/>
                <a:moveTo>
                  <a:pt x="354857" y="225358"/>
                </a:moveTo>
                <a:cubicBezTo>
                  <a:pt x="354857" y="137952"/>
                  <a:pt x="425714" y="66835"/>
                  <a:pt x="512809" y="66835"/>
                </a:cubicBezTo>
                <a:cubicBezTo>
                  <a:pt x="599901" y="66835"/>
                  <a:pt x="670761" y="137948"/>
                  <a:pt x="670761" y="225358"/>
                </a:cubicBezTo>
                <a:cubicBezTo>
                  <a:pt x="670761" y="269488"/>
                  <a:pt x="653121" y="310426"/>
                  <a:pt x="621132" y="340716"/>
                </a:cubicBezTo>
                <a:cubicBezTo>
                  <a:pt x="610518" y="350774"/>
                  <a:pt x="604343" y="362910"/>
                  <a:pt x="602641" y="376866"/>
                </a:cubicBezTo>
                <a:cubicBezTo>
                  <a:pt x="613699" y="381171"/>
                  <a:pt x="621613" y="391897"/>
                  <a:pt x="621613" y="404517"/>
                </a:cubicBezTo>
                <a:cubicBezTo>
                  <a:pt x="621613" y="412014"/>
                  <a:pt x="618839" y="418843"/>
                  <a:pt x="614254" y="424077"/>
                </a:cubicBezTo>
                <a:cubicBezTo>
                  <a:pt x="618839" y="429310"/>
                  <a:pt x="621613" y="436176"/>
                  <a:pt x="621613" y="443637"/>
                </a:cubicBezTo>
                <a:cubicBezTo>
                  <a:pt x="621613" y="460005"/>
                  <a:pt x="608337" y="473329"/>
                  <a:pt x="592028" y="473329"/>
                </a:cubicBezTo>
                <a:lnTo>
                  <a:pt x="581303" y="473329"/>
                </a:lnTo>
                <a:lnTo>
                  <a:pt x="575756" y="488546"/>
                </a:lnTo>
                <a:cubicBezTo>
                  <a:pt x="570135" y="503949"/>
                  <a:pt x="555971" y="513896"/>
                  <a:pt x="539625" y="513896"/>
                </a:cubicBezTo>
                <a:lnTo>
                  <a:pt x="486001" y="513896"/>
                </a:lnTo>
                <a:cubicBezTo>
                  <a:pt x="469692" y="513896"/>
                  <a:pt x="455491" y="503949"/>
                  <a:pt x="449871" y="488546"/>
                </a:cubicBezTo>
                <a:lnTo>
                  <a:pt x="444323" y="473329"/>
                </a:lnTo>
                <a:lnTo>
                  <a:pt x="433599" y="473329"/>
                </a:lnTo>
                <a:cubicBezTo>
                  <a:pt x="417290" y="473329"/>
                  <a:pt x="404014" y="460005"/>
                  <a:pt x="404014" y="443637"/>
                </a:cubicBezTo>
                <a:cubicBezTo>
                  <a:pt x="404014" y="436139"/>
                  <a:pt x="406787" y="429310"/>
                  <a:pt x="411373" y="424077"/>
                </a:cubicBezTo>
                <a:cubicBezTo>
                  <a:pt x="406787" y="418844"/>
                  <a:pt x="404014" y="411978"/>
                  <a:pt x="404014" y="404517"/>
                </a:cubicBezTo>
                <a:cubicBezTo>
                  <a:pt x="404014" y="391898"/>
                  <a:pt x="411928" y="381172"/>
                  <a:pt x="422985" y="376866"/>
                </a:cubicBezTo>
                <a:cubicBezTo>
                  <a:pt x="421284" y="362910"/>
                  <a:pt x="415108" y="350737"/>
                  <a:pt x="404494" y="340716"/>
                </a:cubicBezTo>
                <a:cubicBezTo>
                  <a:pt x="372506" y="310430"/>
                  <a:pt x="354865" y="269491"/>
                  <a:pt x="354865" y="225358"/>
                </a:cubicBezTo>
                <a:close/>
                <a:moveTo>
                  <a:pt x="559776" y="473366"/>
                </a:moveTo>
                <a:lnTo>
                  <a:pt x="465843" y="473366"/>
                </a:lnTo>
                <a:lnTo>
                  <a:pt x="468839" y="481605"/>
                </a:lnTo>
                <a:cubicBezTo>
                  <a:pt x="471538" y="489028"/>
                  <a:pt x="478121" y="493630"/>
                  <a:pt x="485998" y="493630"/>
                </a:cubicBezTo>
                <a:lnTo>
                  <a:pt x="539622" y="493630"/>
                </a:lnTo>
                <a:cubicBezTo>
                  <a:pt x="547499" y="493630"/>
                  <a:pt x="554081" y="489028"/>
                  <a:pt x="556781" y="481605"/>
                </a:cubicBezTo>
                <a:close/>
                <a:moveTo>
                  <a:pt x="601380" y="443674"/>
                </a:moveTo>
                <a:cubicBezTo>
                  <a:pt x="601380" y="438478"/>
                  <a:pt x="597165" y="434246"/>
                  <a:pt x="591987" y="434246"/>
                </a:cubicBezTo>
                <a:lnTo>
                  <a:pt x="433600" y="434246"/>
                </a:lnTo>
                <a:cubicBezTo>
                  <a:pt x="428422" y="434246"/>
                  <a:pt x="424206" y="438477"/>
                  <a:pt x="424206" y="443674"/>
                </a:cubicBezTo>
                <a:cubicBezTo>
                  <a:pt x="424206" y="448870"/>
                  <a:pt x="428422" y="453101"/>
                  <a:pt x="433600" y="453101"/>
                </a:cubicBezTo>
                <a:lnTo>
                  <a:pt x="591987" y="453101"/>
                </a:lnTo>
                <a:cubicBezTo>
                  <a:pt x="597165" y="453101"/>
                  <a:pt x="601380" y="448870"/>
                  <a:pt x="601380" y="443674"/>
                </a:cubicBezTo>
                <a:close/>
                <a:moveTo>
                  <a:pt x="601380" y="404517"/>
                </a:moveTo>
                <a:cubicBezTo>
                  <a:pt x="601380" y="399321"/>
                  <a:pt x="597165" y="395090"/>
                  <a:pt x="591987" y="395090"/>
                </a:cubicBezTo>
                <a:lnTo>
                  <a:pt x="433600" y="395090"/>
                </a:lnTo>
                <a:cubicBezTo>
                  <a:pt x="428422" y="395090"/>
                  <a:pt x="424206" y="399321"/>
                  <a:pt x="424206" y="404517"/>
                </a:cubicBezTo>
                <a:cubicBezTo>
                  <a:pt x="424206" y="409713"/>
                  <a:pt x="428422" y="413944"/>
                  <a:pt x="433600" y="413944"/>
                </a:cubicBezTo>
                <a:lnTo>
                  <a:pt x="591987" y="413944"/>
                </a:lnTo>
                <a:cubicBezTo>
                  <a:pt x="597165" y="413981"/>
                  <a:pt x="601380" y="409713"/>
                  <a:pt x="601380" y="404517"/>
                </a:cubicBezTo>
                <a:close/>
                <a:moveTo>
                  <a:pt x="375056" y="225367"/>
                </a:moveTo>
                <a:cubicBezTo>
                  <a:pt x="375056" y="263855"/>
                  <a:pt x="390440" y="299560"/>
                  <a:pt x="418324" y="325987"/>
                </a:cubicBezTo>
                <a:cubicBezTo>
                  <a:pt x="432636" y="339535"/>
                  <a:pt x="440883" y="355939"/>
                  <a:pt x="443065" y="374831"/>
                </a:cubicBezTo>
                <a:lnTo>
                  <a:pt x="582518" y="374831"/>
                </a:lnTo>
                <a:cubicBezTo>
                  <a:pt x="584663" y="355939"/>
                  <a:pt x="592947" y="339535"/>
                  <a:pt x="607259" y="325987"/>
                </a:cubicBezTo>
                <a:cubicBezTo>
                  <a:pt x="635180" y="299599"/>
                  <a:pt x="650527" y="263856"/>
                  <a:pt x="650527" y="225367"/>
                </a:cubicBezTo>
                <a:cubicBezTo>
                  <a:pt x="650527" y="149132"/>
                  <a:pt x="588731" y="87111"/>
                  <a:pt x="512769" y="87111"/>
                </a:cubicBezTo>
                <a:cubicBezTo>
                  <a:pt x="436846" y="87111"/>
                  <a:pt x="375048" y="149130"/>
                  <a:pt x="375048" y="225367"/>
                </a:cubicBezTo>
                <a:close/>
                <a:moveTo>
                  <a:pt x="512814" y="49846"/>
                </a:moveTo>
                <a:cubicBezTo>
                  <a:pt x="518398" y="49846"/>
                  <a:pt x="522910" y="45318"/>
                  <a:pt x="522910" y="39713"/>
                </a:cubicBezTo>
                <a:lnTo>
                  <a:pt x="522910" y="10132"/>
                </a:lnTo>
                <a:cubicBezTo>
                  <a:pt x="522910" y="4528"/>
                  <a:pt x="518398" y="0"/>
                  <a:pt x="512814" y="0"/>
                </a:cubicBezTo>
                <a:cubicBezTo>
                  <a:pt x="507230" y="0"/>
                  <a:pt x="502718" y="4528"/>
                  <a:pt x="502718" y="10132"/>
                </a:cubicBezTo>
                <a:lnTo>
                  <a:pt x="502718" y="39750"/>
                </a:lnTo>
                <a:cubicBezTo>
                  <a:pt x="502718" y="45318"/>
                  <a:pt x="507230" y="49846"/>
                  <a:pt x="512814" y="49846"/>
                </a:cubicBezTo>
                <a:close/>
                <a:moveTo>
                  <a:pt x="643576" y="104220"/>
                </a:moveTo>
                <a:cubicBezTo>
                  <a:pt x="646165" y="104220"/>
                  <a:pt x="648754" y="103218"/>
                  <a:pt x="650714" y="101251"/>
                </a:cubicBezTo>
                <a:lnTo>
                  <a:pt x="671571" y="80318"/>
                </a:lnTo>
                <a:cubicBezTo>
                  <a:pt x="675528" y="76347"/>
                  <a:pt x="675528" y="69963"/>
                  <a:pt x="671571" y="65992"/>
                </a:cubicBezTo>
                <a:cubicBezTo>
                  <a:pt x="667614" y="62020"/>
                  <a:pt x="661253" y="62020"/>
                  <a:pt x="657296" y="65992"/>
                </a:cubicBezTo>
                <a:lnTo>
                  <a:pt x="636439" y="86924"/>
                </a:lnTo>
                <a:cubicBezTo>
                  <a:pt x="632482" y="90896"/>
                  <a:pt x="632482" y="97279"/>
                  <a:pt x="636439" y="101251"/>
                </a:cubicBezTo>
                <a:cubicBezTo>
                  <a:pt x="638436" y="103255"/>
                  <a:pt x="641025" y="104220"/>
                  <a:pt x="643576" y="104220"/>
                </a:cubicBezTo>
                <a:close/>
                <a:moveTo>
                  <a:pt x="697754" y="235492"/>
                </a:moveTo>
                <a:lnTo>
                  <a:pt x="727266" y="235492"/>
                </a:lnTo>
                <a:cubicBezTo>
                  <a:pt x="732850" y="235492"/>
                  <a:pt x="737362" y="230964"/>
                  <a:pt x="737362" y="225360"/>
                </a:cubicBezTo>
                <a:cubicBezTo>
                  <a:pt x="737362" y="219756"/>
                  <a:pt x="732850" y="215228"/>
                  <a:pt x="727266" y="215228"/>
                </a:cubicBezTo>
                <a:lnTo>
                  <a:pt x="697754" y="215228"/>
                </a:lnTo>
                <a:cubicBezTo>
                  <a:pt x="692170" y="215228"/>
                  <a:pt x="687659" y="219756"/>
                  <a:pt x="687659" y="225360"/>
                </a:cubicBezTo>
                <a:cubicBezTo>
                  <a:pt x="687659" y="230964"/>
                  <a:pt x="692207" y="235492"/>
                  <a:pt x="697754" y="235492"/>
                </a:cubicBezTo>
                <a:close/>
                <a:moveTo>
                  <a:pt x="374873" y="101246"/>
                </a:moveTo>
                <a:cubicBezTo>
                  <a:pt x="376833" y="103213"/>
                  <a:pt x="379422" y="104215"/>
                  <a:pt x="382011" y="104215"/>
                </a:cubicBezTo>
                <a:cubicBezTo>
                  <a:pt x="384599" y="104215"/>
                  <a:pt x="387188" y="103213"/>
                  <a:pt x="389148" y="101246"/>
                </a:cubicBezTo>
                <a:cubicBezTo>
                  <a:pt x="393105" y="97275"/>
                  <a:pt x="393105" y="90891"/>
                  <a:pt x="389148" y="86920"/>
                </a:cubicBezTo>
                <a:lnTo>
                  <a:pt x="368291" y="65987"/>
                </a:lnTo>
                <a:cubicBezTo>
                  <a:pt x="364334" y="62016"/>
                  <a:pt x="357973" y="62016"/>
                  <a:pt x="354016" y="65987"/>
                </a:cubicBezTo>
                <a:cubicBezTo>
                  <a:pt x="350059" y="69958"/>
                  <a:pt x="350059" y="76342"/>
                  <a:pt x="354016" y="80313"/>
                </a:cubicBezTo>
                <a:close/>
                <a:moveTo>
                  <a:pt x="361153" y="387697"/>
                </a:moveTo>
                <a:cubicBezTo>
                  <a:pt x="363742" y="387697"/>
                  <a:pt x="366331" y="386694"/>
                  <a:pt x="368291" y="384727"/>
                </a:cubicBezTo>
                <a:lnTo>
                  <a:pt x="389148" y="363795"/>
                </a:lnTo>
                <a:cubicBezTo>
                  <a:pt x="393105" y="359823"/>
                  <a:pt x="393105" y="353440"/>
                  <a:pt x="389148" y="349468"/>
                </a:cubicBezTo>
                <a:cubicBezTo>
                  <a:pt x="385191" y="345497"/>
                  <a:pt x="378830" y="345497"/>
                  <a:pt x="374873" y="349468"/>
                </a:cubicBezTo>
                <a:lnTo>
                  <a:pt x="354016" y="370401"/>
                </a:lnTo>
                <a:cubicBezTo>
                  <a:pt x="350059" y="374372"/>
                  <a:pt x="350059" y="380756"/>
                  <a:pt x="354016" y="384727"/>
                </a:cubicBezTo>
                <a:cubicBezTo>
                  <a:pt x="355976" y="386694"/>
                  <a:pt x="358565" y="387697"/>
                  <a:pt x="361153" y="387697"/>
                </a:cubicBezTo>
                <a:close/>
                <a:moveTo>
                  <a:pt x="298322" y="235483"/>
                </a:moveTo>
                <a:lnTo>
                  <a:pt x="327833" y="235483"/>
                </a:lnTo>
                <a:cubicBezTo>
                  <a:pt x="333417" y="235483"/>
                  <a:pt x="337929" y="230955"/>
                  <a:pt x="337929" y="225350"/>
                </a:cubicBezTo>
                <a:cubicBezTo>
                  <a:pt x="337929" y="219746"/>
                  <a:pt x="333417" y="215218"/>
                  <a:pt x="327833" y="215218"/>
                </a:cubicBezTo>
                <a:lnTo>
                  <a:pt x="298322" y="215218"/>
                </a:lnTo>
                <a:cubicBezTo>
                  <a:pt x="292737" y="215218"/>
                  <a:pt x="288226" y="219746"/>
                  <a:pt x="288226" y="225350"/>
                </a:cubicBezTo>
                <a:cubicBezTo>
                  <a:pt x="288226" y="230955"/>
                  <a:pt x="292737" y="235483"/>
                  <a:pt x="298322" y="235483"/>
                </a:cubicBezTo>
                <a:close/>
                <a:moveTo>
                  <a:pt x="650760" y="349463"/>
                </a:moveTo>
                <a:cubicBezTo>
                  <a:pt x="646803" y="345491"/>
                  <a:pt x="640442" y="345491"/>
                  <a:pt x="636485" y="349463"/>
                </a:cubicBezTo>
                <a:cubicBezTo>
                  <a:pt x="632528" y="353434"/>
                  <a:pt x="632528" y="359817"/>
                  <a:pt x="636485" y="363789"/>
                </a:cubicBezTo>
                <a:lnTo>
                  <a:pt x="657342" y="384722"/>
                </a:lnTo>
                <a:cubicBezTo>
                  <a:pt x="659302" y="386689"/>
                  <a:pt x="661891" y="387691"/>
                  <a:pt x="664480" y="387691"/>
                </a:cubicBezTo>
                <a:cubicBezTo>
                  <a:pt x="667069" y="387691"/>
                  <a:pt x="669657" y="386689"/>
                  <a:pt x="671617" y="384722"/>
                </a:cubicBezTo>
                <a:cubicBezTo>
                  <a:pt x="675574" y="380750"/>
                  <a:pt x="675574" y="374367"/>
                  <a:pt x="671617" y="370395"/>
                </a:cubicBezTo>
                <a:close/>
                <a:moveTo>
                  <a:pt x="408568" y="209648"/>
                </a:moveTo>
                <a:cubicBezTo>
                  <a:pt x="410380" y="200852"/>
                  <a:pt x="415521" y="193280"/>
                  <a:pt x="422990" y="188344"/>
                </a:cubicBezTo>
                <a:cubicBezTo>
                  <a:pt x="430498" y="183408"/>
                  <a:pt x="439447" y="181700"/>
                  <a:pt x="448212" y="183519"/>
                </a:cubicBezTo>
                <a:cubicBezTo>
                  <a:pt x="456977" y="185338"/>
                  <a:pt x="464522" y="190497"/>
                  <a:pt x="469440" y="197994"/>
                </a:cubicBezTo>
                <a:lnTo>
                  <a:pt x="483974" y="220188"/>
                </a:lnTo>
                <a:lnTo>
                  <a:pt x="559934" y="165444"/>
                </a:lnTo>
                <a:cubicBezTo>
                  <a:pt x="567219" y="160210"/>
                  <a:pt x="576094" y="158095"/>
                  <a:pt x="584933" y="159542"/>
                </a:cubicBezTo>
                <a:cubicBezTo>
                  <a:pt x="593771" y="160990"/>
                  <a:pt x="601538" y="165815"/>
                  <a:pt x="606789" y="173127"/>
                </a:cubicBezTo>
                <a:cubicBezTo>
                  <a:pt x="612041" y="180438"/>
                  <a:pt x="614111" y="189346"/>
                  <a:pt x="612669" y="198216"/>
                </a:cubicBezTo>
                <a:cubicBezTo>
                  <a:pt x="611227" y="207087"/>
                  <a:pt x="606419" y="214881"/>
                  <a:pt x="599134" y="220151"/>
                </a:cubicBezTo>
                <a:lnTo>
                  <a:pt x="494804" y="295347"/>
                </a:lnTo>
                <a:cubicBezTo>
                  <a:pt x="489035" y="299504"/>
                  <a:pt x="482305" y="301694"/>
                  <a:pt x="475352" y="301694"/>
                </a:cubicBezTo>
                <a:cubicBezTo>
                  <a:pt x="473281" y="301694"/>
                  <a:pt x="471210" y="301508"/>
                  <a:pt x="469139" y="301100"/>
                </a:cubicBezTo>
                <a:cubicBezTo>
                  <a:pt x="460042" y="299430"/>
                  <a:pt x="452276" y="294233"/>
                  <a:pt x="447209" y="286476"/>
                </a:cubicBezTo>
                <a:lnTo>
                  <a:pt x="413445" y="234960"/>
                </a:lnTo>
                <a:cubicBezTo>
                  <a:pt x="408489" y="227463"/>
                  <a:pt x="406751" y="218481"/>
                  <a:pt x="408564" y="209647"/>
                </a:cubicBezTo>
                <a:close/>
                <a:moveTo>
                  <a:pt x="430277" y="223826"/>
                </a:moveTo>
                <a:lnTo>
                  <a:pt x="464041" y="275343"/>
                </a:lnTo>
                <a:cubicBezTo>
                  <a:pt x="466075" y="278423"/>
                  <a:pt x="469181" y="280502"/>
                  <a:pt x="472805" y="281170"/>
                </a:cubicBezTo>
                <a:cubicBezTo>
                  <a:pt x="476429" y="281838"/>
                  <a:pt x="480054" y="281021"/>
                  <a:pt x="483049" y="278868"/>
                </a:cubicBezTo>
                <a:lnTo>
                  <a:pt x="587407" y="203636"/>
                </a:lnTo>
                <a:cubicBezTo>
                  <a:pt x="590291" y="201557"/>
                  <a:pt x="592214" y="198439"/>
                  <a:pt x="592769" y="194914"/>
                </a:cubicBezTo>
                <a:cubicBezTo>
                  <a:pt x="593361" y="191388"/>
                  <a:pt x="592510" y="187825"/>
                  <a:pt x="590439" y="184929"/>
                </a:cubicBezTo>
                <a:cubicBezTo>
                  <a:pt x="588368" y="182034"/>
                  <a:pt x="585262" y="180104"/>
                  <a:pt x="581748" y="179511"/>
                </a:cubicBezTo>
                <a:cubicBezTo>
                  <a:pt x="578235" y="178917"/>
                  <a:pt x="574685" y="179770"/>
                  <a:pt x="571800" y="181849"/>
                </a:cubicBezTo>
                <a:lnTo>
                  <a:pt x="487297" y="242755"/>
                </a:lnTo>
                <a:cubicBezTo>
                  <a:pt x="485078" y="244351"/>
                  <a:pt x="482268" y="244982"/>
                  <a:pt x="479568" y="244500"/>
                </a:cubicBezTo>
                <a:cubicBezTo>
                  <a:pt x="476868" y="243980"/>
                  <a:pt x="474465" y="242421"/>
                  <a:pt x="472985" y="240120"/>
                </a:cubicBezTo>
                <a:lnTo>
                  <a:pt x="452646" y="209092"/>
                </a:lnTo>
                <a:cubicBezTo>
                  <a:pt x="448615" y="202931"/>
                  <a:pt x="440294" y="201186"/>
                  <a:pt x="434155" y="205232"/>
                </a:cubicBezTo>
                <a:cubicBezTo>
                  <a:pt x="431160" y="207199"/>
                  <a:pt x="429126" y="210205"/>
                  <a:pt x="428423" y="213731"/>
                </a:cubicBezTo>
                <a:cubicBezTo>
                  <a:pt x="427647" y="217257"/>
                  <a:pt x="428312" y="220857"/>
                  <a:pt x="430272" y="223827"/>
                </a:cubicBezTo>
                <a:close/>
              </a:path>
            </a:pathLst>
          </a:custGeom>
          <a:solidFill>
            <a:srgbClr val="000000"/>
          </a:solidFill>
          <a:ln w="9438" cap="flat">
            <a:noFill/>
            <a:prstDash val="solid"/>
            <a:miter/>
          </a:ln>
        </p:spPr>
        <p:txBody>
          <a:bodyPr/>
          <a:lstStyle/>
          <a:p>
            <a:endParaRPr lang="en-US"/>
          </a:p>
        </p:txBody>
      </p:sp>
      <p:grpSp>
        <p:nvGrpSpPr>
          <p:cNvPr id="46" name="Group 45">
            <a:extLst>
              <a:ext uri="{FF2B5EF4-FFF2-40B4-BE49-F238E27FC236}">
                <a16:creationId xmlns:a16="http://schemas.microsoft.com/office/drawing/2014/main" id="{ABA5725D-A0BF-07C2-F172-C40459BC1992}"/>
              </a:ext>
              <a:ext uri="{C183D7F6-B498-43B3-948B-1728B52AA6E4}">
                <adec:decorative xmlns:adec="http://schemas.microsoft.com/office/drawing/2017/decorative" val="1"/>
              </a:ext>
            </a:extLst>
          </p:cNvPr>
          <p:cNvGrpSpPr>
            <a:grpSpLocks noChangeAspect="1"/>
          </p:cNvGrpSpPr>
          <p:nvPr/>
        </p:nvGrpSpPr>
        <p:grpSpPr>
          <a:xfrm>
            <a:off x="1939935" y="2206420"/>
            <a:ext cx="559704" cy="561541"/>
            <a:chOff x="3666571" y="4495948"/>
            <a:chExt cx="891664" cy="894591"/>
          </a:xfrm>
        </p:grpSpPr>
        <p:sp>
          <p:nvSpPr>
            <p:cNvPr id="36" name="Freeform 35">
              <a:extLst>
                <a:ext uri="{FF2B5EF4-FFF2-40B4-BE49-F238E27FC236}">
                  <a16:creationId xmlns:a16="http://schemas.microsoft.com/office/drawing/2014/main" id="{B091E2C6-3A68-7095-EBD6-17E4BD42C8E8}"/>
                </a:ext>
              </a:extLst>
            </p:cNvPr>
            <p:cNvSpPr/>
            <p:nvPr/>
          </p:nvSpPr>
          <p:spPr>
            <a:xfrm>
              <a:off x="3666571" y="4495948"/>
              <a:ext cx="891664" cy="842689"/>
            </a:xfrm>
            <a:custGeom>
              <a:avLst/>
              <a:gdLst>
                <a:gd name="csX0" fmla="*/ 588252 w 891664"/>
                <a:gd name="csY0" fmla="*/ 23414 h 842689"/>
                <a:gd name="csX1" fmla="*/ 586181 w 891664"/>
                <a:gd name="csY1" fmla="*/ 22745 h 842689"/>
                <a:gd name="csX2" fmla="*/ 370725 w 891664"/>
                <a:gd name="csY2" fmla="*/ 6340 h 842689"/>
                <a:gd name="csX3" fmla="*/ 71691 w 891664"/>
                <a:gd name="csY3" fmla="*/ 690333 h 842689"/>
                <a:gd name="csX4" fmla="*/ 29273 w 891664"/>
                <a:gd name="csY4" fmla="*/ 732904 h 842689"/>
                <a:gd name="csX5" fmla="*/ 29273 w 891664"/>
                <a:gd name="csY5" fmla="*/ 746043 h 842689"/>
                <a:gd name="csX6" fmla="*/ 42365 w 891664"/>
                <a:gd name="csY6" fmla="*/ 746043 h 842689"/>
                <a:gd name="csX7" fmla="*/ 90108 w 891664"/>
                <a:gd name="csY7" fmla="*/ 698127 h 842689"/>
                <a:gd name="csX8" fmla="*/ 91254 w 891664"/>
                <a:gd name="csY8" fmla="*/ 686398 h 842689"/>
                <a:gd name="csX9" fmla="*/ 19400 w 891664"/>
                <a:gd name="csY9" fmla="*/ 421991 h 842689"/>
                <a:gd name="csX10" fmla="*/ 70139 w 891664"/>
                <a:gd name="csY10" fmla="*/ 421991 h 842689"/>
                <a:gd name="csX11" fmla="*/ 79347 w 891664"/>
                <a:gd name="csY11" fmla="*/ 413566 h 842689"/>
                <a:gd name="csX12" fmla="*/ 198947 w 891664"/>
                <a:gd name="csY12" fmla="*/ 173616 h 842689"/>
                <a:gd name="csX13" fmla="*/ 199576 w 891664"/>
                <a:gd name="csY13" fmla="*/ 160514 h 842689"/>
                <a:gd name="csX14" fmla="*/ 186521 w 891664"/>
                <a:gd name="csY14" fmla="*/ 159883 h 842689"/>
                <a:gd name="csX15" fmla="*/ 61781 w 891664"/>
                <a:gd name="csY15" fmla="*/ 403472 h 842689"/>
                <a:gd name="csX16" fmla="*/ 20879 w 891664"/>
                <a:gd name="csY16" fmla="*/ 403472 h 842689"/>
                <a:gd name="csX17" fmla="*/ 364882 w 891664"/>
                <a:gd name="csY17" fmla="*/ 26273 h 842689"/>
                <a:gd name="csX18" fmla="*/ 372020 w 891664"/>
                <a:gd name="csY18" fmla="*/ 50695 h 842689"/>
                <a:gd name="csX19" fmla="*/ 380895 w 891664"/>
                <a:gd name="csY19" fmla="*/ 57375 h 842689"/>
                <a:gd name="csX20" fmla="*/ 389771 w 891664"/>
                <a:gd name="csY20" fmla="*/ 45499 h 842689"/>
                <a:gd name="csX21" fmla="*/ 383225 w 891664"/>
                <a:gd name="csY21" fmla="*/ 23155 h 842689"/>
                <a:gd name="csX22" fmla="*/ 572315 w 891664"/>
                <a:gd name="csY22" fmla="*/ 37779 h 842689"/>
                <a:gd name="csX23" fmla="*/ 554711 w 891664"/>
                <a:gd name="csY23" fmla="*/ 84210 h 842689"/>
                <a:gd name="csX24" fmla="*/ 555007 w 891664"/>
                <a:gd name="csY24" fmla="*/ 91484 h 842689"/>
                <a:gd name="csX25" fmla="*/ 560480 w 891664"/>
                <a:gd name="csY25" fmla="*/ 96309 h 842689"/>
                <a:gd name="csX26" fmla="*/ 811401 w 891664"/>
                <a:gd name="csY26" fmla="*/ 405554 h 842689"/>
                <a:gd name="csX27" fmla="*/ 821608 w 891664"/>
                <a:gd name="csY27" fmla="*/ 413719 h 842689"/>
                <a:gd name="csX28" fmla="*/ 829744 w 891664"/>
                <a:gd name="csY28" fmla="*/ 403475 h 842689"/>
                <a:gd name="csX29" fmla="*/ 575386 w 891664"/>
                <a:gd name="csY29" fmla="*/ 81831 h 842689"/>
                <a:gd name="csX30" fmla="*/ 589846 w 891664"/>
                <a:gd name="csY30" fmla="*/ 43677 h 842689"/>
                <a:gd name="csX31" fmla="*/ 870683 w 891664"/>
                <a:gd name="csY31" fmla="*/ 490874 h 842689"/>
                <a:gd name="csX32" fmla="*/ 849789 w 891664"/>
                <a:gd name="csY32" fmla="*/ 487237 h 842689"/>
                <a:gd name="csX33" fmla="*/ 846608 w 891664"/>
                <a:gd name="csY33" fmla="*/ 505535 h 842689"/>
                <a:gd name="csX34" fmla="*/ 868391 w 891664"/>
                <a:gd name="csY34" fmla="*/ 509320 h 842689"/>
                <a:gd name="csX35" fmla="*/ 647424 w 891664"/>
                <a:gd name="csY35" fmla="*/ 825245 h 842689"/>
                <a:gd name="csX36" fmla="*/ 651788 w 891664"/>
                <a:gd name="csY36" fmla="*/ 842688 h 842689"/>
                <a:gd name="csX37" fmla="*/ 887770 w 891664"/>
                <a:gd name="csY37" fmla="*/ 503714 h 842689"/>
                <a:gd name="csX38" fmla="*/ 887991 w 891664"/>
                <a:gd name="csY38" fmla="*/ 502043 h 842689"/>
                <a:gd name="csX39" fmla="*/ 588220 w 891664"/>
                <a:gd name="csY39" fmla="*/ 23444 h 8426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891664" h="842689">
                  <a:moveTo>
                    <a:pt x="588252" y="23414"/>
                  </a:moveTo>
                  <a:cubicBezTo>
                    <a:pt x="587623" y="23042"/>
                    <a:pt x="586884" y="22857"/>
                    <a:pt x="586181" y="22745"/>
                  </a:cubicBezTo>
                  <a:cubicBezTo>
                    <a:pt x="519540" y="31"/>
                    <a:pt x="441398" y="-6130"/>
                    <a:pt x="370725" y="6340"/>
                  </a:cubicBezTo>
                  <a:cubicBezTo>
                    <a:pt x="62338" y="54664"/>
                    <a:pt x="-104381" y="425185"/>
                    <a:pt x="71691" y="690333"/>
                  </a:cubicBezTo>
                  <a:lnTo>
                    <a:pt x="29273" y="732904"/>
                  </a:lnTo>
                  <a:cubicBezTo>
                    <a:pt x="25649" y="736542"/>
                    <a:pt x="25649" y="742406"/>
                    <a:pt x="29273" y="746043"/>
                  </a:cubicBezTo>
                  <a:cubicBezTo>
                    <a:pt x="32897" y="749680"/>
                    <a:pt x="38741" y="749680"/>
                    <a:pt x="42365" y="746043"/>
                  </a:cubicBezTo>
                  <a:lnTo>
                    <a:pt x="90108" y="698127"/>
                  </a:lnTo>
                  <a:cubicBezTo>
                    <a:pt x="93252" y="694972"/>
                    <a:pt x="93695" y="690073"/>
                    <a:pt x="91254" y="686398"/>
                  </a:cubicBezTo>
                  <a:cubicBezTo>
                    <a:pt x="39074" y="608864"/>
                    <a:pt x="13815" y="515704"/>
                    <a:pt x="19400" y="421991"/>
                  </a:cubicBezTo>
                  <a:lnTo>
                    <a:pt x="70139" y="421991"/>
                  </a:lnTo>
                  <a:cubicBezTo>
                    <a:pt x="74909" y="421991"/>
                    <a:pt x="78903" y="418317"/>
                    <a:pt x="79347" y="413566"/>
                  </a:cubicBezTo>
                  <a:cubicBezTo>
                    <a:pt x="87705" y="321409"/>
                    <a:pt x="130160" y="236192"/>
                    <a:pt x="198947" y="173616"/>
                  </a:cubicBezTo>
                  <a:cubicBezTo>
                    <a:pt x="202719" y="170164"/>
                    <a:pt x="203015" y="164300"/>
                    <a:pt x="199576" y="160514"/>
                  </a:cubicBezTo>
                  <a:cubicBezTo>
                    <a:pt x="196137" y="156728"/>
                    <a:pt x="190293" y="156431"/>
                    <a:pt x="186521" y="159883"/>
                  </a:cubicBezTo>
                  <a:cubicBezTo>
                    <a:pt x="116405" y="223646"/>
                    <a:pt x="72289" y="309902"/>
                    <a:pt x="61781" y="403472"/>
                  </a:cubicBezTo>
                  <a:lnTo>
                    <a:pt x="20879" y="403472"/>
                  </a:lnTo>
                  <a:cubicBezTo>
                    <a:pt x="40035" y="214554"/>
                    <a:pt x="181861" y="61609"/>
                    <a:pt x="364882" y="26273"/>
                  </a:cubicBezTo>
                  <a:lnTo>
                    <a:pt x="372020" y="50695"/>
                  </a:lnTo>
                  <a:cubicBezTo>
                    <a:pt x="373203" y="54740"/>
                    <a:pt x="376901" y="57375"/>
                    <a:pt x="380895" y="57375"/>
                  </a:cubicBezTo>
                  <a:cubicBezTo>
                    <a:pt x="386960" y="57450"/>
                    <a:pt x="391583" y="51289"/>
                    <a:pt x="389771" y="45499"/>
                  </a:cubicBezTo>
                  <a:lnTo>
                    <a:pt x="383225" y="23155"/>
                  </a:lnTo>
                  <a:cubicBezTo>
                    <a:pt x="445502" y="13653"/>
                    <a:pt x="513438" y="19072"/>
                    <a:pt x="572315" y="37779"/>
                  </a:cubicBezTo>
                  <a:lnTo>
                    <a:pt x="554711" y="84210"/>
                  </a:lnTo>
                  <a:cubicBezTo>
                    <a:pt x="553824" y="86585"/>
                    <a:pt x="553935" y="89220"/>
                    <a:pt x="555007" y="91484"/>
                  </a:cubicBezTo>
                  <a:cubicBezTo>
                    <a:pt x="556080" y="93785"/>
                    <a:pt x="558077" y="95530"/>
                    <a:pt x="560480" y="96309"/>
                  </a:cubicBezTo>
                  <a:cubicBezTo>
                    <a:pt x="696866" y="141330"/>
                    <a:pt x="795354" y="262699"/>
                    <a:pt x="811401" y="405554"/>
                  </a:cubicBezTo>
                  <a:cubicBezTo>
                    <a:pt x="811956" y="410676"/>
                    <a:pt x="816652" y="414313"/>
                    <a:pt x="821608" y="413719"/>
                  </a:cubicBezTo>
                  <a:cubicBezTo>
                    <a:pt x="826674" y="413125"/>
                    <a:pt x="830335" y="408560"/>
                    <a:pt x="829744" y="403475"/>
                  </a:cubicBezTo>
                  <a:cubicBezTo>
                    <a:pt x="813250" y="256649"/>
                    <a:pt x="713845" y="131420"/>
                    <a:pt x="575386" y="81831"/>
                  </a:cubicBezTo>
                  <a:lnTo>
                    <a:pt x="589846" y="43677"/>
                  </a:lnTo>
                  <a:cubicBezTo>
                    <a:pt x="768323" y="106402"/>
                    <a:pt x="892212" y="293015"/>
                    <a:pt x="870683" y="490874"/>
                  </a:cubicBezTo>
                  <a:lnTo>
                    <a:pt x="849789" y="487237"/>
                  </a:lnTo>
                  <a:cubicBezTo>
                    <a:pt x="837733" y="485418"/>
                    <a:pt x="834663" y="503122"/>
                    <a:pt x="846608" y="505535"/>
                  </a:cubicBezTo>
                  <a:lnTo>
                    <a:pt x="868391" y="509320"/>
                  </a:lnTo>
                  <a:cubicBezTo>
                    <a:pt x="849049" y="642636"/>
                    <a:pt x="768094" y="760255"/>
                    <a:pt x="647424" y="825245"/>
                  </a:cubicBezTo>
                  <a:cubicBezTo>
                    <a:pt x="638993" y="829698"/>
                    <a:pt x="642395" y="842838"/>
                    <a:pt x="651788" y="842688"/>
                  </a:cubicBezTo>
                  <a:cubicBezTo>
                    <a:pt x="783033" y="777551"/>
                    <a:pt x="869384" y="646350"/>
                    <a:pt x="887770" y="503714"/>
                  </a:cubicBezTo>
                  <a:cubicBezTo>
                    <a:pt x="887954" y="503157"/>
                    <a:pt x="887954" y="502600"/>
                    <a:pt x="887991" y="502043"/>
                  </a:cubicBezTo>
                  <a:cubicBezTo>
                    <a:pt x="915912" y="290227"/>
                    <a:pt x="781636" y="87019"/>
                    <a:pt x="588220" y="23444"/>
                  </a:cubicBezTo>
                  <a:close/>
                </a:path>
              </a:pathLst>
            </a:custGeom>
            <a:solidFill>
              <a:srgbClr val="000000"/>
            </a:solidFill>
            <a:ln w="9438" cap="flat">
              <a:noFill/>
              <a:prstDash val="solid"/>
              <a:miter/>
            </a:ln>
          </p:spPr>
          <p:txBody>
            <a:bodyPr/>
            <a:lstStyle/>
            <a:p>
              <a:endParaRPr lang="en-US"/>
            </a:p>
          </p:txBody>
        </p:sp>
        <p:sp>
          <p:nvSpPr>
            <p:cNvPr id="37" name="Freeform 36">
              <a:extLst>
                <a:ext uri="{FF2B5EF4-FFF2-40B4-BE49-F238E27FC236}">
                  <a16:creationId xmlns:a16="http://schemas.microsoft.com/office/drawing/2014/main" id="{1D4DC86C-991B-FE57-0E95-0B4D4992BAD2}"/>
                </a:ext>
              </a:extLst>
            </p:cNvPr>
            <p:cNvSpPr/>
            <p:nvPr/>
          </p:nvSpPr>
          <p:spPr>
            <a:xfrm>
              <a:off x="3748796" y="5063944"/>
              <a:ext cx="198445" cy="224177"/>
            </a:xfrm>
            <a:custGeom>
              <a:avLst/>
              <a:gdLst>
                <a:gd name="csX0" fmla="*/ 6070 w 198445"/>
                <a:gd name="csY0" fmla="*/ 561 h 224177"/>
                <a:gd name="csX1" fmla="*/ 560 w 198445"/>
                <a:gd name="csY1" fmla="*/ 12475 h 224177"/>
                <a:gd name="csX2" fmla="*/ 189242 w 198445"/>
                <a:gd name="csY2" fmla="*/ 224177 h 224177"/>
                <a:gd name="csX3" fmla="*/ 193532 w 198445"/>
                <a:gd name="csY3" fmla="*/ 206659 h 224177"/>
                <a:gd name="csX4" fmla="*/ 17943 w 198445"/>
                <a:gd name="csY4" fmla="*/ 6092 h 224177"/>
                <a:gd name="csX5" fmla="*/ 6072 w 198445"/>
                <a:gd name="csY5" fmla="*/ 562 h 224177"/>
              </a:gdLst>
              <a:ahLst/>
              <a:cxnLst>
                <a:cxn ang="0">
                  <a:pos x="csX0" y="csY0"/>
                </a:cxn>
                <a:cxn ang="0">
                  <a:pos x="csX1" y="csY1"/>
                </a:cxn>
                <a:cxn ang="0">
                  <a:pos x="csX2" y="csY2"/>
                </a:cxn>
                <a:cxn ang="0">
                  <a:pos x="csX3" y="csY3"/>
                </a:cxn>
                <a:cxn ang="0">
                  <a:pos x="csX4" y="csY4"/>
                </a:cxn>
                <a:cxn ang="0">
                  <a:pos x="csX5" y="csY5"/>
                </a:cxn>
              </a:cxnLst>
              <a:rect l="l" t="t" r="r" b="b"/>
              <a:pathLst>
                <a:path w="198445" h="224177">
                  <a:moveTo>
                    <a:pt x="6070" y="561"/>
                  </a:moveTo>
                  <a:cubicBezTo>
                    <a:pt x="1262" y="2343"/>
                    <a:pt x="-1178" y="7650"/>
                    <a:pt x="560" y="12475"/>
                  </a:cubicBezTo>
                  <a:cubicBezTo>
                    <a:pt x="34472" y="103518"/>
                    <a:pt x="100932" y="182608"/>
                    <a:pt x="189242" y="224177"/>
                  </a:cubicBezTo>
                  <a:cubicBezTo>
                    <a:pt x="198673" y="224252"/>
                    <a:pt x="202112" y="211113"/>
                    <a:pt x="193532" y="206659"/>
                  </a:cubicBezTo>
                  <a:cubicBezTo>
                    <a:pt x="111951" y="163828"/>
                    <a:pt x="49563" y="92565"/>
                    <a:pt x="17943" y="6092"/>
                  </a:cubicBezTo>
                  <a:cubicBezTo>
                    <a:pt x="16168" y="1267"/>
                    <a:pt x="10879" y="-1183"/>
                    <a:pt x="6072" y="562"/>
                  </a:cubicBezTo>
                  <a:close/>
                </a:path>
              </a:pathLst>
            </a:custGeom>
            <a:solidFill>
              <a:srgbClr val="000000"/>
            </a:solidFill>
            <a:ln w="9438" cap="flat">
              <a:noFill/>
              <a:prstDash val="solid"/>
              <a:miter/>
            </a:ln>
          </p:spPr>
          <p:txBody>
            <a:bodyPr/>
            <a:lstStyle/>
            <a:p>
              <a:endParaRPr lang="en-US"/>
            </a:p>
          </p:txBody>
        </p:sp>
        <p:sp>
          <p:nvSpPr>
            <p:cNvPr id="38" name="Freeform 37">
              <a:extLst>
                <a:ext uri="{FF2B5EF4-FFF2-40B4-BE49-F238E27FC236}">
                  <a16:creationId xmlns:a16="http://schemas.microsoft.com/office/drawing/2014/main" id="{EA063C7F-518F-15EB-D7CE-B82605B70687}"/>
                </a:ext>
              </a:extLst>
            </p:cNvPr>
            <p:cNvSpPr/>
            <p:nvPr/>
          </p:nvSpPr>
          <p:spPr>
            <a:xfrm>
              <a:off x="3812389" y="5118249"/>
              <a:ext cx="638621" cy="272290"/>
            </a:xfrm>
            <a:custGeom>
              <a:avLst/>
              <a:gdLst>
                <a:gd name="csX0" fmla="*/ 637403 w 638621"/>
                <a:gd name="csY0" fmla="*/ 13812 h 272290"/>
                <a:gd name="csX1" fmla="*/ 621279 w 638621"/>
                <a:gd name="csY1" fmla="*/ 4756 h 272290"/>
                <a:gd name="csX2" fmla="*/ 424313 w 638621"/>
                <a:gd name="csY2" fmla="*/ 172514 h 272290"/>
                <a:gd name="csX3" fmla="*/ 418654 w 638621"/>
                <a:gd name="csY3" fmla="*/ 184094 h 272290"/>
                <a:gd name="csX4" fmla="*/ 434002 w 638621"/>
                <a:gd name="csY4" fmla="*/ 231973 h 272290"/>
                <a:gd name="csX5" fmla="*/ 309223 w 638621"/>
                <a:gd name="csY5" fmla="*/ 253389 h 272290"/>
                <a:gd name="csX6" fmla="*/ 309223 w 638621"/>
                <a:gd name="csY6" fmla="*/ 202727 h 272290"/>
                <a:gd name="csX7" fmla="*/ 299978 w 638621"/>
                <a:gd name="csY7" fmla="*/ 193448 h 272290"/>
                <a:gd name="csX8" fmla="*/ 290732 w 638621"/>
                <a:gd name="csY8" fmla="*/ 202727 h 272290"/>
                <a:gd name="csX9" fmla="*/ 290732 w 638621"/>
                <a:gd name="csY9" fmla="*/ 253389 h 272290"/>
                <a:gd name="csX10" fmla="*/ 62259 w 638621"/>
                <a:gd name="csY10" fmla="*/ 181088 h 272290"/>
                <a:gd name="csX11" fmla="*/ 50572 w 638621"/>
                <a:gd name="csY11" fmla="*/ 182239 h 272290"/>
                <a:gd name="csX12" fmla="*/ 2718 w 638621"/>
                <a:gd name="csY12" fmla="*/ 230266 h 272290"/>
                <a:gd name="csX13" fmla="*/ 2718 w 638621"/>
                <a:gd name="csY13" fmla="*/ 243404 h 272290"/>
                <a:gd name="csX14" fmla="*/ 15809 w 638621"/>
                <a:gd name="csY14" fmla="*/ 243404 h 272290"/>
                <a:gd name="csX15" fmla="*/ 58338 w 638621"/>
                <a:gd name="csY15" fmla="*/ 200722 h 272290"/>
                <a:gd name="csX16" fmla="*/ 451713 w 638621"/>
                <a:gd name="csY16" fmla="*/ 244851 h 272290"/>
                <a:gd name="csX17" fmla="*/ 454413 w 638621"/>
                <a:gd name="csY17" fmla="*/ 235053 h 272290"/>
                <a:gd name="csX18" fmla="*/ 438955 w 638621"/>
                <a:gd name="csY18" fmla="*/ 186841 h 272290"/>
                <a:gd name="csX19" fmla="*/ 637436 w 638621"/>
                <a:gd name="csY19" fmla="*/ 13848 h 27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38621" h="272290">
                  <a:moveTo>
                    <a:pt x="637403" y="13812"/>
                  </a:moveTo>
                  <a:cubicBezTo>
                    <a:pt x="643061" y="3048"/>
                    <a:pt x="627529" y="-5822"/>
                    <a:pt x="621279" y="4756"/>
                  </a:cubicBezTo>
                  <a:cubicBezTo>
                    <a:pt x="577752" y="82771"/>
                    <a:pt x="507823" y="142337"/>
                    <a:pt x="424313" y="172514"/>
                  </a:cubicBezTo>
                  <a:cubicBezTo>
                    <a:pt x="419616" y="174221"/>
                    <a:pt x="417138" y="179343"/>
                    <a:pt x="418654" y="184094"/>
                  </a:cubicBezTo>
                  <a:lnTo>
                    <a:pt x="434002" y="231973"/>
                  </a:lnTo>
                  <a:cubicBezTo>
                    <a:pt x="393803" y="245297"/>
                    <a:pt x="351903" y="252498"/>
                    <a:pt x="309223" y="253389"/>
                  </a:cubicBezTo>
                  <a:lnTo>
                    <a:pt x="309223" y="202727"/>
                  </a:lnTo>
                  <a:cubicBezTo>
                    <a:pt x="309223" y="197605"/>
                    <a:pt x="305081" y="193448"/>
                    <a:pt x="299978" y="193448"/>
                  </a:cubicBezTo>
                  <a:cubicBezTo>
                    <a:pt x="294874" y="193448"/>
                    <a:pt x="290732" y="197605"/>
                    <a:pt x="290732" y="202727"/>
                  </a:cubicBezTo>
                  <a:lnTo>
                    <a:pt x="290732" y="253389"/>
                  </a:lnTo>
                  <a:cubicBezTo>
                    <a:pt x="208930" y="251644"/>
                    <a:pt x="130120" y="226777"/>
                    <a:pt x="62259" y="181088"/>
                  </a:cubicBezTo>
                  <a:cubicBezTo>
                    <a:pt x="58598" y="178601"/>
                    <a:pt x="53679" y="179084"/>
                    <a:pt x="50572" y="182239"/>
                  </a:cubicBezTo>
                  <a:lnTo>
                    <a:pt x="2718" y="230266"/>
                  </a:lnTo>
                  <a:cubicBezTo>
                    <a:pt x="-906" y="233903"/>
                    <a:pt x="-906" y="239767"/>
                    <a:pt x="2718" y="243404"/>
                  </a:cubicBezTo>
                  <a:cubicBezTo>
                    <a:pt x="6342" y="247042"/>
                    <a:pt x="12185" y="247042"/>
                    <a:pt x="15809" y="243404"/>
                  </a:cubicBezTo>
                  <a:lnTo>
                    <a:pt x="58338" y="200722"/>
                  </a:lnTo>
                  <a:cubicBezTo>
                    <a:pt x="172466" y="275472"/>
                    <a:pt x="324085" y="294214"/>
                    <a:pt x="451713" y="244851"/>
                  </a:cubicBezTo>
                  <a:cubicBezTo>
                    <a:pt x="454450" y="242439"/>
                    <a:pt x="455485" y="238505"/>
                    <a:pt x="454413" y="235053"/>
                  </a:cubicBezTo>
                  <a:lnTo>
                    <a:pt x="438955" y="186841"/>
                  </a:lnTo>
                  <a:cubicBezTo>
                    <a:pt x="522940" y="154254"/>
                    <a:pt x="593205" y="93125"/>
                    <a:pt x="637436" y="13848"/>
                  </a:cubicBezTo>
                  <a:close/>
                </a:path>
              </a:pathLst>
            </a:custGeom>
            <a:solidFill>
              <a:srgbClr val="000000"/>
            </a:solidFill>
            <a:ln w="9438" cap="flat">
              <a:noFill/>
              <a:prstDash val="solid"/>
              <a:miter/>
            </a:ln>
          </p:spPr>
          <p:txBody>
            <a:bodyPr/>
            <a:lstStyle/>
            <a:p>
              <a:endParaRPr lang="en-US"/>
            </a:p>
          </p:txBody>
        </p:sp>
        <p:sp>
          <p:nvSpPr>
            <p:cNvPr id="39" name="Freeform 38">
              <a:extLst>
                <a:ext uri="{FF2B5EF4-FFF2-40B4-BE49-F238E27FC236}">
                  <a16:creationId xmlns:a16="http://schemas.microsoft.com/office/drawing/2014/main" id="{691E116C-DE96-B780-C33D-CC616BB2E64B}"/>
                </a:ext>
              </a:extLst>
            </p:cNvPr>
            <p:cNvSpPr/>
            <p:nvPr/>
          </p:nvSpPr>
          <p:spPr>
            <a:xfrm>
              <a:off x="3785043" y="4690913"/>
              <a:ext cx="662399" cy="580057"/>
            </a:xfrm>
            <a:custGeom>
              <a:avLst/>
              <a:gdLst>
                <a:gd name="csX0" fmla="*/ 83837 w 662399"/>
                <a:gd name="csY0" fmla="*/ 46836 h 580057"/>
                <a:gd name="csX1" fmla="*/ 70857 w 662399"/>
                <a:gd name="csY1" fmla="*/ 48320 h 580057"/>
                <a:gd name="csX2" fmla="*/ 0 w 662399"/>
                <a:gd name="csY2" fmla="*/ 252232 h 580057"/>
                <a:gd name="csX3" fmla="*/ 627907 w 662399"/>
                <a:gd name="csY3" fmla="*/ 382022 h 580057"/>
                <a:gd name="csX4" fmla="*/ 649653 w 662399"/>
                <a:gd name="csY4" fmla="*/ 391004 h 580057"/>
                <a:gd name="csX5" fmla="*/ 661708 w 662399"/>
                <a:gd name="csY5" fmla="*/ 385956 h 580057"/>
                <a:gd name="csX6" fmla="*/ 656679 w 662399"/>
                <a:gd name="csY6" fmla="*/ 373857 h 580057"/>
                <a:gd name="csX7" fmla="*/ 634749 w 662399"/>
                <a:gd name="csY7" fmla="*/ 364801 h 580057"/>
                <a:gd name="csX8" fmla="*/ 539300 w 662399"/>
                <a:gd name="csY8" fmla="*/ 2224 h 580057"/>
                <a:gd name="csX9" fmla="*/ 526282 w 662399"/>
                <a:gd name="csY9" fmla="*/ 3264 h 580057"/>
                <a:gd name="csX10" fmla="*/ 527318 w 662399"/>
                <a:gd name="csY10" fmla="*/ 16328 h 580057"/>
                <a:gd name="csX11" fmla="*/ 635898 w 662399"/>
                <a:gd name="csY11" fmla="*/ 242958 h 580057"/>
                <a:gd name="csX12" fmla="*/ 590115 w 662399"/>
                <a:gd name="csY12" fmla="*/ 242958 h 580057"/>
                <a:gd name="csX13" fmla="*/ 580870 w 662399"/>
                <a:gd name="csY13" fmla="*/ 252236 h 580057"/>
                <a:gd name="csX14" fmla="*/ 590115 w 662399"/>
                <a:gd name="csY14" fmla="*/ 261515 h 580057"/>
                <a:gd name="csX15" fmla="*/ 635824 w 662399"/>
                <a:gd name="csY15" fmla="*/ 261515 h 580057"/>
                <a:gd name="csX16" fmla="*/ 409310 w 662399"/>
                <a:gd name="csY16" fmla="*/ 550940 h 580057"/>
                <a:gd name="csX17" fmla="*/ 401248 w 662399"/>
                <a:gd name="csY17" fmla="*/ 510893 h 580057"/>
                <a:gd name="csX18" fmla="*/ 582272 w 662399"/>
                <a:gd name="csY18" fmla="*/ 335334 h 580057"/>
                <a:gd name="csX19" fmla="*/ 576355 w 662399"/>
                <a:gd name="csY19" fmla="*/ 323642 h 580057"/>
                <a:gd name="csX20" fmla="*/ 564706 w 662399"/>
                <a:gd name="csY20" fmla="*/ 329581 h 580057"/>
                <a:gd name="csX21" fmla="*/ 388226 w 662399"/>
                <a:gd name="csY21" fmla="*/ 495192 h 580057"/>
                <a:gd name="csX22" fmla="*/ 381421 w 662399"/>
                <a:gd name="csY22" fmla="*/ 506029 h 580057"/>
                <a:gd name="csX23" fmla="*/ 391333 w 662399"/>
                <a:gd name="csY23" fmla="*/ 555392 h 580057"/>
                <a:gd name="csX24" fmla="*/ 250318 w 662399"/>
                <a:gd name="csY24" fmla="*/ 552423 h 580057"/>
                <a:gd name="csX25" fmla="*/ 259896 w 662399"/>
                <a:gd name="csY25" fmla="*/ 520504 h 580057"/>
                <a:gd name="csX26" fmla="*/ 253720 w 662399"/>
                <a:gd name="csY26" fmla="*/ 508923 h 580057"/>
                <a:gd name="csX27" fmla="*/ 242181 w 662399"/>
                <a:gd name="csY27" fmla="*/ 515121 h 580057"/>
                <a:gd name="csX28" fmla="*/ 232566 w 662399"/>
                <a:gd name="csY28" fmla="*/ 547152 h 580057"/>
                <a:gd name="csX29" fmla="*/ 85265 w 662399"/>
                <a:gd name="csY29" fmla="*/ 59830 h 580057"/>
                <a:gd name="csX30" fmla="*/ 83786 w 662399"/>
                <a:gd name="csY30" fmla="*/ 46803 h 580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662399" h="580057">
                  <a:moveTo>
                    <a:pt x="83837" y="46836"/>
                  </a:moveTo>
                  <a:cubicBezTo>
                    <a:pt x="79843" y="43644"/>
                    <a:pt x="74037" y="44312"/>
                    <a:pt x="70857" y="48320"/>
                  </a:cubicBezTo>
                  <a:cubicBezTo>
                    <a:pt x="24482" y="106926"/>
                    <a:pt x="0" y="177408"/>
                    <a:pt x="0" y="252232"/>
                  </a:cubicBezTo>
                  <a:cubicBezTo>
                    <a:pt x="9504" y="613811"/>
                    <a:pt x="482679" y="704075"/>
                    <a:pt x="627907" y="382022"/>
                  </a:cubicBezTo>
                  <a:lnTo>
                    <a:pt x="649653" y="391004"/>
                  </a:lnTo>
                  <a:cubicBezTo>
                    <a:pt x="654275" y="392934"/>
                    <a:pt x="659786" y="390744"/>
                    <a:pt x="661708" y="385956"/>
                  </a:cubicBezTo>
                  <a:cubicBezTo>
                    <a:pt x="663631" y="381205"/>
                    <a:pt x="661413" y="375787"/>
                    <a:pt x="656679" y="373857"/>
                  </a:cubicBezTo>
                  <a:lnTo>
                    <a:pt x="634749" y="364801"/>
                  </a:lnTo>
                  <a:cubicBezTo>
                    <a:pt x="681975" y="239571"/>
                    <a:pt x="642626" y="88327"/>
                    <a:pt x="539300" y="2224"/>
                  </a:cubicBezTo>
                  <a:cubicBezTo>
                    <a:pt x="535417" y="-1116"/>
                    <a:pt x="529574" y="-633"/>
                    <a:pt x="526282" y="3264"/>
                  </a:cubicBezTo>
                  <a:cubicBezTo>
                    <a:pt x="522954" y="7161"/>
                    <a:pt x="523435" y="13025"/>
                    <a:pt x="527318" y="16328"/>
                  </a:cubicBezTo>
                  <a:cubicBezTo>
                    <a:pt x="594070" y="73411"/>
                    <a:pt x="633304" y="155582"/>
                    <a:pt x="635898" y="242958"/>
                  </a:cubicBezTo>
                  <a:lnTo>
                    <a:pt x="590115" y="242958"/>
                  </a:lnTo>
                  <a:cubicBezTo>
                    <a:pt x="585012" y="242958"/>
                    <a:pt x="580870" y="247114"/>
                    <a:pt x="580870" y="252236"/>
                  </a:cubicBezTo>
                  <a:cubicBezTo>
                    <a:pt x="580870" y="257358"/>
                    <a:pt x="585012" y="261515"/>
                    <a:pt x="590115" y="261515"/>
                  </a:cubicBezTo>
                  <a:lnTo>
                    <a:pt x="635824" y="261515"/>
                  </a:lnTo>
                  <a:cubicBezTo>
                    <a:pt x="631756" y="399809"/>
                    <a:pt x="537005" y="515566"/>
                    <a:pt x="409310" y="550940"/>
                  </a:cubicBezTo>
                  <a:lnTo>
                    <a:pt x="401248" y="510893"/>
                  </a:lnTo>
                  <a:cubicBezTo>
                    <a:pt x="485973" y="486397"/>
                    <a:pt x="554874" y="419850"/>
                    <a:pt x="582272" y="335334"/>
                  </a:cubicBezTo>
                  <a:cubicBezTo>
                    <a:pt x="583862" y="330472"/>
                    <a:pt x="581200" y="325239"/>
                    <a:pt x="576355" y="323642"/>
                  </a:cubicBezTo>
                  <a:cubicBezTo>
                    <a:pt x="571473" y="322046"/>
                    <a:pt x="566296" y="324719"/>
                    <a:pt x="564706" y="329581"/>
                  </a:cubicBezTo>
                  <a:cubicBezTo>
                    <a:pt x="538337" y="410863"/>
                    <a:pt x="470698" y="474326"/>
                    <a:pt x="388226" y="495192"/>
                  </a:cubicBezTo>
                  <a:cubicBezTo>
                    <a:pt x="383455" y="496416"/>
                    <a:pt x="380460" y="501167"/>
                    <a:pt x="381421" y="506029"/>
                  </a:cubicBezTo>
                  <a:lnTo>
                    <a:pt x="391333" y="555392"/>
                  </a:lnTo>
                  <a:cubicBezTo>
                    <a:pt x="345993" y="565302"/>
                    <a:pt x="294956" y="564188"/>
                    <a:pt x="250318" y="552423"/>
                  </a:cubicBezTo>
                  <a:lnTo>
                    <a:pt x="259896" y="520504"/>
                  </a:lnTo>
                  <a:cubicBezTo>
                    <a:pt x="261375" y="515604"/>
                    <a:pt x="258601" y="510408"/>
                    <a:pt x="253720" y="508923"/>
                  </a:cubicBezTo>
                  <a:cubicBezTo>
                    <a:pt x="248838" y="507438"/>
                    <a:pt x="243661" y="510222"/>
                    <a:pt x="242181" y="515121"/>
                  </a:cubicBezTo>
                  <a:lnTo>
                    <a:pt x="232566" y="547152"/>
                  </a:lnTo>
                  <a:cubicBezTo>
                    <a:pt x="32277" y="485281"/>
                    <a:pt x="-50458" y="227066"/>
                    <a:pt x="85265" y="59830"/>
                  </a:cubicBezTo>
                  <a:cubicBezTo>
                    <a:pt x="88445" y="55822"/>
                    <a:pt x="87780" y="49994"/>
                    <a:pt x="83786" y="46803"/>
                  </a:cubicBezTo>
                  <a:close/>
                </a:path>
              </a:pathLst>
            </a:custGeom>
            <a:solidFill>
              <a:srgbClr val="000000"/>
            </a:solidFill>
            <a:ln w="9438" cap="flat">
              <a:noFill/>
              <a:prstDash val="solid"/>
              <a:miter/>
            </a:ln>
          </p:spPr>
          <p:txBody>
            <a:bodyPr/>
            <a:lstStyle/>
            <a:p>
              <a:endParaRPr lang="en-US"/>
            </a:p>
          </p:txBody>
        </p:sp>
        <p:sp>
          <p:nvSpPr>
            <p:cNvPr id="40" name="Freeform 39">
              <a:extLst>
                <a:ext uri="{FF2B5EF4-FFF2-40B4-BE49-F238E27FC236}">
                  <a16:creationId xmlns:a16="http://schemas.microsoft.com/office/drawing/2014/main" id="{BB55FD6D-F10E-4796-6609-F95B44F5E885}"/>
                </a:ext>
              </a:extLst>
            </p:cNvPr>
            <p:cNvSpPr/>
            <p:nvPr/>
          </p:nvSpPr>
          <p:spPr>
            <a:xfrm>
              <a:off x="3844355" y="4789162"/>
              <a:ext cx="471821" cy="363775"/>
            </a:xfrm>
            <a:custGeom>
              <a:avLst/>
              <a:gdLst>
                <a:gd name="csX0" fmla="*/ 45419 w 471821"/>
                <a:gd name="csY0" fmla="*/ 4038 h 363775"/>
                <a:gd name="csX1" fmla="*/ 35952 w 471821"/>
                <a:gd name="csY1" fmla="*/ 288712 h 363775"/>
                <a:gd name="csX2" fmla="*/ 43940 w 471821"/>
                <a:gd name="csY2" fmla="*/ 293351 h 363775"/>
                <a:gd name="csX3" fmla="*/ 51928 w 471821"/>
                <a:gd name="csY3" fmla="*/ 279395 h 363775"/>
                <a:gd name="csX4" fmla="*/ 56181 w 471821"/>
                <a:gd name="csY4" fmla="*/ 21478 h 363775"/>
                <a:gd name="csX5" fmla="*/ 91978 w 471821"/>
                <a:gd name="csY5" fmla="*/ 41075 h 363775"/>
                <a:gd name="csX6" fmla="*/ 144973 w 471821"/>
                <a:gd name="csY6" fmla="*/ 323373 h 363775"/>
                <a:gd name="csX7" fmla="*/ 128110 w 471821"/>
                <a:gd name="csY7" fmla="*/ 349354 h 363775"/>
                <a:gd name="csX8" fmla="*/ 130810 w 471821"/>
                <a:gd name="csY8" fmla="*/ 362196 h 363775"/>
                <a:gd name="csX9" fmla="*/ 143606 w 471821"/>
                <a:gd name="csY9" fmla="*/ 359487 h 363775"/>
                <a:gd name="csX10" fmla="*/ 160358 w 471821"/>
                <a:gd name="csY10" fmla="*/ 333692 h 363775"/>
                <a:gd name="csX11" fmla="*/ 471557 w 471821"/>
                <a:gd name="csY11" fmla="*/ 201298 h 363775"/>
                <a:gd name="csX12" fmla="*/ 462534 w 471821"/>
                <a:gd name="csY12" fmla="*/ 189941 h 363775"/>
                <a:gd name="csX13" fmla="*/ 426736 w 471821"/>
                <a:gd name="csY13" fmla="*/ 189941 h 363775"/>
                <a:gd name="csX14" fmla="*/ 426736 w 471821"/>
                <a:gd name="csY14" fmla="*/ 208499 h 363775"/>
                <a:gd name="csX15" fmla="*/ 450515 w 471821"/>
                <a:gd name="csY15" fmla="*/ 208499 h 363775"/>
                <a:gd name="csX16" fmla="*/ 77485 w 471821"/>
                <a:gd name="csY16" fmla="*/ 154013 h 363775"/>
                <a:gd name="csX17" fmla="*/ 113098 w 471821"/>
                <a:gd name="csY17" fmla="*/ 42742 h 363775"/>
                <a:gd name="csX18" fmla="*/ 113727 w 471821"/>
                <a:gd name="csY18" fmla="*/ 34094 h 363775"/>
                <a:gd name="csX19" fmla="*/ 109733 w 471821"/>
                <a:gd name="csY19" fmla="*/ 29714 h 363775"/>
                <a:gd name="csX20" fmla="*/ 57515 w 471821"/>
                <a:gd name="csY20" fmla="*/ 1135 h 363775"/>
                <a:gd name="csX21" fmla="*/ 45423 w 471821"/>
                <a:gd name="csY21" fmla="*/ 4105 h 363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471821" h="363775">
                  <a:moveTo>
                    <a:pt x="45419" y="4038"/>
                  </a:moveTo>
                  <a:cubicBezTo>
                    <a:pt x="-11532" y="87102"/>
                    <a:pt x="-15193" y="202049"/>
                    <a:pt x="35952" y="288712"/>
                  </a:cubicBezTo>
                  <a:cubicBezTo>
                    <a:pt x="37653" y="291681"/>
                    <a:pt x="40760" y="293351"/>
                    <a:pt x="43940" y="293351"/>
                  </a:cubicBezTo>
                  <a:cubicBezTo>
                    <a:pt x="50818" y="293500"/>
                    <a:pt x="55589" y="285372"/>
                    <a:pt x="51928" y="279395"/>
                  </a:cubicBezTo>
                  <a:cubicBezTo>
                    <a:pt x="5849" y="201268"/>
                    <a:pt x="7476" y="97974"/>
                    <a:pt x="56181" y="21478"/>
                  </a:cubicBezTo>
                  <a:lnTo>
                    <a:pt x="91978" y="41075"/>
                  </a:lnTo>
                  <a:cubicBezTo>
                    <a:pt x="31366" y="132155"/>
                    <a:pt x="58251" y="262573"/>
                    <a:pt x="144973" y="323373"/>
                  </a:cubicBezTo>
                  <a:lnTo>
                    <a:pt x="128110" y="349354"/>
                  </a:lnTo>
                  <a:cubicBezTo>
                    <a:pt x="125337" y="353659"/>
                    <a:pt x="126520" y="359412"/>
                    <a:pt x="130810" y="362196"/>
                  </a:cubicBezTo>
                  <a:cubicBezTo>
                    <a:pt x="135026" y="364980"/>
                    <a:pt x="140795" y="363829"/>
                    <a:pt x="143606" y="359487"/>
                  </a:cubicBezTo>
                  <a:lnTo>
                    <a:pt x="160358" y="333692"/>
                  </a:lnTo>
                  <a:cubicBezTo>
                    <a:pt x="278699" y="407329"/>
                    <a:pt x="441934" y="339148"/>
                    <a:pt x="471557" y="201298"/>
                  </a:cubicBezTo>
                  <a:cubicBezTo>
                    <a:pt x="472999" y="195694"/>
                    <a:pt x="468340" y="189793"/>
                    <a:pt x="462534" y="189941"/>
                  </a:cubicBezTo>
                  <a:lnTo>
                    <a:pt x="426736" y="189941"/>
                  </a:lnTo>
                  <a:cubicBezTo>
                    <a:pt x="414532" y="190238"/>
                    <a:pt x="414532" y="208202"/>
                    <a:pt x="426736" y="208499"/>
                  </a:cubicBezTo>
                  <a:lnTo>
                    <a:pt x="450515" y="208499"/>
                  </a:lnTo>
                  <a:cubicBezTo>
                    <a:pt x="382802" y="417275"/>
                    <a:pt x="82730" y="374585"/>
                    <a:pt x="77485" y="154013"/>
                  </a:cubicBezTo>
                  <a:cubicBezTo>
                    <a:pt x="77448" y="113817"/>
                    <a:pt x="89911" y="75441"/>
                    <a:pt x="113098" y="42742"/>
                  </a:cubicBezTo>
                  <a:cubicBezTo>
                    <a:pt x="114726" y="40218"/>
                    <a:pt x="114948" y="36803"/>
                    <a:pt x="113727" y="34094"/>
                  </a:cubicBezTo>
                  <a:cubicBezTo>
                    <a:pt x="112951" y="32238"/>
                    <a:pt x="111471" y="30716"/>
                    <a:pt x="109733" y="29714"/>
                  </a:cubicBezTo>
                  <a:lnTo>
                    <a:pt x="57515" y="1135"/>
                  </a:lnTo>
                  <a:cubicBezTo>
                    <a:pt x="53336" y="-1166"/>
                    <a:pt x="48085" y="133"/>
                    <a:pt x="45423" y="4105"/>
                  </a:cubicBezTo>
                  <a:close/>
                </a:path>
              </a:pathLst>
            </a:custGeom>
            <a:solidFill>
              <a:srgbClr val="000000"/>
            </a:solidFill>
            <a:ln w="9438" cap="flat">
              <a:noFill/>
              <a:prstDash val="solid"/>
              <a:miter/>
            </a:ln>
          </p:spPr>
          <p:txBody>
            <a:bodyPr/>
            <a:lstStyle/>
            <a:p>
              <a:endParaRPr lang="en-US"/>
            </a:p>
          </p:txBody>
        </p:sp>
        <p:sp>
          <p:nvSpPr>
            <p:cNvPr id="41" name="Freeform 40">
              <a:extLst>
                <a:ext uri="{FF2B5EF4-FFF2-40B4-BE49-F238E27FC236}">
                  <a16:creationId xmlns:a16="http://schemas.microsoft.com/office/drawing/2014/main" id="{A4D1715B-E8F1-6D4F-CFDA-C5A199434943}"/>
                </a:ext>
              </a:extLst>
            </p:cNvPr>
            <p:cNvSpPr/>
            <p:nvPr/>
          </p:nvSpPr>
          <p:spPr>
            <a:xfrm>
              <a:off x="3919038" y="4578583"/>
              <a:ext cx="338333" cy="137241"/>
            </a:xfrm>
            <a:custGeom>
              <a:avLst/>
              <a:gdLst>
                <a:gd name="csX0" fmla="*/ 221033 w 338333"/>
                <a:gd name="csY0" fmla="*/ 16 h 137241"/>
                <a:gd name="csX1" fmla="*/ 211270 w 338333"/>
                <a:gd name="csY1" fmla="*/ 8738 h 137241"/>
                <a:gd name="csX2" fmla="*/ 209643 w 338333"/>
                <a:gd name="csY2" fmla="*/ 36500 h 137241"/>
                <a:gd name="csX3" fmla="*/ 34536 w 338333"/>
                <a:gd name="csY3" fmla="*/ 77364 h 137241"/>
                <a:gd name="csX4" fmla="*/ 16230 w 338333"/>
                <a:gd name="csY4" fmla="*/ 56208 h 137241"/>
                <a:gd name="csX5" fmla="*/ 3176 w 338333"/>
                <a:gd name="csY5" fmla="*/ 55280 h 137241"/>
                <a:gd name="csX6" fmla="*/ 2251 w 338333"/>
                <a:gd name="csY6" fmla="*/ 68382 h 137241"/>
                <a:gd name="csX7" fmla="*/ 25549 w 338333"/>
                <a:gd name="csY7" fmla="*/ 95290 h 137241"/>
                <a:gd name="csX8" fmla="*/ 37199 w 338333"/>
                <a:gd name="csY8" fmla="*/ 97220 h 137241"/>
                <a:gd name="csX9" fmla="*/ 217740 w 338333"/>
                <a:gd name="csY9" fmla="*/ 55651 h 137241"/>
                <a:gd name="csX10" fmla="*/ 316152 w 338333"/>
                <a:gd name="csY10" fmla="*/ 80333 h 137241"/>
                <a:gd name="csX11" fmla="*/ 296108 w 338333"/>
                <a:gd name="csY11" fmla="*/ 116112 h 137241"/>
                <a:gd name="csX12" fmla="*/ 136717 w 338333"/>
                <a:gd name="csY12" fmla="*/ 101525 h 137241"/>
                <a:gd name="csX13" fmla="*/ 140600 w 338333"/>
                <a:gd name="csY13" fmla="*/ 119675 h 137241"/>
                <a:gd name="csX14" fmla="*/ 296223 w 338333"/>
                <a:gd name="csY14" fmla="*/ 136414 h 137241"/>
                <a:gd name="csX15" fmla="*/ 308094 w 338333"/>
                <a:gd name="csY15" fmla="*/ 132517 h 137241"/>
                <a:gd name="csX16" fmla="*/ 337161 w 338333"/>
                <a:gd name="csY16" fmla="*/ 80593 h 137241"/>
                <a:gd name="csX17" fmla="*/ 338086 w 338333"/>
                <a:gd name="csY17" fmla="*/ 74024 h 137241"/>
                <a:gd name="csX18" fmla="*/ 333056 w 338333"/>
                <a:gd name="csY18" fmla="*/ 67677 h 137241"/>
                <a:gd name="csX19" fmla="*/ 227951 w 338333"/>
                <a:gd name="csY19" fmla="*/ 37985 h 137241"/>
                <a:gd name="csX20" fmla="*/ 229578 w 338333"/>
                <a:gd name="csY20" fmla="*/ 9889 h 137241"/>
                <a:gd name="csX21" fmla="*/ 220887 w 338333"/>
                <a:gd name="csY21" fmla="*/ 91 h 1372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38333" h="137241">
                  <a:moveTo>
                    <a:pt x="221033" y="16"/>
                  </a:moveTo>
                  <a:cubicBezTo>
                    <a:pt x="216003" y="-281"/>
                    <a:pt x="211565" y="3616"/>
                    <a:pt x="211270" y="8738"/>
                  </a:cubicBezTo>
                  <a:lnTo>
                    <a:pt x="209643" y="36500"/>
                  </a:lnTo>
                  <a:cubicBezTo>
                    <a:pt x="148734" y="33383"/>
                    <a:pt x="87600" y="47672"/>
                    <a:pt x="34536" y="77364"/>
                  </a:cubicBezTo>
                  <a:lnTo>
                    <a:pt x="16230" y="56208"/>
                  </a:lnTo>
                  <a:cubicBezTo>
                    <a:pt x="12902" y="52348"/>
                    <a:pt x="7059" y="51940"/>
                    <a:pt x="3176" y="55280"/>
                  </a:cubicBezTo>
                  <a:cubicBezTo>
                    <a:pt x="-670" y="58621"/>
                    <a:pt x="-1077" y="64485"/>
                    <a:pt x="2251" y="68382"/>
                  </a:cubicBezTo>
                  <a:lnTo>
                    <a:pt x="25549" y="95290"/>
                  </a:lnTo>
                  <a:cubicBezTo>
                    <a:pt x="28471" y="98668"/>
                    <a:pt x="33426" y="99447"/>
                    <a:pt x="37199" y="97220"/>
                  </a:cubicBezTo>
                  <a:cubicBezTo>
                    <a:pt x="91302" y="65190"/>
                    <a:pt x="155019" y="50566"/>
                    <a:pt x="217740" y="55651"/>
                  </a:cubicBezTo>
                  <a:cubicBezTo>
                    <a:pt x="251800" y="58323"/>
                    <a:pt x="284787" y="66600"/>
                    <a:pt x="316152" y="80333"/>
                  </a:cubicBezTo>
                  <a:lnTo>
                    <a:pt x="296108" y="116112"/>
                  </a:lnTo>
                  <a:cubicBezTo>
                    <a:pt x="246368" y="95068"/>
                    <a:pt x="189639" y="90057"/>
                    <a:pt x="136717" y="101525"/>
                  </a:cubicBezTo>
                  <a:cubicBezTo>
                    <a:pt x="124957" y="104346"/>
                    <a:pt x="128544" y="121938"/>
                    <a:pt x="140600" y="119675"/>
                  </a:cubicBezTo>
                  <a:cubicBezTo>
                    <a:pt x="192522" y="108392"/>
                    <a:pt x="248035" y="114219"/>
                    <a:pt x="296223" y="136414"/>
                  </a:cubicBezTo>
                  <a:cubicBezTo>
                    <a:pt x="300513" y="138381"/>
                    <a:pt x="305764" y="136748"/>
                    <a:pt x="308094" y="132517"/>
                  </a:cubicBezTo>
                  <a:lnTo>
                    <a:pt x="337161" y="80593"/>
                  </a:lnTo>
                  <a:cubicBezTo>
                    <a:pt x="338234" y="78589"/>
                    <a:pt x="338641" y="76213"/>
                    <a:pt x="338086" y="74024"/>
                  </a:cubicBezTo>
                  <a:cubicBezTo>
                    <a:pt x="337494" y="71277"/>
                    <a:pt x="335534" y="68939"/>
                    <a:pt x="333056" y="67677"/>
                  </a:cubicBezTo>
                  <a:cubicBezTo>
                    <a:pt x="299663" y="51754"/>
                    <a:pt x="264419" y="41844"/>
                    <a:pt x="227951" y="37985"/>
                  </a:cubicBezTo>
                  <a:lnTo>
                    <a:pt x="229578" y="9889"/>
                  </a:lnTo>
                  <a:cubicBezTo>
                    <a:pt x="229874" y="4767"/>
                    <a:pt x="225991" y="387"/>
                    <a:pt x="220887" y="91"/>
                  </a:cubicBezTo>
                  <a:close/>
                </a:path>
              </a:pathLst>
            </a:custGeom>
            <a:solidFill>
              <a:srgbClr val="000000"/>
            </a:solidFill>
            <a:ln w="9438" cap="flat">
              <a:noFill/>
              <a:prstDash val="solid"/>
              <a:miter/>
            </a:ln>
          </p:spPr>
          <p:txBody>
            <a:bodyPr/>
            <a:lstStyle/>
            <a:p>
              <a:endParaRPr lang="en-US"/>
            </a:p>
          </p:txBody>
        </p:sp>
        <p:sp>
          <p:nvSpPr>
            <p:cNvPr id="42" name="Freeform 41">
              <a:extLst>
                <a:ext uri="{FF2B5EF4-FFF2-40B4-BE49-F238E27FC236}">
                  <a16:creationId xmlns:a16="http://schemas.microsoft.com/office/drawing/2014/main" id="{BCC413F5-C078-E19B-7E65-190DAD51E188}"/>
                </a:ext>
              </a:extLst>
            </p:cNvPr>
            <p:cNvSpPr/>
            <p:nvPr/>
          </p:nvSpPr>
          <p:spPr>
            <a:xfrm>
              <a:off x="3988072" y="4733630"/>
              <a:ext cx="366180" cy="175999"/>
            </a:xfrm>
            <a:custGeom>
              <a:avLst/>
              <a:gdLst>
                <a:gd name="csX0" fmla="*/ 365419 w 366180"/>
                <a:gd name="csY0" fmla="*/ 94601 h 175999"/>
                <a:gd name="csX1" fmla="*/ 353252 w 366180"/>
                <a:gd name="csY1" fmla="*/ 89776 h 175999"/>
                <a:gd name="csX2" fmla="*/ 307801 w 366180"/>
                <a:gd name="csY2" fmla="*/ 109558 h 175999"/>
                <a:gd name="csX3" fmla="*/ 3921 w 366180"/>
                <a:gd name="csY3" fmla="*/ 38112 h 175999"/>
                <a:gd name="csX4" fmla="*/ 1702 w 366180"/>
                <a:gd name="csY4" fmla="*/ 51028 h 175999"/>
                <a:gd name="csX5" fmla="*/ 14572 w 366180"/>
                <a:gd name="csY5" fmla="*/ 53255 h 175999"/>
                <a:gd name="csX6" fmla="*/ 307537 w 366180"/>
                <a:gd name="csY6" fmla="*/ 157439 h 175999"/>
                <a:gd name="csX7" fmla="*/ 278987 w 366180"/>
                <a:gd name="csY7" fmla="*/ 157439 h 175999"/>
                <a:gd name="csX8" fmla="*/ 278987 w 366180"/>
                <a:gd name="csY8" fmla="*/ 175996 h 175999"/>
                <a:gd name="csX9" fmla="*/ 319371 w 366180"/>
                <a:gd name="csY9" fmla="*/ 175996 h 175999"/>
                <a:gd name="csX10" fmla="*/ 328394 w 366180"/>
                <a:gd name="csY10" fmla="*/ 164750 h 175999"/>
                <a:gd name="csX11" fmla="*/ 315931 w 366180"/>
                <a:gd name="csY11" fmla="*/ 126225 h 175999"/>
                <a:gd name="csX12" fmla="*/ 360606 w 366180"/>
                <a:gd name="csY12" fmla="*/ 106776 h 175999"/>
                <a:gd name="csX13" fmla="*/ 365413 w 366180"/>
                <a:gd name="csY13" fmla="*/ 94565 h 175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66180" h="175999">
                  <a:moveTo>
                    <a:pt x="365419" y="94601"/>
                  </a:moveTo>
                  <a:cubicBezTo>
                    <a:pt x="363385" y="89888"/>
                    <a:pt x="357949" y="87735"/>
                    <a:pt x="353252" y="89776"/>
                  </a:cubicBezTo>
                  <a:lnTo>
                    <a:pt x="307801" y="109558"/>
                  </a:lnTo>
                  <a:cubicBezTo>
                    <a:pt x="251182" y="1774"/>
                    <a:pt x="103734" y="-35121"/>
                    <a:pt x="3921" y="38112"/>
                  </a:cubicBezTo>
                  <a:cubicBezTo>
                    <a:pt x="-258" y="41081"/>
                    <a:pt x="-1257" y="46871"/>
                    <a:pt x="1702" y="51028"/>
                  </a:cubicBezTo>
                  <a:cubicBezTo>
                    <a:pt x="4661" y="55222"/>
                    <a:pt x="10430" y="56187"/>
                    <a:pt x="14572" y="53255"/>
                  </a:cubicBezTo>
                  <a:cubicBezTo>
                    <a:pt x="119299" y="-23313"/>
                    <a:pt x="273814" y="32990"/>
                    <a:pt x="307537" y="157439"/>
                  </a:cubicBezTo>
                  <a:lnTo>
                    <a:pt x="278987" y="157439"/>
                  </a:lnTo>
                  <a:cubicBezTo>
                    <a:pt x="266820" y="157736"/>
                    <a:pt x="266783" y="175700"/>
                    <a:pt x="278987" y="175996"/>
                  </a:cubicBezTo>
                  <a:lnTo>
                    <a:pt x="319371" y="175996"/>
                  </a:lnTo>
                  <a:cubicBezTo>
                    <a:pt x="325103" y="176145"/>
                    <a:pt x="329763" y="170318"/>
                    <a:pt x="328394" y="164750"/>
                  </a:cubicBezTo>
                  <a:cubicBezTo>
                    <a:pt x="325473" y="151351"/>
                    <a:pt x="321257" y="138473"/>
                    <a:pt x="315931" y="126225"/>
                  </a:cubicBezTo>
                  <a:lnTo>
                    <a:pt x="360606" y="106776"/>
                  </a:lnTo>
                  <a:cubicBezTo>
                    <a:pt x="365302" y="104735"/>
                    <a:pt x="367447" y="99279"/>
                    <a:pt x="365413" y="94565"/>
                  </a:cubicBezTo>
                  <a:close/>
                </a:path>
              </a:pathLst>
            </a:custGeom>
            <a:solidFill>
              <a:srgbClr val="000000"/>
            </a:solidFill>
            <a:ln w="9438" cap="flat">
              <a:noFill/>
              <a:prstDash val="solid"/>
              <a:miter/>
            </a:ln>
          </p:spPr>
          <p:txBody>
            <a:bodyPr/>
            <a:lstStyle/>
            <a:p>
              <a:endParaRPr lang="en-US"/>
            </a:p>
          </p:txBody>
        </p:sp>
        <p:sp>
          <p:nvSpPr>
            <p:cNvPr id="43" name="Freeform 42">
              <a:extLst>
                <a:ext uri="{FF2B5EF4-FFF2-40B4-BE49-F238E27FC236}">
                  <a16:creationId xmlns:a16="http://schemas.microsoft.com/office/drawing/2014/main" id="{CE8C3699-3E3B-CCAF-4804-F80AA7F713D1}"/>
                </a:ext>
              </a:extLst>
            </p:cNvPr>
            <p:cNvSpPr/>
            <p:nvPr/>
          </p:nvSpPr>
          <p:spPr>
            <a:xfrm>
              <a:off x="4004823" y="4787978"/>
              <a:ext cx="214976" cy="273192"/>
            </a:xfrm>
            <a:custGeom>
              <a:avLst/>
              <a:gdLst>
                <a:gd name="csX0" fmla="*/ 198517 w 214976"/>
                <a:gd name="csY0" fmla="*/ 132751 h 273192"/>
                <a:gd name="csX1" fmla="*/ 204361 w 214976"/>
                <a:gd name="csY1" fmla="*/ 133233 h 273192"/>
                <a:gd name="csX2" fmla="*/ 214974 w 214976"/>
                <a:gd name="csY2" fmla="*/ 124066 h 273192"/>
                <a:gd name="csX3" fmla="*/ 214974 w 214976"/>
                <a:gd name="csY3" fmla="*/ 95153 h 273192"/>
                <a:gd name="csX4" fmla="*/ 191898 w 214976"/>
                <a:gd name="csY4" fmla="*/ 72030 h 273192"/>
                <a:gd name="csX5" fmla="*/ 164088 w 214976"/>
                <a:gd name="csY5" fmla="*/ 72030 h 273192"/>
                <a:gd name="csX6" fmla="*/ 114014 w 214976"/>
                <a:gd name="csY6" fmla="*/ 434 h 273192"/>
                <a:gd name="csX7" fmla="*/ 50924 w 214976"/>
                <a:gd name="csY7" fmla="*/ 72030 h 273192"/>
                <a:gd name="csX8" fmla="*/ 23076 w 214976"/>
                <a:gd name="csY8" fmla="*/ 72030 h 273192"/>
                <a:gd name="csX9" fmla="*/ 0 w 214976"/>
                <a:gd name="csY9" fmla="*/ 95153 h 273192"/>
                <a:gd name="csX10" fmla="*/ 0 w 214976"/>
                <a:gd name="csY10" fmla="*/ 155205 h 273192"/>
                <a:gd name="csX11" fmla="*/ 18491 w 214976"/>
                <a:gd name="csY11" fmla="*/ 155205 h 273192"/>
                <a:gd name="csX12" fmla="*/ 18491 w 214976"/>
                <a:gd name="csY12" fmla="*/ 95153 h 273192"/>
                <a:gd name="csX13" fmla="*/ 23076 w 214976"/>
                <a:gd name="csY13" fmla="*/ 90588 h 273192"/>
                <a:gd name="csX14" fmla="*/ 64200 w 214976"/>
                <a:gd name="csY14" fmla="*/ 90588 h 273192"/>
                <a:gd name="csX15" fmla="*/ 72373 w 214976"/>
                <a:gd name="csY15" fmla="*/ 76966 h 273192"/>
                <a:gd name="csX16" fmla="*/ 111980 w 214976"/>
                <a:gd name="csY16" fmla="*/ 18844 h 273192"/>
                <a:gd name="csX17" fmla="*/ 142601 w 214976"/>
                <a:gd name="csY17" fmla="*/ 76966 h 273192"/>
                <a:gd name="csX18" fmla="*/ 150774 w 214976"/>
                <a:gd name="csY18" fmla="*/ 90588 h 273192"/>
                <a:gd name="csX19" fmla="*/ 191898 w 214976"/>
                <a:gd name="csY19" fmla="*/ 90588 h 273192"/>
                <a:gd name="csX20" fmla="*/ 196484 w 214976"/>
                <a:gd name="csY20" fmla="*/ 95153 h 273192"/>
                <a:gd name="csX21" fmla="*/ 196484 w 214976"/>
                <a:gd name="csY21" fmla="*/ 114230 h 273192"/>
                <a:gd name="csX22" fmla="*/ 196484 w 214976"/>
                <a:gd name="csY22" fmla="*/ 230956 h 273192"/>
                <a:gd name="csX23" fmla="*/ 196484 w 214976"/>
                <a:gd name="csY23" fmla="*/ 250033 h 273192"/>
                <a:gd name="csX24" fmla="*/ 191898 w 214976"/>
                <a:gd name="csY24" fmla="*/ 254635 h 273192"/>
                <a:gd name="csX25" fmla="*/ 23078 w 214976"/>
                <a:gd name="csY25" fmla="*/ 254635 h 273192"/>
                <a:gd name="csX26" fmla="*/ 18492 w 214976"/>
                <a:gd name="csY26" fmla="*/ 250033 h 273192"/>
                <a:gd name="csX27" fmla="*/ 18492 w 214976"/>
                <a:gd name="csY27" fmla="*/ 204307 h 273192"/>
                <a:gd name="csX28" fmla="*/ 1 w 214976"/>
                <a:gd name="csY28" fmla="*/ 204307 h 273192"/>
                <a:gd name="csX29" fmla="*/ 1 w 214976"/>
                <a:gd name="csY29" fmla="*/ 250033 h 273192"/>
                <a:gd name="csX30" fmla="*/ 23078 w 214976"/>
                <a:gd name="csY30" fmla="*/ 273192 h 273192"/>
                <a:gd name="csX31" fmla="*/ 191898 w 214976"/>
                <a:gd name="csY31" fmla="*/ 273192 h 273192"/>
                <a:gd name="csX32" fmla="*/ 214975 w 214976"/>
                <a:gd name="csY32" fmla="*/ 250033 h 273192"/>
                <a:gd name="csX33" fmla="*/ 214975 w 214976"/>
                <a:gd name="csY33" fmla="*/ 221120 h 273192"/>
                <a:gd name="csX34" fmla="*/ 211757 w 214976"/>
                <a:gd name="csY34" fmla="*/ 214105 h 273192"/>
                <a:gd name="csX35" fmla="*/ 198518 w 214976"/>
                <a:gd name="csY35" fmla="*/ 212435 h 273192"/>
                <a:gd name="csX36" fmla="*/ 198518 w 214976"/>
                <a:gd name="csY36" fmla="*/ 132749 h 2731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14976" h="273192">
                  <a:moveTo>
                    <a:pt x="198517" y="132751"/>
                  </a:moveTo>
                  <a:cubicBezTo>
                    <a:pt x="200256" y="132751"/>
                    <a:pt x="202105" y="132899"/>
                    <a:pt x="204361" y="133233"/>
                  </a:cubicBezTo>
                  <a:cubicBezTo>
                    <a:pt x="209760" y="134161"/>
                    <a:pt x="215085" y="129559"/>
                    <a:pt x="214974" y="124066"/>
                  </a:cubicBezTo>
                  <a:lnTo>
                    <a:pt x="214974" y="95153"/>
                  </a:lnTo>
                  <a:cubicBezTo>
                    <a:pt x="214974" y="82385"/>
                    <a:pt x="204619" y="72030"/>
                    <a:pt x="191898" y="72030"/>
                  </a:cubicBezTo>
                  <a:lnTo>
                    <a:pt x="164088" y="72030"/>
                  </a:lnTo>
                  <a:cubicBezTo>
                    <a:pt x="172630" y="38960"/>
                    <a:pt x="148112" y="3553"/>
                    <a:pt x="114014" y="434"/>
                  </a:cubicBezTo>
                  <a:cubicBezTo>
                    <a:pt x="74629" y="-4502"/>
                    <a:pt x="41124" y="33467"/>
                    <a:pt x="50924" y="72030"/>
                  </a:cubicBezTo>
                  <a:lnTo>
                    <a:pt x="23076" y="72030"/>
                  </a:lnTo>
                  <a:cubicBezTo>
                    <a:pt x="10354" y="72030"/>
                    <a:pt x="0" y="82423"/>
                    <a:pt x="0" y="95153"/>
                  </a:cubicBezTo>
                  <a:lnTo>
                    <a:pt x="0" y="155205"/>
                  </a:lnTo>
                  <a:cubicBezTo>
                    <a:pt x="333" y="167416"/>
                    <a:pt x="18158" y="167453"/>
                    <a:pt x="18491" y="155205"/>
                  </a:cubicBezTo>
                  <a:lnTo>
                    <a:pt x="18491" y="95153"/>
                  </a:lnTo>
                  <a:cubicBezTo>
                    <a:pt x="18491" y="92629"/>
                    <a:pt x="20524" y="90588"/>
                    <a:pt x="23076" y="90588"/>
                  </a:cubicBezTo>
                  <a:lnTo>
                    <a:pt x="64200" y="90588"/>
                  </a:lnTo>
                  <a:cubicBezTo>
                    <a:pt x="70931" y="90810"/>
                    <a:pt x="75701" y="82868"/>
                    <a:pt x="72373" y="76966"/>
                  </a:cubicBezTo>
                  <a:cubicBezTo>
                    <a:pt x="57359" y="49315"/>
                    <a:pt x="80842" y="14872"/>
                    <a:pt x="111980" y="18844"/>
                  </a:cubicBezTo>
                  <a:cubicBezTo>
                    <a:pt x="139125" y="21590"/>
                    <a:pt x="155840" y="52952"/>
                    <a:pt x="142601" y="76966"/>
                  </a:cubicBezTo>
                  <a:cubicBezTo>
                    <a:pt x="139273" y="82868"/>
                    <a:pt x="144044" y="90773"/>
                    <a:pt x="150774" y="90588"/>
                  </a:cubicBezTo>
                  <a:lnTo>
                    <a:pt x="191898" y="90588"/>
                  </a:lnTo>
                  <a:cubicBezTo>
                    <a:pt x="194413" y="90588"/>
                    <a:pt x="196484" y="92629"/>
                    <a:pt x="196484" y="95153"/>
                  </a:cubicBezTo>
                  <a:lnTo>
                    <a:pt x="196484" y="114230"/>
                  </a:lnTo>
                  <a:cubicBezTo>
                    <a:pt x="122003" y="119500"/>
                    <a:pt x="122040" y="225720"/>
                    <a:pt x="196484" y="230956"/>
                  </a:cubicBezTo>
                  <a:lnTo>
                    <a:pt x="196484" y="250033"/>
                  </a:lnTo>
                  <a:cubicBezTo>
                    <a:pt x="196484" y="252556"/>
                    <a:pt x="194450" y="254635"/>
                    <a:pt x="191898" y="254635"/>
                  </a:cubicBezTo>
                  <a:lnTo>
                    <a:pt x="23078" y="254635"/>
                  </a:lnTo>
                  <a:cubicBezTo>
                    <a:pt x="20563" y="254635"/>
                    <a:pt x="18492" y="252594"/>
                    <a:pt x="18492" y="250033"/>
                  </a:cubicBezTo>
                  <a:lnTo>
                    <a:pt x="18492" y="204307"/>
                  </a:lnTo>
                  <a:cubicBezTo>
                    <a:pt x="18233" y="192095"/>
                    <a:pt x="297" y="192058"/>
                    <a:pt x="1" y="204307"/>
                  </a:cubicBezTo>
                  <a:lnTo>
                    <a:pt x="1" y="250033"/>
                  </a:lnTo>
                  <a:cubicBezTo>
                    <a:pt x="1" y="262801"/>
                    <a:pt x="10357" y="273192"/>
                    <a:pt x="23078" y="273192"/>
                  </a:cubicBezTo>
                  <a:lnTo>
                    <a:pt x="191898" y="273192"/>
                  </a:lnTo>
                  <a:cubicBezTo>
                    <a:pt x="204620" y="273192"/>
                    <a:pt x="214975" y="262800"/>
                    <a:pt x="214975" y="250033"/>
                  </a:cubicBezTo>
                  <a:lnTo>
                    <a:pt x="214975" y="221120"/>
                  </a:lnTo>
                  <a:cubicBezTo>
                    <a:pt x="214975" y="218410"/>
                    <a:pt x="213791" y="215849"/>
                    <a:pt x="211757" y="214105"/>
                  </a:cubicBezTo>
                  <a:cubicBezTo>
                    <a:pt x="208244" y="210542"/>
                    <a:pt x="202586" y="212472"/>
                    <a:pt x="198518" y="212435"/>
                  </a:cubicBezTo>
                  <a:cubicBezTo>
                    <a:pt x="145820" y="210245"/>
                    <a:pt x="145894" y="134939"/>
                    <a:pt x="198518" y="132749"/>
                  </a:cubicBezTo>
                  <a:close/>
                </a:path>
              </a:pathLst>
            </a:custGeom>
            <a:solidFill>
              <a:srgbClr val="000000"/>
            </a:solidFill>
            <a:ln w="9438" cap="flat">
              <a:noFill/>
              <a:prstDash val="solid"/>
              <a:miter/>
            </a:ln>
          </p:spPr>
          <p:txBody>
            <a:bodyPr/>
            <a:lstStyle/>
            <a:p>
              <a:endParaRPr lang="en-US"/>
            </a:p>
          </p:txBody>
        </p:sp>
      </p:grpSp>
      <p:sp>
        <p:nvSpPr>
          <p:cNvPr id="50" name="Freeform 49">
            <a:extLst>
              <a:ext uri="{FF2B5EF4-FFF2-40B4-BE49-F238E27FC236}">
                <a16:creationId xmlns:a16="http://schemas.microsoft.com/office/drawing/2014/main" id="{863E7D5C-3039-6426-AFE2-5FE3A15904DF}"/>
              </a:ext>
              <a:ext uri="{C183D7F6-B498-43B3-948B-1728B52AA6E4}">
                <adec:decorative xmlns:adec="http://schemas.microsoft.com/office/drawing/2017/decorative" val="1"/>
              </a:ext>
            </a:extLst>
          </p:cNvPr>
          <p:cNvSpPr>
            <a:spLocks noChangeAspect="1"/>
          </p:cNvSpPr>
          <p:nvPr/>
        </p:nvSpPr>
        <p:spPr>
          <a:xfrm>
            <a:off x="9686849" y="2188643"/>
            <a:ext cx="592951" cy="597095"/>
          </a:xfrm>
          <a:custGeom>
            <a:avLst/>
            <a:gdLst>
              <a:gd name="csX0" fmla="*/ 518268 w 868140"/>
              <a:gd name="csY0" fmla="*/ 45655 h 874206"/>
              <a:gd name="csX1" fmla="*/ 545376 w 868140"/>
              <a:gd name="csY1" fmla="*/ 54785 h 874206"/>
              <a:gd name="csX2" fmla="*/ 571040 w 868140"/>
              <a:gd name="csY2" fmla="*/ 67628 h 874206"/>
              <a:gd name="csX3" fmla="*/ 575256 w 868140"/>
              <a:gd name="csY3" fmla="*/ 68518 h 874206"/>
              <a:gd name="csX4" fmla="*/ 579102 w 868140"/>
              <a:gd name="csY4" fmla="*/ 66514 h 874206"/>
              <a:gd name="csX5" fmla="*/ 588607 w 868140"/>
              <a:gd name="csY5" fmla="*/ 57050 h 874206"/>
              <a:gd name="csX6" fmla="*/ 606653 w 868140"/>
              <a:gd name="csY6" fmla="*/ 49515 h 874206"/>
              <a:gd name="csX7" fmla="*/ 624663 w 868140"/>
              <a:gd name="csY7" fmla="*/ 57013 h 874206"/>
              <a:gd name="csX8" fmla="*/ 656504 w 868140"/>
              <a:gd name="csY8" fmla="*/ 88932 h 874206"/>
              <a:gd name="csX9" fmla="*/ 663974 w 868140"/>
              <a:gd name="csY9" fmla="*/ 107082 h 874206"/>
              <a:gd name="csX10" fmla="*/ 656504 w 868140"/>
              <a:gd name="csY10" fmla="*/ 125231 h 874206"/>
              <a:gd name="csX11" fmla="*/ 647037 w 868140"/>
              <a:gd name="csY11" fmla="*/ 134696 h 874206"/>
              <a:gd name="csX12" fmla="*/ 645040 w 868140"/>
              <a:gd name="csY12" fmla="*/ 138630 h 874206"/>
              <a:gd name="csX13" fmla="*/ 645927 w 868140"/>
              <a:gd name="csY13" fmla="*/ 142861 h 874206"/>
              <a:gd name="csX14" fmla="*/ 658723 w 868140"/>
              <a:gd name="csY14" fmla="*/ 168619 h 874206"/>
              <a:gd name="csX15" fmla="*/ 667821 w 868140"/>
              <a:gd name="csY15" fmla="*/ 195787 h 874206"/>
              <a:gd name="csX16" fmla="*/ 670150 w 868140"/>
              <a:gd name="csY16" fmla="*/ 199424 h 874206"/>
              <a:gd name="csX17" fmla="*/ 674255 w 868140"/>
              <a:gd name="csY17" fmla="*/ 200761 h 874206"/>
              <a:gd name="csX18" fmla="*/ 687643 w 868140"/>
              <a:gd name="csY18" fmla="*/ 200761 h 874206"/>
              <a:gd name="csX19" fmla="*/ 705689 w 868140"/>
              <a:gd name="csY19" fmla="*/ 208295 h 874206"/>
              <a:gd name="csX20" fmla="*/ 713197 w 868140"/>
              <a:gd name="csY20" fmla="*/ 226407 h 874206"/>
              <a:gd name="csX21" fmla="*/ 713197 w 868140"/>
              <a:gd name="csY21" fmla="*/ 271502 h 874206"/>
              <a:gd name="csX22" fmla="*/ 705689 w 868140"/>
              <a:gd name="csY22" fmla="*/ 289576 h 874206"/>
              <a:gd name="csX23" fmla="*/ 687605 w 868140"/>
              <a:gd name="csY23" fmla="*/ 297148 h 874206"/>
              <a:gd name="csX24" fmla="*/ 674254 w 868140"/>
              <a:gd name="csY24" fmla="*/ 297148 h 874206"/>
              <a:gd name="csX25" fmla="*/ 670112 w 868140"/>
              <a:gd name="csY25" fmla="*/ 298521 h 874206"/>
              <a:gd name="csX26" fmla="*/ 667820 w 868140"/>
              <a:gd name="csY26" fmla="*/ 302121 h 874206"/>
              <a:gd name="csX27" fmla="*/ 658722 w 868140"/>
              <a:gd name="csY27" fmla="*/ 329327 h 874206"/>
              <a:gd name="csX28" fmla="*/ 645926 w 868140"/>
              <a:gd name="csY28" fmla="*/ 355084 h 874206"/>
              <a:gd name="csX29" fmla="*/ 645039 w 868140"/>
              <a:gd name="csY29" fmla="*/ 359316 h 874206"/>
              <a:gd name="csX30" fmla="*/ 647036 w 868140"/>
              <a:gd name="csY30" fmla="*/ 363176 h 874206"/>
              <a:gd name="csX31" fmla="*/ 656466 w 868140"/>
              <a:gd name="csY31" fmla="*/ 372714 h 874206"/>
              <a:gd name="csX32" fmla="*/ 663973 w 868140"/>
              <a:gd name="csY32" fmla="*/ 390826 h 874206"/>
              <a:gd name="csX33" fmla="*/ 656503 w 868140"/>
              <a:gd name="csY33" fmla="*/ 408900 h 874206"/>
              <a:gd name="csX34" fmla="*/ 624698 w 868140"/>
              <a:gd name="csY34" fmla="*/ 440857 h 874206"/>
              <a:gd name="csX35" fmla="*/ 606614 w 868140"/>
              <a:gd name="csY35" fmla="*/ 448354 h 874206"/>
              <a:gd name="csX36" fmla="*/ 588530 w 868140"/>
              <a:gd name="csY36" fmla="*/ 440857 h 874206"/>
              <a:gd name="csX37" fmla="*/ 579099 w 868140"/>
              <a:gd name="csY37" fmla="*/ 431355 h 874206"/>
              <a:gd name="csX38" fmla="*/ 575179 w 868140"/>
              <a:gd name="csY38" fmla="*/ 429351 h 874206"/>
              <a:gd name="csX39" fmla="*/ 570964 w 868140"/>
              <a:gd name="csY39" fmla="*/ 430242 h 874206"/>
              <a:gd name="csX40" fmla="*/ 545299 w 868140"/>
              <a:gd name="csY40" fmla="*/ 443084 h 874206"/>
              <a:gd name="csX41" fmla="*/ 518228 w 868140"/>
              <a:gd name="csY41" fmla="*/ 452214 h 874206"/>
              <a:gd name="csX42" fmla="*/ 514604 w 868140"/>
              <a:gd name="csY42" fmla="*/ 454553 h 874206"/>
              <a:gd name="csX43" fmla="*/ 513273 w 868140"/>
              <a:gd name="csY43" fmla="*/ 458672 h 874206"/>
              <a:gd name="csX44" fmla="*/ 513273 w 868140"/>
              <a:gd name="csY44" fmla="*/ 472108 h 874206"/>
              <a:gd name="csX45" fmla="*/ 505765 w 868140"/>
              <a:gd name="csY45" fmla="*/ 490183 h 874206"/>
              <a:gd name="csX46" fmla="*/ 487681 w 868140"/>
              <a:gd name="csY46" fmla="*/ 497755 h 874206"/>
              <a:gd name="csX47" fmla="*/ 442748 w 868140"/>
              <a:gd name="csY47" fmla="*/ 497755 h 874206"/>
              <a:gd name="csX48" fmla="*/ 424664 w 868140"/>
              <a:gd name="csY48" fmla="*/ 490220 h 874206"/>
              <a:gd name="csX49" fmla="*/ 417157 w 868140"/>
              <a:gd name="csY49" fmla="*/ 472070 h 874206"/>
              <a:gd name="csX50" fmla="*/ 417157 w 868140"/>
              <a:gd name="csY50" fmla="*/ 458671 h 874206"/>
              <a:gd name="csX51" fmla="*/ 415788 w 868140"/>
              <a:gd name="csY51" fmla="*/ 454515 h 874206"/>
              <a:gd name="csX52" fmla="*/ 412201 w 868140"/>
              <a:gd name="csY52" fmla="*/ 452213 h 874206"/>
              <a:gd name="csX53" fmla="*/ 385093 w 868140"/>
              <a:gd name="csY53" fmla="*/ 443083 h 874206"/>
              <a:gd name="csX54" fmla="*/ 359429 w 868140"/>
              <a:gd name="csY54" fmla="*/ 430241 h 874206"/>
              <a:gd name="csX55" fmla="*/ 355213 w 868140"/>
              <a:gd name="csY55" fmla="*/ 429350 h 874206"/>
              <a:gd name="csX56" fmla="*/ 351367 w 868140"/>
              <a:gd name="csY56" fmla="*/ 431354 h 874206"/>
              <a:gd name="csX57" fmla="*/ 341862 w 868140"/>
              <a:gd name="csY57" fmla="*/ 440819 h 874206"/>
              <a:gd name="csX58" fmla="*/ 323816 w 868140"/>
              <a:gd name="csY58" fmla="*/ 448353 h 874206"/>
              <a:gd name="csX59" fmla="*/ 305806 w 868140"/>
              <a:gd name="csY59" fmla="*/ 440856 h 874206"/>
              <a:gd name="csX60" fmla="*/ 273965 w 868140"/>
              <a:gd name="csY60" fmla="*/ 408937 h 874206"/>
              <a:gd name="csX61" fmla="*/ 266495 w 868140"/>
              <a:gd name="csY61" fmla="*/ 390787 h 874206"/>
              <a:gd name="csX62" fmla="*/ 273965 w 868140"/>
              <a:gd name="csY62" fmla="*/ 372637 h 874206"/>
              <a:gd name="csX63" fmla="*/ 283432 w 868140"/>
              <a:gd name="csY63" fmla="*/ 363173 h 874206"/>
              <a:gd name="csX64" fmla="*/ 285429 w 868140"/>
              <a:gd name="csY64" fmla="*/ 359239 h 874206"/>
              <a:gd name="csX65" fmla="*/ 284542 w 868140"/>
              <a:gd name="csY65" fmla="*/ 355007 h 874206"/>
              <a:gd name="csX66" fmla="*/ 271746 w 868140"/>
              <a:gd name="csY66" fmla="*/ 329250 h 874206"/>
              <a:gd name="csX67" fmla="*/ 262648 w 868140"/>
              <a:gd name="csY67" fmla="*/ 302081 h 874206"/>
              <a:gd name="csX68" fmla="*/ 260319 w 868140"/>
              <a:gd name="csY68" fmla="*/ 298444 h 874206"/>
              <a:gd name="csX69" fmla="*/ 256214 w 868140"/>
              <a:gd name="csY69" fmla="*/ 297108 h 874206"/>
              <a:gd name="csX70" fmla="*/ 242826 w 868140"/>
              <a:gd name="csY70" fmla="*/ 297108 h 874206"/>
              <a:gd name="csX71" fmla="*/ 224742 w 868140"/>
              <a:gd name="csY71" fmla="*/ 289574 h 874206"/>
              <a:gd name="csX72" fmla="*/ 217234 w 868140"/>
              <a:gd name="csY72" fmla="*/ 271424 h 874206"/>
              <a:gd name="csX73" fmla="*/ 217234 w 868140"/>
              <a:gd name="csY73" fmla="*/ 226329 h 874206"/>
              <a:gd name="csX74" fmla="*/ 224742 w 868140"/>
              <a:gd name="csY74" fmla="*/ 208179 h 874206"/>
              <a:gd name="csX75" fmla="*/ 242826 w 868140"/>
              <a:gd name="csY75" fmla="*/ 200645 h 874206"/>
              <a:gd name="csX76" fmla="*/ 256177 w 868140"/>
              <a:gd name="csY76" fmla="*/ 200645 h 874206"/>
              <a:gd name="csX77" fmla="*/ 260319 w 868140"/>
              <a:gd name="csY77" fmla="*/ 199271 h 874206"/>
              <a:gd name="csX78" fmla="*/ 262612 w 868140"/>
              <a:gd name="csY78" fmla="*/ 195671 h 874206"/>
              <a:gd name="csX79" fmla="*/ 271709 w 868140"/>
              <a:gd name="csY79" fmla="*/ 168466 h 874206"/>
              <a:gd name="csX80" fmla="*/ 284505 w 868140"/>
              <a:gd name="csY80" fmla="*/ 142708 h 874206"/>
              <a:gd name="csX81" fmla="*/ 285393 w 868140"/>
              <a:gd name="csY81" fmla="*/ 138477 h 874206"/>
              <a:gd name="csX82" fmla="*/ 283396 w 868140"/>
              <a:gd name="csY82" fmla="*/ 134617 h 874206"/>
              <a:gd name="csX83" fmla="*/ 273965 w 868140"/>
              <a:gd name="csY83" fmla="*/ 125078 h 874206"/>
              <a:gd name="csX84" fmla="*/ 266458 w 868140"/>
              <a:gd name="csY84" fmla="*/ 106967 h 874206"/>
              <a:gd name="csX85" fmla="*/ 273928 w 868140"/>
              <a:gd name="csY85" fmla="*/ 88892 h 874206"/>
              <a:gd name="csX86" fmla="*/ 305733 w 868140"/>
              <a:gd name="csY86" fmla="*/ 56936 h 874206"/>
              <a:gd name="csX87" fmla="*/ 323817 w 868140"/>
              <a:gd name="csY87" fmla="*/ 49438 h 874206"/>
              <a:gd name="csX88" fmla="*/ 341901 w 868140"/>
              <a:gd name="csY88" fmla="*/ 56936 h 874206"/>
              <a:gd name="csX89" fmla="*/ 351332 w 868140"/>
              <a:gd name="csY89" fmla="*/ 66437 h 874206"/>
              <a:gd name="csX90" fmla="*/ 355252 w 868140"/>
              <a:gd name="csY90" fmla="*/ 68441 h 874206"/>
              <a:gd name="csX91" fmla="*/ 359468 w 868140"/>
              <a:gd name="csY91" fmla="*/ 67551 h 874206"/>
              <a:gd name="csX92" fmla="*/ 385132 w 868140"/>
              <a:gd name="csY92" fmla="*/ 54708 h 874206"/>
              <a:gd name="csX93" fmla="*/ 412203 w 868140"/>
              <a:gd name="csY93" fmla="*/ 45578 h 874206"/>
              <a:gd name="csX94" fmla="*/ 415827 w 868140"/>
              <a:gd name="csY94" fmla="*/ 43240 h 874206"/>
              <a:gd name="csX95" fmla="*/ 417159 w 868140"/>
              <a:gd name="csY95" fmla="*/ 39120 h 874206"/>
              <a:gd name="csX96" fmla="*/ 417159 w 868140"/>
              <a:gd name="csY96" fmla="*/ 25684 h 874206"/>
              <a:gd name="csX97" fmla="*/ 424666 w 868140"/>
              <a:gd name="csY97" fmla="*/ 7534 h 874206"/>
              <a:gd name="csX98" fmla="*/ 442750 w 868140"/>
              <a:gd name="csY98" fmla="*/ 0 h 874206"/>
              <a:gd name="csX99" fmla="*/ 487683 w 868140"/>
              <a:gd name="csY99" fmla="*/ 0 h 874206"/>
              <a:gd name="csX100" fmla="*/ 505729 w 868140"/>
              <a:gd name="csY100" fmla="*/ 7534 h 874206"/>
              <a:gd name="csX101" fmla="*/ 513237 w 868140"/>
              <a:gd name="csY101" fmla="*/ 25646 h 874206"/>
              <a:gd name="csX102" fmla="*/ 513237 w 868140"/>
              <a:gd name="csY102" fmla="*/ 39045 h 874206"/>
              <a:gd name="csX103" fmla="*/ 514568 w 868140"/>
              <a:gd name="csY103" fmla="*/ 43165 h 874206"/>
              <a:gd name="csX104" fmla="*/ 518192 w 868140"/>
              <a:gd name="csY104" fmla="*/ 45503 h 874206"/>
              <a:gd name="csX105" fmla="*/ 508579 w 868140"/>
              <a:gd name="csY105" fmla="*/ 373903 h 874206"/>
              <a:gd name="csX106" fmla="*/ 508579 w 868140"/>
              <a:gd name="csY106" fmla="*/ 211855 h 874206"/>
              <a:gd name="csX107" fmla="*/ 518046 w 868140"/>
              <a:gd name="csY107" fmla="*/ 202353 h 874206"/>
              <a:gd name="csX108" fmla="*/ 567971 w 868140"/>
              <a:gd name="csY108" fmla="*/ 202353 h 874206"/>
              <a:gd name="csX109" fmla="*/ 577438 w 868140"/>
              <a:gd name="csY109" fmla="*/ 211855 h 874206"/>
              <a:gd name="csX110" fmla="*/ 577438 w 868140"/>
              <a:gd name="csY110" fmla="*/ 318376 h 874206"/>
              <a:gd name="csX111" fmla="*/ 597038 w 868140"/>
              <a:gd name="csY111" fmla="*/ 248934 h 874206"/>
              <a:gd name="csX112" fmla="*/ 558430 w 868140"/>
              <a:gd name="csY112" fmla="*/ 155403 h 874206"/>
              <a:gd name="csX113" fmla="*/ 465236 w 868140"/>
              <a:gd name="csY113" fmla="*/ 116655 h 874206"/>
              <a:gd name="csX114" fmla="*/ 372042 w 868140"/>
              <a:gd name="csY114" fmla="*/ 155403 h 874206"/>
              <a:gd name="csX115" fmla="*/ 333434 w 868140"/>
              <a:gd name="csY115" fmla="*/ 248934 h 874206"/>
              <a:gd name="csX116" fmla="*/ 353034 w 868140"/>
              <a:gd name="csY116" fmla="*/ 318376 h 874206"/>
              <a:gd name="csX117" fmla="*/ 353034 w 868140"/>
              <a:gd name="csY117" fmla="*/ 250752 h 874206"/>
              <a:gd name="csX118" fmla="*/ 362501 w 868140"/>
              <a:gd name="csY118" fmla="*/ 241251 h 874206"/>
              <a:gd name="csX119" fmla="*/ 412426 w 868140"/>
              <a:gd name="csY119" fmla="*/ 241251 h 874206"/>
              <a:gd name="csX120" fmla="*/ 421893 w 868140"/>
              <a:gd name="csY120" fmla="*/ 250752 h 874206"/>
              <a:gd name="csX121" fmla="*/ 421893 w 868140"/>
              <a:gd name="csY121" fmla="*/ 373901 h 874206"/>
              <a:gd name="csX122" fmla="*/ 430768 w 868140"/>
              <a:gd name="csY122" fmla="*/ 376647 h 874206"/>
              <a:gd name="csX123" fmla="*/ 430768 w 868140"/>
              <a:gd name="csY123" fmla="*/ 236909 h 874206"/>
              <a:gd name="csX124" fmla="*/ 440236 w 868140"/>
              <a:gd name="csY124" fmla="*/ 227408 h 874206"/>
              <a:gd name="csX125" fmla="*/ 490161 w 868140"/>
              <a:gd name="csY125" fmla="*/ 227408 h 874206"/>
              <a:gd name="csX126" fmla="*/ 499628 w 868140"/>
              <a:gd name="csY126" fmla="*/ 236909 h 874206"/>
              <a:gd name="csX127" fmla="*/ 499628 w 868140"/>
              <a:gd name="csY127" fmla="*/ 376685 h 874206"/>
              <a:gd name="csX128" fmla="*/ 508503 w 868140"/>
              <a:gd name="csY128" fmla="*/ 373939 h 874206"/>
              <a:gd name="csX129" fmla="*/ 558504 w 868140"/>
              <a:gd name="csY129" fmla="*/ 342429 h 874206"/>
              <a:gd name="csX130" fmla="*/ 558504 w 868140"/>
              <a:gd name="csY130" fmla="*/ 221399 h 874206"/>
              <a:gd name="csX131" fmla="*/ 527514 w 868140"/>
              <a:gd name="csY131" fmla="*/ 221399 h 874206"/>
              <a:gd name="csX132" fmla="*/ 527514 w 868140"/>
              <a:gd name="csY132" fmla="*/ 365556 h 874206"/>
              <a:gd name="csX133" fmla="*/ 558467 w 868140"/>
              <a:gd name="csY133" fmla="*/ 342470 h 874206"/>
              <a:gd name="csX134" fmla="*/ 480769 w 868140"/>
              <a:gd name="csY134" fmla="*/ 380287 h 874206"/>
              <a:gd name="csX135" fmla="*/ 480769 w 868140"/>
              <a:gd name="csY135" fmla="*/ 246373 h 874206"/>
              <a:gd name="csX136" fmla="*/ 449779 w 868140"/>
              <a:gd name="csY136" fmla="*/ 246373 h 874206"/>
              <a:gd name="csX137" fmla="*/ 449779 w 868140"/>
              <a:gd name="csY137" fmla="*/ 380287 h 874206"/>
              <a:gd name="csX138" fmla="*/ 465274 w 868140"/>
              <a:gd name="csY138" fmla="*/ 381178 h 874206"/>
              <a:gd name="csX139" fmla="*/ 480769 w 868140"/>
              <a:gd name="csY139" fmla="*/ 380287 h 874206"/>
              <a:gd name="csX140" fmla="*/ 403034 w 868140"/>
              <a:gd name="csY140" fmla="*/ 365515 h 874206"/>
              <a:gd name="csX141" fmla="*/ 403034 w 868140"/>
              <a:gd name="csY141" fmla="*/ 260219 h 874206"/>
              <a:gd name="csX142" fmla="*/ 372044 w 868140"/>
              <a:gd name="csY142" fmla="*/ 260219 h 874206"/>
              <a:gd name="csX143" fmla="*/ 372044 w 868140"/>
              <a:gd name="csY143" fmla="*/ 342392 h 874206"/>
              <a:gd name="csX144" fmla="*/ 372118 w 868140"/>
              <a:gd name="csY144" fmla="*/ 342466 h 874206"/>
              <a:gd name="csX145" fmla="*/ 403034 w 868140"/>
              <a:gd name="csY145" fmla="*/ 365552 h 874206"/>
              <a:gd name="csX146" fmla="*/ 465311 w 868140"/>
              <a:gd name="csY146" fmla="*/ 97659 h 874206"/>
              <a:gd name="csX147" fmla="*/ 571893 w 868140"/>
              <a:gd name="csY147" fmla="*/ 141974 h 874206"/>
              <a:gd name="csX148" fmla="*/ 616050 w 868140"/>
              <a:gd name="csY148" fmla="*/ 248942 h 874206"/>
              <a:gd name="csX149" fmla="*/ 571893 w 868140"/>
              <a:gd name="csY149" fmla="*/ 355910 h 874206"/>
              <a:gd name="csX150" fmla="*/ 465311 w 868140"/>
              <a:gd name="csY150" fmla="*/ 400226 h 874206"/>
              <a:gd name="csX151" fmla="*/ 358728 w 868140"/>
              <a:gd name="csY151" fmla="*/ 355910 h 874206"/>
              <a:gd name="csX152" fmla="*/ 314572 w 868140"/>
              <a:gd name="csY152" fmla="*/ 248942 h 874206"/>
              <a:gd name="csX153" fmla="*/ 358728 w 868140"/>
              <a:gd name="csY153" fmla="*/ 141974 h 874206"/>
              <a:gd name="csX154" fmla="*/ 465311 w 868140"/>
              <a:gd name="csY154" fmla="*/ 97659 h 874206"/>
              <a:gd name="csX155" fmla="*/ 14214 w 868140"/>
              <a:gd name="csY155" fmla="*/ 626882 h 874206"/>
              <a:gd name="csX156" fmla="*/ 63622 w 868140"/>
              <a:gd name="csY156" fmla="*/ 598229 h 874206"/>
              <a:gd name="csX157" fmla="*/ 85145 w 868140"/>
              <a:gd name="csY157" fmla="*/ 595408 h 874206"/>
              <a:gd name="csX158" fmla="*/ 102378 w 868140"/>
              <a:gd name="csY158" fmla="*/ 608658 h 874206"/>
              <a:gd name="csX159" fmla="*/ 109811 w 868140"/>
              <a:gd name="csY159" fmla="*/ 621574 h 874206"/>
              <a:gd name="csX160" fmla="*/ 211916 w 868140"/>
              <a:gd name="csY160" fmla="*/ 582974 h 874206"/>
              <a:gd name="csX161" fmla="*/ 274637 w 868140"/>
              <a:gd name="csY161" fmla="*/ 533426 h 874206"/>
              <a:gd name="csX162" fmla="*/ 375482 w 868140"/>
              <a:gd name="csY162" fmla="*/ 532053 h 874206"/>
              <a:gd name="csX163" fmla="*/ 404772 w 868140"/>
              <a:gd name="csY163" fmla="*/ 535059 h 874206"/>
              <a:gd name="csX164" fmla="*/ 433876 w 868140"/>
              <a:gd name="csY164" fmla="*/ 530568 h 874206"/>
              <a:gd name="csX165" fmla="*/ 543602 w 868140"/>
              <a:gd name="csY165" fmla="*/ 500765 h 874206"/>
              <a:gd name="csX166" fmla="*/ 579437 w 868140"/>
              <a:gd name="csY166" fmla="*/ 505553 h 874206"/>
              <a:gd name="csX167" fmla="*/ 601552 w 868140"/>
              <a:gd name="csY167" fmla="*/ 534392 h 874206"/>
              <a:gd name="csX168" fmla="*/ 596781 w 868140"/>
              <a:gd name="csY168" fmla="*/ 570394 h 874206"/>
              <a:gd name="csX169" fmla="*/ 568084 w 868140"/>
              <a:gd name="csY169" fmla="*/ 592588 h 874206"/>
              <a:gd name="csX170" fmla="*/ 465203 w 868140"/>
              <a:gd name="csY170" fmla="*/ 620240 h 874206"/>
              <a:gd name="csX171" fmla="*/ 504774 w 868140"/>
              <a:gd name="csY171" fmla="*/ 635717 h 874206"/>
              <a:gd name="csX172" fmla="*/ 507621 w 868140"/>
              <a:gd name="csY172" fmla="*/ 636978 h 874206"/>
              <a:gd name="csX173" fmla="*/ 524891 w 868140"/>
              <a:gd name="csY173" fmla="*/ 631226 h 874206"/>
              <a:gd name="csX174" fmla="*/ 548189 w 868140"/>
              <a:gd name="csY174" fmla="*/ 618532 h 874206"/>
              <a:gd name="csX175" fmla="*/ 721336 w 868140"/>
              <a:gd name="csY175" fmla="*/ 518206 h 874206"/>
              <a:gd name="csX176" fmla="*/ 758133 w 868140"/>
              <a:gd name="csY176" fmla="*/ 513344 h 874206"/>
              <a:gd name="csX177" fmla="*/ 787681 w 868140"/>
              <a:gd name="csY177" fmla="*/ 536021 h 874206"/>
              <a:gd name="csX178" fmla="*/ 787755 w 868140"/>
              <a:gd name="csY178" fmla="*/ 536207 h 874206"/>
              <a:gd name="csX179" fmla="*/ 795336 w 868140"/>
              <a:gd name="csY179" fmla="*/ 531827 h 874206"/>
              <a:gd name="csX180" fmla="*/ 832133 w 868140"/>
              <a:gd name="csY180" fmla="*/ 526965 h 874206"/>
              <a:gd name="csX181" fmla="*/ 861681 w 868140"/>
              <a:gd name="csY181" fmla="*/ 549642 h 874206"/>
              <a:gd name="csX182" fmla="*/ 861977 w 868140"/>
              <a:gd name="csY182" fmla="*/ 550199 h 874206"/>
              <a:gd name="csX183" fmla="*/ 866489 w 868140"/>
              <a:gd name="csY183" fmla="*/ 586424 h 874206"/>
              <a:gd name="csX184" fmla="*/ 844041 w 868140"/>
              <a:gd name="csY184" fmla="*/ 616153 h 874206"/>
              <a:gd name="csX185" fmla="*/ 558177 w 868140"/>
              <a:gd name="csY185" fmla="*/ 787141 h 874206"/>
              <a:gd name="csX186" fmla="*/ 528110 w 868140"/>
              <a:gd name="csY186" fmla="*/ 798239 h 874206"/>
              <a:gd name="csX187" fmla="*/ 497120 w 868140"/>
              <a:gd name="csY187" fmla="*/ 799761 h 874206"/>
              <a:gd name="csX188" fmla="*/ 234290 w 868140"/>
              <a:gd name="csY188" fmla="*/ 787847 h 874206"/>
              <a:gd name="csX189" fmla="*/ 210030 w 868140"/>
              <a:gd name="csY189" fmla="*/ 795753 h 874206"/>
              <a:gd name="csX190" fmla="*/ 214135 w 868140"/>
              <a:gd name="csY190" fmla="*/ 802879 h 874206"/>
              <a:gd name="csX191" fmla="*/ 216945 w 868140"/>
              <a:gd name="csY191" fmla="*/ 824479 h 874206"/>
              <a:gd name="csX192" fmla="*/ 203706 w 868140"/>
              <a:gd name="csY192" fmla="*/ 841775 h 874206"/>
              <a:gd name="csX193" fmla="*/ 154299 w 868140"/>
              <a:gd name="csY193" fmla="*/ 870391 h 874206"/>
              <a:gd name="csX194" fmla="*/ 132813 w 868140"/>
              <a:gd name="csY194" fmla="*/ 873248 h 874206"/>
              <a:gd name="csX195" fmla="*/ 115542 w 868140"/>
              <a:gd name="csY195" fmla="*/ 859999 h 874206"/>
              <a:gd name="csX196" fmla="*/ 3819 w 868140"/>
              <a:gd name="csY196" fmla="*/ 665741 h 874206"/>
              <a:gd name="csX197" fmla="*/ 972 w 868140"/>
              <a:gd name="csY197" fmla="*/ 644140 h 874206"/>
              <a:gd name="csX198" fmla="*/ 14174 w 868140"/>
              <a:gd name="csY198" fmla="*/ 626845 h 874206"/>
              <a:gd name="csX199" fmla="*/ 119386 w 868140"/>
              <a:gd name="csY199" fmla="*/ 638202 h 874206"/>
              <a:gd name="csX200" fmla="*/ 200376 w 868140"/>
              <a:gd name="csY200" fmla="*/ 778976 h 874206"/>
              <a:gd name="csX201" fmla="*/ 230035 w 868140"/>
              <a:gd name="csY201" fmla="*/ 769326 h 874206"/>
              <a:gd name="csX202" fmla="*/ 233363 w 868140"/>
              <a:gd name="csY202" fmla="*/ 768880 h 874206"/>
              <a:gd name="csX203" fmla="*/ 497926 w 868140"/>
              <a:gd name="csY203" fmla="*/ 780868 h 874206"/>
              <a:gd name="csX204" fmla="*/ 524886 w 868140"/>
              <a:gd name="csY204" fmla="*/ 779569 h 874206"/>
              <a:gd name="csX205" fmla="*/ 548517 w 868140"/>
              <a:gd name="csY205" fmla="*/ 770922 h 874206"/>
              <a:gd name="csX206" fmla="*/ 834382 w 868140"/>
              <a:gd name="csY206" fmla="*/ 599933 h 874206"/>
              <a:gd name="csX207" fmla="*/ 848249 w 868140"/>
              <a:gd name="csY207" fmla="*/ 581561 h 874206"/>
              <a:gd name="csX208" fmla="*/ 845624 w 868140"/>
              <a:gd name="csY208" fmla="*/ 559552 h 874206"/>
              <a:gd name="csX209" fmla="*/ 845402 w 868140"/>
              <a:gd name="csY209" fmla="*/ 559143 h 874206"/>
              <a:gd name="csX210" fmla="*/ 827392 w 868140"/>
              <a:gd name="csY210" fmla="*/ 545300 h 874206"/>
              <a:gd name="csX211" fmla="*/ 804907 w 868140"/>
              <a:gd name="csY211" fmla="*/ 548232 h 874206"/>
              <a:gd name="csX212" fmla="*/ 632613 w 868140"/>
              <a:gd name="csY212" fmla="*/ 648035 h 874206"/>
              <a:gd name="csX213" fmla="*/ 497259 w 868140"/>
              <a:gd name="csY213" fmla="*/ 653120 h 874206"/>
              <a:gd name="csX214" fmla="*/ 421151 w 868140"/>
              <a:gd name="csY214" fmla="*/ 631927 h 874206"/>
              <a:gd name="csX215" fmla="*/ 411609 w 868140"/>
              <a:gd name="csY215" fmla="*/ 624875 h 874206"/>
              <a:gd name="csX216" fmla="*/ 418303 w 868140"/>
              <a:gd name="csY216" fmla="*/ 613258 h 874206"/>
              <a:gd name="csX217" fmla="*/ 563304 w 868140"/>
              <a:gd name="csY217" fmla="*/ 574249 h 874206"/>
              <a:gd name="csX218" fmla="*/ 580537 w 868140"/>
              <a:gd name="csY218" fmla="*/ 560963 h 874206"/>
              <a:gd name="csX219" fmla="*/ 583385 w 868140"/>
              <a:gd name="csY219" fmla="*/ 539288 h 874206"/>
              <a:gd name="csX220" fmla="*/ 570109 w 868140"/>
              <a:gd name="csY220" fmla="*/ 521955 h 874206"/>
              <a:gd name="csX221" fmla="*/ 548549 w 868140"/>
              <a:gd name="csY221" fmla="*/ 519097 h 874206"/>
              <a:gd name="csX222" fmla="*/ 438823 w 868140"/>
              <a:gd name="csY222" fmla="*/ 548901 h 874206"/>
              <a:gd name="csX223" fmla="*/ 405281 w 868140"/>
              <a:gd name="csY223" fmla="*/ 553948 h 874206"/>
              <a:gd name="csX224" fmla="*/ 371517 w 868140"/>
              <a:gd name="csY224" fmla="*/ 550571 h 874206"/>
              <a:gd name="csX225" fmla="*/ 280357 w 868140"/>
              <a:gd name="csY225" fmla="*/ 551462 h 874206"/>
              <a:gd name="csX226" fmla="*/ 226956 w 868140"/>
              <a:gd name="csY226" fmla="*/ 594701 h 874206"/>
              <a:gd name="csX227" fmla="*/ 221816 w 868140"/>
              <a:gd name="csY227" fmla="*/ 599414 h 874206"/>
              <a:gd name="csX228" fmla="*/ 119380 w 868140"/>
              <a:gd name="csY228" fmla="*/ 638125 h 874206"/>
              <a:gd name="csX229" fmla="*/ 73085 w 868140"/>
              <a:gd name="csY229" fmla="*/ 614633 h 874206"/>
              <a:gd name="csX230" fmla="*/ 23678 w 868140"/>
              <a:gd name="csY230" fmla="*/ 643286 h 874206"/>
              <a:gd name="csX231" fmla="*/ 19277 w 868140"/>
              <a:gd name="csY231" fmla="*/ 649076 h 874206"/>
              <a:gd name="csX232" fmla="*/ 20164 w 868140"/>
              <a:gd name="csY232" fmla="*/ 656276 h 874206"/>
              <a:gd name="csX233" fmla="*/ 131926 w 868140"/>
              <a:gd name="csY233" fmla="*/ 850534 h 874206"/>
              <a:gd name="csX234" fmla="*/ 137695 w 868140"/>
              <a:gd name="csY234" fmla="*/ 854951 h 874206"/>
              <a:gd name="csX235" fmla="*/ 144943 w 868140"/>
              <a:gd name="csY235" fmla="*/ 854023 h 874206"/>
              <a:gd name="csX236" fmla="*/ 194351 w 868140"/>
              <a:gd name="csY236" fmla="*/ 825407 h 874206"/>
              <a:gd name="csX237" fmla="*/ 198715 w 868140"/>
              <a:gd name="csY237" fmla="*/ 819617 h 874206"/>
              <a:gd name="csX238" fmla="*/ 197827 w 868140"/>
              <a:gd name="csY238" fmla="*/ 812417 h 874206"/>
              <a:gd name="csX239" fmla="*/ 86066 w 868140"/>
              <a:gd name="csY239" fmla="*/ 618197 h 874206"/>
              <a:gd name="csX240" fmla="*/ 80297 w 868140"/>
              <a:gd name="csY240" fmla="*/ 613780 h 874206"/>
              <a:gd name="csX241" fmla="*/ 73122 w 868140"/>
              <a:gd name="csY241" fmla="*/ 614671 h 874206"/>
              <a:gd name="csX242" fmla="*/ 771448 w 868140"/>
              <a:gd name="csY242" fmla="*/ 545710 h 874206"/>
              <a:gd name="csX243" fmla="*/ 771374 w 868140"/>
              <a:gd name="csY243" fmla="*/ 545562 h 874206"/>
              <a:gd name="csX244" fmla="*/ 753365 w 868140"/>
              <a:gd name="csY244" fmla="*/ 531718 h 874206"/>
              <a:gd name="csX245" fmla="*/ 730880 w 868140"/>
              <a:gd name="csY245" fmla="*/ 534650 h 874206"/>
              <a:gd name="csX246" fmla="*/ 558585 w 868140"/>
              <a:gd name="csY246" fmla="*/ 634454 h 874206"/>
              <a:gd name="csX247" fmla="*/ 534769 w 868140"/>
              <a:gd name="csY247" fmla="*/ 647704 h 874206"/>
              <a:gd name="csX248" fmla="*/ 622268 w 868140"/>
              <a:gd name="csY248" fmla="*/ 632190 h 874206"/>
              <a:gd name="csX249" fmla="*/ 771491 w 868140"/>
              <a:gd name="csY249" fmla="*/ 545748 h 874206"/>
              <a:gd name="csX250" fmla="*/ 538127 w 868140"/>
              <a:gd name="csY250" fmla="*/ 72271 h 874206"/>
              <a:gd name="csX251" fmla="*/ 513497 w 868140"/>
              <a:gd name="csY251" fmla="*/ 63957 h 874206"/>
              <a:gd name="csX252" fmla="*/ 499667 w 868140"/>
              <a:gd name="csY252" fmla="*/ 54826 h 874206"/>
              <a:gd name="csX253" fmla="*/ 494341 w 868140"/>
              <a:gd name="csY253" fmla="*/ 39127 h 874206"/>
              <a:gd name="csX254" fmla="*/ 494341 w 868140"/>
              <a:gd name="csY254" fmla="*/ 25728 h 874206"/>
              <a:gd name="csX255" fmla="*/ 492381 w 868140"/>
              <a:gd name="csY255" fmla="*/ 21052 h 874206"/>
              <a:gd name="csX256" fmla="*/ 487722 w 868140"/>
              <a:gd name="csY256" fmla="*/ 19084 h 874206"/>
              <a:gd name="csX257" fmla="*/ 442789 w 868140"/>
              <a:gd name="csY257" fmla="*/ 19084 h 874206"/>
              <a:gd name="csX258" fmla="*/ 438129 w 868140"/>
              <a:gd name="csY258" fmla="*/ 21052 h 874206"/>
              <a:gd name="csX259" fmla="*/ 436169 w 868140"/>
              <a:gd name="csY259" fmla="*/ 25728 h 874206"/>
              <a:gd name="csX260" fmla="*/ 436169 w 868140"/>
              <a:gd name="csY260" fmla="*/ 39164 h 874206"/>
              <a:gd name="csX261" fmla="*/ 430844 w 868140"/>
              <a:gd name="csY261" fmla="*/ 54863 h 874206"/>
              <a:gd name="csX262" fmla="*/ 417013 w 868140"/>
              <a:gd name="csY262" fmla="*/ 63994 h 874206"/>
              <a:gd name="csX263" fmla="*/ 392420 w 868140"/>
              <a:gd name="csY263" fmla="*/ 72270 h 874206"/>
              <a:gd name="csX264" fmla="*/ 369047 w 868140"/>
              <a:gd name="csY264" fmla="*/ 83925 h 874206"/>
              <a:gd name="csX265" fmla="*/ 352887 w 868140"/>
              <a:gd name="csY265" fmla="*/ 87302 h 874206"/>
              <a:gd name="csX266" fmla="*/ 338020 w 868140"/>
              <a:gd name="csY266" fmla="*/ 79991 h 874206"/>
              <a:gd name="csX267" fmla="*/ 328590 w 868140"/>
              <a:gd name="csY267" fmla="*/ 70489 h 874206"/>
              <a:gd name="csX268" fmla="*/ 323856 w 868140"/>
              <a:gd name="csY268" fmla="*/ 68559 h 874206"/>
              <a:gd name="csX269" fmla="*/ 319196 w 868140"/>
              <a:gd name="csY269" fmla="*/ 70489 h 874206"/>
              <a:gd name="csX270" fmla="*/ 287392 w 868140"/>
              <a:gd name="csY270" fmla="*/ 102409 h 874206"/>
              <a:gd name="csX271" fmla="*/ 285469 w 868140"/>
              <a:gd name="csY271" fmla="*/ 107122 h 874206"/>
              <a:gd name="csX272" fmla="*/ 287392 w 868140"/>
              <a:gd name="csY272" fmla="*/ 111799 h 874206"/>
              <a:gd name="csX273" fmla="*/ 296822 w 868140"/>
              <a:gd name="csY273" fmla="*/ 121337 h 874206"/>
              <a:gd name="csX274" fmla="*/ 304145 w 868140"/>
              <a:gd name="csY274" fmla="*/ 136183 h 874206"/>
              <a:gd name="csX275" fmla="*/ 300779 w 868140"/>
              <a:gd name="csY275" fmla="*/ 152439 h 874206"/>
              <a:gd name="csX276" fmla="*/ 289167 w 868140"/>
              <a:gd name="csY276" fmla="*/ 175859 h 874206"/>
              <a:gd name="csX277" fmla="*/ 280883 w 868140"/>
              <a:gd name="csY277" fmla="*/ 200578 h 874206"/>
              <a:gd name="csX278" fmla="*/ 271823 w 868140"/>
              <a:gd name="csY278" fmla="*/ 214458 h 874206"/>
              <a:gd name="csX279" fmla="*/ 256180 w 868140"/>
              <a:gd name="csY279" fmla="*/ 219803 h 874206"/>
              <a:gd name="csX280" fmla="*/ 242829 w 868140"/>
              <a:gd name="csY280" fmla="*/ 219803 h 874206"/>
              <a:gd name="csX281" fmla="*/ 238169 w 868140"/>
              <a:gd name="csY281" fmla="*/ 221770 h 874206"/>
              <a:gd name="csX282" fmla="*/ 236209 w 868140"/>
              <a:gd name="csY282" fmla="*/ 226447 h 874206"/>
              <a:gd name="csX283" fmla="*/ 236209 w 868140"/>
              <a:gd name="csY283" fmla="*/ 271542 h 874206"/>
              <a:gd name="csX284" fmla="*/ 238132 w 868140"/>
              <a:gd name="csY284" fmla="*/ 276218 h 874206"/>
              <a:gd name="csX285" fmla="*/ 242866 w 868140"/>
              <a:gd name="csY285" fmla="*/ 278185 h 874206"/>
              <a:gd name="csX286" fmla="*/ 256254 w 868140"/>
              <a:gd name="csY286" fmla="*/ 278185 h 874206"/>
              <a:gd name="csX287" fmla="*/ 271896 w 868140"/>
              <a:gd name="csY287" fmla="*/ 283530 h 874206"/>
              <a:gd name="csX288" fmla="*/ 280994 w 868140"/>
              <a:gd name="csY288" fmla="*/ 297411 h 874206"/>
              <a:gd name="csX289" fmla="*/ 289241 w 868140"/>
              <a:gd name="csY289" fmla="*/ 322093 h 874206"/>
              <a:gd name="csX290" fmla="*/ 300853 w 868140"/>
              <a:gd name="csY290" fmla="*/ 345550 h 874206"/>
              <a:gd name="csX291" fmla="*/ 304219 w 868140"/>
              <a:gd name="csY291" fmla="*/ 361769 h 874206"/>
              <a:gd name="csX292" fmla="*/ 296933 w 868140"/>
              <a:gd name="csY292" fmla="*/ 376689 h 874206"/>
              <a:gd name="csX293" fmla="*/ 287466 w 868140"/>
              <a:gd name="csY293" fmla="*/ 386153 h 874206"/>
              <a:gd name="csX294" fmla="*/ 285543 w 868140"/>
              <a:gd name="csY294" fmla="*/ 390904 h 874206"/>
              <a:gd name="csX295" fmla="*/ 287466 w 868140"/>
              <a:gd name="csY295" fmla="*/ 395581 h 874206"/>
              <a:gd name="csX296" fmla="*/ 319270 w 868140"/>
              <a:gd name="csY296" fmla="*/ 427500 h 874206"/>
              <a:gd name="csX297" fmla="*/ 323967 w 868140"/>
              <a:gd name="csY297" fmla="*/ 429430 h 874206"/>
              <a:gd name="csX298" fmla="*/ 328627 w 868140"/>
              <a:gd name="csY298" fmla="*/ 427500 h 874206"/>
              <a:gd name="csX299" fmla="*/ 338131 w 868140"/>
              <a:gd name="csY299" fmla="*/ 418036 h 874206"/>
              <a:gd name="csX300" fmla="*/ 352924 w 868140"/>
              <a:gd name="csY300" fmla="*/ 410687 h 874206"/>
              <a:gd name="csX301" fmla="*/ 369121 w 868140"/>
              <a:gd name="csY301" fmla="*/ 414064 h 874206"/>
              <a:gd name="csX302" fmla="*/ 392456 w 868140"/>
              <a:gd name="csY302" fmla="*/ 425719 h 874206"/>
              <a:gd name="csX303" fmla="*/ 417086 w 868140"/>
              <a:gd name="csY303" fmla="*/ 434033 h 874206"/>
              <a:gd name="csX304" fmla="*/ 430917 w 868140"/>
              <a:gd name="csY304" fmla="*/ 443126 h 874206"/>
              <a:gd name="csX305" fmla="*/ 436242 w 868140"/>
              <a:gd name="csY305" fmla="*/ 458825 h 874206"/>
              <a:gd name="csX306" fmla="*/ 436242 w 868140"/>
              <a:gd name="csY306" fmla="*/ 472224 h 874206"/>
              <a:gd name="csX307" fmla="*/ 438165 w 868140"/>
              <a:gd name="csY307" fmla="*/ 476901 h 874206"/>
              <a:gd name="csX308" fmla="*/ 442899 w 868140"/>
              <a:gd name="csY308" fmla="*/ 478868 h 874206"/>
              <a:gd name="csX309" fmla="*/ 487831 w 868140"/>
              <a:gd name="csY309" fmla="*/ 478868 h 874206"/>
              <a:gd name="csX310" fmla="*/ 492491 w 868140"/>
              <a:gd name="csY310" fmla="*/ 476938 h 874206"/>
              <a:gd name="csX311" fmla="*/ 494451 w 868140"/>
              <a:gd name="csY311" fmla="*/ 472187 h 874206"/>
              <a:gd name="csX312" fmla="*/ 494451 w 868140"/>
              <a:gd name="csY312" fmla="*/ 458751 h 874206"/>
              <a:gd name="csX313" fmla="*/ 499776 w 868140"/>
              <a:gd name="csY313" fmla="*/ 443052 h 874206"/>
              <a:gd name="csX314" fmla="*/ 513607 w 868140"/>
              <a:gd name="csY314" fmla="*/ 433921 h 874206"/>
              <a:gd name="csX315" fmla="*/ 538200 w 868140"/>
              <a:gd name="csY315" fmla="*/ 425645 h 874206"/>
              <a:gd name="csX316" fmla="*/ 561573 w 868140"/>
              <a:gd name="csY316" fmla="*/ 413990 h 874206"/>
              <a:gd name="csX317" fmla="*/ 577734 w 868140"/>
              <a:gd name="csY317" fmla="*/ 410613 h 874206"/>
              <a:gd name="csX318" fmla="*/ 592600 w 868140"/>
              <a:gd name="csY318" fmla="*/ 417924 h 874206"/>
              <a:gd name="csX319" fmla="*/ 602031 w 868140"/>
              <a:gd name="csY319" fmla="*/ 427426 h 874206"/>
              <a:gd name="csX320" fmla="*/ 606764 w 868140"/>
              <a:gd name="csY320" fmla="*/ 429356 h 874206"/>
              <a:gd name="csX321" fmla="*/ 611424 w 868140"/>
              <a:gd name="csY321" fmla="*/ 427426 h 874206"/>
              <a:gd name="csX322" fmla="*/ 643228 w 868140"/>
              <a:gd name="csY322" fmla="*/ 395507 h 874206"/>
              <a:gd name="csX323" fmla="*/ 645151 w 868140"/>
              <a:gd name="csY323" fmla="*/ 390793 h 874206"/>
              <a:gd name="csX324" fmla="*/ 643228 w 868140"/>
              <a:gd name="csY324" fmla="*/ 386116 h 874206"/>
              <a:gd name="csX325" fmla="*/ 633798 w 868140"/>
              <a:gd name="csY325" fmla="*/ 376578 h 874206"/>
              <a:gd name="csX326" fmla="*/ 626476 w 868140"/>
              <a:gd name="csY326" fmla="*/ 361732 h 874206"/>
              <a:gd name="csX327" fmla="*/ 629841 w 868140"/>
              <a:gd name="csY327" fmla="*/ 345476 h 874206"/>
              <a:gd name="csX328" fmla="*/ 641453 w 868140"/>
              <a:gd name="csY328" fmla="*/ 322056 h 874206"/>
              <a:gd name="csX329" fmla="*/ 649737 w 868140"/>
              <a:gd name="csY329" fmla="*/ 297337 h 874206"/>
              <a:gd name="csX330" fmla="*/ 658798 w 868140"/>
              <a:gd name="csY330" fmla="*/ 283457 h 874206"/>
              <a:gd name="csX331" fmla="*/ 674441 w 868140"/>
              <a:gd name="csY331" fmla="*/ 278112 h 874206"/>
              <a:gd name="csX332" fmla="*/ 687791 w 868140"/>
              <a:gd name="csY332" fmla="*/ 278112 h 874206"/>
              <a:gd name="csX333" fmla="*/ 692451 w 868140"/>
              <a:gd name="csY333" fmla="*/ 276182 h 874206"/>
              <a:gd name="csX334" fmla="*/ 694411 w 868140"/>
              <a:gd name="csY334" fmla="*/ 271431 h 874206"/>
              <a:gd name="csX335" fmla="*/ 694411 w 868140"/>
              <a:gd name="csY335" fmla="*/ 226336 h 874206"/>
              <a:gd name="csX336" fmla="*/ 692451 w 868140"/>
              <a:gd name="csY336" fmla="*/ 221660 h 874206"/>
              <a:gd name="csX337" fmla="*/ 687791 w 868140"/>
              <a:gd name="csY337" fmla="*/ 219693 h 874206"/>
              <a:gd name="csX338" fmla="*/ 674404 w 868140"/>
              <a:gd name="csY338" fmla="*/ 219693 h 874206"/>
              <a:gd name="csX339" fmla="*/ 658761 w 868140"/>
              <a:gd name="csY339" fmla="*/ 214348 h 874206"/>
              <a:gd name="csX340" fmla="*/ 649663 w 868140"/>
              <a:gd name="csY340" fmla="*/ 200467 h 874206"/>
              <a:gd name="csX341" fmla="*/ 641417 w 868140"/>
              <a:gd name="csY341" fmla="*/ 175785 h 874206"/>
              <a:gd name="csX342" fmla="*/ 629804 w 868140"/>
              <a:gd name="csY342" fmla="*/ 152328 h 874206"/>
              <a:gd name="csX343" fmla="*/ 626439 w 868140"/>
              <a:gd name="csY343" fmla="*/ 136109 h 874206"/>
              <a:gd name="csX344" fmla="*/ 633724 w 868140"/>
              <a:gd name="csY344" fmla="*/ 121189 h 874206"/>
              <a:gd name="csX345" fmla="*/ 643191 w 868140"/>
              <a:gd name="csY345" fmla="*/ 111725 h 874206"/>
              <a:gd name="csX346" fmla="*/ 645114 w 868140"/>
              <a:gd name="csY346" fmla="*/ 106974 h 874206"/>
              <a:gd name="csX347" fmla="*/ 643191 w 868140"/>
              <a:gd name="csY347" fmla="*/ 102297 h 874206"/>
              <a:gd name="csX348" fmla="*/ 611387 w 868140"/>
              <a:gd name="csY348" fmla="*/ 70378 h 874206"/>
              <a:gd name="csX349" fmla="*/ 606690 w 868140"/>
              <a:gd name="csY349" fmla="*/ 68448 h 874206"/>
              <a:gd name="csX350" fmla="*/ 602031 w 868140"/>
              <a:gd name="csY350" fmla="*/ 70378 h 874206"/>
              <a:gd name="csX351" fmla="*/ 592526 w 868140"/>
              <a:gd name="csY351" fmla="*/ 79842 h 874206"/>
              <a:gd name="csX352" fmla="*/ 577734 w 868140"/>
              <a:gd name="csY352" fmla="*/ 87191 h 874206"/>
              <a:gd name="csX353" fmla="*/ 561536 w 868140"/>
              <a:gd name="csY353" fmla="*/ 83814 h 874206"/>
              <a:gd name="csX354" fmla="*/ 538201 w 868140"/>
              <a:gd name="csY354" fmla="*/ 72159 h 874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Lst>
            <a:rect l="l" t="t" r="r" b="b"/>
            <a:pathLst>
              <a:path w="868140" h="874206">
                <a:moveTo>
                  <a:pt x="518268" y="45655"/>
                </a:moveTo>
                <a:cubicBezTo>
                  <a:pt x="527587" y="48105"/>
                  <a:pt x="536685" y="51148"/>
                  <a:pt x="545376" y="54785"/>
                </a:cubicBezTo>
                <a:cubicBezTo>
                  <a:pt x="554214" y="58460"/>
                  <a:pt x="562831" y="62765"/>
                  <a:pt x="571040" y="67628"/>
                </a:cubicBezTo>
                <a:cubicBezTo>
                  <a:pt x="572372" y="68407"/>
                  <a:pt x="573851" y="68704"/>
                  <a:pt x="575256" y="68518"/>
                </a:cubicBezTo>
                <a:cubicBezTo>
                  <a:pt x="576624" y="68333"/>
                  <a:pt x="577993" y="67665"/>
                  <a:pt x="579102" y="66514"/>
                </a:cubicBezTo>
                <a:lnTo>
                  <a:pt x="588607" y="57050"/>
                </a:lnTo>
                <a:cubicBezTo>
                  <a:pt x="593562" y="52039"/>
                  <a:pt x="600107" y="49515"/>
                  <a:pt x="606653" y="49515"/>
                </a:cubicBezTo>
                <a:cubicBezTo>
                  <a:pt x="613162" y="49515"/>
                  <a:pt x="619707" y="52039"/>
                  <a:pt x="624663" y="57013"/>
                </a:cubicBezTo>
                <a:lnTo>
                  <a:pt x="656504" y="88932"/>
                </a:lnTo>
                <a:cubicBezTo>
                  <a:pt x="661496" y="93942"/>
                  <a:pt x="663974" y="100512"/>
                  <a:pt x="663974" y="107082"/>
                </a:cubicBezTo>
                <a:cubicBezTo>
                  <a:pt x="663974" y="113651"/>
                  <a:pt x="661459" y="120220"/>
                  <a:pt x="656504" y="125231"/>
                </a:cubicBezTo>
                <a:lnTo>
                  <a:pt x="647037" y="134696"/>
                </a:lnTo>
                <a:cubicBezTo>
                  <a:pt x="645890" y="135883"/>
                  <a:pt x="645225" y="137257"/>
                  <a:pt x="645040" y="138630"/>
                </a:cubicBezTo>
                <a:cubicBezTo>
                  <a:pt x="644855" y="140003"/>
                  <a:pt x="645188" y="141525"/>
                  <a:pt x="645927" y="142861"/>
                </a:cubicBezTo>
                <a:cubicBezTo>
                  <a:pt x="650772" y="151175"/>
                  <a:pt x="655099" y="159823"/>
                  <a:pt x="658723" y="168619"/>
                </a:cubicBezTo>
                <a:cubicBezTo>
                  <a:pt x="662310" y="177341"/>
                  <a:pt x="665380" y="186434"/>
                  <a:pt x="667821" y="195787"/>
                </a:cubicBezTo>
                <a:cubicBezTo>
                  <a:pt x="668227" y="197309"/>
                  <a:pt x="669041" y="198571"/>
                  <a:pt x="670150" y="199424"/>
                </a:cubicBezTo>
                <a:cubicBezTo>
                  <a:pt x="671223" y="200241"/>
                  <a:pt x="672665" y="200761"/>
                  <a:pt x="674255" y="200761"/>
                </a:cubicBezTo>
                <a:lnTo>
                  <a:pt x="687643" y="200761"/>
                </a:lnTo>
                <a:cubicBezTo>
                  <a:pt x="694669" y="200761"/>
                  <a:pt x="701068" y="203656"/>
                  <a:pt x="705689" y="208295"/>
                </a:cubicBezTo>
                <a:cubicBezTo>
                  <a:pt x="710312" y="212897"/>
                  <a:pt x="713197" y="219356"/>
                  <a:pt x="713197" y="226407"/>
                </a:cubicBezTo>
                <a:lnTo>
                  <a:pt x="713197" y="271502"/>
                </a:lnTo>
                <a:cubicBezTo>
                  <a:pt x="713197" y="278554"/>
                  <a:pt x="710312" y="284938"/>
                  <a:pt x="705689" y="289576"/>
                </a:cubicBezTo>
                <a:cubicBezTo>
                  <a:pt x="701030" y="294253"/>
                  <a:pt x="694632" y="297148"/>
                  <a:pt x="687605" y="297148"/>
                </a:cubicBezTo>
                <a:lnTo>
                  <a:pt x="674254" y="297148"/>
                </a:lnTo>
                <a:cubicBezTo>
                  <a:pt x="672664" y="297148"/>
                  <a:pt x="671222" y="297667"/>
                  <a:pt x="670112" y="298521"/>
                </a:cubicBezTo>
                <a:cubicBezTo>
                  <a:pt x="669040" y="299375"/>
                  <a:pt x="668189" y="300637"/>
                  <a:pt x="667820" y="302121"/>
                </a:cubicBezTo>
                <a:cubicBezTo>
                  <a:pt x="665379" y="311474"/>
                  <a:pt x="662346" y="320567"/>
                  <a:pt x="658722" y="329327"/>
                </a:cubicBezTo>
                <a:cubicBezTo>
                  <a:pt x="655061" y="338197"/>
                  <a:pt x="650734" y="346846"/>
                  <a:pt x="645926" y="355084"/>
                </a:cubicBezTo>
                <a:cubicBezTo>
                  <a:pt x="645149" y="356421"/>
                  <a:pt x="644854" y="357905"/>
                  <a:pt x="645039" y="359316"/>
                </a:cubicBezTo>
                <a:cubicBezTo>
                  <a:pt x="645223" y="360689"/>
                  <a:pt x="645889" y="362062"/>
                  <a:pt x="647036" y="363176"/>
                </a:cubicBezTo>
                <a:lnTo>
                  <a:pt x="656466" y="372714"/>
                </a:lnTo>
                <a:cubicBezTo>
                  <a:pt x="661458" y="377687"/>
                  <a:pt x="663973" y="384256"/>
                  <a:pt x="663973" y="390826"/>
                </a:cubicBezTo>
                <a:cubicBezTo>
                  <a:pt x="663973" y="397358"/>
                  <a:pt x="661458" y="403927"/>
                  <a:pt x="656503" y="408900"/>
                </a:cubicBezTo>
                <a:lnTo>
                  <a:pt x="624698" y="440857"/>
                </a:lnTo>
                <a:cubicBezTo>
                  <a:pt x="619706" y="445867"/>
                  <a:pt x="613160" y="448354"/>
                  <a:pt x="606614" y="448354"/>
                </a:cubicBezTo>
                <a:cubicBezTo>
                  <a:pt x="600068" y="448354"/>
                  <a:pt x="593523" y="445830"/>
                  <a:pt x="588530" y="440857"/>
                </a:cubicBezTo>
                <a:lnTo>
                  <a:pt x="579099" y="431355"/>
                </a:lnTo>
                <a:cubicBezTo>
                  <a:pt x="577916" y="430205"/>
                  <a:pt x="576548" y="429537"/>
                  <a:pt x="575179" y="429351"/>
                </a:cubicBezTo>
                <a:cubicBezTo>
                  <a:pt x="573811" y="429166"/>
                  <a:pt x="572295" y="429500"/>
                  <a:pt x="570964" y="430242"/>
                </a:cubicBezTo>
                <a:cubicBezTo>
                  <a:pt x="562680" y="435104"/>
                  <a:pt x="554063" y="439446"/>
                  <a:pt x="545299" y="443084"/>
                </a:cubicBezTo>
                <a:cubicBezTo>
                  <a:pt x="536608" y="446684"/>
                  <a:pt x="527548" y="449765"/>
                  <a:pt x="518228" y="452214"/>
                </a:cubicBezTo>
                <a:cubicBezTo>
                  <a:pt x="516712" y="452623"/>
                  <a:pt x="515454" y="453476"/>
                  <a:pt x="514604" y="454553"/>
                </a:cubicBezTo>
                <a:cubicBezTo>
                  <a:pt x="513790" y="455629"/>
                  <a:pt x="513273" y="457076"/>
                  <a:pt x="513273" y="458672"/>
                </a:cubicBezTo>
                <a:lnTo>
                  <a:pt x="513273" y="472108"/>
                </a:lnTo>
                <a:cubicBezTo>
                  <a:pt x="513273" y="479160"/>
                  <a:pt x="510388" y="485544"/>
                  <a:pt x="505765" y="490183"/>
                </a:cubicBezTo>
                <a:cubicBezTo>
                  <a:pt x="501106" y="494860"/>
                  <a:pt x="494708" y="497755"/>
                  <a:pt x="487681" y="497755"/>
                </a:cubicBezTo>
                <a:lnTo>
                  <a:pt x="442748" y="497755"/>
                </a:lnTo>
                <a:cubicBezTo>
                  <a:pt x="435722" y="497755"/>
                  <a:pt x="429287" y="494860"/>
                  <a:pt x="424664" y="490220"/>
                </a:cubicBezTo>
                <a:cubicBezTo>
                  <a:pt x="420041" y="485544"/>
                  <a:pt x="417157" y="479122"/>
                  <a:pt x="417157" y="472070"/>
                </a:cubicBezTo>
                <a:lnTo>
                  <a:pt x="417157" y="458671"/>
                </a:lnTo>
                <a:cubicBezTo>
                  <a:pt x="417157" y="457076"/>
                  <a:pt x="416639" y="455628"/>
                  <a:pt x="415788" y="454515"/>
                </a:cubicBezTo>
                <a:cubicBezTo>
                  <a:pt x="414938" y="453438"/>
                  <a:pt x="413680" y="452585"/>
                  <a:pt x="412201" y="452213"/>
                </a:cubicBezTo>
                <a:cubicBezTo>
                  <a:pt x="402882" y="449764"/>
                  <a:pt x="393821" y="446720"/>
                  <a:pt x="385093" y="443083"/>
                </a:cubicBezTo>
                <a:cubicBezTo>
                  <a:pt x="376255" y="439409"/>
                  <a:pt x="367638" y="435066"/>
                  <a:pt x="359429" y="430241"/>
                </a:cubicBezTo>
                <a:cubicBezTo>
                  <a:pt x="358097" y="429461"/>
                  <a:pt x="356618" y="429165"/>
                  <a:pt x="355213" y="429350"/>
                </a:cubicBezTo>
                <a:cubicBezTo>
                  <a:pt x="353844" y="429536"/>
                  <a:pt x="352476" y="430204"/>
                  <a:pt x="351367" y="431354"/>
                </a:cubicBezTo>
                <a:lnTo>
                  <a:pt x="341862" y="440819"/>
                </a:lnTo>
                <a:cubicBezTo>
                  <a:pt x="336907" y="445829"/>
                  <a:pt x="330362" y="448353"/>
                  <a:pt x="323816" y="448353"/>
                </a:cubicBezTo>
                <a:cubicBezTo>
                  <a:pt x="317307" y="448353"/>
                  <a:pt x="310762" y="445866"/>
                  <a:pt x="305806" y="440856"/>
                </a:cubicBezTo>
                <a:lnTo>
                  <a:pt x="273965" y="408937"/>
                </a:lnTo>
                <a:cubicBezTo>
                  <a:pt x="268973" y="403926"/>
                  <a:pt x="266495" y="397356"/>
                  <a:pt x="266495" y="390787"/>
                </a:cubicBezTo>
                <a:cubicBezTo>
                  <a:pt x="266495" y="384217"/>
                  <a:pt x="269010" y="377648"/>
                  <a:pt x="273965" y="372637"/>
                </a:cubicBezTo>
                <a:lnTo>
                  <a:pt x="283432" y="363173"/>
                </a:lnTo>
                <a:cubicBezTo>
                  <a:pt x="284579" y="361985"/>
                  <a:pt x="285244" y="360612"/>
                  <a:pt x="285429" y="359239"/>
                </a:cubicBezTo>
                <a:cubicBezTo>
                  <a:pt x="285614" y="357865"/>
                  <a:pt x="285281" y="356344"/>
                  <a:pt x="284542" y="355007"/>
                </a:cubicBezTo>
                <a:cubicBezTo>
                  <a:pt x="279697" y="346694"/>
                  <a:pt x="275370" y="338045"/>
                  <a:pt x="271746" y="329250"/>
                </a:cubicBezTo>
                <a:cubicBezTo>
                  <a:pt x="268159" y="320528"/>
                  <a:pt x="265089" y="311435"/>
                  <a:pt x="262648" y="302081"/>
                </a:cubicBezTo>
                <a:cubicBezTo>
                  <a:pt x="262242" y="300560"/>
                  <a:pt x="261391" y="299298"/>
                  <a:pt x="260319" y="298444"/>
                </a:cubicBezTo>
                <a:cubicBezTo>
                  <a:pt x="259246" y="297628"/>
                  <a:pt x="257804" y="297108"/>
                  <a:pt x="256214" y="297108"/>
                </a:cubicBezTo>
                <a:lnTo>
                  <a:pt x="242826" y="297108"/>
                </a:lnTo>
                <a:cubicBezTo>
                  <a:pt x="235799" y="297108"/>
                  <a:pt x="229364" y="294213"/>
                  <a:pt x="224742" y="289574"/>
                </a:cubicBezTo>
                <a:cubicBezTo>
                  <a:pt x="220119" y="284897"/>
                  <a:pt x="217234" y="278476"/>
                  <a:pt x="217234" y="271424"/>
                </a:cubicBezTo>
                <a:lnTo>
                  <a:pt x="217234" y="226329"/>
                </a:lnTo>
                <a:cubicBezTo>
                  <a:pt x="217234" y="219277"/>
                  <a:pt x="220119" y="212819"/>
                  <a:pt x="224742" y="208179"/>
                </a:cubicBezTo>
                <a:cubicBezTo>
                  <a:pt x="229364" y="203540"/>
                  <a:pt x="235762" y="200645"/>
                  <a:pt x="242826" y="200645"/>
                </a:cubicBezTo>
                <a:lnTo>
                  <a:pt x="256177" y="200645"/>
                </a:lnTo>
                <a:cubicBezTo>
                  <a:pt x="257767" y="200645"/>
                  <a:pt x="259209" y="200125"/>
                  <a:pt x="260319" y="199271"/>
                </a:cubicBezTo>
                <a:cubicBezTo>
                  <a:pt x="261391" y="198418"/>
                  <a:pt x="262242" y="197156"/>
                  <a:pt x="262612" y="195671"/>
                </a:cubicBezTo>
                <a:cubicBezTo>
                  <a:pt x="265052" y="186318"/>
                  <a:pt x="268085" y="177225"/>
                  <a:pt x="271709" y="168466"/>
                </a:cubicBezTo>
                <a:cubicBezTo>
                  <a:pt x="275370" y="159595"/>
                  <a:pt x="279697" y="150947"/>
                  <a:pt x="284505" y="142708"/>
                </a:cubicBezTo>
                <a:cubicBezTo>
                  <a:pt x="285282" y="141372"/>
                  <a:pt x="285577" y="139887"/>
                  <a:pt x="285393" y="138477"/>
                </a:cubicBezTo>
                <a:cubicBezTo>
                  <a:pt x="285208" y="137104"/>
                  <a:pt x="284542" y="135730"/>
                  <a:pt x="283396" y="134617"/>
                </a:cubicBezTo>
                <a:lnTo>
                  <a:pt x="273965" y="125078"/>
                </a:lnTo>
                <a:cubicBezTo>
                  <a:pt x="268973" y="120105"/>
                  <a:pt x="266458" y="113536"/>
                  <a:pt x="266458" y="106967"/>
                </a:cubicBezTo>
                <a:cubicBezTo>
                  <a:pt x="266458" y="100434"/>
                  <a:pt x="268936" y="93865"/>
                  <a:pt x="273928" y="88892"/>
                </a:cubicBezTo>
                <a:lnTo>
                  <a:pt x="305733" y="56936"/>
                </a:lnTo>
                <a:cubicBezTo>
                  <a:pt x="310725" y="51925"/>
                  <a:pt x="317271" y="49438"/>
                  <a:pt x="323817" y="49438"/>
                </a:cubicBezTo>
                <a:cubicBezTo>
                  <a:pt x="330363" y="49438"/>
                  <a:pt x="336908" y="51962"/>
                  <a:pt x="341901" y="56936"/>
                </a:cubicBezTo>
                <a:lnTo>
                  <a:pt x="351332" y="66437"/>
                </a:lnTo>
                <a:cubicBezTo>
                  <a:pt x="352478" y="67551"/>
                  <a:pt x="353883" y="68256"/>
                  <a:pt x="355252" y="68441"/>
                </a:cubicBezTo>
                <a:cubicBezTo>
                  <a:pt x="356620" y="68627"/>
                  <a:pt x="358136" y="68293"/>
                  <a:pt x="359468" y="67551"/>
                </a:cubicBezTo>
                <a:cubicBezTo>
                  <a:pt x="367751" y="62689"/>
                  <a:pt x="376369" y="58346"/>
                  <a:pt x="385132" y="54708"/>
                </a:cubicBezTo>
                <a:cubicBezTo>
                  <a:pt x="393823" y="51108"/>
                  <a:pt x="402884" y="48028"/>
                  <a:pt x="412203" y="45578"/>
                </a:cubicBezTo>
                <a:cubicBezTo>
                  <a:pt x="413719" y="45170"/>
                  <a:pt x="414977" y="44316"/>
                  <a:pt x="415827" y="43240"/>
                </a:cubicBezTo>
                <a:cubicBezTo>
                  <a:pt x="416641" y="42164"/>
                  <a:pt x="417159" y="40716"/>
                  <a:pt x="417159" y="39120"/>
                </a:cubicBezTo>
                <a:lnTo>
                  <a:pt x="417159" y="25684"/>
                </a:lnTo>
                <a:cubicBezTo>
                  <a:pt x="417159" y="18632"/>
                  <a:pt x="420043" y="12174"/>
                  <a:pt x="424666" y="7534"/>
                </a:cubicBezTo>
                <a:cubicBezTo>
                  <a:pt x="429288" y="2895"/>
                  <a:pt x="435687" y="0"/>
                  <a:pt x="442750" y="0"/>
                </a:cubicBezTo>
                <a:lnTo>
                  <a:pt x="487683" y="0"/>
                </a:lnTo>
                <a:cubicBezTo>
                  <a:pt x="494709" y="0"/>
                  <a:pt x="501107" y="2895"/>
                  <a:pt x="505729" y="7534"/>
                </a:cubicBezTo>
                <a:cubicBezTo>
                  <a:pt x="510352" y="12137"/>
                  <a:pt x="513237" y="18595"/>
                  <a:pt x="513237" y="25646"/>
                </a:cubicBezTo>
                <a:lnTo>
                  <a:pt x="513237" y="39045"/>
                </a:lnTo>
                <a:cubicBezTo>
                  <a:pt x="513237" y="40641"/>
                  <a:pt x="513717" y="42089"/>
                  <a:pt x="514568" y="43165"/>
                </a:cubicBezTo>
                <a:cubicBezTo>
                  <a:pt x="515418" y="44278"/>
                  <a:pt x="516676" y="45132"/>
                  <a:pt x="518192" y="45503"/>
                </a:cubicBezTo>
                <a:close/>
                <a:moveTo>
                  <a:pt x="508579" y="373903"/>
                </a:moveTo>
                <a:lnTo>
                  <a:pt x="508579" y="211855"/>
                </a:lnTo>
                <a:cubicBezTo>
                  <a:pt x="508579" y="206622"/>
                  <a:pt x="512832" y="202353"/>
                  <a:pt x="518046" y="202353"/>
                </a:cubicBezTo>
                <a:lnTo>
                  <a:pt x="567971" y="202353"/>
                </a:lnTo>
                <a:cubicBezTo>
                  <a:pt x="573185" y="202353"/>
                  <a:pt x="577438" y="206622"/>
                  <a:pt x="577438" y="211855"/>
                </a:cubicBezTo>
                <a:lnTo>
                  <a:pt x="577438" y="318376"/>
                </a:lnTo>
                <a:cubicBezTo>
                  <a:pt x="589864" y="298185"/>
                  <a:pt x="597038" y="274395"/>
                  <a:pt x="597038" y="248934"/>
                </a:cubicBezTo>
                <a:cubicBezTo>
                  <a:pt x="597038" y="212412"/>
                  <a:pt x="582283" y="179343"/>
                  <a:pt x="558430" y="155403"/>
                </a:cubicBezTo>
                <a:cubicBezTo>
                  <a:pt x="534577" y="131463"/>
                  <a:pt x="501626" y="116655"/>
                  <a:pt x="465236" y="116655"/>
                </a:cubicBezTo>
                <a:cubicBezTo>
                  <a:pt x="428846" y="116655"/>
                  <a:pt x="395896" y="131464"/>
                  <a:pt x="372042" y="155403"/>
                </a:cubicBezTo>
                <a:cubicBezTo>
                  <a:pt x="348188" y="179342"/>
                  <a:pt x="333434" y="212412"/>
                  <a:pt x="333434" y="248934"/>
                </a:cubicBezTo>
                <a:cubicBezTo>
                  <a:pt x="333434" y="274395"/>
                  <a:pt x="340608" y="298185"/>
                  <a:pt x="353034" y="318376"/>
                </a:cubicBezTo>
                <a:lnTo>
                  <a:pt x="353034" y="250752"/>
                </a:lnTo>
                <a:cubicBezTo>
                  <a:pt x="353034" y="245519"/>
                  <a:pt x="357287" y="241251"/>
                  <a:pt x="362501" y="241251"/>
                </a:cubicBezTo>
                <a:lnTo>
                  <a:pt x="412426" y="241251"/>
                </a:lnTo>
                <a:cubicBezTo>
                  <a:pt x="417640" y="241251"/>
                  <a:pt x="421893" y="245519"/>
                  <a:pt x="421893" y="250752"/>
                </a:cubicBezTo>
                <a:lnTo>
                  <a:pt x="421893" y="373901"/>
                </a:lnTo>
                <a:cubicBezTo>
                  <a:pt x="424814" y="374940"/>
                  <a:pt x="427773" y="375831"/>
                  <a:pt x="430768" y="376647"/>
                </a:cubicBezTo>
                <a:lnTo>
                  <a:pt x="430768" y="236909"/>
                </a:lnTo>
                <a:cubicBezTo>
                  <a:pt x="430768" y="231676"/>
                  <a:pt x="435021" y="227408"/>
                  <a:pt x="440236" y="227408"/>
                </a:cubicBezTo>
                <a:lnTo>
                  <a:pt x="490161" y="227408"/>
                </a:lnTo>
                <a:cubicBezTo>
                  <a:pt x="495375" y="227408"/>
                  <a:pt x="499628" y="231676"/>
                  <a:pt x="499628" y="236909"/>
                </a:cubicBezTo>
                <a:lnTo>
                  <a:pt x="499628" y="376685"/>
                </a:lnTo>
                <a:cubicBezTo>
                  <a:pt x="502623" y="375869"/>
                  <a:pt x="505582" y="374941"/>
                  <a:pt x="508503" y="373939"/>
                </a:cubicBezTo>
                <a:close/>
                <a:moveTo>
                  <a:pt x="558504" y="342429"/>
                </a:moveTo>
                <a:lnTo>
                  <a:pt x="558504" y="221399"/>
                </a:lnTo>
                <a:lnTo>
                  <a:pt x="527514" y="221399"/>
                </a:lnTo>
                <a:lnTo>
                  <a:pt x="527514" y="365556"/>
                </a:lnTo>
                <a:cubicBezTo>
                  <a:pt x="538941" y="359395"/>
                  <a:pt x="549370" y="351600"/>
                  <a:pt x="558467" y="342470"/>
                </a:cubicBezTo>
                <a:close/>
                <a:moveTo>
                  <a:pt x="480769" y="380287"/>
                </a:moveTo>
                <a:lnTo>
                  <a:pt x="480769" y="246373"/>
                </a:lnTo>
                <a:lnTo>
                  <a:pt x="449779" y="246373"/>
                </a:lnTo>
                <a:lnTo>
                  <a:pt x="449779" y="380287"/>
                </a:lnTo>
                <a:cubicBezTo>
                  <a:pt x="454845" y="380881"/>
                  <a:pt x="460022" y="381178"/>
                  <a:pt x="465274" y="381178"/>
                </a:cubicBezTo>
                <a:cubicBezTo>
                  <a:pt x="470525" y="381178"/>
                  <a:pt x="475703" y="380881"/>
                  <a:pt x="480769" y="380287"/>
                </a:cubicBezTo>
                <a:close/>
                <a:moveTo>
                  <a:pt x="403034" y="365515"/>
                </a:moveTo>
                <a:lnTo>
                  <a:pt x="403034" y="260219"/>
                </a:lnTo>
                <a:lnTo>
                  <a:pt x="372044" y="260219"/>
                </a:lnTo>
                <a:lnTo>
                  <a:pt x="372044" y="342392"/>
                </a:lnTo>
                <a:lnTo>
                  <a:pt x="372118" y="342466"/>
                </a:lnTo>
                <a:cubicBezTo>
                  <a:pt x="381215" y="351597"/>
                  <a:pt x="391644" y="359390"/>
                  <a:pt x="403034" y="365552"/>
                </a:cubicBezTo>
                <a:close/>
                <a:moveTo>
                  <a:pt x="465311" y="97659"/>
                </a:moveTo>
                <a:cubicBezTo>
                  <a:pt x="506952" y="97659"/>
                  <a:pt x="544636" y="114621"/>
                  <a:pt x="571893" y="141974"/>
                </a:cubicBezTo>
                <a:cubicBezTo>
                  <a:pt x="599149" y="169328"/>
                  <a:pt x="616050" y="207186"/>
                  <a:pt x="616050" y="248942"/>
                </a:cubicBezTo>
                <a:cubicBezTo>
                  <a:pt x="616050" y="290733"/>
                  <a:pt x="599149" y="328554"/>
                  <a:pt x="571893" y="355910"/>
                </a:cubicBezTo>
                <a:cubicBezTo>
                  <a:pt x="543565" y="384340"/>
                  <a:pt x="505364" y="400226"/>
                  <a:pt x="465311" y="400226"/>
                </a:cubicBezTo>
                <a:cubicBezTo>
                  <a:pt x="425519" y="400226"/>
                  <a:pt x="387280" y="384600"/>
                  <a:pt x="358728" y="355910"/>
                </a:cubicBezTo>
                <a:cubicBezTo>
                  <a:pt x="330363" y="326514"/>
                  <a:pt x="314572" y="290216"/>
                  <a:pt x="314572" y="248942"/>
                </a:cubicBezTo>
                <a:cubicBezTo>
                  <a:pt x="314572" y="207188"/>
                  <a:pt x="331473" y="169330"/>
                  <a:pt x="358728" y="141974"/>
                </a:cubicBezTo>
                <a:cubicBezTo>
                  <a:pt x="385984" y="114621"/>
                  <a:pt x="423705" y="97659"/>
                  <a:pt x="465311" y="97659"/>
                </a:cubicBezTo>
                <a:close/>
                <a:moveTo>
                  <a:pt x="14214" y="626882"/>
                </a:moveTo>
                <a:lnTo>
                  <a:pt x="63622" y="598229"/>
                </a:lnTo>
                <a:cubicBezTo>
                  <a:pt x="70390" y="594295"/>
                  <a:pt x="78156" y="593515"/>
                  <a:pt x="85145" y="595408"/>
                </a:cubicBezTo>
                <a:cubicBezTo>
                  <a:pt x="92134" y="597264"/>
                  <a:pt x="98458" y="601866"/>
                  <a:pt x="102378" y="608658"/>
                </a:cubicBezTo>
                <a:lnTo>
                  <a:pt x="109811" y="621574"/>
                </a:lnTo>
                <a:lnTo>
                  <a:pt x="211916" y="582974"/>
                </a:lnTo>
                <a:cubicBezTo>
                  <a:pt x="226782" y="557068"/>
                  <a:pt x="249120" y="541554"/>
                  <a:pt x="274637" y="533426"/>
                </a:cubicBezTo>
                <a:cubicBezTo>
                  <a:pt x="306219" y="523405"/>
                  <a:pt x="342646" y="524890"/>
                  <a:pt x="375482" y="532053"/>
                </a:cubicBezTo>
                <a:cubicBezTo>
                  <a:pt x="385689" y="534280"/>
                  <a:pt x="395342" y="535282"/>
                  <a:pt x="404772" y="535059"/>
                </a:cubicBezTo>
                <a:cubicBezTo>
                  <a:pt x="414202" y="534837"/>
                  <a:pt x="423780" y="533315"/>
                  <a:pt x="433876" y="530568"/>
                </a:cubicBezTo>
                <a:lnTo>
                  <a:pt x="543602" y="500765"/>
                </a:lnTo>
                <a:cubicBezTo>
                  <a:pt x="556138" y="497387"/>
                  <a:pt x="568971" y="499503"/>
                  <a:pt x="579437" y="505553"/>
                </a:cubicBezTo>
                <a:cubicBezTo>
                  <a:pt x="589977" y="511640"/>
                  <a:pt x="598150" y="521772"/>
                  <a:pt x="601552" y="534392"/>
                </a:cubicBezTo>
                <a:cubicBezTo>
                  <a:pt x="604917" y="547011"/>
                  <a:pt x="602809" y="559890"/>
                  <a:pt x="596781" y="570394"/>
                </a:cubicBezTo>
                <a:cubicBezTo>
                  <a:pt x="590716" y="580972"/>
                  <a:pt x="580658" y="589211"/>
                  <a:pt x="568084" y="592588"/>
                </a:cubicBezTo>
                <a:lnTo>
                  <a:pt x="465203" y="620240"/>
                </a:lnTo>
                <a:cubicBezTo>
                  <a:pt x="479515" y="624582"/>
                  <a:pt x="492385" y="630261"/>
                  <a:pt x="504774" y="635717"/>
                </a:cubicBezTo>
                <a:lnTo>
                  <a:pt x="507621" y="636978"/>
                </a:lnTo>
                <a:cubicBezTo>
                  <a:pt x="513094" y="635717"/>
                  <a:pt x="518827" y="633824"/>
                  <a:pt x="524891" y="631226"/>
                </a:cubicBezTo>
                <a:cubicBezTo>
                  <a:pt x="532214" y="628071"/>
                  <a:pt x="539980" y="623877"/>
                  <a:pt x="548189" y="618532"/>
                </a:cubicBezTo>
                <a:lnTo>
                  <a:pt x="721336" y="518206"/>
                </a:lnTo>
                <a:cubicBezTo>
                  <a:pt x="732875" y="511489"/>
                  <a:pt x="746151" y="510152"/>
                  <a:pt x="758133" y="513344"/>
                </a:cubicBezTo>
                <a:cubicBezTo>
                  <a:pt x="770189" y="516573"/>
                  <a:pt x="780988" y="524405"/>
                  <a:pt x="787681" y="536021"/>
                </a:cubicBezTo>
                <a:lnTo>
                  <a:pt x="787755" y="536207"/>
                </a:lnTo>
                <a:lnTo>
                  <a:pt x="795336" y="531827"/>
                </a:lnTo>
                <a:cubicBezTo>
                  <a:pt x="806875" y="525110"/>
                  <a:pt x="820151" y="523773"/>
                  <a:pt x="832133" y="526965"/>
                </a:cubicBezTo>
                <a:cubicBezTo>
                  <a:pt x="844188" y="530194"/>
                  <a:pt x="854988" y="538026"/>
                  <a:pt x="861681" y="549642"/>
                </a:cubicBezTo>
                <a:lnTo>
                  <a:pt x="861977" y="550199"/>
                </a:lnTo>
                <a:cubicBezTo>
                  <a:pt x="868375" y="561668"/>
                  <a:pt x="869632" y="574621"/>
                  <a:pt x="866489" y="586424"/>
                </a:cubicBezTo>
                <a:cubicBezTo>
                  <a:pt x="863308" y="598449"/>
                  <a:pt x="855505" y="609324"/>
                  <a:pt x="844041" y="616153"/>
                </a:cubicBezTo>
                <a:lnTo>
                  <a:pt x="558177" y="787141"/>
                </a:lnTo>
                <a:cubicBezTo>
                  <a:pt x="548451" y="792969"/>
                  <a:pt x="538429" y="796383"/>
                  <a:pt x="528110" y="798239"/>
                </a:cubicBezTo>
                <a:cubicBezTo>
                  <a:pt x="518162" y="799984"/>
                  <a:pt x="507845" y="800243"/>
                  <a:pt x="497120" y="799761"/>
                </a:cubicBezTo>
                <a:lnTo>
                  <a:pt x="234290" y="787847"/>
                </a:lnTo>
                <a:lnTo>
                  <a:pt x="210030" y="795753"/>
                </a:lnTo>
                <a:lnTo>
                  <a:pt x="214135" y="802879"/>
                </a:lnTo>
                <a:cubicBezTo>
                  <a:pt x="218055" y="809671"/>
                  <a:pt x="218831" y="817465"/>
                  <a:pt x="216945" y="824479"/>
                </a:cubicBezTo>
                <a:cubicBezTo>
                  <a:pt x="215096" y="831494"/>
                  <a:pt x="210511" y="837840"/>
                  <a:pt x="203706" y="841775"/>
                </a:cubicBezTo>
                <a:lnTo>
                  <a:pt x="154299" y="870391"/>
                </a:lnTo>
                <a:cubicBezTo>
                  <a:pt x="147531" y="874325"/>
                  <a:pt x="139802" y="875104"/>
                  <a:pt x="132813" y="873248"/>
                </a:cubicBezTo>
                <a:cubicBezTo>
                  <a:pt x="125786" y="871393"/>
                  <a:pt x="119462" y="866790"/>
                  <a:pt x="115542" y="859999"/>
                </a:cubicBezTo>
                <a:lnTo>
                  <a:pt x="3819" y="665741"/>
                </a:lnTo>
                <a:cubicBezTo>
                  <a:pt x="-101" y="658949"/>
                  <a:pt x="-915" y="651154"/>
                  <a:pt x="972" y="644140"/>
                </a:cubicBezTo>
                <a:cubicBezTo>
                  <a:pt x="2821" y="637125"/>
                  <a:pt x="7406" y="630779"/>
                  <a:pt x="14174" y="626845"/>
                </a:cubicBezTo>
                <a:close/>
                <a:moveTo>
                  <a:pt x="119386" y="638202"/>
                </a:moveTo>
                <a:lnTo>
                  <a:pt x="200376" y="778976"/>
                </a:lnTo>
                <a:lnTo>
                  <a:pt x="230035" y="769326"/>
                </a:lnTo>
                <a:cubicBezTo>
                  <a:pt x="231070" y="768992"/>
                  <a:pt x="232217" y="768843"/>
                  <a:pt x="233363" y="768880"/>
                </a:cubicBezTo>
                <a:lnTo>
                  <a:pt x="497926" y="780868"/>
                </a:lnTo>
                <a:cubicBezTo>
                  <a:pt x="507319" y="781277"/>
                  <a:pt x="516269" y="781054"/>
                  <a:pt x="524886" y="779569"/>
                </a:cubicBezTo>
                <a:cubicBezTo>
                  <a:pt x="533096" y="778122"/>
                  <a:pt x="540973" y="775413"/>
                  <a:pt x="548517" y="770922"/>
                </a:cubicBezTo>
                <a:lnTo>
                  <a:pt x="834382" y="599933"/>
                </a:lnTo>
                <a:cubicBezTo>
                  <a:pt x="841445" y="595702"/>
                  <a:pt x="846253" y="588984"/>
                  <a:pt x="848249" y="581561"/>
                </a:cubicBezTo>
                <a:cubicBezTo>
                  <a:pt x="850135" y="574361"/>
                  <a:pt x="849433" y="566492"/>
                  <a:pt x="845624" y="559552"/>
                </a:cubicBezTo>
                <a:lnTo>
                  <a:pt x="845402" y="559143"/>
                </a:lnTo>
                <a:cubicBezTo>
                  <a:pt x="841334" y="552091"/>
                  <a:pt x="834714" y="547267"/>
                  <a:pt x="827392" y="545300"/>
                </a:cubicBezTo>
                <a:cubicBezTo>
                  <a:pt x="820033" y="543333"/>
                  <a:pt x="811934" y="544149"/>
                  <a:pt x="804907" y="548232"/>
                </a:cubicBezTo>
                <a:cubicBezTo>
                  <a:pt x="747475" y="581487"/>
                  <a:pt x="690041" y="614742"/>
                  <a:pt x="632613" y="648035"/>
                </a:cubicBezTo>
                <a:cubicBezTo>
                  <a:pt x="580358" y="682107"/>
                  <a:pt x="549700" y="676131"/>
                  <a:pt x="497259" y="653120"/>
                </a:cubicBezTo>
                <a:cubicBezTo>
                  <a:pt x="475107" y="643359"/>
                  <a:pt x="451291" y="632818"/>
                  <a:pt x="421151" y="631927"/>
                </a:cubicBezTo>
                <a:cubicBezTo>
                  <a:pt x="416824" y="632113"/>
                  <a:pt x="412756" y="629292"/>
                  <a:pt x="411609" y="624875"/>
                </a:cubicBezTo>
                <a:cubicBezTo>
                  <a:pt x="410278" y="619828"/>
                  <a:pt x="413274" y="614595"/>
                  <a:pt x="418303" y="613258"/>
                </a:cubicBezTo>
                <a:lnTo>
                  <a:pt x="563304" y="574249"/>
                </a:lnTo>
                <a:cubicBezTo>
                  <a:pt x="570848" y="572245"/>
                  <a:pt x="576913" y="567272"/>
                  <a:pt x="580537" y="560963"/>
                </a:cubicBezTo>
                <a:cubicBezTo>
                  <a:pt x="584161" y="554653"/>
                  <a:pt x="585419" y="546896"/>
                  <a:pt x="583385" y="539288"/>
                </a:cubicBezTo>
                <a:cubicBezTo>
                  <a:pt x="581351" y="531716"/>
                  <a:pt x="576432" y="525629"/>
                  <a:pt x="570109" y="521955"/>
                </a:cubicBezTo>
                <a:cubicBezTo>
                  <a:pt x="563822" y="518318"/>
                  <a:pt x="556092" y="517056"/>
                  <a:pt x="548549" y="519097"/>
                </a:cubicBezTo>
                <a:lnTo>
                  <a:pt x="438823" y="548901"/>
                </a:lnTo>
                <a:cubicBezTo>
                  <a:pt x="427470" y="551981"/>
                  <a:pt x="416449" y="553688"/>
                  <a:pt x="405281" y="553948"/>
                </a:cubicBezTo>
                <a:cubicBezTo>
                  <a:pt x="394149" y="554208"/>
                  <a:pt x="383017" y="553095"/>
                  <a:pt x="371517" y="550571"/>
                </a:cubicBezTo>
                <a:cubicBezTo>
                  <a:pt x="341487" y="544001"/>
                  <a:pt x="308500" y="542554"/>
                  <a:pt x="280357" y="551462"/>
                </a:cubicBezTo>
                <a:cubicBezTo>
                  <a:pt x="258316" y="558439"/>
                  <a:pt x="239159" y="571987"/>
                  <a:pt x="226956" y="594701"/>
                </a:cubicBezTo>
                <a:cubicBezTo>
                  <a:pt x="225920" y="596779"/>
                  <a:pt x="224145" y="598524"/>
                  <a:pt x="221816" y="599414"/>
                </a:cubicBezTo>
                <a:lnTo>
                  <a:pt x="119380" y="638125"/>
                </a:lnTo>
                <a:close/>
                <a:moveTo>
                  <a:pt x="73085" y="614633"/>
                </a:moveTo>
                <a:lnTo>
                  <a:pt x="23678" y="643286"/>
                </a:lnTo>
                <a:cubicBezTo>
                  <a:pt x="21422" y="644548"/>
                  <a:pt x="19906" y="646700"/>
                  <a:pt x="19277" y="649076"/>
                </a:cubicBezTo>
                <a:cubicBezTo>
                  <a:pt x="18648" y="651414"/>
                  <a:pt x="18907" y="654049"/>
                  <a:pt x="20164" y="656276"/>
                </a:cubicBezTo>
                <a:lnTo>
                  <a:pt x="131926" y="850534"/>
                </a:lnTo>
                <a:cubicBezTo>
                  <a:pt x="133220" y="852761"/>
                  <a:pt x="135328" y="854320"/>
                  <a:pt x="137695" y="854951"/>
                </a:cubicBezTo>
                <a:cubicBezTo>
                  <a:pt x="140061" y="855582"/>
                  <a:pt x="142687" y="855322"/>
                  <a:pt x="144943" y="854023"/>
                </a:cubicBezTo>
                <a:lnTo>
                  <a:pt x="194351" y="825407"/>
                </a:lnTo>
                <a:cubicBezTo>
                  <a:pt x="196570" y="824145"/>
                  <a:pt x="198086" y="821993"/>
                  <a:pt x="198715" y="819617"/>
                </a:cubicBezTo>
                <a:cubicBezTo>
                  <a:pt x="199343" y="817242"/>
                  <a:pt x="199085" y="814644"/>
                  <a:pt x="197827" y="812417"/>
                </a:cubicBezTo>
                <a:cubicBezTo>
                  <a:pt x="160587" y="747725"/>
                  <a:pt x="123309" y="682921"/>
                  <a:pt x="86066" y="618197"/>
                </a:cubicBezTo>
                <a:cubicBezTo>
                  <a:pt x="84809" y="615933"/>
                  <a:pt x="82664" y="614411"/>
                  <a:pt x="80297" y="613780"/>
                </a:cubicBezTo>
                <a:cubicBezTo>
                  <a:pt x="77930" y="613149"/>
                  <a:pt x="75341" y="613409"/>
                  <a:pt x="73122" y="614671"/>
                </a:cubicBezTo>
                <a:close/>
                <a:moveTo>
                  <a:pt x="771448" y="545710"/>
                </a:moveTo>
                <a:lnTo>
                  <a:pt x="771374" y="545562"/>
                </a:lnTo>
                <a:cubicBezTo>
                  <a:pt x="767306" y="538510"/>
                  <a:pt x="760687" y="533685"/>
                  <a:pt x="753365" y="531718"/>
                </a:cubicBezTo>
                <a:cubicBezTo>
                  <a:pt x="746005" y="529751"/>
                  <a:pt x="737907" y="530568"/>
                  <a:pt x="730880" y="534650"/>
                </a:cubicBezTo>
                <a:lnTo>
                  <a:pt x="558585" y="634454"/>
                </a:lnTo>
                <a:cubicBezTo>
                  <a:pt x="550190" y="639947"/>
                  <a:pt x="542276" y="644290"/>
                  <a:pt x="534769" y="647704"/>
                </a:cubicBezTo>
                <a:cubicBezTo>
                  <a:pt x="559769" y="655535"/>
                  <a:pt x="586063" y="655795"/>
                  <a:pt x="622268" y="632190"/>
                </a:cubicBezTo>
                <a:lnTo>
                  <a:pt x="771491" y="545748"/>
                </a:lnTo>
                <a:close/>
                <a:moveTo>
                  <a:pt x="538127" y="72271"/>
                </a:moveTo>
                <a:cubicBezTo>
                  <a:pt x="530176" y="68967"/>
                  <a:pt x="521930" y="66184"/>
                  <a:pt x="513497" y="63957"/>
                </a:cubicBezTo>
                <a:cubicBezTo>
                  <a:pt x="507802" y="62472"/>
                  <a:pt x="503031" y="59206"/>
                  <a:pt x="499667" y="54826"/>
                </a:cubicBezTo>
                <a:cubicBezTo>
                  <a:pt x="496301" y="50447"/>
                  <a:pt x="494341" y="44990"/>
                  <a:pt x="494341" y="39127"/>
                </a:cubicBezTo>
                <a:lnTo>
                  <a:pt x="494341" y="25728"/>
                </a:lnTo>
                <a:cubicBezTo>
                  <a:pt x="494341" y="23909"/>
                  <a:pt x="493565" y="22239"/>
                  <a:pt x="492381" y="21052"/>
                </a:cubicBezTo>
                <a:cubicBezTo>
                  <a:pt x="491198" y="19827"/>
                  <a:pt x="489534" y="19084"/>
                  <a:pt x="487722" y="19084"/>
                </a:cubicBezTo>
                <a:lnTo>
                  <a:pt x="442789" y="19084"/>
                </a:lnTo>
                <a:cubicBezTo>
                  <a:pt x="440977" y="19084"/>
                  <a:pt x="439313" y="19864"/>
                  <a:pt x="438129" y="21052"/>
                </a:cubicBezTo>
                <a:cubicBezTo>
                  <a:pt x="436946" y="22239"/>
                  <a:pt x="436169" y="23909"/>
                  <a:pt x="436169" y="25728"/>
                </a:cubicBezTo>
                <a:lnTo>
                  <a:pt x="436169" y="39164"/>
                </a:lnTo>
                <a:cubicBezTo>
                  <a:pt x="436169" y="45028"/>
                  <a:pt x="434209" y="50484"/>
                  <a:pt x="430844" y="54863"/>
                </a:cubicBezTo>
                <a:cubicBezTo>
                  <a:pt x="427479" y="59243"/>
                  <a:pt x="422708" y="62509"/>
                  <a:pt x="417013" y="63994"/>
                </a:cubicBezTo>
                <a:cubicBezTo>
                  <a:pt x="408618" y="66184"/>
                  <a:pt x="400372" y="68967"/>
                  <a:pt x="392420" y="72270"/>
                </a:cubicBezTo>
                <a:cubicBezTo>
                  <a:pt x="384284" y="75648"/>
                  <a:pt x="376444" y="79582"/>
                  <a:pt x="369047" y="83925"/>
                </a:cubicBezTo>
                <a:cubicBezTo>
                  <a:pt x="364018" y="86894"/>
                  <a:pt x="358323" y="87971"/>
                  <a:pt x="352887" y="87302"/>
                </a:cubicBezTo>
                <a:cubicBezTo>
                  <a:pt x="347413" y="86597"/>
                  <a:pt x="342162" y="84111"/>
                  <a:pt x="338020" y="79991"/>
                </a:cubicBezTo>
                <a:lnTo>
                  <a:pt x="328590" y="70489"/>
                </a:lnTo>
                <a:cubicBezTo>
                  <a:pt x="327259" y="69190"/>
                  <a:pt x="325557" y="68559"/>
                  <a:pt x="323856" y="68559"/>
                </a:cubicBezTo>
                <a:cubicBezTo>
                  <a:pt x="322155" y="68559"/>
                  <a:pt x="320454" y="69227"/>
                  <a:pt x="319196" y="70489"/>
                </a:cubicBezTo>
                <a:lnTo>
                  <a:pt x="287392" y="102409"/>
                </a:lnTo>
                <a:cubicBezTo>
                  <a:pt x="286098" y="103670"/>
                  <a:pt x="285469" y="105378"/>
                  <a:pt x="285469" y="107122"/>
                </a:cubicBezTo>
                <a:cubicBezTo>
                  <a:pt x="285469" y="108829"/>
                  <a:pt x="286135" y="110537"/>
                  <a:pt x="287392" y="111799"/>
                </a:cubicBezTo>
                <a:lnTo>
                  <a:pt x="296822" y="121337"/>
                </a:lnTo>
                <a:cubicBezTo>
                  <a:pt x="300964" y="125457"/>
                  <a:pt x="303442" y="130690"/>
                  <a:pt x="304145" y="136183"/>
                </a:cubicBezTo>
                <a:cubicBezTo>
                  <a:pt x="304810" y="141676"/>
                  <a:pt x="303738" y="147392"/>
                  <a:pt x="300779" y="152439"/>
                </a:cubicBezTo>
                <a:cubicBezTo>
                  <a:pt x="296416" y="159937"/>
                  <a:pt x="292496" y="167768"/>
                  <a:pt x="289167" y="175859"/>
                </a:cubicBezTo>
                <a:cubicBezTo>
                  <a:pt x="285875" y="183876"/>
                  <a:pt x="283065" y="192152"/>
                  <a:pt x="280883" y="200578"/>
                </a:cubicBezTo>
                <a:cubicBezTo>
                  <a:pt x="279441" y="206256"/>
                  <a:pt x="276149" y="211082"/>
                  <a:pt x="271823" y="214458"/>
                </a:cubicBezTo>
                <a:cubicBezTo>
                  <a:pt x="267422" y="217836"/>
                  <a:pt x="262022" y="219803"/>
                  <a:pt x="256180" y="219803"/>
                </a:cubicBezTo>
                <a:lnTo>
                  <a:pt x="242829" y="219803"/>
                </a:lnTo>
                <a:cubicBezTo>
                  <a:pt x="241017" y="219803"/>
                  <a:pt x="239353" y="220582"/>
                  <a:pt x="238169" y="221770"/>
                </a:cubicBezTo>
                <a:cubicBezTo>
                  <a:pt x="236986" y="222958"/>
                  <a:pt x="236209" y="224628"/>
                  <a:pt x="236209" y="226447"/>
                </a:cubicBezTo>
                <a:lnTo>
                  <a:pt x="236209" y="271542"/>
                </a:lnTo>
                <a:cubicBezTo>
                  <a:pt x="236209" y="273397"/>
                  <a:pt x="236949" y="275068"/>
                  <a:pt x="238132" y="276218"/>
                </a:cubicBezTo>
                <a:cubicBezTo>
                  <a:pt x="239390" y="277406"/>
                  <a:pt x="241054" y="278185"/>
                  <a:pt x="242866" y="278185"/>
                </a:cubicBezTo>
                <a:lnTo>
                  <a:pt x="256254" y="278185"/>
                </a:lnTo>
                <a:cubicBezTo>
                  <a:pt x="262097" y="278185"/>
                  <a:pt x="267533" y="280152"/>
                  <a:pt x="271896" y="283530"/>
                </a:cubicBezTo>
                <a:cubicBezTo>
                  <a:pt x="276223" y="286870"/>
                  <a:pt x="279515" y="291695"/>
                  <a:pt x="280994" y="297411"/>
                </a:cubicBezTo>
                <a:cubicBezTo>
                  <a:pt x="283176" y="305836"/>
                  <a:pt x="285950" y="314112"/>
                  <a:pt x="289241" y="322093"/>
                </a:cubicBezTo>
                <a:cubicBezTo>
                  <a:pt x="292606" y="330258"/>
                  <a:pt x="296526" y="338126"/>
                  <a:pt x="300853" y="345550"/>
                </a:cubicBezTo>
                <a:cubicBezTo>
                  <a:pt x="303812" y="350597"/>
                  <a:pt x="304884" y="356313"/>
                  <a:pt x="304219" y="361769"/>
                </a:cubicBezTo>
                <a:cubicBezTo>
                  <a:pt x="303516" y="367262"/>
                  <a:pt x="301038" y="372532"/>
                  <a:pt x="296933" y="376689"/>
                </a:cubicBezTo>
                <a:lnTo>
                  <a:pt x="287466" y="386153"/>
                </a:lnTo>
                <a:cubicBezTo>
                  <a:pt x="286172" y="387489"/>
                  <a:pt x="285543" y="389197"/>
                  <a:pt x="285543" y="390904"/>
                </a:cubicBezTo>
                <a:cubicBezTo>
                  <a:pt x="285543" y="392611"/>
                  <a:pt x="286209" y="394319"/>
                  <a:pt x="287466" y="395581"/>
                </a:cubicBezTo>
                <a:lnTo>
                  <a:pt x="319270" y="427500"/>
                </a:lnTo>
                <a:cubicBezTo>
                  <a:pt x="320528" y="428799"/>
                  <a:pt x="322229" y="429430"/>
                  <a:pt x="323967" y="429430"/>
                </a:cubicBezTo>
                <a:cubicBezTo>
                  <a:pt x="325668" y="429430"/>
                  <a:pt x="327369" y="428762"/>
                  <a:pt x="328627" y="427500"/>
                </a:cubicBezTo>
                <a:lnTo>
                  <a:pt x="338131" y="418036"/>
                </a:lnTo>
                <a:cubicBezTo>
                  <a:pt x="342236" y="413879"/>
                  <a:pt x="347450" y="411392"/>
                  <a:pt x="352924" y="410687"/>
                </a:cubicBezTo>
                <a:cubicBezTo>
                  <a:pt x="358397" y="410019"/>
                  <a:pt x="364092" y="411095"/>
                  <a:pt x="369121" y="414064"/>
                </a:cubicBezTo>
                <a:cubicBezTo>
                  <a:pt x="376591" y="418444"/>
                  <a:pt x="384395" y="422378"/>
                  <a:pt x="392456" y="425719"/>
                </a:cubicBezTo>
                <a:cubicBezTo>
                  <a:pt x="400444" y="429022"/>
                  <a:pt x="408691" y="431843"/>
                  <a:pt x="417086" y="434033"/>
                </a:cubicBezTo>
                <a:cubicBezTo>
                  <a:pt x="422744" y="435480"/>
                  <a:pt x="427552" y="438783"/>
                  <a:pt x="430917" y="443126"/>
                </a:cubicBezTo>
                <a:cubicBezTo>
                  <a:pt x="434282" y="447542"/>
                  <a:pt x="436242" y="452962"/>
                  <a:pt x="436242" y="458825"/>
                </a:cubicBezTo>
                <a:lnTo>
                  <a:pt x="436242" y="472224"/>
                </a:lnTo>
                <a:cubicBezTo>
                  <a:pt x="436242" y="474080"/>
                  <a:pt x="436982" y="475750"/>
                  <a:pt x="438165" y="476901"/>
                </a:cubicBezTo>
                <a:cubicBezTo>
                  <a:pt x="439423" y="478088"/>
                  <a:pt x="441087" y="478868"/>
                  <a:pt x="442899" y="478868"/>
                </a:cubicBezTo>
                <a:lnTo>
                  <a:pt x="487831" y="478868"/>
                </a:lnTo>
                <a:cubicBezTo>
                  <a:pt x="489680" y="478868"/>
                  <a:pt x="491345" y="478125"/>
                  <a:pt x="492491" y="476938"/>
                </a:cubicBezTo>
                <a:cubicBezTo>
                  <a:pt x="493712" y="475713"/>
                  <a:pt x="494451" y="474043"/>
                  <a:pt x="494451" y="472187"/>
                </a:cubicBezTo>
                <a:lnTo>
                  <a:pt x="494451" y="458751"/>
                </a:lnTo>
                <a:cubicBezTo>
                  <a:pt x="494451" y="452887"/>
                  <a:pt x="496411" y="447431"/>
                  <a:pt x="499776" y="443052"/>
                </a:cubicBezTo>
                <a:cubicBezTo>
                  <a:pt x="503142" y="438672"/>
                  <a:pt x="507912" y="435406"/>
                  <a:pt x="513607" y="433921"/>
                </a:cubicBezTo>
                <a:cubicBezTo>
                  <a:pt x="522002" y="431731"/>
                  <a:pt x="530249" y="428948"/>
                  <a:pt x="538200" y="425645"/>
                </a:cubicBezTo>
                <a:cubicBezTo>
                  <a:pt x="546336" y="422267"/>
                  <a:pt x="554176" y="418333"/>
                  <a:pt x="561573" y="413990"/>
                </a:cubicBezTo>
                <a:cubicBezTo>
                  <a:pt x="566603" y="411021"/>
                  <a:pt x="572298" y="409945"/>
                  <a:pt x="577734" y="410613"/>
                </a:cubicBezTo>
                <a:cubicBezTo>
                  <a:pt x="583207" y="411318"/>
                  <a:pt x="588458" y="413805"/>
                  <a:pt x="592600" y="417924"/>
                </a:cubicBezTo>
                <a:lnTo>
                  <a:pt x="602031" y="427426"/>
                </a:lnTo>
                <a:cubicBezTo>
                  <a:pt x="603362" y="428725"/>
                  <a:pt x="605063" y="429356"/>
                  <a:pt x="606764" y="429356"/>
                </a:cubicBezTo>
                <a:cubicBezTo>
                  <a:pt x="608465" y="429356"/>
                  <a:pt x="610166" y="428688"/>
                  <a:pt x="611424" y="427426"/>
                </a:cubicBezTo>
                <a:lnTo>
                  <a:pt x="643228" y="395507"/>
                </a:lnTo>
                <a:cubicBezTo>
                  <a:pt x="644523" y="394245"/>
                  <a:pt x="645151" y="392537"/>
                  <a:pt x="645151" y="390793"/>
                </a:cubicBezTo>
                <a:cubicBezTo>
                  <a:pt x="645151" y="389086"/>
                  <a:pt x="644486" y="387378"/>
                  <a:pt x="643228" y="386116"/>
                </a:cubicBezTo>
                <a:lnTo>
                  <a:pt x="633798" y="376578"/>
                </a:lnTo>
                <a:cubicBezTo>
                  <a:pt x="629656" y="372458"/>
                  <a:pt x="627178" y="367225"/>
                  <a:pt x="626476" y="361732"/>
                </a:cubicBezTo>
                <a:cubicBezTo>
                  <a:pt x="625810" y="356239"/>
                  <a:pt x="626882" y="350523"/>
                  <a:pt x="629841" y="345476"/>
                </a:cubicBezTo>
                <a:cubicBezTo>
                  <a:pt x="634205" y="337978"/>
                  <a:pt x="638125" y="330147"/>
                  <a:pt x="641453" y="322056"/>
                </a:cubicBezTo>
                <a:cubicBezTo>
                  <a:pt x="644745" y="314040"/>
                  <a:pt x="647555" y="305763"/>
                  <a:pt x="649737" y="297337"/>
                </a:cubicBezTo>
                <a:cubicBezTo>
                  <a:pt x="651180" y="291659"/>
                  <a:pt x="654471" y="286833"/>
                  <a:pt x="658798" y="283457"/>
                </a:cubicBezTo>
                <a:cubicBezTo>
                  <a:pt x="663199" y="280079"/>
                  <a:pt x="668598" y="278112"/>
                  <a:pt x="674441" y="278112"/>
                </a:cubicBezTo>
                <a:lnTo>
                  <a:pt x="687791" y="278112"/>
                </a:lnTo>
                <a:cubicBezTo>
                  <a:pt x="689640" y="278112"/>
                  <a:pt x="691305" y="277370"/>
                  <a:pt x="692451" y="276182"/>
                </a:cubicBezTo>
                <a:cubicBezTo>
                  <a:pt x="693671" y="274957"/>
                  <a:pt x="694411" y="273287"/>
                  <a:pt x="694411" y="271431"/>
                </a:cubicBezTo>
                <a:lnTo>
                  <a:pt x="694411" y="226336"/>
                </a:lnTo>
                <a:cubicBezTo>
                  <a:pt x="694411" y="224518"/>
                  <a:pt x="693634" y="222848"/>
                  <a:pt x="692451" y="221660"/>
                </a:cubicBezTo>
                <a:cubicBezTo>
                  <a:pt x="691268" y="220435"/>
                  <a:pt x="689603" y="219693"/>
                  <a:pt x="687791" y="219693"/>
                </a:cubicBezTo>
                <a:lnTo>
                  <a:pt x="674404" y="219693"/>
                </a:lnTo>
                <a:cubicBezTo>
                  <a:pt x="668561" y="219693"/>
                  <a:pt x="663124" y="217726"/>
                  <a:pt x="658761" y="214348"/>
                </a:cubicBezTo>
                <a:cubicBezTo>
                  <a:pt x="654397" y="210971"/>
                  <a:pt x="651143" y="206183"/>
                  <a:pt x="649663" y="200467"/>
                </a:cubicBezTo>
                <a:cubicBezTo>
                  <a:pt x="647481" y="192042"/>
                  <a:pt x="644708" y="183766"/>
                  <a:pt x="641417" y="175785"/>
                </a:cubicBezTo>
                <a:cubicBezTo>
                  <a:pt x="638051" y="167620"/>
                  <a:pt x="634131" y="159752"/>
                  <a:pt x="629804" y="152328"/>
                </a:cubicBezTo>
                <a:cubicBezTo>
                  <a:pt x="626845" y="147281"/>
                  <a:pt x="625773" y="141565"/>
                  <a:pt x="626439" y="136109"/>
                </a:cubicBezTo>
                <a:cubicBezTo>
                  <a:pt x="627141" y="130616"/>
                  <a:pt x="629619" y="125346"/>
                  <a:pt x="633724" y="121189"/>
                </a:cubicBezTo>
                <a:lnTo>
                  <a:pt x="643191" y="111725"/>
                </a:lnTo>
                <a:cubicBezTo>
                  <a:pt x="644486" y="110389"/>
                  <a:pt x="645114" y="108681"/>
                  <a:pt x="645114" y="106974"/>
                </a:cubicBezTo>
                <a:cubicBezTo>
                  <a:pt x="645114" y="105267"/>
                  <a:pt x="644449" y="103559"/>
                  <a:pt x="643191" y="102297"/>
                </a:cubicBezTo>
                <a:lnTo>
                  <a:pt x="611387" y="70378"/>
                </a:lnTo>
                <a:cubicBezTo>
                  <a:pt x="610130" y="69079"/>
                  <a:pt x="608428" y="68448"/>
                  <a:pt x="606690" y="68448"/>
                </a:cubicBezTo>
                <a:cubicBezTo>
                  <a:pt x="604989" y="68448"/>
                  <a:pt x="603288" y="69116"/>
                  <a:pt x="602031" y="70378"/>
                </a:cubicBezTo>
                <a:lnTo>
                  <a:pt x="592526" y="79842"/>
                </a:lnTo>
                <a:cubicBezTo>
                  <a:pt x="588422" y="83999"/>
                  <a:pt x="583207" y="86486"/>
                  <a:pt x="577734" y="87191"/>
                </a:cubicBezTo>
                <a:cubicBezTo>
                  <a:pt x="572261" y="87859"/>
                  <a:pt x="566602" y="86783"/>
                  <a:pt x="561536" y="83814"/>
                </a:cubicBezTo>
                <a:cubicBezTo>
                  <a:pt x="554103" y="79434"/>
                  <a:pt x="546300" y="75537"/>
                  <a:pt x="538201" y="72159"/>
                </a:cubicBezTo>
                <a:close/>
              </a:path>
            </a:pathLst>
          </a:custGeom>
          <a:solidFill>
            <a:srgbClr val="000000"/>
          </a:solidFill>
          <a:ln w="9438" cap="flat">
            <a:noFill/>
            <a:prstDash val="solid"/>
            <a:miter/>
          </a:ln>
        </p:spPr>
        <p:txBody>
          <a:bodyPr/>
          <a:lstStyle/>
          <a:p>
            <a:endParaRPr lang="en-US"/>
          </a:p>
        </p:txBody>
      </p:sp>
      <p:sp>
        <p:nvSpPr>
          <p:cNvPr id="14" name="Round Same Side Corner Rectangle 13">
            <a:extLst>
              <a:ext uri="{FF2B5EF4-FFF2-40B4-BE49-F238E27FC236}">
                <a16:creationId xmlns:a16="http://schemas.microsoft.com/office/drawing/2014/main" id="{376B4989-6BE2-E76A-F2AD-D57CA9441AAC}"/>
              </a:ext>
              <a:ext uri="{C183D7F6-B498-43B3-948B-1728B52AA6E4}">
                <adec:decorative xmlns:adec="http://schemas.microsoft.com/office/drawing/2017/decorative" val="1"/>
              </a:ext>
            </a:extLst>
          </p:cNvPr>
          <p:cNvSpPr/>
          <p:nvPr/>
        </p:nvSpPr>
        <p:spPr>
          <a:xfrm>
            <a:off x="371475"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 Same Side Corner Rectangle 14">
            <a:extLst>
              <a:ext uri="{FF2B5EF4-FFF2-40B4-BE49-F238E27FC236}">
                <a16:creationId xmlns:a16="http://schemas.microsoft.com/office/drawing/2014/main" id="{6576ABE5-7F40-4310-227E-5F72B752562C}"/>
              </a:ext>
              <a:ext uri="{C183D7F6-B498-43B3-948B-1728B52AA6E4}">
                <adec:decorative xmlns:adec="http://schemas.microsoft.com/office/drawing/2017/decorative" val="1"/>
              </a:ext>
            </a:extLst>
          </p:cNvPr>
          <p:cNvSpPr/>
          <p:nvPr/>
        </p:nvSpPr>
        <p:spPr>
          <a:xfrm>
            <a:off x="4253243"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a:extLst>
              <a:ext uri="{FF2B5EF4-FFF2-40B4-BE49-F238E27FC236}">
                <a16:creationId xmlns:a16="http://schemas.microsoft.com/office/drawing/2014/main" id="{58F76C1E-B019-01CC-C9B6-430FA9A0B0D2}"/>
              </a:ext>
              <a:ext uri="{C183D7F6-B498-43B3-948B-1728B52AA6E4}">
                <adec:decorative xmlns:adec="http://schemas.microsoft.com/office/drawing/2017/decorative" val="1"/>
              </a:ext>
            </a:extLst>
          </p:cNvPr>
          <p:cNvSpPr/>
          <p:nvPr/>
        </p:nvSpPr>
        <p:spPr>
          <a:xfrm>
            <a:off x="8135012"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8704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9F496-B0DD-7B69-75E8-2A03E56F6C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2D842B-46B0-CE4D-8C62-4D106E7E6855}"/>
              </a:ext>
            </a:extLst>
          </p:cNvPr>
          <p:cNvSpPr>
            <a:spLocks noGrp="1"/>
          </p:cNvSpPr>
          <p:nvPr>
            <p:ph type="title"/>
          </p:nvPr>
        </p:nvSpPr>
        <p:spPr>
          <a:xfrm>
            <a:off x="360363" y="360363"/>
            <a:ext cx="11460162" cy="1169551"/>
          </a:xfrm>
        </p:spPr>
        <p:txBody>
          <a:bodyPr/>
          <a:lstStyle/>
          <a:p>
            <a:r>
              <a:rPr lang="en-US" sz="1200">
                <a:solidFill>
                  <a:prstClr val="black">
                    <a:lumMod val="50000"/>
                    <a:lumOff val="50000"/>
                  </a:prstClr>
                </a:solidFill>
              </a:rPr>
              <a:t>CASE STUDY: MICROSOFT </a:t>
            </a:r>
            <a:br>
              <a:rPr kumimoji="0" lang="en-US" sz="1000" b="1" i="0" u="none" strike="noStrike" kern="1200" cap="none" spc="0" normalizeH="0" baseline="0" noProof="0">
                <a:ln>
                  <a:noFill/>
                </a:ln>
                <a:solidFill>
                  <a:prstClr val="black">
                    <a:lumMod val="50000"/>
                    <a:lumOff val="50000"/>
                  </a:prstClr>
                </a:solidFill>
                <a:effectLst/>
                <a:uLnTx/>
                <a:uFillTx/>
                <a:latin typeface="Open Sans ExtraBold"/>
                <a:ea typeface="+mj-ea"/>
                <a:cs typeface="+mj-cs"/>
              </a:rPr>
            </a:br>
            <a:r>
              <a:rPr lang="en-US"/>
              <a:t>We Helped Microsoft Build Accessible </a:t>
            </a:r>
            <a:br>
              <a:rPr lang="en-US"/>
            </a:br>
            <a:r>
              <a:rPr lang="en-US"/>
              <a:t>Enterprise Applications at Scale</a:t>
            </a:r>
          </a:p>
        </p:txBody>
      </p:sp>
      <p:pic>
        <p:nvPicPr>
          <p:cNvPr id="5" name="Picture 4" descr="Microsoft Logo">
            <a:extLst>
              <a:ext uri="{FF2B5EF4-FFF2-40B4-BE49-F238E27FC236}">
                <a16:creationId xmlns:a16="http://schemas.microsoft.com/office/drawing/2014/main" id="{E819DB4C-7508-3EFD-1FB7-69841D8270A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74511" y="448499"/>
            <a:ext cx="1346014" cy="28468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89E460D-EA18-04AC-A09F-918FEA8B31A7}"/>
              </a:ext>
            </a:extLst>
          </p:cNvPr>
          <p:cNvSpPr/>
          <p:nvPr/>
        </p:nvSpPr>
        <p:spPr>
          <a:xfrm>
            <a:off x="371475"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mj-lt"/>
                <a:ea typeface="+mn-ea"/>
                <a:cs typeface="+mn-cs"/>
              </a:rPr>
              <a:t>Challenge</a:t>
            </a:r>
          </a:p>
        </p:txBody>
      </p:sp>
      <p:sp>
        <p:nvSpPr>
          <p:cNvPr id="6" name="TextBox 5">
            <a:extLst>
              <a:ext uri="{FF2B5EF4-FFF2-40B4-BE49-F238E27FC236}">
                <a16:creationId xmlns:a16="http://schemas.microsoft.com/office/drawing/2014/main" id="{4F9F8598-8ED3-7123-E31A-40274A208044}"/>
              </a:ext>
            </a:extLst>
          </p:cNvPr>
          <p:cNvSpPr txBox="1"/>
          <p:nvPr/>
        </p:nvSpPr>
        <p:spPr>
          <a:xfrm>
            <a:off x="371475" y="3606876"/>
            <a:ext cx="36311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a:solidFill>
                  <a:srgbClr val="282828"/>
                </a:solidFill>
                <a:latin typeface="+mj-lt"/>
              </a:rPr>
              <a:t>As Microsoft developed Copilot AI features, ensuring accessibility from day one was critical to inclusive AI experiences.</a:t>
            </a:r>
          </a:p>
        </p:txBody>
      </p:sp>
      <p:sp>
        <p:nvSpPr>
          <p:cNvPr id="8" name="Rectangle 7">
            <a:extLst>
              <a:ext uri="{FF2B5EF4-FFF2-40B4-BE49-F238E27FC236}">
                <a16:creationId xmlns:a16="http://schemas.microsoft.com/office/drawing/2014/main" id="{078EB378-FB80-EFC5-2164-59DC02F77C84}"/>
              </a:ext>
            </a:extLst>
          </p:cNvPr>
          <p:cNvSpPr/>
          <p:nvPr/>
        </p:nvSpPr>
        <p:spPr>
          <a:xfrm>
            <a:off x="4253243"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Solution</a:t>
            </a:r>
          </a:p>
        </p:txBody>
      </p:sp>
      <p:sp>
        <p:nvSpPr>
          <p:cNvPr id="21" name="TextBox 20">
            <a:extLst>
              <a:ext uri="{FF2B5EF4-FFF2-40B4-BE49-F238E27FC236}">
                <a16:creationId xmlns:a16="http://schemas.microsoft.com/office/drawing/2014/main" id="{4732150D-BD55-89EC-4DF6-10365FC26B18}"/>
              </a:ext>
            </a:extLst>
          </p:cNvPr>
          <p:cNvSpPr txBox="1"/>
          <p:nvPr/>
        </p:nvSpPr>
        <p:spPr>
          <a:xfrm>
            <a:off x="4247688" y="3606876"/>
            <a:ext cx="3696625"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err="1">
                <a:solidFill>
                  <a:srgbClr val="282828"/>
                </a:solidFill>
                <a:latin typeface="+mj-lt"/>
              </a:rPr>
              <a:t>IAccessible</a:t>
            </a:r>
            <a:r>
              <a:rPr lang="en-US" sz="1400">
                <a:solidFill>
                  <a:srgbClr val="282828"/>
                </a:solidFill>
                <a:latin typeface="+mj-lt"/>
              </a:rPr>
              <a:t> partnered with product teams during design and development, testing with screen reader users and providing real-time accessibility guidance.</a:t>
            </a:r>
          </a:p>
        </p:txBody>
      </p:sp>
      <p:sp>
        <p:nvSpPr>
          <p:cNvPr id="9" name="Rectangle 8">
            <a:extLst>
              <a:ext uri="{FF2B5EF4-FFF2-40B4-BE49-F238E27FC236}">
                <a16:creationId xmlns:a16="http://schemas.microsoft.com/office/drawing/2014/main" id="{FD296DD5-01C9-4F10-02A6-ED0DF96115E9}"/>
              </a:ext>
            </a:extLst>
          </p:cNvPr>
          <p:cNvSpPr/>
          <p:nvPr/>
        </p:nvSpPr>
        <p:spPr>
          <a:xfrm>
            <a:off x="8135012"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Outcome</a:t>
            </a:r>
          </a:p>
        </p:txBody>
      </p:sp>
      <p:sp>
        <p:nvSpPr>
          <p:cNvPr id="24" name="TextBox 23">
            <a:extLst>
              <a:ext uri="{FF2B5EF4-FFF2-40B4-BE49-F238E27FC236}">
                <a16:creationId xmlns:a16="http://schemas.microsoft.com/office/drawing/2014/main" id="{A0C04F07-A4D6-5EA2-0F8E-5706B07343B0}"/>
              </a:ext>
            </a:extLst>
          </p:cNvPr>
          <p:cNvSpPr txBox="1"/>
          <p:nvPr/>
        </p:nvSpPr>
        <p:spPr>
          <a:xfrm>
            <a:off x="8130998" y="3606876"/>
            <a:ext cx="36895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a:solidFill>
                  <a:srgbClr val="282828"/>
                </a:solidFill>
                <a:latin typeface="+mj-lt"/>
              </a:rPr>
              <a:t>100% of Copilot features launched with full accessibility support. Set new standard for accessible AI interactions.</a:t>
            </a:r>
          </a:p>
        </p:txBody>
      </p:sp>
      <p:sp>
        <p:nvSpPr>
          <p:cNvPr id="3" name="Slide Number Placeholder 2">
            <a:extLst>
              <a:ext uri="{FF2B5EF4-FFF2-40B4-BE49-F238E27FC236}">
                <a16:creationId xmlns:a16="http://schemas.microsoft.com/office/drawing/2014/main" id="{5B7547B1-0EC5-9B8B-AA49-CF4CFAD350E2}"/>
              </a:ext>
              <a:ext uri="{C183D7F6-B498-43B3-948B-1728B52AA6E4}">
                <adec:decorative xmlns:adec="http://schemas.microsoft.com/office/drawing/2017/decorative" val="1"/>
              </a:ext>
            </a:extLst>
          </p:cNvPr>
          <p:cNvSpPr>
            <a:spLocks noGrp="1"/>
          </p:cNvSpPr>
          <p:nvPr>
            <p:ph type="sldNum" sz="quarter" idx="12"/>
          </p:nvPr>
        </p:nvSpPr>
        <p:spPr>
          <a:xfrm>
            <a:off x="11515345" y="6446330"/>
            <a:ext cx="305179" cy="123111"/>
          </a:xfrm>
        </p:spPr>
        <p:txBody>
          <a:bodyPr/>
          <a:lstStyle/>
          <a:p>
            <a:fld id="{EFBDB023-C1A5-4ABF-B6D8-70426759D17D}" type="slidenum">
              <a:rPr lang="en-IN" smtClean="0"/>
              <a:pPr/>
              <a:t>20</a:t>
            </a:fld>
            <a:endParaRPr lang="en-IN"/>
          </a:p>
        </p:txBody>
      </p:sp>
      <p:sp>
        <p:nvSpPr>
          <p:cNvPr id="30" name="Freeform 29">
            <a:extLst>
              <a:ext uri="{FF2B5EF4-FFF2-40B4-BE49-F238E27FC236}">
                <a16:creationId xmlns:a16="http://schemas.microsoft.com/office/drawing/2014/main" id="{8671009B-604A-C170-753D-AA19A90C6501}"/>
              </a:ext>
              <a:ext uri="{C183D7F6-B498-43B3-948B-1728B52AA6E4}">
                <adec:decorative xmlns:adec="http://schemas.microsoft.com/office/drawing/2017/decorative" val="1"/>
              </a:ext>
            </a:extLst>
          </p:cNvPr>
          <p:cNvSpPr>
            <a:spLocks noChangeAspect="1"/>
          </p:cNvSpPr>
          <p:nvPr/>
        </p:nvSpPr>
        <p:spPr>
          <a:xfrm>
            <a:off x="5818841" y="2203462"/>
            <a:ext cx="565428" cy="567456"/>
          </a:xfrm>
          <a:custGeom>
            <a:avLst/>
            <a:gdLst>
              <a:gd name="csX0" fmla="*/ 827038 w 827843"/>
              <a:gd name="csY0" fmla="*/ 530109 h 830812"/>
              <a:gd name="csX1" fmla="*/ 805108 w 827843"/>
              <a:gd name="csY1" fmla="*/ 560914 h 830812"/>
              <a:gd name="csX2" fmla="*/ 528597 w 827843"/>
              <a:gd name="csY2" fmla="*/ 721138 h 830812"/>
              <a:gd name="csX3" fmla="*/ 444242 w 827843"/>
              <a:gd name="csY3" fmla="*/ 743815 h 830812"/>
              <a:gd name="csX4" fmla="*/ 357853 w 827843"/>
              <a:gd name="csY4" fmla="*/ 743815 h 830812"/>
              <a:gd name="csX5" fmla="*/ 314806 w 827843"/>
              <a:gd name="csY5" fmla="*/ 768682 h 830812"/>
              <a:gd name="csX6" fmla="*/ 282004 w 827843"/>
              <a:gd name="csY6" fmla="*/ 825728 h 830812"/>
              <a:gd name="csX7" fmla="*/ 273239 w 827843"/>
              <a:gd name="csY7" fmla="*/ 830813 h 830812"/>
              <a:gd name="csX8" fmla="*/ 268210 w 827843"/>
              <a:gd name="csY8" fmla="*/ 829440 h 830812"/>
              <a:gd name="csX9" fmla="*/ 264512 w 827843"/>
              <a:gd name="csY9" fmla="*/ 815596 h 830812"/>
              <a:gd name="csX10" fmla="*/ 297314 w 827843"/>
              <a:gd name="csY10" fmla="*/ 758550 h 830812"/>
              <a:gd name="csX11" fmla="*/ 357852 w 827843"/>
              <a:gd name="csY11" fmla="*/ 723550 h 830812"/>
              <a:gd name="csX12" fmla="*/ 444241 w 827843"/>
              <a:gd name="csY12" fmla="*/ 723550 h 830812"/>
              <a:gd name="csX13" fmla="*/ 518501 w 827843"/>
              <a:gd name="csY13" fmla="*/ 703582 h 830812"/>
              <a:gd name="csX14" fmla="*/ 795011 w 827843"/>
              <a:gd name="csY14" fmla="*/ 543359 h 830812"/>
              <a:gd name="csX15" fmla="*/ 807216 w 827843"/>
              <a:gd name="csY15" fmla="*/ 526285 h 830812"/>
              <a:gd name="csX16" fmla="*/ 802186 w 827843"/>
              <a:gd name="csY16" fmla="*/ 505872 h 830812"/>
              <a:gd name="csX17" fmla="*/ 703300 w 827843"/>
              <a:gd name="csY17" fmla="*/ 505019 h 830812"/>
              <a:gd name="csX18" fmla="*/ 539876 w 827843"/>
              <a:gd name="csY18" fmla="*/ 599699 h 830812"/>
              <a:gd name="csX19" fmla="*/ 529078 w 827843"/>
              <a:gd name="csY19" fmla="*/ 633696 h 830812"/>
              <a:gd name="csX20" fmla="*/ 494759 w 827843"/>
              <a:gd name="csY20" fmla="*/ 649396 h 830812"/>
              <a:gd name="csX21" fmla="*/ 355372 w 827843"/>
              <a:gd name="csY21" fmla="*/ 649396 h 830812"/>
              <a:gd name="csX22" fmla="*/ 345277 w 827843"/>
              <a:gd name="csY22" fmla="*/ 639263 h 830812"/>
              <a:gd name="csX23" fmla="*/ 355372 w 827843"/>
              <a:gd name="csY23" fmla="*/ 629131 h 830812"/>
              <a:gd name="csX24" fmla="*/ 494759 w 827843"/>
              <a:gd name="csY24" fmla="*/ 629131 h 830812"/>
              <a:gd name="csX25" fmla="*/ 513841 w 827843"/>
              <a:gd name="csY25" fmla="*/ 620446 h 830812"/>
              <a:gd name="csX26" fmla="*/ 519647 w 827843"/>
              <a:gd name="csY26" fmla="*/ 600255 h 830812"/>
              <a:gd name="csX27" fmla="*/ 519093 w 827843"/>
              <a:gd name="csY27" fmla="*/ 597101 h 830812"/>
              <a:gd name="csX28" fmla="*/ 518908 w 827843"/>
              <a:gd name="csY28" fmla="*/ 596210 h 830812"/>
              <a:gd name="csX29" fmla="*/ 434479 w 827843"/>
              <a:gd name="csY29" fmla="*/ 549890 h 830812"/>
              <a:gd name="csX30" fmla="*/ 305156 w 827843"/>
              <a:gd name="csY30" fmla="*/ 549964 h 830812"/>
              <a:gd name="csX31" fmla="*/ 302530 w 827843"/>
              <a:gd name="csY31" fmla="*/ 549630 h 830812"/>
              <a:gd name="csX32" fmla="*/ 124725 w 827843"/>
              <a:gd name="csY32" fmla="*/ 635329 h 830812"/>
              <a:gd name="csX33" fmla="*/ 116072 w 827843"/>
              <a:gd name="csY33" fmla="*/ 653553 h 830812"/>
              <a:gd name="csX34" fmla="*/ 18843 w 827843"/>
              <a:gd name="csY34" fmla="*/ 822537 h 830812"/>
              <a:gd name="csX35" fmla="*/ 5049 w 827843"/>
              <a:gd name="csY35" fmla="*/ 826248 h 830812"/>
              <a:gd name="csX36" fmla="*/ 1351 w 827843"/>
              <a:gd name="csY36" fmla="*/ 812405 h 830812"/>
              <a:gd name="csX37" fmla="*/ 98580 w 827843"/>
              <a:gd name="csY37" fmla="*/ 643383 h 830812"/>
              <a:gd name="csX38" fmla="*/ 106272 w 827843"/>
              <a:gd name="csY38" fmla="*/ 627090 h 830812"/>
              <a:gd name="csX39" fmla="*/ 306486 w 827843"/>
              <a:gd name="csY39" fmla="*/ 529661 h 830812"/>
              <a:gd name="csX40" fmla="*/ 434445 w 827843"/>
              <a:gd name="csY40" fmla="*/ 529661 h 830812"/>
              <a:gd name="csX41" fmla="*/ 534439 w 827843"/>
              <a:gd name="csY41" fmla="*/ 579470 h 830812"/>
              <a:gd name="csX42" fmla="*/ 693233 w 827843"/>
              <a:gd name="csY42" fmla="*/ 487461 h 830812"/>
              <a:gd name="csX43" fmla="*/ 818050 w 827843"/>
              <a:gd name="csY43" fmla="*/ 493326 h 830812"/>
              <a:gd name="csX44" fmla="*/ 827036 w 827843"/>
              <a:gd name="csY44" fmla="*/ 530107 h 830812"/>
              <a:gd name="csX45" fmla="*/ 354857 w 827843"/>
              <a:gd name="csY45" fmla="*/ 225358 h 830812"/>
              <a:gd name="csX46" fmla="*/ 512809 w 827843"/>
              <a:gd name="csY46" fmla="*/ 66835 h 830812"/>
              <a:gd name="csX47" fmla="*/ 670761 w 827843"/>
              <a:gd name="csY47" fmla="*/ 225358 h 830812"/>
              <a:gd name="csX48" fmla="*/ 621132 w 827843"/>
              <a:gd name="csY48" fmla="*/ 340716 h 830812"/>
              <a:gd name="csX49" fmla="*/ 602641 w 827843"/>
              <a:gd name="csY49" fmla="*/ 376866 h 830812"/>
              <a:gd name="csX50" fmla="*/ 621613 w 827843"/>
              <a:gd name="csY50" fmla="*/ 404517 h 830812"/>
              <a:gd name="csX51" fmla="*/ 614254 w 827843"/>
              <a:gd name="csY51" fmla="*/ 424077 h 830812"/>
              <a:gd name="csX52" fmla="*/ 621613 w 827843"/>
              <a:gd name="csY52" fmla="*/ 443637 h 830812"/>
              <a:gd name="csX53" fmla="*/ 592028 w 827843"/>
              <a:gd name="csY53" fmla="*/ 473329 h 830812"/>
              <a:gd name="csX54" fmla="*/ 581303 w 827843"/>
              <a:gd name="csY54" fmla="*/ 473329 h 830812"/>
              <a:gd name="csX55" fmla="*/ 575756 w 827843"/>
              <a:gd name="csY55" fmla="*/ 488546 h 830812"/>
              <a:gd name="csX56" fmla="*/ 539625 w 827843"/>
              <a:gd name="csY56" fmla="*/ 513896 h 830812"/>
              <a:gd name="csX57" fmla="*/ 486001 w 827843"/>
              <a:gd name="csY57" fmla="*/ 513896 h 830812"/>
              <a:gd name="csX58" fmla="*/ 449871 w 827843"/>
              <a:gd name="csY58" fmla="*/ 488546 h 830812"/>
              <a:gd name="csX59" fmla="*/ 444323 w 827843"/>
              <a:gd name="csY59" fmla="*/ 473329 h 830812"/>
              <a:gd name="csX60" fmla="*/ 433599 w 827843"/>
              <a:gd name="csY60" fmla="*/ 473329 h 830812"/>
              <a:gd name="csX61" fmla="*/ 404014 w 827843"/>
              <a:gd name="csY61" fmla="*/ 443637 h 830812"/>
              <a:gd name="csX62" fmla="*/ 411373 w 827843"/>
              <a:gd name="csY62" fmla="*/ 424077 h 830812"/>
              <a:gd name="csX63" fmla="*/ 404014 w 827843"/>
              <a:gd name="csY63" fmla="*/ 404517 h 830812"/>
              <a:gd name="csX64" fmla="*/ 422985 w 827843"/>
              <a:gd name="csY64" fmla="*/ 376866 h 830812"/>
              <a:gd name="csX65" fmla="*/ 404494 w 827843"/>
              <a:gd name="csY65" fmla="*/ 340716 h 830812"/>
              <a:gd name="csX66" fmla="*/ 354865 w 827843"/>
              <a:gd name="csY66" fmla="*/ 225358 h 830812"/>
              <a:gd name="csX67" fmla="*/ 559776 w 827843"/>
              <a:gd name="csY67" fmla="*/ 473366 h 830812"/>
              <a:gd name="csX68" fmla="*/ 465843 w 827843"/>
              <a:gd name="csY68" fmla="*/ 473366 h 830812"/>
              <a:gd name="csX69" fmla="*/ 468839 w 827843"/>
              <a:gd name="csY69" fmla="*/ 481605 h 830812"/>
              <a:gd name="csX70" fmla="*/ 485998 w 827843"/>
              <a:gd name="csY70" fmla="*/ 493630 h 830812"/>
              <a:gd name="csX71" fmla="*/ 539622 w 827843"/>
              <a:gd name="csY71" fmla="*/ 493630 h 830812"/>
              <a:gd name="csX72" fmla="*/ 556781 w 827843"/>
              <a:gd name="csY72" fmla="*/ 481605 h 830812"/>
              <a:gd name="csX73" fmla="*/ 601380 w 827843"/>
              <a:gd name="csY73" fmla="*/ 443674 h 830812"/>
              <a:gd name="csX74" fmla="*/ 591987 w 827843"/>
              <a:gd name="csY74" fmla="*/ 434246 h 830812"/>
              <a:gd name="csX75" fmla="*/ 433600 w 827843"/>
              <a:gd name="csY75" fmla="*/ 434246 h 830812"/>
              <a:gd name="csX76" fmla="*/ 424206 w 827843"/>
              <a:gd name="csY76" fmla="*/ 443674 h 830812"/>
              <a:gd name="csX77" fmla="*/ 433600 w 827843"/>
              <a:gd name="csY77" fmla="*/ 453101 h 830812"/>
              <a:gd name="csX78" fmla="*/ 591987 w 827843"/>
              <a:gd name="csY78" fmla="*/ 453101 h 830812"/>
              <a:gd name="csX79" fmla="*/ 601380 w 827843"/>
              <a:gd name="csY79" fmla="*/ 443674 h 830812"/>
              <a:gd name="csX80" fmla="*/ 601380 w 827843"/>
              <a:gd name="csY80" fmla="*/ 404517 h 830812"/>
              <a:gd name="csX81" fmla="*/ 591987 w 827843"/>
              <a:gd name="csY81" fmla="*/ 395090 h 830812"/>
              <a:gd name="csX82" fmla="*/ 433600 w 827843"/>
              <a:gd name="csY82" fmla="*/ 395090 h 830812"/>
              <a:gd name="csX83" fmla="*/ 424206 w 827843"/>
              <a:gd name="csY83" fmla="*/ 404517 h 830812"/>
              <a:gd name="csX84" fmla="*/ 433600 w 827843"/>
              <a:gd name="csY84" fmla="*/ 413944 h 830812"/>
              <a:gd name="csX85" fmla="*/ 591987 w 827843"/>
              <a:gd name="csY85" fmla="*/ 413944 h 830812"/>
              <a:gd name="csX86" fmla="*/ 601380 w 827843"/>
              <a:gd name="csY86" fmla="*/ 404517 h 830812"/>
              <a:gd name="csX87" fmla="*/ 375056 w 827843"/>
              <a:gd name="csY87" fmla="*/ 225367 h 830812"/>
              <a:gd name="csX88" fmla="*/ 418324 w 827843"/>
              <a:gd name="csY88" fmla="*/ 325987 h 830812"/>
              <a:gd name="csX89" fmla="*/ 443065 w 827843"/>
              <a:gd name="csY89" fmla="*/ 374831 h 830812"/>
              <a:gd name="csX90" fmla="*/ 582518 w 827843"/>
              <a:gd name="csY90" fmla="*/ 374831 h 830812"/>
              <a:gd name="csX91" fmla="*/ 607259 w 827843"/>
              <a:gd name="csY91" fmla="*/ 325987 h 830812"/>
              <a:gd name="csX92" fmla="*/ 650527 w 827843"/>
              <a:gd name="csY92" fmla="*/ 225367 h 830812"/>
              <a:gd name="csX93" fmla="*/ 512769 w 827843"/>
              <a:gd name="csY93" fmla="*/ 87111 h 830812"/>
              <a:gd name="csX94" fmla="*/ 375048 w 827843"/>
              <a:gd name="csY94" fmla="*/ 225367 h 830812"/>
              <a:gd name="csX95" fmla="*/ 512814 w 827843"/>
              <a:gd name="csY95" fmla="*/ 49846 h 830812"/>
              <a:gd name="csX96" fmla="*/ 522910 w 827843"/>
              <a:gd name="csY96" fmla="*/ 39713 h 830812"/>
              <a:gd name="csX97" fmla="*/ 522910 w 827843"/>
              <a:gd name="csY97" fmla="*/ 10132 h 830812"/>
              <a:gd name="csX98" fmla="*/ 512814 w 827843"/>
              <a:gd name="csY98" fmla="*/ 0 h 830812"/>
              <a:gd name="csX99" fmla="*/ 502718 w 827843"/>
              <a:gd name="csY99" fmla="*/ 10132 h 830812"/>
              <a:gd name="csX100" fmla="*/ 502718 w 827843"/>
              <a:gd name="csY100" fmla="*/ 39750 h 830812"/>
              <a:gd name="csX101" fmla="*/ 512814 w 827843"/>
              <a:gd name="csY101" fmla="*/ 49846 h 830812"/>
              <a:gd name="csX102" fmla="*/ 643576 w 827843"/>
              <a:gd name="csY102" fmla="*/ 104220 h 830812"/>
              <a:gd name="csX103" fmla="*/ 650714 w 827843"/>
              <a:gd name="csY103" fmla="*/ 101251 h 830812"/>
              <a:gd name="csX104" fmla="*/ 671571 w 827843"/>
              <a:gd name="csY104" fmla="*/ 80318 h 830812"/>
              <a:gd name="csX105" fmla="*/ 671571 w 827843"/>
              <a:gd name="csY105" fmla="*/ 65992 h 830812"/>
              <a:gd name="csX106" fmla="*/ 657296 w 827843"/>
              <a:gd name="csY106" fmla="*/ 65992 h 830812"/>
              <a:gd name="csX107" fmla="*/ 636439 w 827843"/>
              <a:gd name="csY107" fmla="*/ 86924 h 830812"/>
              <a:gd name="csX108" fmla="*/ 636439 w 827843"/>
              <a:gd name="csY108" fmla="*/ 101251 h 830812"/>
              <a:gd name="csX109" fmla="*/ 643576 w 827843"/>
              <a:gd name="csY109" fmla="*/ 104220 h 830812"/>
              <a:gd name="csX110" fmla="*/ 697754 w 827843"/>
              <a:gd name="csY110" fmla="*/ 235492 h 830812"/>
              <a:gd name="csX111" fmla="*/ 727266 w 827843"/>
              <a:gd name="csY111" fmla="*/ 235492 h 830812"/>
              <a:gd name="csX112" fmla="*/ 737362 w 827843"/>
              <a:gd name="csY112" fmla="*/ 225360 h 830812"/>
              <a:gd name="csX113" fmla="*/ 727266 w 827843"/>
              <a:gd name="csY113" fmla="*/ 215228 h 830812"/>
              <a:gd name="csX114" fmla="*/ 697754 w 827843"/>
              <a:gd name="csY114" fmla="*/ 215228 h 830812"/>
              <a:gd name="csX115" fmla="*/ 687659 w 827843"/>
              <a:gd name="csY115" fmla="*/ 225360 h 830812"/>
              <a:gd name="csX116" fmla="*/ 697754 w 827843"/>
              <a:gd name="csY116" fmla="*/ 235492 h 830812"/>
              <a:gd name="csX117" fmla="*/ 374873 w 827843"/>
              <a:gd name="csY117" fmla="*/ 101246 h 830812"/>
              <a:gd name="csX118" fmla="*/ 382011 w 827843"/>
              <a:gd name="csY118" fmla="*/ 104215 h 830812"/>
              <a:gd name="csX119" fmla="*/ 389148 w 827843"/>
              <a:gd name="csY119" fmla="*/ 101246 h 830812"/>
              <a:gd name="csX120" fmla="*/ 389148 w 827843"/>
              <a:gd name="csY120" fmla="*/ 86920 h 830812"/>
              <a:gd name="csX121" fmla="*/ 368291 w 827843"/>
              <a:gd name="csY121" fmla="*/ 65987 h 830812"/>
              <a:gd name="csX122" fmla="*/ 354016 w 827843"/>
              <a:gd name="csY122" fmla="*/ 65987 h 830812"/>
              <a:gd name="csX123" fmla="*/ 354016 w 827843"/>
              <a:gd name="csY123" fmla="*/ 80313 h 830812"/>
              <a:gd name="csX124" fmla="*/ 361153 w 827843"/>
              <a:gd name="csY124" fmla="*/ 387697 h 830812"/>
              <a:gd name="csX125" fmla="*/ 368291 w 827843"/>
              <a:gd name="csY125" fmla="*/ 384727 h 830812"/>
              <a:gd name="csX126" fmla="*/ 389148 w 827843"/>
              <a:gd name="csY126" fmla="*/ 363795 h 830812"/>
              <a:gd name="csX127" fmla="*/ 389148 w 827843"/>
              <a:gd name="csY127" fmla="*/ 349468 h 830812"/>
              <a:gd name="csX128" fmla="*/ 374873 w 827843"/>
              <a:gd name="csY128" fmla="*/ 349468 h 830812"/>
              <a:gd name="csX129" fmla="*/ 354016 w 827843"/>
              <a:gd name="csY129" fmla="*/ 370401 h 830812"/>
              <a:gd name="csX130" fmla="*/ 354016 w 827843"/>
              <a:gd name="csY130" fmla="*/ 384727 h 830812"/>
              <a:gd name="csX131" fmla="*/ 361153 w 827843"/>
              <a:gd name="csY131" fmla="*/ 387697 h 830812"/>
              <a:gd name="csX132" fmla="*/ 298322 w 827843"/>
              <a:gd name="csY132" fmla="*/ 235483 h 830812"/>
              <a:gd name="csX133" fmla="*/ 327833 w 827843"/>
              <a:gd name="csY133" fmla="*/ 235483 h 830812"/>
              <a:gd name="csX134" fmla="*/ 337929 w 827843"/>
              <a:gd name="csY134" fmla="*/ 225350 h 830812"/>
              <a:gd name="csX135" fmla="*/ 327833 w 827843"/>
              <a:gd name="csY135" fmla="*/ 215218 h 830812"/>
              <a:gd name="csX136" fmla="*/ 298322 w 827843"/>
              <a:gd name="csY136" fmla="*/ 215218 h 830812"/>
              <a:gd name="csX137" fmla="*/ 288226 w 827843"/>
              <a:gd name="csY137" fmla="*/ 225350 h 830812"/>
              <a:gd name="csX138" fmla="*/ 298322 w 827843"/>
              <a:gd name="csY138" fmla="*/ 235483 h 830812"/>
              <a:gd name="csX139" fmla="*/ 650760 w 827843"/>
              <a:gd name="csY139" fmla="*/ 349463 h 830812"/>
              <a:gd name="csX140" fmla="*/ 636485 w 827843"/>
              <a:gd name="csY140" fmla="*/ 349463 h 830812"/>
              <a:gd name="csX141" fmla="*/ 636485 w 827843"/>
              <a:gd name="csY141" fmla="*/ 363789 h 830812"/>
              <a:gd name="csX142" fmla="*/ 657342 w 827843"/>
              <a:gd name="csY142" fmla="*/ 384722 h 830812"/>
              <a:gd name="csX143" fmla="*/ 664480 w 827843"/>
              <a:gd name="csY143" fmla="*/ 387691 h 830812"/>
              <a:gd name="csX144" fmla="*/ 671617 w 827843"/>
              <a:gd name="csY144" fmla="*/ 384722 h 830812"/>
              <a:gd name="csX145" fmla="*/ 671617 w 827843"/>
              <a:gd name="csY145" fmla="*/ 370395 h 830812"/>
              <a:gd name="csX146" fmla="*/ 408568 w 827843"/>
              <a:gd name="csY146" fmla="*/ 209648 h 830812"/>
              <a:gd name="csX147" fmla="*/ 422990 w 827843"/>
              <a:gd name="csY147" fmla="*/ 188344 h 830812"/>
              <a:gd name="csX148" fmla="*/ 448212 w 827843"/>
              <a:gd name="csY148" fmla="*/ 183519 h 830812"/>
              <a:gd name="csX149" fmla="*/ 469440 w 827843"/>
              <a:gd name="csY149" fmla="*/ 197994 h 830812"/>
              <a:gd name="csX150" fmla="*/ 483974 w 827843"/>
              <a:gd name="csY150" fmla="*/ 220188 h 830812"/>
              <a:gd name="csX151" fmla="*/ 559934 w 827843"/>
              <a:gd name="csY151" fmla="*/ 165444 h 830812"/>
              <a:gd name="csX152" fmla="*/ 584933 w 827843"/>
              <a:gd name="csY152" fmla="*/ 159542 h 830812"/>
              <a:gd name="csX153" fmla="*/ 606789 w 827843"/>
              <a:gd name="csY153" fmla="*/ 173127 h 830812"/>
              <a:gd name="csX154" fmla="*/ 612669 w 827843"/>
              <a:gd name="csY154" fmla="*/ 198216 h 830812"/>
              <a:gd name="csX155" fmla="*/ 599134 w 827843"/>
              <a:gd name="csY155" fmla="*/ 220151 h 830812"/>
              <a:gd name="csX156" fmla="*/ 494804 w 827843"/>
              <a:gd name="csY156" fmla="*/ 295347 h 830812"/>
              <a:gd name="csX157" fmla="*/ 475352 w 827843"/>
              <a:gd name="csY157" fmla="*/ 301694 h 830812"/>
              <a:gd name="csX158" fmla="*/ 469139 w 827843"/>
              <a:gd name="csY158" fmla="*/ 301100 h 830812"/>
              <a:gd name="csX159" fmla="*/ 447209 w 827843"/>
              <a:gd name="csY159" fmla="*/ 286476 h 830812"/>
              <a:gd name="csX160" fmla="*/ 413445 w 827843"/>
              <a:gd name="csY160" fmla="*/ 234960 h 830812"/>
              <a:gd name="csX161" fmla="*/ 408564 w 827843"/>
              <a:gd name="csY161" fmla="*/ 209647 h 830812"/>
              <a:gd name="csX162" fmla="*/ 430277 w 827843"/>
              <a:gd name="csY162" fmla="*/ 223826 h 830812"/>
              <a:gd name="csX163" fmla="*/ 464041 w 827843"/>
              <a:gd name="csY163" fmla="*/ 275343 h 830812"/>
              <a:gd name="csX164" fmla="*/ 472805 w 827843"/>
              <a:gd name="csY164" fmla="*/ 281170 h 830812"/>
              <a:gd name="csX165" fmla="*/ 483049 w 827843"/>
              <a:gd name="csY165" fmla="*/ 278868 h 830812"/>
              <a:gd name="csX166" fmla="*/ 587407 w 827843"/>
              <a:gd name="csY166" fmla="*/ 203636 h 830812"/>
              <a:gd name="csX167" fmla="*/ 592769 w 827843"/>
              <a:gd name="csY167" fmla="*/ 194914 h 830812"/>
              <a:gd name="csX168" fmla="*/ 590439 w 827843"/>
              <a:gd name="csY168" fmla="*/ 184929 h 830812"/>
              <a:gd name="csX169" fmla="*/ 581748 w 827843"/>
              <a:gd name="csY169" fmla="*/ 179511 h 830812"/>
              <a:gd name="csX170" fmla="*/ 571800 w 827843"/>
              <a:gd name="csY170" fmla="*/ 181849 h 830812"/>
              <a:gd name="csX171" fmla="*/ 487297 w 827843"/>
              <a:gd name="csY171" fmla="*/ 242755 h 830812"/>
              <a:gd name="csX172" fmla="*/ 479568 w 827843"/>
              <a:gd name="csY172" fmla="*/ 244500 h 830812"/>
              <a:gd name="csX173" fmla="*/ 472985 w 827843"/>
              <a:gd name="csY173" fmla="*/ 240120 h 830812"/>
              <a:gd name="csX174" fmla="*/ 452646 w 827843"/>
              <a:gd name="csY174" fmla="*/ 209092 h 830812"/>
              <a:gd name="csX175" fmla="*/ 434155 w 827843"/>
              <a:gd name="csY175" fmla="*/ 205232 h 830812"/>
              <a:gd name="csX176" fmla="*/ 428423 w 827843"/>
              <a:gd name="csY176" fmla="*/ 213731 h 830812"/>
              <a:gd name="csX177" fmla="*/ 430272 w 827843"/>
              <a:gd name="csY177" fmla="*/ 223827 h 830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Lst>
            <a:rect l="l" t="t" r="r" b="b"/>
            <a:pathLst>
              <a:path w="827843" h="830812">
                <a:moveTo>
                  <a:pt x="827038" y="530109"/>
                </a:moveTo>
                <a:cubicBezTo>
                  <a:pt x="824560" y="543062"/>
                  <a:pt x="816572" y="554271"/>
                  <a:pt x="805108" y="560914"/>
                </a:cubicBezTo>
                <a:lnTo>
                  <a:pt x="528597" y="721138"/>
                </a:lnTo>
                <a:cubicBezTo>
                  <a:pt x="501896" y="736615"/>
                  <a:pt x="475085" y="743815"/>
                  <a:pt x="444242" y="743815"/>
                </a:cubicBezTo>
                <a:lnTo>
                  <a:pt x="357853" y="743815"/>
                </a:lnTo>
                <a:cubicBezTo>
                  <a:pt x="336515" y="743815"/>
                  <a:pt x="328415" y="745003"/>
                  <a:pt x="314806" y="768682"/>
                </a:cubicBezTo>
                <a:lnTo>
                  <a:pt x="282004" y="825728"/>
                </a:lnTo>
                <a:cubicBezTo>
                  <a:pt x="280118" y="828994"/>
                  <a:pt x="276752" y="830813"/>
                  <a:pt x="273239" y="830813"/>
                </a:cubicBezTo>
                <a:cubicBezTo>
                  <a:pt x="271538" y="830813"/>
                  <a:pt x="269800" y="830368"/>
                  <a:pt x="268210" y="829440"/>
                </a:cubicBezTo>
                <a:cubicBezTo>
                  <a:pt x="263365" y="826656"/>
                  <a:pt x="261738" y="820458"/>
                  <a:pt x="264512" y="815596"/>
                </a:cubicBezTo>
                <a:lnTo>
                  <a:pt x="297314" y="758550"/>
                </a:lnTo>
                <a:cubicBezTo>
                  <a:pt x="316101" y="725926"/>
                  <a:pt x="332705" y="723550"/>
                  <a:pt x="357852" y="723550"/>
                </a:cubicBezTo>
                <a:lnTo>
                  <a:pt x="444241" y="723550"/>
                </a:lnTo>
                <a:cubicBezTo>
                  <a:pt x="471755" y="723550"/>
                  <a:pt x="494647" y="717389"/>
                  <a:pt x="518501" y="703582"/>
                </a:cubicBezTo>
                <a:lnTo>
                  <a:pt x="795011" y="543359"/>
                </a:lnTo>
                <a:cubicBezTo>
                  <a:pt x="801372" y="539684"/>
                  <a:pt x="805810" y="533449"/>
                  <a:pt x="807216" y="526285"/>
                </a:cubicBezTo>
                <a:cubicBezTo>
                  <a:pt x="808584" y="519122"/>
                  <a:pt x="806772" y="511699"/>
                  <a:pt x="802186" y="505872"/>
                </a:cubicBezTo>
                <a:cubicBezTo>
                  <a:pt x="787023" y="486573"/>
                  <a:pt x="753075" y="476180"/>
                  <a:pt x="703300" y="505019"/>
                </a:cubicBezTo>
                <a:lnTo>
                  <a:pt x="539876" y="599699"/>
                </a:lnTo>
                <a:cubicBezTo>
                  <a:pt x="541023" y="612059"/>
                  <a:pt x="537140" y="624344"/>
                  <a:pt x="529078" y="633696"/>
                </a:cubicBezTo>
                <a:cubicBezTo>
                  <a:pt x="520498" y="643681"/>
                  <a:pt x="507961" y="649396"/>
                  <a:pt x="494759" y="649396"/>
                </a:cubicBezTo>
                <a:lnTo>
                  <a:pt x="355372" y="649396"/>
                </a:lnTo>
                <a:cubicBezTo>
                  <a:pt x="349788" y="649396"/>
                  <a:pt x="345277" y="644868"/>
                  <a:pt x="345277" y="639263"/>
                </a:cubicBezTo>
                <a:cubicBezTo>
                  <a:pt x="345277" y="633659"/>
                  <a:pt x="349788" y="629131"/>
                  <a:pt x="355372" y="629131"/>
                </a:cubicBezTo>
                <a:lnTo>
                  <a:pt x="494759" y="629131"/>
                </a:lnTo>
                <a:cubicBezTo>
                  <a:pt x="502118" y="629131"/>
                  <a:pt x="509071" y="625976"/>
                  <a:pt x="513841" y="620446"/>
                </a:cubicBezTo>
                <a:cubicBezTo>
                  <a:pt x="518612" y="614916"/>
                  <a:pt x="520720" y="607567"/>
                  <a:pt x="519647" y="600255"/>
                </a:cubicBezTo>
                <a:cubicBezTo>
                  <a:pt x="519499" y="599216"/>
                  <a:pt x="519315" y="598177"/>
                  <a:pt x="519093" y="597101"/>
                </a:cubicBezTo>
                <a:cubicBezTo>
                  <a:pt x="519019" y="596804"/>
                  <a:pt x="518945" y="596507"/>
                  <a:pt x="518908" y="596210"/>
                </a:cubicBezTo>
                <a:cubicBezTo>
                  <a:pt x="513398" y="573124"/>
                  <a:pt x="488768" y="549890"/>
                  <a:pt x="434479" y="549890"/>
                </a:cubicBezTo>
                <a:lnTo>
                  <a:pt x="305156" y="549964"/>
                </a:lnTo>
                <a:cubicBezTo>
                  <a:pt x="304268" y="549964"/>
                  <a:pt x="303381" y="549853"/>
                  <a:pt x="302530" y="549630"/>
                </a:cubicBezTo>
                <a:cubicBezTo>
                  <a:pt x="177202" y="515930"/>
                  <a:pt x="144360" y="590643"/>
                  <a:pt x="124725" y="635329"/>
                </a:cubicBezTo>
                <a:cubicBezTo>
                  <a:pt x="121545" y="642529"/>
                  <a:pt x="118845" y="648728"/>
                  <a:pt x="116072" y="653553"/>
                </a:cubicBezTo>
                <a:lnTo>
                  <a:pt x="18843" y="822537"/>
                </a:lnTo>
                <a:cubicBezTo>
                  <a:pt x="16069" y="827399"/>
                  <a:pt x="9893" y="829032"/>
                  <a:pt x="5049" y="826248"/>
                </a:cubicBezTo>
                <a:cubicBezTo>
                  <a:pt x="204" y="823465"/>
                  <a:pt x="-1423" y="817266"/>
                  <a:pt x="1351" y="812405"/>
                </a:cubicBezTo>
                <a:lnTo>
                  <a:pt x="98580" y="643383"/>
                </a:lnTo>
                <a:cubicBezTo>
                  <a:pt x="100799" y="639523"/>
                  <a:pt x="103350" y="633770"/>
                  <a:pt x="106272" y="627090"/>
                </a:cubicBezTo>
                <a:cubicBezTo>
                  <a:pt x="125502" y="583330"/>
                  <a:pt x="165479" y="492359"/>
                  <a:pt x="306486" y="529661"/>
                </a:cubicBezTo>
                <a:lnTo>
                  <a:pt x="434445" y="529661"/>
                </a:lnTo>
                <a:cubicBezTo>
                  <a:pt x="491951" y="529661"/>
                  <a:pt x="522609" y="553044"/>
                  <a:pt x="534439" y="579470"/>
                </a:cubicBezTo>
                <a:lnTo>
                  <a:pt x="693233" y="487461"/>
                </a:lnTo>
                <a:cubicBezTo>
                  <a:pt x="754142" y="452165"/>
                  <a:pt x="797667" y="467345"/>
                  <a:pt x="818050" y="493326"/>
                </a:cubicBezTo>
                <a:cubicBezTo>
                  <a:pt x="826223" y="503755"/>
                  <a:pt x="829514" y="517191"/>
                  <a:pt x="827036" y="530107"/>
                </a:cubicBezTo>
                <a:close/>
                <a:moveTo>
                  <a:pt x="354857" y="225358"/>
                </a:moveTo>
                <a:cubicBezTo>
                  <a:pt x="354857" y="137952"/>
                  <a:pt x="425714" y="66835"/>
                  <a:pt x="512809" y="66835"/>
                </a:cubicBezTo>
                <a:cubicBezTo>
                  <a:pt x="599901" y="66835"/>
                  <a:pt x="670761" y="137948"/>
                  <a:pt x="670761" y="225358"/>
                </a:cubicBezTo>
                <a:cubicBezTo>
                  <a:pt x="670761" y="269488"/>
                  <a:pt x="653121" y="310426"/>
                  <a:pt x="621132" y="340716"/>
                </a:cubicBezTo>
                <a:cubicBezTo>
                  <a:pt x="610518" y="350774"/>
                  <a:pt x="604343" y="362910"/>
                  <a:pt x="602641" y="376866"/>
                </a:cubicBezTo>
                <a:cubicBezTo>
                  <a:pt x="613699" y="381171"/>
                  <a:pt x="621613" y="391897"/>
                  <a:pt x="621613" y="404517"/>
                </a:cubicBezTo>
                <a:cubicBezTo>
                  <a:pt x="621613" y="412014"/>
                  <a:pt x="618839" y="418843"/>
                  <a:pt x="614254" y="424077"/>
                </a:cubicBezTo>
                <a:cubicBezTo>
                  <a:pt x="618839" y="429310"/>
                  <a:pt x="621613" y="436176"/>
                  <a:pt x="621613" y="443637"/>
                </a:cubicBezTo>
                <a:cubicBezTo>
                  <a:pt x="621613" y="460005"/>
                  <a:pt x="608337" y="473329"/>
                  <a:pt x="592028" y="473329"/>
                </a:cubicBezTo>
                <a:lnTo>
                  <a:pt x="581303" y="473329"/>
                </a:lnTo>
                <a:lnTo>
                  <a:pt x="575756" y="488546"/>
                </a:lnTo>
                <a:cubicBezTo>
                  <a:pt x="570135" y="503949"/>
                  <a:pt x="555971" y="513896"/>
                  <a:pt x="539625" y="513896"/>
                </a:cubicBezTo>
                <a:lnTo>
                  <a:pt x="486001" y="513896"/>
                </a:lnTo>
                <a:cubicBezTo>
                  <a:pt x="469692" y="513896"/>
                  <a:pt x="455491" y="503949"/>
                  <a:pt x="449871" y="488546"/>
                </a:cubicBezTo>
                <a:lnTo>
                  <a:pt x="444323" y="473329"/>
                </a:lnTo>
                <a:lnTo>
                  <a:pt x="433599" y="473329"/>
                </a:lnTo>
                <a:cubicBezTo>
                  <a:pt x="417290" y="473329"/>
                  <a:pt x="404014" y="460005"/>
                  <a:pt x="404014" y="443637"/>
                </a:cubicBezTo>
                <a:cubicBezTo>
                  <a:pt x="404014" y="436139"/>
                  <a:pt x="406787" y="429310"/>
                  <a:pt x="411373" y="424077"/>
                </a:cubicBezTo>
                <a:cubicBezTo>
                  <a:pt x="406787" y="418844"/>
                  <a:pt x="404014" y="411978"/>
                  <a:pt x="404014" y="404517"/>
                </a:cubicBezTo>
                <a:cubicBezTo>
                  <a:pt x="404014" y="391898"/>
                  <a:pt x="411928" y="381172"/>
                  <a:pt x="422985" y="376866"/>
                </a:cubicBezTo>
                <a:cubicBezTo>
                  <a:pt x="421284" y="362910"/>
                  <a:pt x="415108" y="350737"/>
                  <a:pt x="404494" y="340716"/>
                </a:cubicBezTo>
                <a:cubicBezTo>
                  <a:pt x="372506" y="310430"/>
                  <a:pt x="354865" y="269491"/>
                  <a:pt x="354865" y="225358"/>
                </a:cubicBezTo>
                <a:close/>
                <a:moveTo>
                  <a:pt x="559776" y="473366"/>
                </a:moveTo>
                <a:lnTo>
                  <a:pt x="465843" y="473366"/>
                </a:lnTo>
                <a:lnTo>
                  <a:pt x="468839" y="481605"/>
                </a:lnTo>
                <a:cubicBezTo>
                  <a:pt x="471538" y="489028"/>
                  <a:pt x="478121" y="493630"/>
                  <a:pt x="485998" y="493630"/>
                </a:cubicBezTo>
                <a:lnTo>
                  <a:pt x="539622" y="493630"/>
                </a:lnTo>
                <a:cubicBezTo>
                  <a:pt x="547499" y="493630"/>
                  <a:pt x="554081" y="489028"/>
                  <a:pt x="556781" y="481605"/>
                </a:cubicBezTo>
                <a:close/>
                <a:moveTo>
                  <a:pt x="601380" y="443674"/>
                </a:moveTo>
                <a:cubicBezTo>
                  <a:pt x="601380" y="438478"/>
                  <a:pt x="597165" y="434246"/>
                  <a:pt x="591987" y="434246"/>
                </a:cubicBezTo>
                <a:lnTo>
                  <a:pt x="433600" y="434246"/>
                </a:lnTo>
                <a:cubicBezTo>
                  <a:pt x="428422" y="434246"/>
                  <a:pt x="424206" y="438477"/>
                  <a:pt x="424206" y="443674"/>
                </a:cubicBezTo>
                <a:cubicBezTo>
                  <a:pt x="424206" y="448870"/>
                  <a:pt x="428422" y="453101"/>
                  <a:pt x="433600" y="453101"/>
                </a:cubicBezTo>
                <a:lnTo>
                  <a:pt x="591987" y="453101"/>
                </a:lnTo>
                <a:cubicBezTo>
                  <a:pt x="597165" y="453101"/>
                  <a:pt x="601380" y="448870"/>
                  <a:pt x="601380" y="443674"/>
                </a:cubicBezTo>
                <a:close/>
                <a:moveTo>
                  <a:pt x="601380" y="404517"/>
                </a:moveTo>
                <a:cubicBezTo>
                  <a:pt x="601380" y="399321"/>
                  <a:pt x="597165" y="395090"/>
                  <a:pt x="591987" y="395090"/>
                </a:cubicBezTo>
                <a:lnTo>
                  <a:pt x="433600" y="395090"/>
                </a:lnTo>
                <a:cubicBezTo>
                  <a:pt x="428422" y="395090"/>
                  <a:pt x="424206" y="399321"/>
                  <a:pt x="424206" y="404517"/>
                </a:cubicBezTo>
                <a:cubicBezTo>
                  <a:pt x="424206" y="409713"/>
                  <a:pt x="428422" y="413944"/>
                  <a:pt x="433600" y="413944"/>
                </a:cubicBezTo>
                <a:lnTo>
                  <a:pt x="591987" y="413944"/>
                </a:lnTo>
                <a:cubicBezTo>
                  <a:pt x="597165" y="413981"/>
                  <a:pt x="601380" y="409713"/>
                  <a:pt x="601380" y="404517"/>
                </a:cubicBezTo>
                <a:close/>
                <a:moveTo>
                  <a:pt x="375056" y="225367"/>
                </a:moveTo>
                <a:cubicBezTo>
                  <a:pt x="375056" y="263855"/>
                  <a:pt x="390440" y="299560"/>
                  <a:pt x="418324" y="325987"/>
                </a:cubicBezTo>
                <a:cubicBezTo>
                  <a:pt x="432636" y="339535"/>
                  <a:pt x="440883" y="355939"/>
                  <a:pt x="443065" y="374831"/>
                </a:cubicBezTo>
                <a:lnTo>
                  <a:pt x="582518" y="374831"/>
                </a:lnTo>
                <a:cubicBezTo>
                  <a:pt x="584663" y="355939"/>
                  <a:pt x="592947" y="339535"/>
                  <a:pt x="607259" y="325987"/>
                </a:cubicBezTo>
                <a:cubicBezTo>
                  <a:pt x="635180" y="299599"/>
                  <a:pt x="650527" y="263856"/>
                  <a:pt x="650527" y="225367"/>
                </a:cubicBezTo>
                <a:cubicBezTo>
                  <a:pt x="650527" y="149132"/>
                  <a:pt x="588731" y="87111"/>
                  <a:pt x="512769" y="87111"/>
                </a:cubicBezTo>
                <a:cubicBezTo>
                  <a:pt x="436846" y="87111"/>
                  <a:pt x="375048" y="149130"/>
                  <a:pt x="375048" y="225367"/>
                </a:cubicBezTo>
                <a:close/>
                <a:moveTo>
                  <a:pt x="512814" y="49846"/>
                </a:moveTo>
                <a:cubicBezTo>
                  <a:pt x="518398" y="49846"/>
                  <a:pt x="522910" y="45318"/>
                  <a:pt x="522910" y="39713"/>
                </a:cubicBezTo>
                <a:lnTo>
                  <a:pt x="522910" y="10132"/>
                </a:lnTo>
                <a:cubicBezTo>
                  <a:pt x="522910" y="4528"/>
                  <a:pt x="518398" y="0"/>
                  <a:pt x="512814" y="0"/>
                </a:cubicBezTo>
                <a:cubicBezTo>
                  <a:pt x="507230" y="0"/>
                  <a:pt x="502718" y="4528"/>
                  <a:pt x="502718" y="10132"/>
                </a:cubicBezTo>
                <a:lnTo>
                  <a:pt x="502718" y="39750"/>
                </a:lnTo>
                <a:cubicBezTo>
                  <a:pt x="502718" y="45318"/>
                  <a:pt x="507230" y="49846"/>
                  <a:pt x="512814" y="49846"/>
                </a:cubicBezTo>
                <a:close/>
                <a:moveTo>
                  <a:pt x="643576" y="104220"/>
                </a:moveTo>
                <a:cubicBezTo>
                  <a:pt x="646165" y="104220"/>
                  <a:pt x="648754" y="103218"/>
                  <a:pt x="650714" y="101251"/>
                </a:cubicBezTo>
                <a:lnTo>
                  <a:pt x="671571" y="80318"/>
                </a:lnTo>
                <a:cubicBezTo>
                  <a:pt x="675528" y="76347"/>
                  <a:pt x="675528" y="69963"/>
                  <a:pt x="671571" y="65992"/>
                </a:cubicBezTo>
                <a:cubicBezTo>
                  <a:pt x="667614" y="62020"/>
                  <a:pt x="661253" y="62020"/>
                  <a:pt x="657296" y="65992"/>
                </a:cubicBezTo>
                <a:lnTo>
                  <a:pt x="636439" y="86924"/>
                </a:lnTo>
                <a:cubicBezTo>
                  <a:pt x="632482" y="90896"/>
                  <a:pt x="632482" y="97279"/>
                  <a:pt x="636439" y="101251"/>
                </a:cubicBezTo>
                <a:cubicBezTo>
                  <a:pt x="638436" y="103255"/>
                  <a:pt x="641025" y="104220"/>
                  <a:pt x="643576" y="104220"/>
                </a:cubicBezTo>
                <a:close/>
                <a:moveTo>
                  <a:pt x="697754" y="235492"/>
                </a:moveTo>
                <a:lnTo>
                  <a:pt x="727266" y="235492"/>
                </a:lnTo>
                <a:cubicBezTo>
                  <a:pt x="732850" y="235492"/>
                  <a:pt x="737362" y="230964"/>
                  <a:pt x="737362" y="225360"/>
                </a:cubicBezTo>
                <a:cubicBezTo>
                  <a:pt x="737362" y="219756"/>
                  <a:pt x="732850" y="215228"/>
                  <a:pt x="727266" y="215228"/>
                </a:cubicBezTo>
                <a:lnTo>
                  <a:pt x="697754" y="215228"/>
                </a:lnTo>
                <a:cubicBezTo>
                  <a:pt x="692170" y="215228"/>
                  <a:pt x="687659" y="219756"/>
                  <a:pt x="687659" y="225360"/>
                </a:cubicBezTo>
                <a:cubicBezTo>
                  <a:pt x="687659" y="230964"/>
                  <a:pt x="692207" y="235492"/>
                  <a:pt x="697754" y="235492"/>
                </a:cubicBezTo>
                <a:close/>
                <a:moveTo>
                  <a:pt x="374873" y="101246"/>
                </a:moveTo>
                <a:cubicBezTo>
                  <a:pt x="376833" y="103213"/>
                  <a:pt x="379422" y="104215"/>
                  <a:pt x="382011" y="104215"/>
                </a:cubicBezTo>
                <a:cubicBezTo>
                  <a:pt x="384599" y="104215"/>
                  <a:pt x="387188" y="103213"/>
                  <a:pt x="389148" y="101246"/>
                </a:cubicBezTo>
                <a:cubicBezTo>
                  <a:pt x="393105" y="97275"/>
                  <a:pt x="393105" y="90891"/>
                  <a:pt x="389148" y="86920"/>
                </a:cubicBezTo>
                <a:lnTo>
                  <a:pt x="368291" y="65987"/>
                </a:lnTo>
                <a:cubicBezTo>
                  <a:pt x="364334" y="62016"/>
                  <a:pt x="357973" y="62016"/>
                  <a:pt x="354016" y="65987"/>
                </a:cubicBezTo>
                <a:cubicBezTo>
                  <a:pt x="350059" y="69958"/>
                  <a:pt x="350059" y="76342"/>
                  <a:pt x="354016" y="80313"/>
                </a:cubicBezTo>
                <a:close/>
                <a:moveTo>
                  <a:pt x="361153" y="387697"/>
                </a:moveTo>
                <a:cubicBezTo>
                  <a:pt x="363742" y="387697"/>
                  <a:pt x="366331" y="386694"/>
                  <a:pt x="368291" y="384727"/>
                </a:cubicBezTo>
                <a:lnTo>
                  <a:pt x="389148" y="363795"/>
                </a:lnTo>
                <a:cubicBezTo>
                  <a:pt x="393105" y="359823"/>
                  <a:pt x="393105" y="353440"/>
                  <a:pt x="389148" y="349468"/>
                </a:cubicBezTo>
                <a:cubicBezTo>
                  <a:pt x="385191" y="345497"/>
                  <a:pt x="378830" y="345497"/>
                  <a:pt x="374873" y="349468"/>
                </a:cubicBezTo>
                <a:lnTo>
                  <a:pt x="354016" y="370401"/>
                </a:lnTo>
                <a:cubicBezTo>
                  <a:pt x="350059" y="374372"/>
                  <a:pt x="350059" y="380756"/>
                  <a:pt x="354016" y="384727"/>
                </a:cubicBezTo>
                <a:cubicBezTo>
                  <a:pt x="355976" y="386694"/>
                  <a:pt x="358565" y="387697"/>
                  <a:pt x="361153" y="387697"/>
                </a:cubicBezTo>
                <a:close/>
                <a:moveTo>
                  <a:pt x="298322" y="235483"/>
                </a:moveTo>
                <a:lnTo>
                  <a:pt x="327833" y="235483"/>
                </a:lnTo>
                <a:cubicBezTo>
                  <a:pt x="333417" y="235483"/>
                  <a:pt x="337929" y="230955"/>
                  <a:pt x="337929" y="225350"/>
                </a:cubicBezTo>
                <a:cubicBezTo>
                  <a:pt x="337929" y="219746"/>
                  <a:pt x="333417" y="215218"/>
                  <a:pt x="327833" y="215218"/>
                </a:cubicBezTo>
                <a:lnTo>
                  <a:pt x="298322" y="215218"/>
                </a:lnTo>
                <a:cubicBezTo>
                  <a:pt x="292737" y="215218"/>
                  <a:pt x="288226" y="219746"/>
                  <a:pt x="288226" y="225350"/>
                </a:cubicBezTo>
                <a:cubicBezTo>
                  <a:pt x="288226" y="230955"/>
                  <a:pt x="292737" y="235483"/>
                  <a:pt x="298322" y="235483"/>
                </a:cubicBezTo>
                <a:close/>
                <a:moveTo>
                  <a:pt x="650760" y="349463"/>
                </a:moveTo>
                <a:cubicBezTo>
                  <a:pt x="646803" y="345491"/>
                  <a:pt x="640442" y="345491"/>
                  <a:pt x="636485" y="349463"/>
                </a:cubicBezTo>
                <a:cubicBezTo>
                  <a:pt x="632528" y="353434"/>
                  <a:pt x="632528" y="359817"/>
                  <a:pt x="636485" y="363789"/>
                </a:cubicBezTo>
                <a:lnTo>
                  <a:pt x="657342" y="384722"/>
                </a:lnTo>
                <a:cubicBezTo>
                  <a:pt x="659302" y="386689"/>
                  <a:pt x="661891" y="387691"/>
                  <a:pt x="664480" y="387691"/>
                </a:cubicBezTo>
                <a:cubicBezTo>
                  <a:pt x="667069" y="387691"/>
                  <a:pt x="669657" y="386689"/>
                  <a:pt x="671617" y="384722"/>
                </a:cubicBezTo>
                <a:cubicBezTo>
                  <a:pt x="675574" y="380750"/>
                  <a:pt x="675574" y="374367"/>
                  <a:pt x="671617" y="370395"/>
                </a:cubicBezTo>
                <a:close/>
                <a:moveTo>
                  <a:pt x="408568" y="209648"/>
                </a:moveTo>
                <a:cubicBezTo>
                  <a:pt x="410380" y="200852"/>
                  <a:pt x="415521" y="193280"/>
                  <a:pt x="422990" y="188344"/>
                </a:cubicBezTo>
                <a:cubicBezTo>
                  <a:pt x="430498" y="183408"/>
                  <a:pt x="439447" y="181700"/>
                  <a:pt x="448212" y="183519"/>
                </a:cubicBezTo>
                <a:cubicBezTo>
                  <a:pt x="456977" y="185338"/>
                  <a:pt x="464522" y="190497"/>
                  <a:pt x="469440" y="197994"/>
                </a:cubicBezTo>
                <a:lnTo>
                  <a:pt x="483974" y="220188"/>
                </a:lnTo>
                <a:lnTo>
                  <a:pt x="559934" y="165444"/>
                </a:lnTo>
                <a:cubicBezTo>
                  <a:pt x="567219" y="160210"/>
                  <a:pt x="576094" y="158095"/>
                  <a:pt x="584933" y="159542"/>
                </a:cubicBezTo>
                <a:cubicBezTo>
                  <a:pt x="593771" y="160990"/>
                  <a:pt x="601538" y="165815"/>
                  <a:pt x="606789" y="173127"/>
                </a:cubicBezTo>
                <a:cubicBezTo>
                  <a:pt x="612041" y="180438"/>
                  <a:pt x="614111" y="189346"/>
                  <a:pt x="612669" y="198216"/>
                </a:cubicBezTo>
                <a:cubicBezTo>
                  <a:pt x="611227" y="207087"/>
                  <a:pt x="606419" y="214881"/>
                  <a:pt x="599134" y="220151"/>
                </a:cubicBezTo>
                <a:lnTo>
                  <a:pt x="494804" y="295347"/>
                </a:lnTo>
                <a:cubicBezTo>
                  <a:pt x="489035" y="299504"/>
                  <a:pt x="482305" y="301694"/>
                  <a:pt x="475352" y="301694"/>
                </a:cubicBezTo>
                <a:cubicBezTo>
                  <a:pt x="473281" y="301694"/>
                  <a:pt x="471210" y="301508"/>
                  <a:pt x="469139" y="301100"/>
                </a:cubicBezTo>
                <a:cubicBezTo>
                  <a:pt x="460042" y="299430"/>
                  <a:pt x="452276" y="294233"/>
                  <a:pt x="447209" y="286476"/>
                </a:cubicBezTo>
                <a:lnTo>
                  <a:pt x="413445" y="234960"/>
                </a:lnTo>
                <a:cubicBezTo>
                  <a:pt x="408489" y="227463"/>
                  <a:pt x="406751" y="218481"/>
                  <a:pt x="408564" y="209647"/>
                </a:cubicBezTo>
                <a:close/>
                <a:moveTo>
                  <a:pt x="430277" y="223826"/>
                </a:moveTo>
                <a:lnTo>
                  <a:pt x="464041" y="275343"/>
                </a:lnTo>
                <a:cubicBezTo>
                  <a:pt x="466075" y="278423"/>
                  <a:pt x="469181" y="280502"/>
                  <a:pt x="472805" y="281170"/>
                </a:cubicBezTo>
                <a:cubicBezTo>
                  <a:pt x="476429" y="281838"/>
                  <a:pt x="480054" y="281021"/>
                  <a:pt x="483049" y="278868"/>
                </a:cubicBezTo>
                <a:lnTo>
                  <a:pt x="587407" y="203636"/>
                </a:lnTo>
                <a:cubicBezTo>
                  <a:pt x="590291" y="201557"/>
                  <a:pt x="592214" y="198439"/>
                  <a:pt x="592769" y="194914"/>
                </a:cubicBezTo>
                <a:cubicBezTo>
                  <a:pt x="593361" y="191388"/>
                  <a:pt x="592510" y="187825"/>
                  <a:pt x="590439" y="184929"/>
                </a:cubicBezTo>
                <a:cubicBezTo>
                  <a:pt x="588368" y="182034"/>
                  <a:pt x="585262" y="180104"/>
                  <a:pt x="581748" y="179511"/>
                </a:cubicBezTo>
                <a:cubicBezTo>
                  <a:pt x="578235" y="178917"/>
                  <a:pt x="574685" y="179770"/>
                  <a:pt x="571800" y="181849"/>
                </a:cubicBezTo>
                <a:lnTo>
                  <a:pt x="487297" y="242755"/>
                </a:lnTo>
                <a:cubicBezTo>
                  <a:pt x="485078" y="244351"/>
                  <a:pt x="482268" y="244982"/>
                  <a:pt x="479568" y="244500"/>
                </a:cubicBezTo>
                <a:cubicBezTo>
                  <a:pt x="476868" y="243980"/>
                  <a:pt x="474465" y="242421"/>
                  <a:pt x="472985" y="240120"/>
                </a:cubicBezTo>
                <a:lnTo>
                  <a:pt x="452646" y="209092"/>
                </a:lnTo>
                <a:cubicBezTo>
                  <a:pt x="448615" y="202931"/>
                  <a:pt x="440294" y="201186"/>
                  <a:pt x="434155" y="205232"/>
                </a:cubicBezTo>
                <a:cubicBezTo>
                  <a:pt x="431160" y="207199"/>
                  <a:pt x="429126" y="210205"/>
                  <a:pt x="428423" y="213731"/>
                </a:cubicBezTo>
                <a:cubicBezTo>
                  <a:pt x="427647" y="217257"/>
                  <a:pt x="428312" y="220857"/>
                  <a:pt x="430272" y="223827"/>
                </a:cubicBezTo>
                <a:close/>
              </a:path>
            </a:pathLst>
          </a:custGeom>
          <a:solidFill>
            <a:srgbClr val="000000"/>
          </a:solidFill>
          <a:ln w="9438" cap="flat">
            <a:noFill/>
            <a:prstDash val="solid"/>
            <a:miter/>
          </a:ln>
        </p:spPr>
        <p:txBody>
          <a:bodyPr/>
          <a:lstStyle/>
          <a:p>
            <a:endParaRPr lang="en-US"/>
          </a:p>
        </p:txBody>
      </p:sp>
      <p:grpSp>
        <p:nvGrpSpPr>
          <p:cNvPr id="46" name="Group 45">
            <a:extLst>
              <a:ext uri="{FF2B5EF4-FFF2-40B4-BE49-F238E27FC236}">
                <a16:creationId xmlns:a16="http://schemas.microsoft.com/office/drawing/2014/main" id="{7BBDDA63-F3DA-E599-CF86-D116C2FF1D5A}"/>
              </a:ext>
              <a:ext uri="{C183D7F6-B498-43B3-948B-1728B52AA6E4}">
                <adec:decorative xmlns:adec="http://schemas.microsoft.com/office/drawing/2017/decorative" val="1"/>
              </a:ext>
            </a:extLst>
          </p:cNvPr>
          <p:cNvGrpSpPr>
            <a:grpSpLocks noChangeAspect="1"/>
          </p:cNvGrpSpPr>
          <p:nvPr/>
        </p:nvGrpSpPr>
        <p:grpSpPr>
          <a:xfrm>
            <a:off x="1939935" y="2206420"/>
            <a:ext cx="559704" cy="561541"/>
            <a:chOff x="3666571" y="4495948"/>
            <a:chExt cx="891664" cy="894591"/>
          </a:xfrm>
        </p:grpSpPr>
        <p:sp>
          <p:nvSpPr>
            <p:cNvPr id="36" name="Freeform 35">
              <a:extLst>
                <a:ext uri="{FF2B5EF4-FFF2-40B4-BE49-F238E27FC236}">
                  <a16:creationId xmlns:a16="http://schemas.microsoft.com/office/drawing/2014/main" id="{9FAEB0F7-EA80-6187-8DDB-922DA92B796D}"/>
                </a:ext>
              </a:extLst>
            </p:cNvPr>
            <p:cNvSpPr/>
            <p:nvPr/>
          </p:nvSpPr>
          <p:spPr>
            <a:xfrm>
              <a:off x="3666571" y="4495948"/>
              <a:ext cx="891664" cy="842689"/>
            </a:xfrm>
            <a:custGeom>
              <a:avLst/>
              <a:gdLst>
                <a:gd name="csX0" fmla="*/ 588252 w 891664"/>
                <a:gd name="csY0" fmla="*/ 23414 h 842689"/>
                <a:gd name="csX1" fmla="*/ 586181 w 891664"/>
                <a:gd name="csY1" fmla="*/ 22745 h 842689"/>
                <a:gd name="csX2" fmla="*/ 370725 w 891664"/>
                <a:gd name="csY2" fmla="*/ 6340 h 842689"/>
                <a:gd name="csX3" fmla="*/ 71691 w 891664"/>
                <a:gd name="csY3" fmla="*/ 690333 h 842689"/>
                <a:gd name="csX4" fmla="*/ 29273 w 891664"/>
                <a:gd name="csY4" fmla="*/ 732904 h 842689"/>
                <a:gd name="csX5" fmla="*/ 29273 w 891664"/>
                <a:gd name="csY5" fmla="*/ 746043 h 842689"/>
                <a:gd name="csX6" fmla="*/ 42365 w 891664"/>
                <a:gd name="csY6" fmla="*/ 746043 h 842689"/>
                <a:gd name="csX7" fmla="*/ 90108 w 891664"/>
                <a:gd name="csY7" fmla="*/ 698127 h 842689"/>
                <a:gd name="csX8" fmla="*/ 91254 w 891664"/>
                <a:gd name="csY8" fmla="*/ 686398 h 842689"/>
                <a:gd name="csX9" fmla="*/ 19400 w 891664"/>
                <a:gd name="csY9" fmla="*/ 421991 h 842689"/>
                <a:gd name="csX10" fmla="*/ 70139 w 891664"/>
                <a:gd name="csY10" fmla="*/ 421991 h 842689"/>
                <a:gd name="csX11" fmla="*/ 79347 w 891664"/>
                <a:gd name="csY11" fmla="*/ 413566 h 842689"/>
                <a:gd name="csX12" fmla="*/ 198947 w 891664"/>
                <a:gd name="csY12" fmla="*/ 173616 h 842689"/>
                <a:gd name="csX13" fmla="*/ 199576 w 891664"/>
                <a:gd name="csY13" fmla="*/ 160514 h 842689"/>
                <a:gd name="csX14" fmla="*/ 186521 w 891664"/>
                <a:gd name="csY14" fmla="*/ 159883 h 842689"/>
                <a:gd name="csX15" fmla="*/ 61781 w 891664"/>
                <a:gd name="csY15" fmla="*/ 403472 h 842689"/>
                <a:gd name="csX16" fmla="*/ 20879 w 891664"/>
                <a:gd name="csY16" fmla="*/ 403472 h 842689"/>
                <a:gd name="csX17" fmla="*/ 364882 w 891664"/>
                <a:gd name="csY17" fmla="*/ 26273 h 842689"/>
                <a:gd name="csX18" fmla="*/ 372020 w 891664"/>
                <a:gd name="csY18" fmla="*/ 50695 h 842689"/>
                <a:gd name="csX19" fmla="*/ 380895 w 891664"/>
                <a:gd name="csY19" fmla="*/ 57375 h 842689"/>
                <a:gd name="csX20" fmla="*/ 389771 w 891664"/>
                <a:gd name="csY20" fmla="*/ 45499 h 842689"/>
                <a:gd name="csX21" fmla="*/ 383225 w 891664"/>
                <a:gd name="csY21" fmla="*/ 23155 h 842689"/>
                <a:gd name="csX22" fmla="*/ 572315 w 891664"/>
                <a:gd name="csY22" fmla="*/ 37779 h 842689"/>
                <a:gd name="csX23" fmla="*/ 554711 w 891664"/>
                <a:gd name="csY23" fmla="*/ 84210 h 842689"/>
                <a:gd name="csX24" fmla="*/ 555007 w 891664"/>
                <a:gd name="csY24" fmla="*/ 91484 h 842689"/>
                <a:gd name="csX25" fmla="*/ 560480 w 891664"/>
                <a:gd name="csY25" fmla="*/ 96309 h 842689"/>
                <a:gd name="csX26" fmla="*/ 811401 w 891664"/>
                <a:gd name="csY26" fmla="*/ 405554 h 842689"/>
                <a:gd name="csX27" fmla="*/ 821608 w 891664"/>
                <a:gd name="csY27" fmla="*/ 413719 h 842689"/>
                <a:gd name="csX28" fmla="*/ 829744 w 891664"/>
                <a:gd name="csY28" fmla="*/ 403475 h 842689"/>
                <a:gd name="csX29" fmla="*/ 575386 w 891664"/>
                <a:gd name="csY29" fmla="*/ 81831 h 842689"/>
                <a:gd name="csX30" fmla="*/ 589846 w 891664"/>
                <a:gd name="csY30" fmla="*/ 43677 h 842689"/>
                <a:gd name="csX31" fmla="*/ 870683 w 891664"/>
                <a:gd name="csY31" fmla="*/ 490874 h 842689"/>
                <a:gd name="csX32" fmla="*/ 849789 w 891664"/>
                <a:gd name="csY32" fmla="*/ 487237 h 842689"/>
                <a:gd name="csX33" fmla="*/ 846608 w 891664"/>
                <a:gd name="csY33" fmla="*/ 505535 h 842689"/>
                <a:gd name="csX34" fmla="*/ 868391 w 891664"/>
                <a:gd name="csY34" fmla="*/ 509320 h 842689"/>
                <a:gd name="csX35" fmla="*/ 647424 w 891664"/>
                <a:gd name="csY35" fmla="*/ 825245 h 842689"/>
                <a:gd name="csX36" fmla="*/ 651788 w 891664"/>
                <a:gd name="csY36" fmla="*/ 842688 h 842689"/>
                <a:gd name="csX37" fmla="*/ 887770 w 891664"/>
                <a:gd name="csY37" fmla="*/ 503714 h 842689"/>
                <a:gd name="csX38" fmla="*/ 887991 w 891664"/>
                <a:gd name="csY38" fmla="*/ 502043 h 842689"/>
                <a:gd name="csX39" fmla="*/ 588220 w 891664"/>
                <a:gd name="csY39" fmla="*/ 23444 h 8426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891664" h="842689">
                  <a:moveTo>
                    <a:pt x="588252" y="23414"/>
                  </a:moveTo>
                  <a:cubicBezTo>
                    <a:pt x="587623" y="23042"/>
                    <a:pt x="586884" y="22857"/>
                    <a:pt x="586181" y="22745"/>
                  </a:cubicBezTo>
                  <a:cubicBezTo>
                    <a:pt x="519540" y="31"/>
                    <a:pt x="441398" y="-6130"/>
                    <a:pt x="370725" y="6340"/>
                  </a:cubicBezTo>
                  <a:cubicBezTo>
                    <a:pt x="62338" y="54664"/>
                    <a:pt x="-104381" y="425185"/>
                    <a:pt x="71691" y="690333"/>
                  </a:cubicBezTo>
                  <a:lnTo>
                    <a:pt x="29273" y="732904"/>
                  </a:lnTo>
                  <a:cubicBezTo>
                    <a:pt x="25649" y="736542"/>
                    <a:pt x="25649" y="742406"/>
                    <a:pt x="29273" y="746043"/>
                  </a:cubicBezTo>
                  <a:cubicBezTo>
                    <a:pt x="32897" y="749680"/>
                    <a:pt x="38741" y="749680"/>
                    <a:pt x="42365" y="746043"/>
                  </a:cubicBezTo>
                  <a:lnTo>
                    <a:pt x="90108" y="698127"/>
                  </a:lnTo>
                  <a:cubicBezTo>
                    <a:pt x="93252" y="694972"/>
                    <a:pt x="93695" y="690073"/>
                    <a:pt x="91254" y="686398"/>
                  </a:cubicBezTo>
                  <a:cubicBezTo>
                    <a:pt x="39074" y="608864"/>
                    <a:pt x="13815" y="515704"/>
                    <a:pt x="19400" y="421991"/>
                  </a:cubicBezTo>
                  <a:lnTo>
                    <a:pt x="70139" y="421991"/>
                  </a:lnTo>
                  <a:cubicBezTo>
                    <a:pt x="74909" y="421991"/>
                    <a:pt x="78903" y="418317"/>
                    <a:pt x="79347" y="413566"/>
                  </a:cubicBezTo>
                  <a:cubicBezTo>
                    <a:pt x="87705" y="321409"/>
                    <a:pt x="130160" y="236192"/>
                    <a:pt x="198947" y="173616"/>
                  </a:cubicBezTo>
                  <a:cubicBezTo>
                    <a:pt x="202719" y="170164"/>
                    <a:pt x="203015" y="164300"/>
                    <a:pt x="199576" y="160514"/>
                  </a:cubicBezTo>
                  <a:cubicBezTo>
                    <a:pt x="196137" y="156728"/>
                    <a:pt x="190293" y="156431"/>
                    <a:pt x="186521" y="159883"/>
                  </a:cubicBezTo>
                  <a:cubicBezTo>
                    <a:pt x="116405" y="223646"/>
                    <a:pt x="72289" y="309902"/>
                    <a:pt x="61781" y="403472"/>
                  </a:cubicBezTo>
                  <a:lnTo>
                    <a:pt x="20879" y="403472"/>
                  </a:lnTo>
                  <a:cubicBezTo>
                    <a:pt x="40035" y="214554"/>
                    <a:pt x="181861" y="61609"/>
                    <a:pt x="364882" y="26273"/>
                  </a:cubicBezTo>
                  <a:lnTo>
                    <a:pt x="372020" y="50695"/>
                  </a:lnTo>
                  <a:cubicBezTo>
                    <a:pt x="373203" y="54740"/>
                    <a:pt x="376901" y="57375"/>
                    <a:pt x="380895" y="57375"/>
                  </a:cubicBezTo>
                  <a:cubicBezTo>
                    <a:pt x="386960" y="57450"/>
                    <a:pt x="391583" y="51289"/>
                    <a:pt x="389771" y="45499"/>
                  </a:cubicBezTo>
                  <a:lnTo>
                    <a:pt x="383225" y="23155"/>
                  </a:lnTo>
                  <a:cubicBezTo>
                    <a:pt x="445502" y="13653"/>
                    <a:pt x="513438" y="19072"/>
                    <a:pt x="572315" y="37779"/>
                  </a:cubicBezTo>
                  <a:lnTo>
                    <a:pt x="554711" y="84210"/>
                  </a:lnTo>
                  <a:cubicBezTo>
                    <a:pt x="553824" y="86585"/>
                    <a:pt x="553935" y="89220"/>
                    <a:pt x="555007" y="91484"/>
                  </a:cubicBezTo>
                  <a:cubicBezTo>
                    <a:pt x="556080" y="93785"/>
                    <a:pt x="558077" y="95530"/>
                    <a:pt x="560480" y="96309"/>
                  </a:cubicBezTo>
                  <a:cubicBezTo>
                    <a:pt x="696866" y="141330"/>
                    <a:pt x="795354" y="262699"/>
                    <a:pt x="811401" y="405554"/>
                  </a:cubicBezTo>
                  <a:cubicBezTo>
                    <a:pt x="811956" y="410676"/>
                    <a:pt x="816652" y="414313"/>
                    <a:pt x="821608" y="413719"/>
                  </a:cubicBezTo>
                  <a:cubicBezTo>
                    <a:pt x="826674" y="413125"/>
                    <a:pt x="830335" y="408560"/>
                    <a:pt x="829744" y="403475"/>
                  </a:cubicBezTo>
                  <a:cubicBezTo>
                    <a:pt x="813250" y="256649"/>
                    <a:pt x="713845" y="131420"/>
                    <a:pt x="575386" y="81831"/>
                  </a:cubicBezTo>
                  <a:lnTo>
                    <a:pt x="589846" y="43677"/>
                  </a:lnTo>
                  <a:cubicBezTo>
                    <a:pt x="768323" y="106402"/>
                    <a:pt x="892212" y="293015"/>
                    <a:pt x="870683" y="490874"/>
                  </a:cubicBezTo>
                  <a:lnTo>
                    <a:pt x="849789" y="487237"/>
                  </a:lnTo>
                  <a:cubicBezTo>
                    <a:pt x="837733" y="485418"/>
                    <a:pt x="834663" y="503122"/>
                    <a:pt x="846608" y="505535"/>
                  </a:cubicBezTo>
                  <a:lnTo>
                    <a:pt x="868391" y="509320"/>
                  </a:lnTo>
                  <a:cubicBezTo>
                    <a:pt x="849049" y="642636"/>
                    <a:pt x="768094" y="760255"/>
                    <a:pt x="647424" y="825245"/>
                  </a:cubicBezTo>
                  <a:cubicBezTo>
                    <a:pt x="638993" y="829698"/>
                    <a:pt x="642395" y="842838"/>
                    <a:pt x="651788" y="842688"/>
                  </a:cubicBezTo>
                  <a:cubicBezTo>
                    <a:pt x="783033" y="777551"/>
                    <a:pt x="869384" y="646350"/>
                    <a:pt x="887770" y="503714"/>
                  </a:cubicBezTo>
                  <a:cubicBezTo>
                    <a:pt x="887954" y="503157"/>
                    <a:pt x="887954" y="502600"/>
                    <a:pt x="887991" y="502043"/>
                  </a:cubicBezTo>
                  <a:cubicBezTo>
                    <a:pt x="915912" y="290227"/>
                    <a:pt x="781636" y="87019"/>
                    <a:pt x="588220" y="23444"/>
                  </a:cubicBezTo>
                  <a:close/>
                </a:path>
              </a:pathLst>
            </a:custGeom>
            <a:solidFill>
              <a:srgbClr val="000000"/>
            </a:solidFill>
            <a:ln w="9438" cap="flat">
              <a:noFill/>
              <a:prstDash val="solid"/>
              <a:miter/>
            </a:ln>
          </p:spPr>
          <p:txBody>
            <a:bodyPr/>
            <a:lstStyle/>
            <a:p>
              <a:endParaRPr lang="en-US"/>
            </a:p>
          </p:txBody>
        </p:sp>
        <p:sp>
          <p:nvSpPr>
            <p:cNvPr id="37" name="Freeform 36">
              <a:extLst>
                <a:ext uri="{FF2B5EF4-FFF2-40B4-BE49-F238E27FC236}">
                  <a16:creationId xmlns:a16="http://schemas.microsoft.com/office/drawing/2014/main" id="{CAE24842-FD7A-68AA-501E-C9B104181033}"/>
                </a:ext>
              </a:extLst>
            </p:cNvPr>
            <p:cNvSpPr/>
            <p:nvPr/>
          </p:nvSpPr>
          <p:spPr>
            <a:xfrm>
              <a:off x="3748796" y="5063944"/>
              <a:ext cx="198445" cy="224177"/>
            </a:xfrm>
            <a:custGeom>
              <a:avLst/>
              <a:gdLst>
                <a:gd name="csX0" fmla="*/ 6070 w 198445"/>
                <a:gd name="csY0" fmla="*/ 561 h 224177"/>
                <a:gd name="csX1" fmla="*/ 560 w 198445"/>
                <a:gd name="csY1" fmla="*/ 12475 h 224177"/>
                <a:gd name="csX2" fmla="*/ 189242 w 198445"/>
                <a:gd name="csY2" fmla="*/ 224177 h 224177"/>
                <a:gd name="csX3" fmla="*/ 193532 w 198445"/>
                <a:gd name="csY3" fmla="*/ 206659 h 224177"/>
                <a:gd name="csX4" fmla="*/ 17943 w 198445"/>
                <a:gd name="csY4" fmla="*/ 6092 h 224177"/>
                <a:gd name="csX5" fmla="*/ 6072 w 198445"/>
                <a:gd name="csY5" fmla="*/ 562 h 224177"/>
              </a:gdLst>
              <a:ahLst/>
              <a:cxnLst>
                <a:cxn ang="0">
                  <a:pos x="csX0" y="csY0"/>
                </a:cxn>
                <a:cxn ang="0">
                  <a:pos x="csX1" y="csY1"/>
                </a:cxn>
                <a:cxn ang="0">
                  <a:pos x="csX2" y="csY2"/>
                </a:cxn>
                <a:cxn ang="0">
                  <a:pos x="csX3" y="csY3"/>
                </a:cxn>
                <a:cxn ang="0">
                  <a:pos x="csX4" y="csY4"/>
                </a:cxn>
                <a:cxn ang="0">
                  <a:pos x="csX5" y="csY5"/>
                </a:cxn>
              </a:cxnLst>
              <a:rect l="l" t="t" r="r" b="b"/>
              <a:pathLst>
                <a:path w="198445" h="224177">
                  <a:moveTo>
                    <a:pt x="6070" y="561"/>
                  </a:moveTo>
                  <a:cubicBezTo>
                    <a:pt x="1262" y="2343"/>
                    <a:pt x="-1178" y="7650"/>
                    <a:pt x="560" y="12475"/>
                  </a:cubicBezTo>
                  <a:cubicBezTo>
                    <a:pt x="34472" y="103518"/>
                    <a:pt x="100932" y="182608"/>
                    <a:pt x="189242" y="224177"/>
                  </a:cubicBezTo>
                  <a:cubicBezTo>
                    <a:pt x="198673" y="224252"/>
                    <a:pt x="202112" y="211113"/>
                    <a:pt x="193532" y="206659"/>
                  </a:cubicBezTo>
                  <a:cubicBezTo>
                    <a:pt x="111951" y="163828"/>
                    <a:pt x="49563" y="92565"/>
                    <a:pt x="17943" y="6092"/>
                  </a:cubicBezTo>
                  <a:cubicBezTo>
                    <a:pt x="16168" y="1267"/>
                    <a:pt x="10879" y="-1183"/>
                    <a:pt x="6072" y="562"/>
                  </a:cubicBezTo>
                  <a:close/>
                </a:path>
              </a:pathLst>
            </a:custGeom>
            <a:solidFill>
              <a:srgbClr val="000000"/>
            </a:solidFill>
            <a:ln w="9438" cap="flat">
              <a:noFill/>
              <a:prstDash val="solid"/>
              <a:miter/>
            </a:ln>
          </p:spPr>
          <p:txBody>
            <a:bodyPr/>
            <a:lstStyle/>
            <a:p>
              <a:endParaRPr lang="en-US"/>
            </a:p>
          </p:txBody>
        </p:sp>
        <p:sp>
          <p:nvSpPr>
            <p:cNvPr id="38" name="Freeform 37">
              <a:extLst>
                <a:ext uri="{FF2B5EF4-FFF2-40B4-BE49-F238E27FC236}">
                  <a16:creationId xmlns:a16="http://schemas.microsoft.com/office/drawing/2014/main" id="{B48CBAAE-208C-44CA-9CAF-77BA53BECEC5}"/>
                </a:ext>
              </a:extLst>
            </p:cNvPr>
            <p:cNvSpPr/>
            <p:nvPr/>
          </p:nvSpPr>
          <p:spPr>
            <a:xfrm>
              <a:off x="3812389" y="5118249"/>
              <a:ext cx="638621" cy="272290"/>
            </a:xfrm>
            <a:custGeom>
              <a:avLst/>
              <a:gdLst>
                <a:gd name="csX0" fmla="*/ 637403 w 638621"/>
                <a:gd name="csY0" fmla="*/ 13812 h 272290"/>
                <a:gd name="csX1" fmla="*/ 621279 w 638621"/>
                <a:gd name="csY1" fmla="*/ 4756 h 272290"/>
                <a:gd name="csX2" fmla="*/ 424313 w 638621"/>
                <a:gd name="csY2" fmla="*/ 172514 h 272290"/>
                <a:gd name="csX3" fmla="*/ 418654 w 638621"/>
                <a:gd name="csY3" fmla="*/ 184094 h 272290"/>
                <a:gd name="csX4" fmla="*/ 434002 w 638621"/>
                <a:gd name="csY4" fmla="*/ 231973 h 272290"/>
                <a:gd name="csX5" fmla="*/ 309223 w 638621"/>
                <a:gd name="csY5" fmla="*/ 253389 h 272290"/>
                <a:gd name="csX6" fmla="*/ 309223 w 638621"/>
                <a:gd name="csY6" fmla="*/ 202727 h 272290"/>
                <a:gd name="csX7" fmla="*/ 299978 w 638621"/>
                <a:gd name="csY7" fmla="*/ 193448 h 272290"/>
                <a:gd name="csX8" fmla="*/ 290732 w 638621"/>
                <a:gd name="csY8" fmla="*/ 202727 h 272290"/>
                <a:gd name="csX9" fmla="*/ 290732 w 638621"/>
                <a:gd name="csY9" fmla="*/ 253389 h 272290"/>
                <a:gd name="csX10" fmla="*/ 62259 w 638621"/>
                <a:gd name="csY10" fmla="*/ 181088 h 272290"/>
                <a:gd name="csX11" fmla="*/ 50572 w 638621"/>
                <a:gd name="csY11" fmla="*/ 182239 h 272290"/>
                <a:gd name="csX12" fmla="*/ 2718 w 638621"/>
                <a:gd name="csY12" fmla="*/ 230266 h 272290"/>
                <a:gd name="csX13" fmla="*/ 2718 w 638621"/>
                <a:gd name="csY13" fmla="*/ 243404 h 272290"/>
                <a:gd name="csX14" fmla="*/ 15809 w 638621"/>
                <a:gd name="csY14" fmla="*/ 243404 h 272290"/>
                <a:gd name="csX15" fmla="*/ 58338 w 638621"/>
                <a:gd name="csY15" fmla="*/ 200722 h 272290"/>
                <a:gd name="csX16" fmla="*/ 451713 w 638621"/>
                <a:gd name="csY16" fmla="*/ 244851 h 272290"/>
                <a:gd name="csX17" fmla="*/ 454413 w 638621"/>
                <a:gd name="csY17" fmla="*/ 235053 h 272290"/>
                <a:gd name="csX18" fmla="*/ 438955 w 638621"/>
                <a:gd name="csY18" fmla="*/ 186841 h 272290"/>
                <a:gd name="csX19" fmla="*/ 637436 w 638621"/>
                <a:gd name="csY19" fmla="*/ 13848 h 27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38621" h="272290">
                  <a:moveTo>
                    <a:pt x="637403" y="13812"/>
                  </a:moveTo>
                  <a:cubicBezTo>
                    <a:pt x="643061" y="3048"/>
                    <a:pt x="627529" y="-5822"/>
                    <a:pt x="621279" y="4756"/>
                  </a:cubicBezTo>
                  <a:cubicBezTo>
                    <a:pt x="577752" y="82771"/>
                    <a:pt x="507823" y="142337"/>
                    <a:pt x="424313" y="172514"/>
                  </a:cubicBezTo>
                  <a:cubicBezTo>
                    <a:pt x="419616" y="174221"/>
                    <a:pt x="417138" y="179343"/>
                    <a:pt x="418654" y="184094"/>
                  </a:cubicBezTo>
                  <a:lnTo>
                    <a:pt x="434002" y="231973"/>
                  </a:lnTo>
                  <a:cubicBezTo>
                    <a:pt x="393803" y="245297"/>
                    <a:pt x="351903" y="252498"/>
                    <a:pt x="309223" y="253389"/>
                  </a:cubicBezTo>
                  <a:lnTo>
                    <a:pt x="309223" y="202727"/>
                  </a:lnTo>
                  <a:cubicBezTo>
                    <a:pt x="309223" y="197605"/>
                    <a:pt x="305081" y="193448"/>
                    <a:pt x="299978" y="193448"/>
                  </a:cubicBezTo>
                  <a:cubicBezTo>
                    <a:pt x="294874" y="193448"/>
                    <a:pt x="290732" y="197605"/>
                    <a:pt x="290732" y="202727"/>
                  </a:cubicBezTo>
                  <a:lnTo>
                    <a:pt x="290732" y="253389"/>
                  </a:lnTo>
                  <a:cubicBezTo>
                    <a:pt x="208930" y="251644"/>
                    <a:pt x="130120" y="226777"/>
                    <a:pt x="62259" y="181088"/>
                  </a:cubicBezTo>
                  <a:cubicBezTo>
                    <a:pt x="58598" y="178601"/>
                    <a:pt x="53679" y="179084"/>
                    <a:pt x="50572" y="182239"/>
                  </a:cubicBezTo>
                  <a:lnTo>
                    <a:pt x="2718" y="230266"/>
                  </a:lnTo>
                  <a:cubicBezTo>
                    <a:pt x="-906" y="233903"/>
                    <a:pt x="-906" y="239767"/>
                    <a:pt x="2718" y="243404"/>
                  </a:cubicBezTo>
                  <a:cubicBezTo>
                    <a:pt x="6342" y="247042"/>
                    <a:pt x="12185" y="247042"/>
                    <a:pt x="15809" y="243404"/>
                  </a:cubicBezTo>
                  <a:lnTo>
                    <a:pt x="58338" y="200722"/>
                  </a:lnTo>
                  <a:cubicBezTo>
                    <a:pt x="172466" y="275472"/>
                    <a:pt x="324085" y="294214"/>
                    <a:pt x="451713" y="244851"/>
                  </a:cubicBezTo>
                  <a:cubicBezTo>
                    <a:pt x="454450" y="242439"/>
                    <a:pt x="455485" y="238505"/>
                    <a:pt x="454413" y="235053"/>
                  </a:cubicBezTo>
                  <a:lnTo>
                    <a:pt x="438955" y="186841"/>
                  </a:lnTo>
                  <a:cubicBezTo>
                    <a:pt x="522940" y="154254"/>
                    <a:pt x="593205" y="93125"/>
                    <a:pt x="637436" y="13848"/>
                  </a:cubicBezTo>
                  <a:close/>
                </a:path>
              </a:pathLst>
            </a:custGeom>
            <a:solidFill>
              <a:srgbClr val="000000"/>
            </a:solidFill>
            <a:ln w="9438" cap="flat">
              <a:noFill/>
              <a:prstDash val="solid"/>
              <a:miter/>
            </a:ln>
          </p:spPr>
          <p:txBody>
            <a:bodyPr/>
            <a:lstStyle/>
            <a:p>
              <a:endParaRPr lang="en-US"/>
            </a:p>
          </p:txBody>
        </p:sp>
        <p:sp>
          <p:nvSpPr>
            <p:cNvPr id="39" name="Freeform 38">
              <a:extLst>
                <a:ext uri="{FF2B5EF4-FFF2-40B4-BE49-F238E27FC236}">
                  <a16:creationId xmlns:a16="http://schemas.microsoft.com/office/drawing/2014/main" id="{3750C740-BD7B-59FE-FB7B-F914F35DF0D3}"/>
                </a:ext>
              </a:extLst>
            </p:cNvPr>
            <p:cNvSpPr/>
            <p:nvPr/>
          </p:nvSpPr>
          <p:spPr>
            <a:xfrm>
              <a:off x="3785043" y="4690913"/>
              <a:ext cx="662399" cy="580057"/>
            </a:xfrm>
            <a:custGeom>
              <a:avLst/>
              <a:gdLst>
                <a:gd name="csX0" fmla="*/ 83837 w 662399"/>
                <a:gd name="csY0" fmla="*/ 46836 h 580057"/>
                <a:gd name="csX1" fmla="*/ 70857 w 662399"/>
                <a:gd name="csY1" fmla="*/ 48320 h 580057"/>
                <a:gd name="csX2" fmla="*/ 0 w 662399"/>
                <a:gd name="csY2" fmla="*/ 252232 h 580057"/>
                <a:gd name="csX3" fmla="*/ 627907 w 662399"/>
                <a:gd name="csY3" fmla="*/ 382022 h 580057"/>
                <a:gd name="csX4" fmla="*/ 649653 w 662399"/>
                <a:gd name="csY4" fmla="*/ 391004 h 580057"/>
                <a:gd name="csX5" fmla="*/ 661708 w 662399"/>
                <a:gd name="csY5" fmla="*/ 385956 h 580057"/>
                <a:gd name="csX6" fmla="*/ 656679 w 662399"/>
                <a:gd name="csY6" fmla="*/ 373857 h 580057"/>
                <a:gd name="csX7" fmla="*/ 634749 w 662399"/>
                <a:gd name="csY7" fmla="*/ 364801 h 580057"/>
                <a:gd name="csX8" fmla="*/ 539300 w 662399"/>
                <a:gd name="csY8" fmla="*/ 2224 h 580057"/>
                <a:gd name="csX9" fmla="*/ 526282 w 662399"/>
                <a:gd name="csY9" fmla="*/ 3264 h 580057"/>
                <a:gd name="csX10" fmla="*/ 527318 w 662399"/>
                <a:gd name="csY10" fmla="*/ 16328 h 580057"/>
                <a:gd name="csX11" fmla="*/ 635898 w 662399"/>
                <a:gd name="csY11" fmla="*/ 242958 h 580057"/>
                <a:gd name="csX12" fmla="*/ 590115 w 662399"/>
                <a:gd name="csY12" fmla="*/ 242958 h 580057"/>
                <a:gd name="csX13" fmla="*/ 580870 w 662399"/>
                <a:gd name="csY13" fmla="*/ 252236 h 580057"/>
                <a:gd name="csX14" fmla="*/ 590115 w 662399"/>
                <a:gd name="csY14" fmla="*/ 261515 h 580057"/>
                <a:gd name="csX15" fmla="*/ 635824 w 662399"/>
                <a:gd name="csY15" fmla="*/ 261515 h 580057"/>
                <a:gd name="csX16" fmla="*/ 409310 w 662399"/>
                <a:gd name="csY16" fmla="*/ 550940 h 580057"/>
                <a:gd name="csX17" fmla="*/ 401248 w 662399"/>
                <a:gd name="csY17" fmla="*/ 510893 h 580057"/>
                <a:gd name="csX18" fmla="*/ 582272 w 662399"/>
                <a:gd name="csY18" fmla="*/ 335334 h 580057"/>
                <a:gd name="csX19" fmla="*/ 576355 w 662399"/>
                <a:gd name="csY19" fmla="*/ 323642 h 580057"/>
                <a:gd name="csX20" fmla="*/ 564706 w 662399"/>
                <a:gd name="csY20" fmla="*/ 329581 h 580057"/>
                <a:gd name="csX21" fmla="*/ 388226 w 662399"/>
                <a:gd name="csY21" fmla="*/ 495192 h 580057"/>
                <a:gd name="csX22" fmla="*/ 381421 w 662399"/>
                <a:gd name="csY22" fmla="*/ 506029 h 580057"/>
                <a:gd name="csX23" fmla="*/ 391333 w 662399"/>
                <a:gd name="csY23" fmla="*/ 555392 h 580057"/>
                <a:gd name="csX24" fmla="*/ 250318 w 662399"/>
                <a:gd name="csY24" fmla="*/ 552423 h 580057"/>
                <a:gd name="csX25" fmla="*/ 259896 w 662399"/>
                <a:gd name="csY25" fmla="*/ 520504 h 580057"/>
                <a:gd name="csX26" fmla="*/ 253720 w 662399"/>
                <a:gd name="csY26" fmla="*/ 508923 h 580057"/>
                <a:gd name="csX27" fmla="*/ 242181 w 662399"/>
                <a:gd name="csY27" fmla="*/ 515121 h 580057"/>
                <a:gd name="csX28" fmla="*/ 232566 w 662399"/>
                <a:gd name="csY28" fmla="*/ 547152 h 580057"/>
                <a:gd name="csX29" fmla="*/ 85265 w 662399"/>
                <a:gd name="csY29" fmla="*/ 59830 h 580057"/>
                <a:gd name="csX30" fmla="*/ 83786 w 662399"/>
                <a:gd name="csY30" fmla="*/ 46803 h 580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662399" h="580057">
                  <a:moveTo>
                    <a:pt x="83837" y="46836"/>
                  </a:moveTo>
                  <a:cubicBezTo>
                    <a:pt x="79843" y="43644"/>
                    <a:pt x="74037" y="44312"/>
                    <a:pt x="70857" y="48320"/>
                  </a:cubicBezTo>
                  <a:cubicBezTo>
                    <a:pt x="24482" y="106926"/>
                    <a:pt x="0" y="177408"/>
                    <a:pt x="0" y="252232"/>
                  </a:cubicBezTo>
                  <a:cubicBezTo>
                    <a:pt x="9504" y="613811"/>
                    <a:pt x="482679" y="704075"/>
                    <a:pt x="627907" y="382022"/>
                  </a:cubicBezTo>
                  <a:lnTo>
                    <a:pt x="649653" y="391004"/>
                  </a:lnTo>
                  <a:cubicBezTo>
                    <a:pt x="654275" y="392934"/>
                    <a:pt x="659786" y="390744"/>
                    <a:pt x="661708" y="385956"/>
                  </a:cubicBezTo>
                  <a:cubicBezTo>
                    <a:pt x="663631" y="381205"/>
                    <a:pt x="661413" y="375787"/>
                    <a:pt x="656679" y="373857"/>
                  </a:cubicBezTo>
                  <a:lnTo>
                    <a:pt x="634749" y="364801"/>
                  </a:lnTo>
                  <a:cubicBezTo>
                    <a:pt x="681975" y="239571"/>
                    <a:pt x="642626" y="88327"/>
                    <a:pt x="539300" y="2224"/>
                  </a:cubicBezTo>
                  <a:cubicBezTo>
                    <a:pt x="535417" y="-1116"/>
                    <a:pt x="529574" y="-633"/>
                    <a:pt x="526282" y="3264"/>
                  </a:cubicBezTo>
                  <a:cubicBezTo>
                    <a:pt x="522954" y="7161"/>
                    <a:pt x="523435" y="13025"/>
                    <a:pt x="527318" y="16328"/>
                  </a:cubicBezTo>
                  <a:cubicBezTo>
                    <a:pt x="594070" y="73411"/>
                    <a:pt x="633304" y="155582"/>
                    <a:pt x="635898" y="242958"/>
                  </a:cubicBezTo>
                  <a:lnTo>
                    <a:pt x="590115" y="242958"/>
                  </a:lnTo>
                  <a:cubicBezTo>
                    <a:pt x="585012" y="242958"/>
                    <a:pt x="580870" y="247114"/>
                    <a:pt x="580870" y="252236"/>
                  </a:cubicBezTo>
                  <a:cubicBezTo>
                    <a:pt x="580870" y="257358"/>
                    <a:pt x="585012" y="261515"/>
                    <a:pt x="590115" y="261515"/>
                  </a:cubicBezTo>
                  <a:lnTo>
                    <a:pt x="635824" y="261515"/>
                  </a:lnTo>
                  <a:cubicBezTo>
                    <a:pt x="631756" y="399809"/>
                    <a:pt x="537005" y="515566"/>
                    <a:pt x="409310" y="550940"/>
                  </a:cubicBezTo>
                  <a:lnTo>
                    <a:pt x="401248" y="510893"/>
                  </a:lnTo>
                  <a:cubicBezTo>
                    <a:pt x="485973" y="486397"/>
                    <a:pt x="554874" y="419850"/>
                    <a:pt x="582272" y="335334"/>
                  </a:cubicBezTo>
                  <a:cubicBezTo>
                    <a:pt x="583862" y="330472"/>
                    <a:pt x="581200" y="325239"/>
                    <a:pt x="576355" y="323642"/>
                  </a:cubicBezTo>
                  <a:cubicBezTo>
                    <a:pt x="571473" y="322046"/>
                    <a:pt x="566296" y="324719"/>
                    <a:pt x="564706" y="329581"/>
                  </a:cubicBezTo>
                  <a:cubicBezTo>
                    <a:pt x="538337" y="410863"/>
                    <a:pt x="470698" y="474326"/>
                    <a:pt x="388226" y="495192"/>
                  </a:cubicBezTo>
                  <a:cubicBezTo>
                    <a:pt x="383455" y="496416"/>
                    <a:pt x="380460" y="501167"/>
                    <a:pt x="381421" y="506029"/>
                  </a:cubicBezTo>
                  <a:lnTo>
                    <a:pt x="391333" y="555392"/>
                  </a:lnTo>
                  <a:cubicBezTo>
                    <a:pt x="345993" y="565302"/>
                    <a:pt x="294956" y="564188"/>
                    <a:pt x="250318" y="552423"/>
                  </a:cubicBezTo>
                  <a:lnTo>
                    <a:pt x="259896" y="520504"/>
                  </a:lnTo>
                  <a:cubicBezTo>
                    <a:pt x="261375" y="515604"/>
                    <a:pt x="258601" y="510408"/>
                    <a:pt x="253720" y="508923"/>
                  </a:cubicBezTo>
                  <a:cubicBezTo>
                    <a:pt x="248838" y="507438"/>
                    <a:pt x="243661" y="510222"/>
                    <a:pt x="242181" y="515121"/>
                  </a:cubicBezTo>
                  <a:lnTo>
                    <a:pt x="232566" y="547152"/>
                  </a:lnTo>
                  <a:cubicBezTo>
                    <a:pt x="32277" y="485281"/>
                    <a:pt x="-50458" y="227066"/>
                    <a:pt x="85265" y="59830"/>
                  </a:cubicBezTo>
                  <a:cubicBezTo>
                    <a:pt x="88445" y="55822"/>
                    <a:pt x="87780" y="49994"/>
                    <a:pt x="83786" y="46803"/>
                  </a:cubicBezTo>
                  <a:close/>
                </a:path>
              </a:pathLst>
            </a:custGeom>
            <a:solidFill>
              <a:srgbClr val="000000"/>
            </a:solidFill>
            <a:ln w="9438" cap="flat">
              <a:noFill/>
              <a:prstDash val="solid"/>
              <a:miter/>
            </a:ln>
          </p:spPr>
          <p:txBody>
            <a:bodyPr/>
            <a:lstStyle/>
            <a:p>
              <a:endParaRPr lang="en-US"/>
            </a:p>
          </p:txBody>
        </p:sp>
        <p:sp>
          <p:nvSpPr>
            <p:cNvPr id="40" name="Freeform 39">
              <a:extLst>
                <a:ext uri="{FF2B5EF4-FFF2-40B4-BE49-F238E27FC236}">
                  <a16:creationId xmlns:a16="http://schemas.microsoft.com/office/drawing/2014/main" id="{6140A668-67AD-C8D8-C4CC-032D0213D6C5}"/>
                </a:ext>
              </a:extLst>
            </p:cNvPr>
            <p:cNvSpPr/>
            <p:nvPr/>
          </p:nvSpPr>
          <p:spPr>
            <a:xfrm>
              <a:off x="3844355" y="4789162"/>
              <a:ext cx="471821" cy="363775"/>
            </a:xfrm>
            <a:custGeom>
              <a:avLst/>
              <a:gdLst>
                <a:gd name="csX0" fmla="*/ 45419 w 471821"/>
                <a:gd name="csY0" fmla="*/ 4038 h 363775"/>
                <a:gd name="csX1" fmla="*/ 35952 w 471821"/>
                <a:gd name="csY1" fmla="*/ 288712 h 363775"/>
                <a:gd name="csX2" fmla="*/ 43940 w 471821"/>
                <a:gd name="csY2" fmla="*/ 293351 h 363775"/>
                <a:gd name="csX3" fmla="*/ 51928 w 471821"/>
                <a:gd name="csY3" fmla="*/ 279395 h 363775"/>
                <a:gd name="csX4" fmla="*/ 56181 w 471821"/>
                <a:gd name="csY4" fmla="*/ 21478 h 363775"/>
                <a:gd name="csX5" fmla="*/ 91978 w 471821"/>
                <a:gd name="csY5" fmla="*/ 41075 h 363775"/>
                <a:gd name="csX6" fmla="*/ 144973 w 471821"/>
                <a:gd name="csY6" fmla="*/ 323373 h 363775"/>
                <a:gd name="csX7" fmla="*/ 128110 w 471821"/>
                <a:gd name="csY7" fmla="*/ 349354 h 363775"/>
                <a:gd name="csX8" fmla="*/ 130810 w 471821"/>
                <a:gd name="csY8" fmla="*/ 362196 h 363775"/>
                <a:gd name="csX9" fmla="*/ 143606 w 471821"/>
                <a:gd name="csY9" fmla="*/ 359487 h 363775"/>
                <a:gd name="csX10" fmla="*/ 160358 w 471821"/>
                <a:gd name="csY10" fmla="*/ 333692 h 363775"/>
                <a:gd name="csX11" fmla="*/ 471557 w 471821"/>
                <a:gd name="csY11" fmla="*/ 201298 h 363775"/>
                <a:gd name="csX12" fmla="*/ 462534 w 471821"/>
                <a:gd name="csY12" fmla="*/ 189941 h 363775"/>
                <a:gd name="csX13" fmla="*/ 426736 w 471821"/>
                <a:gd name="csY13" fmla="*/ 189941 h 363775"/>
                <a:gd name="csX14" fmla="*/ 426736 w 471821"/>
                <a:gd name="csY14" fmla="*/ 208499 h 363775"/>
                <a:gd name="csX15" fmla="*/ 450515 w 471821"/>
                <a:gd name="csY15" fmla="*/ 208499 h 363775"/>
                <a:gd name="csX16" fmla="*/ 77485 w 471821"/>
                <a:gd name="csY16" fmla="*/ 154013 h 363775"/>
                <a:gd name="csX17" fmla="*/ 113098 w 471821"/>
                <a:gd name="csY17" fmla="*/ 42742 h 363775"/>
                <a:gd name="csX18" fmla="*/ 113727 w 471821"/>
                <a:gd name="csY18" fmla="*/ 34094 h 363775"/>
                <a:gd name="csX19" fmla="*/ 109733 w 471821"/>
                <a:gd name="csY19" fmla="*/ 29714 h 363775"/>
                <a:gd name="csX20" fmla="*/ 57515 w 471821"/>
                <a:gd name="csY20" fmla="*/ 1135 h 363775"/>
                <a:gd name="csX21" fmla="*/ 45423 w 471821"/>
                <a:gd name="csY21" fmla="*/ 4105 h 363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471821" h="363775">
                  <a:moveTo>
                    <a:pt x="45419" y="4038"/>
                  </a:moveTo>
                  <a:cubicBezTo>
                    <a:pt x="-11532" y="87102"/>
                    <a:pt x="-15193" y="202049"/>
                    <a:pt x="35952" y="288712"/>
                  </a:cubicBezTo>
                  <a:cubicBezTo>
                    <a:pt x="37653" y="291681"/>
                    <a:pt x="40760" y="293351"/>
                    <a:pt x="43940" y="293351"/>
                  </a:cubicBezTo>
                  <a:cubicBezTo>
                    <a:pt x="50818" y="293500"/>
                    <a:pt x="55589" y="285372"/>
                    <a:pt x="51928" y="279395"/>
                  </a:cubicBezTo>
                  <a:cubicBezTo>
                    <a:pt x="5849" y="201268"/>
                    <a:pt x="7476" y="97974"/>
                    <a:pt x="56181" y="21478"/>
                  </a:cubicBezTo>
                  <a:lnTo>
                    <a:pt x="91978" y="41075"/>
                  </a:lnTo>
                  <a:cubicBezTo>
                    <a:pt x="31366" y="132155"/>
                    <a:pt x="58251" y="262573"/>
                    <a:pt x="144973" y="323373"/>
                  </a:cubicBezTo>
                  <a:lnTo>
                    <a:pt x="128110" y="349354"/>
                  </a:lnTo>
                  <a:cubicBezTo>
                    <a:pt x="125337" y="353659"/>
                    <a:pt x="126520" y="359412"/>
                    <a:pt x="130810" y="362196"/>
                  </a:cubicBezTo>
                  <a:cubicBezTo>
                    <a:pt x="135026" y="364980"/>
                    <a:pt x="140795" y="363829"/>
                    <a:pt x="143606" y="359487"/>
                  </a:cubicBezTo>
                  <a:lnTo>
                    <a:pt x="160358" y="333692"/>
                  </a:lnTo>
                  <a:cubicBezTo>
                    <a:pt x="278699" y="407329"/>
                    <a:pt x="441934" y="339148"/>
                    <a:pt x="471557" y="201298"/>
                  </a:cubicBezTo>
                  <a:cubicBezTo>
                    <a:pt x="472999" y="195694"/>
                    <a:pt x="468340" y="189793"/>
                    <a:pt x="462534" y="189941"/>
                  </a:cubicBezTo>
                  <a:lnTo>
                    <a:pt x="426736" y="189941"/>
                  </a:lnTo>
                  <a:cubicBezTo>
                    <a:pt x="414532" y="190238"/>
                    <a:pt x="414532" y="208202"/>
                    <a:pt x="426736" y="208499"/>
                  </a:cubicBezTo>
                  <a:lnTo>
                    <a:pt x="450515" y="208499"/>
                  </a:lnTo>
                  <a:cubicBezTo>
                    <a:pt x="382802" y="417275"/>
                    <a:pt x="82730" y="374585"/>
                    <a:pt x="77485" y="154013"/>
                  </a:cubicBezTo>
                  <a:cubicBezTo>
                    <a:pt x="77448" y="113817"/>
                    <a:pt x="89911" y="75441"/>
                    <a:pt x="113098" y="42742"/>
                  </a:cubicBezTo>
                  <a:cubicBezTo>
                    <a:pt x="114726" y="40218"/>
                    <a:pt x="114948" y="36803"/>
                    <a:pt x="113727" y="34094"/>
                  </a:cubicBezTo>
                  <a:cubicBezTo>
                    <a:pt x="112951" y="32238"/>
                    <a:pt x="111471" y="30716"/>
                    <a:pt x="109733" y="29714"/>
                  </a:cubicBezTo>
                  <a:lnTo>
                    <a:pt x="57515" y="1135"/>
                  </a:lnTo>
                  <a:cubicBezTo>
                    <a:pt x="53336" y="-1166"/>
                    <a:pt x="48085" y="133"/>
                    <a:pt x="45423" y="4105"/>
                  </a:cubicBezTo>
                  <a:close/>
                </a:path>
              </a:pathLst>
            </a:custGeom>
            <a:solidFill>
              <a:srgbClr val="000000"/>
            </a:solidFill>
            <a:ln w="9438" cap="flat">
              <a:noFill/>
              <a:prstDash val="solid"/>
              <a:miter/>
            </a:ln>
          </p:spPr>
          <p:txBody>
            <a:bodyPr/>
            <a:lstStyle/>
            <a:p>
              <a:endParaRPr lang="en-US"/>
            </a:p>
          </p:txBody>
        </p:sp>
        <p:sp>
          <p:nvSpPr>
            <p:cNvPr id="41" name="Freeform 40">
              <a:extLst>
                <a:ext uri="{FF2B5EF4-FFF2-40B4-BE49-F238E27FC236}">
                  <a16:creationId xmlns:a16="http://schemas.microsoft.com/office/drawing/2014/main" id="{422BCB30-FFC2-07CE-4104-A60380EF97A7}"/>
                </a:ext>
              </a:extLst>
            </p:cNvPr>
            <p:cNvSpPr/>
            <p:nvPr/>
          </p:nvSpPr>
          <p:spPr>
            <a:xfrm>
              <a:off x="3919038" y="4578583"/>
              <a:ext cx="338333" cy="137241"/>
            </a:xfrm>
            <a:custGeom>
              <a:avLst/>
              <a:gdLst>
                <a:gd name="csX0" fmla="*/ 221033 w 338333"/>
                <a:gd name="csY0" fmla="*/ 16 h 137241"/>
                <a:gd name="csX1" fmla="*/ 211270 w 338333"/>
                <a:gd name="csY1" fmla="*/ 8738 h 137241"/>
                <a:gd name="csX2" fmla="*/ 209643 w 338333"/>
                <a:gd name="csY2" fmla="*/ 36500 h 137241"/>
                <a:gd name="csX3" fmla="*/ 34536 w 338333"/>
                <a:gd name="csY3" fmla="*/ 77364 h 137241"/>
                <a:gd name="csX4" fmla="*/ 16230 w 338333"/>
                <a:gd name="csY4" fmla="*/ 56208 h 137241"/>
                <a:gd name="csX5" fmla="*/ 3176 w 338333"/>
                <a:gd name="csY5" fmla="*/ 55280 h 137241"/>
                <a:gd name="csX6" fmla="*/ 2251 w 338333"/>
                <a:gd name="csY6" fmla="*/ 68382 h 137241"/>
                <a:gd name="csX7" fmla="*/ 25549 w 338333"/>
                <a:gd name="csY7" fmla="*/ 95290 h 137241"/>
                <a:gd name="csX8" fmla="*/ 37199 w 338333"/>
                <a:gd name="csY8" fmla="*/ 97220 h 137241"/>
                <a:gd name="csX9" fmla="*/ 217740 w 338333"/>
                <a:gd name="csY9" fmla="*/ 55651 h 137241"/>
                <a:gd name="csX10" fmla="*/ 316152 w 338333"/>
                <a:gd name="csY10" fmla="*/ 80333 h 137241"/>
                <a:gd name="csX11" fmla="*/ 296108 w 338333"/>
                <a:gd name="csY11" fmla="*/ 116112 h 137241"/>
                <a:gd name="csX12" fmla="*/ 136717 w 338333"/>
                <a:gd name="csY12" fmla="*/ 101525 h 137241"/>
                <a:gd name="csX13" fmla="*/ 140600 w 338333"/>
                <a:gd name="csY13" fmla="*/ 119675 h 137241"/>
                <a:gd name="csX14" fmla="*/ 296223 w 338333"/>
                <a:gd name="csY14" fmla="*/ 136414 h 137241"/>
                <a:gd name="csX15" fmla="*/ 308094 w 338333"/>
                <a:gd name="csY15" fmla="*/ 132517 h 137241"/>
                <a:gd name="csX16" fmla="*/ 337161 w 338333"/>
                <a:gd name="csY16" fmla="*/ 80593 h 137241"/>
                <a:gd name="csX17" fmla="*/ 338086 w 338333"/>
                <a:gd name="csY17" fmla="*/ 74024 h 137241"/>
                <a:gd name="csX18" fmla="*/ 333056 w 338333"/>
                <a:gd name="csY18" fmla="*/ 67677 h 137241"/>
                <a:gd name="csX19" fmla="*/ 227951 w 338333"/>
                <a:gd name="csY19" fmla="*/ 37985 h 137241"/>
                <a:gd name="csX20" fmla="*/ 229578 w 338333"/>
                <a:gd name="csY20" fmla="*/ 9889 h 137241"/>
                <a:gd name="csX21" fmla="*/ 220887 w 338333"/>
                <a:gd name="csY21" fmla="*/ 91 h 1372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38333" h="137241">
                  <a:moveTo>
                    <a:pt x="221033" y="16"/>
                  </a:moveTo>
                  <a:cubicBezTo>
                    <a:pt x="216003" y="-281"/>
                    <a:pt x="211565" y="3616"/>
                    <a:pt x="211270" y="8738"/>
                  </a:cubicBezTo>
                  <a:lnTo>
                    <a:pt x="209643" y="36500"/>
                  </a:lnTo>
                  <a:cubicBezTo>
                    <a:pt x="148734" y="33383"/>
                    <a:pt x="87600" y="47672"/>
                    <a:pt x="34536" y="77364"/>
                  </a:cubicBezTo>
                  <a:lnTo>
                    <a:pt x="16230" y="56208"/>
                  </a:lnTo>
                  <a:cubicBezTo>
                    <a:pt x="12902" y="52348"/>
                    <a:pt x="7059" y="51940"/>
                    <a:pt x="3176" y="55280"/>
                  </a:cubicBezTo>
                  <a:cubicBezTo>
                    <a:pt x="-670" y="58621"/>
                    <a:pt x="-1077" y="64485"/>
                    <a:pt x="2251" y="68382"/>
                  </a:cubicBezTo>
                  <a:lnTo>
                    <a:pt x="25549" y="95290"/>
                  </a:lnTo>
                  <a:cubicBezTo>
                    <a:pt x="28471" y="98668"/>
                    <a:pt x="33426" y="99447"/>
                    <a:pt x="37199" y="97220"/>
                  </a:cubicBezTo>
                  <a:cubicBezTo>
                    <a:pt x="91302" y="65190"/>
                    <a:pt x="155019" y="50566"/>
                    <a:pt x="217740" y="55651"/>
                  </a:cubicBezTo>
                  <a:cubicBezTo>
                    <a:pt x="251800" y="58323"/>
                    <a:pt x="284787" y="66600"/>
                    <a:pt x="316152" y="80333"/>
                  </a:cubicBezTo>
                  <a:lnTo>
                    <a:pt x="296108" y="116112"/>
                  </a:lnTo>
                  <a:cubicBezTo>
                    <a:pt x="246368" y="95068"/>
                    <a:pt x="189639" y="90057"/>
                    <a:pt x="136717" y="101525"/>
                  </a:cubicBezTo>
                  <a:cubicBezTo>
                    <a:pt x="124957" y="104346"/>
                    <a:pt x="128544" y="121938"/>
                    <a:pt x="140600" y="119675"/>
                  </a:cubicBezTo>
                  <a:cubicBezTo>
                    <a:pt x="192522" y="108392"/>
                    <a:pt x="248035" y="114219"/>
                    <a:pt x="296223" y="136414"/>
                  </a:cubicBezTo>
                  <a:cubicBezTo>
                    <a:pt x="300513" y="138381"/>
                    <a:pt x="305764" y="136748"/>
                    <a:pt x="308094" y="132517"/>
                  </a:cubicBezTo>
                  <a:lnTo>
                    <a:pt x="337161" y="80593"/>
                  </a:lnTo>
                  <a:cubicBezTo>
                    <a:pt x="338234" y="78589"/>
                    <a:pt x="338641" y="76213"/>
                    <a:pt x="338086" y="74024"/>
                  </a:cubicBezTo>
                  <a:cubicBezTo>
                    <a:pt x="337494" y="71277"/>
                    <a:pt x="335534" y="68939"/>
                    <a:pt x="333056" y="67677"/>
                  </a:cubicBezTo>
                  <a:cubicBezTo>
                    <a:pt x="299663" y="51754"/>
                    <a:pt x="264419" y="41844"/>
                    <a:pt x="227951" y="37985"/>
                  </a:cubicBezTo>
                  <a:lnTo>
                    <a:pt x="229578" y="9889"/>
                  </a:lnTo>
                  <a:cubicBezTo>
                    <a:pt x="229874" y="4767"/>
                    <a:pt x="225991" y="387"/>
                    <a:pt x="220887" y="91"/>
                  </a:cubicBezTo>
                  <a:close/>
                </a:path>
              </a:pathLst>
            </a:custGeom>
            <a:solidFill>
              <a:srgbClr val="000000"/>
            </a:solidFill>
            <a:ln w="9438" cap="flat">
              <a:noFill/>
              <a:prstDash val="solid"/>
              <a:miter/>
            </a:ln>
          </p:spPr>
          <p:txBody>
            <a:bodyPr/>
            <a:lstStyle/>
            <a:p>
              <a:endParaRPr lang="en-US"/>
            </a:p>
          </p:txBody>
        </p:sp>
        <p:sp>
          <p:nvSpPr>
            <p:cNvPr id="42" name="Freeform 41">
              <a:extLst>
                <a:ext uri="{FF2B5EF4-FFF2-40B4-BE49-F238E27FC236}">
                  <a16:creationId xmlns:a16="http://schemas.microsoft.com/office/drawing/2014/main" id="{76D1DE83-3E0D-8349-33C2-31E029D9C97E}"/>
                </a:ext>
              </a:extLst>
            </p:cNvPr>
            <p:cNvSpPr/>
            <p:nvPr/>
          </p:nvSpPr>
          <p:spPr>
            <a:xfrm>
              <a:off x="3988072" y="4733630"/>
              <a:ext cx="366180" cy="175999"/>
            </a:xfrm>
            <a:custGeom>
              <a:avLst/>
              <a:gdLst>
                <a:gd name="csX0" fmla="*/ 365419 w 366180"/>
                <a:gd name="csY0" fmla="*/ 94601 h 175999"/>
                <a:gd name="csX1" fmla="*/ 353252 w 366180"/>
                <a:gd name="csY1" fmla="*/ 89776 h 175999"/>
                <a:gd name="csX2" fmla="*/ 307801 w 366180"/>
                <a:gd name="csY2" fmla="*/ 109558 h 175999"/>
                <a:gd name="csX3" fmla="*/ 3921 w 366180"/>
                <a:gd name="csY3" fmla="*/ 38112 h 175999"/>
                <a:gd name="csX4" fmla="*/ 1702 w 366180"/>
                <a:gd name="csY4" fmla="*/ 51028 h 175999"/>
                <a:gd name="csX5" fmla="*/ 14572 w 366180"/>
                <a:gd name="csY5" fmla="*/ 53255 h 175999"/>
                <a:gd name="csX6" fmla="*/ 307537 w 366180"/>
                <a:gd name="csY6" fmla="*/ 157439 h 175999"/>
                <a:gd name="csX7" fmla="*/ 278987 w 366180"/>
                <a:gd name="csY7" fmla="*/ 157439 h 175999"/>
                <a:gd name="csX8" fmla="*/ 278987 w 366180"/>
                <a:gd name="csY8" fmla="*/ 175996 h 175999"/>
                <a:gd name="csX9" fmla="*/ 319371 w 366180"/>
                <a:gd name="csY9" fmla="*/ 175996 h 175999"/>
                <a:gd name="csX10" fmla="*/ 328394 w 366180"/>
                <a:gd name="csY10" fmla="*/ 164750 h 175999"/>
                <a:gd name="csX11" fmla="*/ 315931 w 366180"/>
                <a:gd name="csY11" fmla="*/ 126225 h 175999"/>
                <a:gd name="csX12" fmla="*/ 360606 w 366180"/>
                <a:gd name="csY12" fmla="*/ 106776 h 175999"/>
                <a:gd name="csX13" fmla="*/ 365413 w 366180"/>
                <a:gd name="csY13" fmla="*/ 94565 h 175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66180" h="175999">
                  <a:moveTo>
                    <a:pt x="365419" y="94601"/>
                  </a:moveTo>
                  <a:cubicBezTo>
                    <a:pt x="363385" y="89888"/>
                    <a:pt x="357949" y="87735"/>
                    <a:pt x="353252" y="89776"/>
                  </a:cubicBezTo>
                  <a:lnTo>
                    <a:pt x="307801" y="109558"/>
                  </a:lnTo>
                  <a:cubicBezTo>
                    <a:pt x="251182" y="1774"/>
                    <a:pt x="103734" y="-35121"/>
                    <a:pt x="3921" y="38112"/>
                  </a:cubicBezTo>
                  <a:cubicBezTo>
                    <a:pt x="-258" y="41081"/>
                    <a:pt x="-1257" y="46871"/>
                    <a:pt x="1702" y="51028"/>
                  </a:cubicBezTo>
                  <a:cubicBezTo>
                    <a:pt x="4661" y="55222"/>
                    <a:pt x="10430" y="56187"/>
                    <a:pt x="14572" y="53255"/>
                  </a:cubicBezTo>
                  <a:cubicBezTo>
                    <a:pt x="119299" y="-23313"/>
                    <a:pt x="273814" y="32990"/>
                    <a:pt x="307537" y="157439"/>
                  </a:cubicBezTo>
                  <a:lnTo>
                    <a:pt x="278987" y="157439"/>
                  </a:lnTo>
                  <a:cubicBezTo>
                    <a:pt x="266820" y="157736"/>
                    <a:pt x="266783" y="175700"/>
                    <a:pt x="278987" y="175996"/>
                  </a:cubicBezTo>
                  <a:lnTo>
                    <a:pt x="319371" y="175996"/>
                  </a:lnTo>
                  <a:cubicBezTo>
                    <a:pt x="325103" y="176145"/>
                    <a:pt x="329763" y="170318"/>
                    <a:pt x="328394" y="164750"/>
                  </a:cubicBezTo>
                  <a:cubicBezTo>
                    <a:pt x="325473" y="151351"/>
                    <a:pt x="321257" y="138473"/>
                    <a:pt x="315931" y="126225"/>
                  </a:cubicBezTo>
                  <a:lnTo>
                    <a:pt x="360606" y="106776"/>
                  </a:lnTo>
                  <a:cubicBezTo>
                    <a:pt x="365302" y="104735"/>
                    <a:pt x="367447" y="99279"/>
                    <a:pt x="365413" y="94565"/>
                  </a:cubicBezTo>
                  <a:close/>
                </a:path>
              </a:pathLst>
            </a:custGeom>
            <a:solidFill>
              <a:srgbClr val="000000"/>
            </a:solidFill>
            <a:ln w="9438" cap="flat">
              <a:noFill/>
              <a:prstDash val="solid"/>
              <a:miter/>
            </a:ln>
          </p:spPr>
          <p:txBody>
            <a:bodyPr/>
            <a:lstStyle/>
            <a:p>
              <a:endParaRPr lang="en-US"/>
            </a:p>
          </p:txBody>
        </p:sp>
        <p:sp>
          <p:nvSpPr>
            <p:cNvPr id="43" name="Freeform 42">
              <a:extLst>
                <a:ext uri="{FF2B5EF4-FFF2-40B4-BE49-F238E27FC236}">
                  <a16:creationId xmlns:a16="http://schemas.microsoft.com/office/drawing/2014/main" id="{D55EBA76-AE61-4059-1150-647601614F99}"/>
                </a:ext>
              </a:extLst>
            </p:cNvPr>
            <p:cNvSpPr/>
            <p:nvPr/>
          </p:nvSpPr>
          <p:spPr>
            <a:xfrm>
              <a:off x="4004823" y="4787978"/>
              <a:ext cx="214976" cy="273192"/>
            </a:xfrm>
            <a:custGeom>
              <a:avLst/>
              <a:gdLst>
                <a:gd name="csX0" fmla="*/ 198517 w 214976"/>
                <a:gd name="csY0" fmla="*/ 132751 h 273192"/>
                <a:gd name="csX1" fmla="*/ 204361 w 214976"/>
                <a:gd name="csY1" fmla="*/ 133233 h 273192"/>
                <a:gd name="csX2" fmla="*/ 214974 w 214976"/>
                <a:gd name="csY2" fmla="*/ 124066 h 273192"/>
                <a:gd name="csX3" fmla="*/ 214974 w 214976"/>
                <a:gd name="csY3" fmla="*/ 95153 h 273192"/>
                <a:gd name="csX4" fmla="*/ 191898 w 214976"/>
                <a:gd name="csY4" fmla="*/ 72030 h 273192"/>
                <a:gd name="csX5" fmla="*/ 164088 w 214976"/>
                <a:gd name="csY5" fmla="*/ 72030 h 273192"/>
                <a:gd name="csX6" fmla="*/ 114014 w 214976"/>
                <a:gd name="csY6" fmla="*/ 434 h 273192"/>
                <a:gd name="csX7" fmla="*/ 50924 w 214976"/>
                <a:gd name="csY7" fmla="*/ 72030 h 273192"/>
                <a:gd name="csX8" fmla="*/ 23076 w 214976"/>
                <a:gd name="csY8" fmla="*/ 72030 h 273192"/>
                <a:gd name="csX9" fmla="*/ 0 w 214976"/>
                <a:gd name="csY9" fmla="*/ 95153 h 273192"/>
                <a:gd name="csX10" fmla="*/ 0 w 214976"/>
                <a:gd name="csY10" fmla="*/ 155205 h 273192"/>
                <a:gd name="csX11" fmla="*/ 18491 w 214976"/>
                <a:gd name="csY11" fmla="*/ 155205 h 273192"/>
                <a:gd name="csX12" fmla="*/ 18491 w 214976"/>
                <a:gd name="csY12" fmla="*/ 95153 h 273192"/>
                <a:gd name="csX13" fmla="*/ 23076 w 214976"/>
                <a:gd name="csY13" fmla="*/ 90588 h 273192"/>
                <a:gd name="csX14" fmla="*/ 64200 w 214976"/>
                <a:gd name="csY14" fmla="*/ 90588 h 273192"/>
                <a:gd name="csX15" fmla="*/ 72373 w 214976"/>
                <a:gd name="csY15" fmla="*/ 76966 h 273192"/>
                <a:gd name="csX16" fmla="*/ 111980 w 214976"/>
                <a:gd name="csY16" fmla="*/ 18844 h 273192"/>
                <a:gd name="csX17" fmla="*/ 142601 w 214976"/>
                <a:gd name="csY17" fmla="*/ 76966 h 273192"/>
                <a:gd name="csX18" fmla="*/ 150774 w 214976"/>
                <a:gd name="csY18" fmla="*/ 90588 h 273192"/>
                <a:gd name="csX19" fmla="*/ 191898 w 214976"/>
                <a:gd name="csY19" fmla="*/ 90588 h 273192"/>
                <a:gd name="csX20" fmla="*/ 196484 w 214976"/>
                <a:gd name="csY20" fmla="*/ 95153 h 273192"/>
                <a:gd name="csX21" fmla="*/ 196484 w 214976"/>
                <a:gd name="csY21" fmla="*/ 114230 h 273192"/>
                <a:gd name="csX22" fmla="*/ 196484 w 214976"/>
                <a:gd name="csY22" fmla="*/ 230956 h 273192"/>
                <a:gd name="csX23" fmla="*/ 196484 w 214976"/>
                <a:gd name="csY23" fmla="*/ 250033 h 273192"/>
                <a:gd name="csX24" fmla="*/ 191898 w 214976"/>
                <a:gd name="csY24" fmla="*/ 254635 h 273192"/>
                <a:gd name="csX25" fmla="*/ 23078 w 214976"/>
                <a:gd name="csY25" fmla="*/ 254635 h 273192"/>
                <a:gd name="csX26" fmla="*/ 18492 w 214976"/>
                <a:gd name="csY26" fmla="*/ 250033 h 273192"/>
                <a:gd name="csX27" fmla="*/ 18492 w 214976"/>
                <a:gd name="csY27" fmla="*/ 204307 h 273192"/>
                <a:gd name="csX28" fmla="*/ 1 w 214976"/>
                <a:gd name="csY28" fmla="*/ 204307 h 273192"/>
                <a:gd name="csX29" fmla="*/ 1 w 214976"/>
                <a:gd name="csY29" fmla="*/ 250033 h 273192"/>
                <a:gd name="csX30" fmla="*/ 23078 w 214976"/>
                <a:gd name="csY30" fmla="*/ 273192 h 273192"/>
                <a:gd name="csX31" fmla="*/ 191898 w 214976"/>
                <a:gd name="csY31" fmla="*/ 273192 h 273192"/>
                <a:gd name="csX32" fmla="*/ 214975 w 214976"/>
                <a:gd name="csY32" fmla="*/ 250033 h 273192"/>
                <a:gd name="csX33" fmla="*/ 214975 w 214976"/>
                <a:gd name="csY33" fmla="*/ 221120 h 273192"/>
                <a:gd name="csX34" fmla="*/ 211757 w 214976"/>
                <a:gd name="csY34" fmla="*/ 214105 h 273192"/>
                <a:gd name="csX35" fmla="*/ 198518 w 214976"/>
                <a:gd name="csY35" fmla="*/ 212435 h 273192"/>
                <a:gd name="csX36" fmla="*/ 198518 w 214976"/>
                <a:gd name="csY36" fmla="*/ 132749 h 2731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14976" h="273192">
                  <a:moveTo>
                    <a:pt x="198517" y="132751"/>
                  </a:moveTo>
                  <a:cubicBezTo>
                    <a:pt x="200256" y="132751"/>
                    <a:pt x="202105" y="132899"/>
                    <a:pt x="204361" y="133233"/>
                  </a:cubicBezTo>
                  <a:cubicBezTo>
                    <a:pt x="209760" y="134161"/>
                    <a:pt x="215085" y="129559"/>
                    <a:pt x="214974" y="124066"/>
                  </a:cubicBezTo>
                  <a:lnTo>
                    <a:pt x="214974" y="95153"/>
                  </a:lnTo>
                  <a:cubicBezTo>
                    <a:pt x="214974" y="82385"/>
                    <a:pt x="204619" y="72030"/>
                    <a:pt x="191898" y="72030"/>
                  </a:cubicBezTo>
                  <a:lnTo>
                    <a:pt x="164088" y="72030"/>
                  </a:lnTo>
                  <a:cubicBezTo>
                    <a:pt x="172630" y="38960"/>
                    <a:pt x="148112" y="3553"/>
                    <a:pt x="114014" y="434"/>
                  </a:cubicBezTo>
                  <a:cubicBezTo>
                    <a:pt x="74629" y="-4502"/>
                    <a:pt x="41124" y="33467"/>
                    <a:pt x="50924" y="72030"/>
                  </a:cubicBezTo>
                  <a:lnTo>
                    <a:pt x="23076" y="72030"/>
                  </a:lnTo>
                  <a:cubicBezTo>
                    <a:pt x="10354" y="72030"/>
                    <a:pt x="0" y="82423"/>
                    <a:pt x="0" y="95153"/>
                  </a:cubicBezTo>
                  <a:lnTo>
                    <a:pt x="0" y="155205"/>
                  </a:lnTo>
                  <a:cubicBezTo>
                    <a:pt x="333" y="167416"/>
                    <a:pt x="18158" y="167453"/>
                    <a:pt x="18491" y="155205"/>
                  </a:cubicBezTo>
                  <a:lnTo>
                    <a:pt x="18491" y="95153"/>
                  </a:lnTo>
                  <a:cubicBezTo>
                    <a:pt x="18491" y="92629"/>
                    <a:pt x="20524" y="90588"/>
                    <a:pt x="23076" y="90588"/>
                  </a:cubicBezTo>
                  <a:lnTo>
                    <a:pt x="64200" y="90588"/>
                  </a:lnTo>
                  <a:cubicBezTo>
                    <a:pt x="70931" y="90810"/>
                    <a:pt x="75701" y="82868"/>
                    <a:pt x="72373" y="76966"/>
                  </a:cubicBezTo>
                  <a:cubicBezTo>
                    <a:pt x="57359" y="49315"/>
                    <a:pt x="80842" y="14872"/>
                    <a:pt x="111980" y="18844"/>
                  </a:cubicBezTo>
                  <a:cubicBezTo>
                    <a:pt x="139125" y="21590"/>
                    <a:pt x="155840" y="52952"/>
                    <a:pt x="142601" y="76966"/>
                  </a:cubicBezTo>
                  <a:cubicBezTo>
                    <a:pt x="139273" y="82868"/>
                    <a:pt x="144044" y="90773"/>
                    <a:pt x="150774" y="90588"/>
                  </a:cubicBezTo>
                  <a:lnTo>
                    <a:pt x="191898" y="90588"/>
                  </a:lnTo>
                  <a:cubicBezTo>
                    <a:pt x="194413" y="90588"/>
                    <a:pt x="196484" y="92629"/>
                    <a:pt x="196484" y="95153"/>
                  </a:cubicBezTo>
                  <a:lnTo>
                    <a:pt x="196484" y="114230"/>
                  </a:lnTo>
                  <a:cubicBezTo>
                    <a:pt x="122003" y="119500"/>
                    <a:pt x="122040" y="225720"/>
                    <a:pt x="196484" y="230956"/>
                  </a:cubicBezTo>
                  <a:lnTo>
                    <a:pt x="196484" y="250033"/>
                  </a:lnTo>
                  <a:cubicBezTo>
                    <a:pt x="196484" y="252556"/>
                    <a:pt x="194450" y="254635"/>
                    <a:pt x="191898" y="254635"/>
                  </a:cubicBezTo>
                  <a:lnTo>
                    <a:pt x="23078" y="254635"/>
                  </a:lnTo>
                  <a:cubicBezTo>
                    <a:pt x="20563" y="254635"/>
                    <a:pt x="18492" y="252594"/>
                    <a:pt x="18492" y="250033"/>
                  </a:cubicBezTo>
                  <a:lnTo>
                    <a:pt x="18492" y="204307"/>
                  </a:lnTo>
                  <a:cubicBezTo>
                    <a:pt x="18233" y="192095"/>
                    <a:pt x="297" y="192058"/>
                    <a:pt x="1" y="204307"/>
                  </a:cubicBezTo>
                  <a:lnTo>
                    <a:pt x="1" y="250033"/>
                  </a:lnTo>
                  <a:cubicBezTo>
                    <a:pt x="1" y="262801"/>
                    <a:pt x="10357" y="273192"/>
                    <a:pt x="23078" y="273192"/>
                  </a:cubicBezTo>
                  <a:lnTo>
                    <a:pt x="191898" y="273192"/>
                  </a:lnTo>
                  <a:cubicBezTo>
                    <a:pt x="204620" y="273192"/>
                    <a:pt x="214975" y="262800"/>
                    <a:pt x="214975" y="250033"/>
                  </a:cubicBezTo>
                  <a:lnTo>
                    <a:pt x="214975" y="221120"/>
                  </a:lnTo>
                  <a:cubicBezTo>
                    <a:pt x="214975" y="218410"/>
                    <a:pt x="213791" y="215849"/>
                    <a:pt x="211757" y="214105"/>
                  </a:cubicBezTo>
                  <a:cubicBezTo>
                    <a:pt x="208244" y="210542"/>
                    <a:pt x="202586" y="212472"/>
                    <a:pt x="198518" y="212435"/>
                  </a:cubicBezTo>
                  <a:cubicBezTo>
                    <a:pt x="145820" y="210245"/>
                    <a:pt x="145894" y="134939"/>
                    <a:pt x="198518" y="132749"/>
                  </a:cubicBezTo>
                  <a:close/>
                </a:path>
              </a:pathLst>
            </a:custGeom>
            <a:solidFill>
              <a:srgbClr val="000000"/>
            </a:solidFill>
            <a:ln w="9438" cap="flat">
              <a:noFill/>
              <a:prstDash val="solid"/>
              <a:miter/>
            </a:ln>
          </p:spPr>
          <p:txBody>
            <a:bodyPr/>
            <a:lstStyle/>
            <a:p>
              <a:endParaRPr lang="en-US"/>
            </a:p>
          </p:txBody>
        </p:sp>
      </p:grpSp>
      <p:sp>
        <p:nvSpPr>
          <p:cNvPr id="50" name="Freeform 49">
            <a:extLst>
              <a:ext uri="{FF2B5EF4-FFF2-40B4-BE49-F238E27FC236}">
                <a16:creationId xmlns:a16="http://schemas.microsoft.com/office/drawing/2014/main" id="{7D0C51B2-449B-4A48-F519-83956A012805}"/>
              </a:ext>
              <a:ext uri="{C183D7F6-B498-43B3-948B-1728B52AA6E4}">
                <adec:decorative xmlns:adec="http://schemas.microsoft.com/office/drawing/2017/decorative" val="1"/>
              </a:ext>
            </a:extLst>
          </p:cNvPr>
          <p:cNvSpPr>
            <a:spLocks noChangeAspect="1"/>
          </p:cNvSpPr>
          <p:nvPr/>
        </p:nvSpPr>
        <p:spPr>
          <a:xfrm>
            <a:off x="9686849" y="2188643"/>
            <a:ext cx="592951" cy="597095"/>
          </a:xfrm>
          <a:custGeom>
            <a:avLst/>
            <a:gdLst>
              <a:gd name="csX0" fmla="*/ 518268 w 868140"/>
              <a:gd name="csY0" fmla="*/ 45655 h 874206"/>
              <a:gd name="csX1" fmla="*/ 545376 w 868140"/>
              <a:gd name="csY1" fmla="*/ 54785 h 874206"/>
              <a:gd name="csX2" fmla="*/ 571040 w 868140"/>
              <a:gd name="csY2" fmla="*/ 67628 h 874206"/>
              <a:gd name="csX3" fmla="*/ 575256 w 868140"/>
              <a:gd name="csY3" fmla="*/ 68518 h 874206"/>
              <a:gd name="csX4" fmla="*/ 579102 w 868140"/>
              <a:gd name="csY4" fmla="*/ 66514 h 874206"/>
              <a:gd name="csX5" fmla="*/ 588607 w 868140"/>
              <a:gd name="csY5" fmla="*/ 57050 h 874206"/>
              <a:gd name="csX6" fmla="*/ 606653 w 868140"/>
              <a:gd name="csY6" fmla="*/ 49515 h 874206"/>
              <a:gd name="csX7" fmla="*/ 624663 w 868140"/>
              <a:gd name="csY7" fmla="*/ 57013 h 874206"/>
              <a:gd name="csX8" fmla="*/ 656504 w 868140"/>
              <a:gd name="csY8" fmla="*/ 88932 h 874206"/>
              <a:gd name="csX9" fmla="*/ 663974 w 868140"/>
              <a:gd name="csY9" fmla="*/ 107082 h 874206"/>
              <a:gd name="csX10" fmla="*/ 656504 w 868140"/>
              <a:gd name="csY10" fmla="*/ 125231 h 874206"/>
              <a:gd name="csX11" fmla="*/ 647037 w 868140"/>
              <a:gd name="csY11" fmla="*/ 134696 h 874206"/>
              <a:gd name="csX12" fmla="*/ 645040 w 868140"/>
              <a:gd name="csY12" fmla="*/ 138630 h 874206"/>
              <a:gd name="csX13" fmla="*/ 645927 w 868140"/>
              <a:gd name="csY13" fmla="*/ 142861 h 874206"/>
              <a:gd name="csX14" fmla="*/ 658723 w 868140"/>
              <a:gd name="csY14" fmla="*/ 168619 h 874206"/>
              <a:gd name="csX15" fmla="*/ 667821 w 868140"/>
              <a:gd name="csY15" fmla="*/ 195787 h 874206"/>
              <a:gd name="csX16" fmla="*/ 670150 w 868140"/>
              <a:gd name="csY16" fmla="*/ 199424 h 874206"/>
              <a:gd name="csX17" fmla="*/ 674255 w 868140"/>
              <a:gd name="csY17" fmla="*/ 200761 h 874206"/>
              <a:gd name="csX18" fmla="*/ 687643 w 868140"/>
              <a:gd name="csY18" fmla="*/ 200761 h 874206"/>
              <a:gd name="csX19" fmla="*/ 705689 w 868140"/>
              <a:gd name="csY19" fmla="*/ 208295 h 874206"/>
              <a:gd name="csX20" fmla="*/ 713197 w 868140"/>
              <a:gd name="csY20" fmla="*/ 226407 h 874206"/>
              <a:gd name="csX21" fmla="*/ 713197 w 868140"/>
              <a:gd name="csY21" fmla="*/ 271502 h 874206"/>
              <a:gd name="csX22" fmla="*/ 705689 w 868140"/>
              <a:gd name="csY22" fmla="*/ 289576 h 874206"/>
              <a:gd name="csX23" fmla="*/ 687605 w 868140"/>
              <a:gd name="csY23" fmla="*/ 297148 h 874206"/>
              <a:gd name="csX24" fmla="*/ 674254 w 868140"/>
              <a:gd name="csY24" fmla="*/ 297148 h 874206"/>
              <a:gd name="csX25" fmla="*/ 670112 w 868140"/>
              <a:gd name="csY25" fmla="*/ 298521 h 874206"/>
              <a:gd name="csX26" fmla="*/ 667820 w 868140"/>
              <a:gd name="csY26" fmla="*/ 302121 h 874206"/>
              <a:gd name="csX27" fmla="*/ 658722 w 868140"/>
              <a:gd name="csY27" fmla="*/ 329327 h 874206"/>
              <a:gd name="csX28" fmla="*/ 645926 w 868140"/>
              <a:gd name="csY28" fmla="*/ 355084 h 874206"/>
              <a:gd name="csX29" fmla="*/ 645039 w 868140"/>
              <a:gd name="csY29" fmla="*/ 359316 h 874206"/>
              <a:gd name="csX30" fmla="*/ 647036 w 868140"/>
              <a:gd name="csY30" fmla="*/ 363176 h 874206"/>
              <a:gd name="csX31" fmla="*/ 656466 w 868140"/>
              <a:gd name="csY31" fmla="*/ 372714 h 874206"/>
              <a:gd name="csX32" fmla="*/ 663973 w 868140"/>
              <a:gd name="csY32" fmla="*/ 390826 h 874206"/>
              <a:gd name="csX33" fmla="*/ 656503 w 868140"/>
              <a:gd name="csY33" fmla="*/ 408900 h 874206"/>
              <a:gd name="csX34" fmla="*/ 624698 w 868140"/>
              <a:gd name="csY34" fmla="*/ 440857 h 874206"/>
              <a:gd name="csX35" fmla="*/ 606614 w 868140"/>
              <a:gd name="csY35" fmla="*/ 448354 h 874206"/>
              <a:gd name="csX36" fmla="*/ 588530 w 868140"/>
              <a:gd name="csY36" fmla="*/ 440857 h 874206"/>
              <a:gd name="csX37" fmla="*/ 579099 w 868140"/>
              <a:gd name="csY37" fmla="*/ 431355 h 874206"/>
              <a:gd name="csX38" fmla="*/ 575179 w 868140"/>
              <a:gd name="csY38" fmla="*/ 429351 h 874206"/>
              <a:gd name="csX39" fmla="*/ 570964 w 868140"/>
              <a:gd name="csY39" fmla="*/ 430242 h 874206"/>
              <a:gd name="csX40" fmla="*/ 545299 w 868140"/>
              <a:gd name="csY40" fmla="*/ 443084 h 874206"/>
              <a:gd name="csX41" fmla="*/ 518228 w 868140"/>
              <a:gd name="csY41" fmla="*/ 452214 h 874206"/>
              <a:gd name="csX42" fmla="*/ 514604 w 868140"/>
              <a:gd name="csY42" fmla="*/ 454553 h 874206"/>
              <a:gd name="csX43" fmla="*/ 513273 w 868140"/>
              <a:gd name="csY43" fmla="*/ 458672 h 874206"/>
              <a:gd name="csX44" fmla="*/ 513273 w 868140"/>
              <a:gd name="csY44" fmla="*/ 472108 h 874206"/>
              <a:gd name="csX45" fmla="*/ 505765 w 868140"/>
              <a:gd name="csY45" fmla="*/ 490183 h 874206"/>
              <a:gd name="csX46" fmla="*/ 487681 w 868140"/>
              <a:gd name="csY46" fmla="*/ 497755 h 874206"/>
              <a:gd name="csX47" fmla="*/ 442748 w 868140"/>
              <a:gd name="csY47" fmla="*/ 497755 h 874206"/>
              <a:gd name="csX48" fmla="*/ 424664 w 868140"/>
              <a:gd name="csY48" fmla="*/ 490220 h 874206"/>
              <a:gd name="csX49" fmla="*/ 417157 w 868140"/>
              <a:gd name="csY49" fmla="*/ 472070 h 874206"/>
              <a:gd name="csX50" fmla="*/ 417157 w 868140"/>
              <a:gd name="csY50" fmla="*/ 458671 h 874206"/>
              <a:gd name="csX51" fmla="*/ 415788 w 868140"/>
              <a:gd name="csY51" fmla="*/ 454515 h 874206"/>
              <a:gd name="csX52" fmla="*/ 412201 w 868140"/>
              <a:gd name="csY52" fmla="*/ 452213 h 874206"/>
              <a:gd name="csX53" fmla="*/ 385093 w 868140"/>
              <a:gd name="csY53" fmla="*/ 443083 h 874206"/>
              <a:gd name="csX54" fmla="*/ 359429 w 868140"/>
              <a:gd name="csY54" fmla="*/ 430241 h 874206"/>
              <a:gd name="csX55" fmla="*/ 355213 w 868140"/>
              <a:gd name="csY55" fmla="*/ 429350 h 874206"/>
              <a:gd name="csX56" fmla="*/ 351367 w 868140"/>
              <a:gd name="csY56" fmla="*/ 431354 h 874206"/>
              <a:gd name="csX57" fmla="*/ 341862 w 868140"/>
              <a:gd name="csY57" fmla="*/ 440819 h 874206"/>
              <a:gd name="csX58" fmla="*/ 323816 w 868140"/>
              <a:gd name="csY58" fmla="*/ 448353 h 874206"/>
              <a:gd name="csX59" fmla="*/ 305806 w 868140"/>
              <a:gd name="csY59" fmla="*/ 440856 h 874206"/>
              <a:gd name="csX60" fmla="*/ 273965 w 868140"/>
              <a:gd name="csY60" fmla="*/ 408937 h 874206"/>
              <a:gd name="csX61" fmla="*/ 266495 w 868140"/>
              <a:gd name="csY61" fmla="*/ 390787 h 874206"/>
              <a:gd name="csX62" fmla="*/ 273965 w 868140"/>
              <a:gd name="csY62" fmla="*/ 372637 h 874206"/>
              <a:gd name="csX63" fmla="*/ 283432 w 868140"/>
              <a:gd name="csY63" fmla="*/ 363173 h 874206"/>
              <a:gd name="csX64" fmla="*/ 285429 w 868140"/>
              <a:gd name="csY64" fmla="*/ 359239 h 874206"/>
              <a:gd name="csX65" fmla="*/ 284542 w 868140"/>
              <a:gd name="csY65" fmla="*/ 355007 h 874206"/>
              <a:gd name="csX66" fmla="*/ 271746 w 868140"/>
              <a:gd name="csY66" fmla="*/ 329250 h 874206"/>
              <a:gd name="csX67" fmla="*/ 262648 w 868140"/>
              <a:gd name="csY67" fmla="*/ 302081 h 874206"/>
              <a:gd name="csX68" fmla="*/ 260319 w 868140"/>
              <a:gd name="csY68" fmla="*/ 298444 h 874206"/>
              <a:gd name="csX69" fmla="*/ 256214 w 868140"/>
              <a:gd name="csY69" fmla="*/ 297108 h 874206"/>
              <a:gd name="csX70" fmla="*/ 242826 w 868140"/>
              <a:gd name="csY70" fmla="*/ 297108 h 874206"/>
              <a:gd name="csX71" fmla="*/ 224742 w 868140"/>
              <a:gd name="csY71" fmla="*/ 289574 h 874206"/>
              <a:gd name="csX72" fmla="*/ 217234 w 868140"/>
              <a:gd name="csY72" fmla="*/ 271424 h 874206"/>
              <a:gd name="csX73" fmla="*/ 217234 w 868140"/>
              <a:gd name="csY73" fmla="*/ 226329 h 874206"/>
              <a:gd name="csX74" fmla="*/ 224742 w 868140"/>
              <a:gd name="csY74" fmla="*/ 208179 h 874206"/>
              <a:gd name="csX75" fmla="*/ 242826 w 868140"/>
              <a:gd name="csY75" fmla="*/ 200645 h 874206"/>
              <a:gd name="csX76" fmla="*/ 256177 w 868140"/>
              <a:gd name="csY76" fmla="*/ 200645 h 874206"/>
              <a:gd name="csX77" fmla="*/ 260319 w 868140"/>
              <a:gd name="csY77" fmla="*/ 199271 h 874206"/>
              <a:gd name="csX78" fmla="*/ 262612 w 868140"/>
              <a:gd name="csY78" fmla="*/ 195671 h 874206"/>
              <a:gd name="csX79" fmla="*/ 271709 w 868140"/>
              <a:gd name="csY79" fmla="*/ 168466 h 874206"/>
              <a:gd name="csX80" fmla="*/ 284505 w 868140"/>
              <a:gd name="csY80" fmla="*/ 142708 h 874206"/>
              <a:gd name="csX81" fmla="*/ 285393 w 868140"/>
              <a:gd name="csY81" fmla="*/ 138477 h 874206"/>
              <a:gd name="csX82" fmla="*/ 283396 w 868140"/>
              <a:gd name="csY82" fmla="*/ 134617 h 874206"/>
              <a:gd name="csX83" fmla="*/ 273965 w 868140"/>
              <a:gd name="csY83" fmla="*/ 125078 h 874206"/>
              <a:gd name="csX84" fmla="*/ 266458 w 868140"/>
              <a:gd name="csY84" fmla="*/ 106967 h 874206"/>
              <a:gd name="csX85" fmla="*/ 273928 w 868140"/>
              <a:gd name="csY85" fmla="*/ 88892 h 874206"/>
              <a:gd name="csX86" fmla="*/ 305733 w 868140"/>
              <a:gd name="csY86" fmla="*/ 56936 h 874206"/>
              <a:gd name="csX87" fmla="*/ 323817 w 868140"/>
              <a:gd name="csY87" fmla="*/ 49438 h 874206"/>
              <a:gd name="csX88" fmla="*/ 341901 w 868140"/>
              <a:gd name="csY88" fmla="*/ 56936 h 874206"/>
              <a:gd name="csX89" fmla="*/ 351332 w 868140"/>
              <a:gd name="csY89" fmla="*/ 66437 h 874206"/>
              <a:gd name="csX90" fmla="*/ 355252 w 868140"/>
              <a:gd name="csY90" fmla="*/ 68441 h 874206"/>
              <a:gd name="csX91" fmla="*/ 359468 w 868140"/>
              <a:gd name="csY91" fmla="*/ 67551 h 874206"/>
              <a:gd name="csX92" fmla="*/ 385132 w 868140"/>
              <a:gd name="csY92" fmla="*/ 54708 h 874206"/>
              <a:gd name="csX93" fmla="*/ 412203 w 868140"/>
              <a:gd name="csY93" fmla="*/ 45578 h 874206"/>
              <a:gd name="csX94" fmla="*/ 415827 w 868140"/>
              <a:gd name="csY94" fmla="*/ 43240 h 874206"/>
              <a:gd name="csX95" fmla="*/ 417159 w 868140"/>
              <a:gd name="csY95" fmla="*/ 39120 h 874206"/>
              <a:gd name="csX96" fmla="*/ 417159 w 868140"/>
              <a:gd name="csY96" fmla="*/ 25684 h 874206"/>
              <a:gd name="csX97" fmla="*/ 424666 w 868140"/>
              <a:gd name="csY97" fmla="*/ 7534 h 874206"/>
              <a:gd name="csX98" fmla="*/ 442750 w 868140"/>
              <a:gd name="csY98" fmla="*/ 0 h 874206"/>
              <a:gd name="csX99" fmla="*/ 487683 w 868140"/>
              <a:gd name="csY99" fmla="*/ 0 h 874206"/>
              <a:gd name="csX100" fmla="*/ 505729 w 868140"/>
              <a:gd name="csY100" fmla="*/ 7534 h 874206"/>
              <a:gd name="csX101" fmla="*/ 513237 w 868140"/>
              <a:gd name="csY101" fmla="*/ 25646 h 874206"/>
              <a:gd name="csX102" fmla="*/ 513237 w 868140"/>
              <a:gd name="csY102" fmla="*/ 39045 h 874206"/>
              <a:gd name="csX103" fmla="*/ 514568 w 868140"/>
              <a:gd name="csY103" fmla="*/ 43165 h 874206"/>
              <a:gd name="csX104" fmla="*/ 518192 w 868140"/>
              <a:gd name="csY104" fmla="*/ 45503 h 874206"/>
              <a:gd name="csX105" fmla="*/ 508579 w 868140"/>
              <a:gd name="csY105" fmla="*/ 373903 h 874206"/>
              <a:gd name="csX106" fmla="*/ 508579 w 868140"/>
              <a:gd name="csY106" fmla="*/ 211855 h 874206"/>
              <a:gd name="csX107" fmla="*/ 518046 w 868140"/>
              <a:gd name="csY107" fmla="*/ 202353 h 874206"/>
              <a:gd name="csX108" fmla="*/ 567971 w 868140"/>
              <a:gd name="csY108" fmla="*/ 202353 h 874206"/>
              <a:gd name="csX109" fmla="*/ 577438 w 868140"/>
              <a:gd name="csY109" fmla="*/ 211855 h 874206"/>
              <a:gd name="csX110" fmla="*/ 577438 w 868140"/>
              <a:gd name="csY110" fmla="*/ 318376 h 874206"/>
              <a:gd name="csX111" fmla="*/ 597038 w 868140"/>
              <a:gd name="csY111" fmla="*/ 248934 h 874206"/>
              <a:gd name="csX112" fmla="*/ 558430 w 868140"/>
              <a:gd name="csY112" fmla="*/ 155403 h 874206"/>
              <a:gd name="csX113" fmla="*/ 465236 w 868140"/>
              <a:gd name="csY113" fmla="*/ 116655 h 874206"/>
              <a:gd name="csX114" fmla="*/ 372042 w 868140"/>
              <a:gd name="csY114" fmla="*/ 155403 h 874206"/>
              <a:gd name="csX115" fmla="*/ 333434 w 868140"/>
              <a:gd name="csY115" fmla="*/ 248934 h 874206"/>
              <a:gd name="csX116" fmla="*/ 353034 w 868140"/>
              <a:gd name="csY116" fmla="*/ 318376 h 874206"/>
              <a:gd name="csX117" fmla="*/ 353034 w 868140"/>
              <a:gd name="csY117" fmla="*/ 250752 h 874206"/>
              <a:gd name="csX118" fmla="*/ 362501 w 868140"/>
              <a:gd name="csY118" fmla="*/ 241251 h 874206"/>
              <a:gd name="csX119" fmla="*/ 412426 w 868140"/>
              <a:gd name="csY119" fmla="*/ 241251 h 874206"/>
              <a:gd name="csX120" fmla="*/ 421893 w 868140"/>
              <a:gd name="csY120" fmla="*/ 250752 h 874206"/>
              <a:gd name="csX121" fmla="*/ 421893 w 868140"/>
              <a:gd name="csY121" fmla="*/ 373901 h 874206"/>
              <a:gd name="csX122" fmla="*/ 430768 w 868140"/>
              <a:gd name="csY122" fmla="*/ 376647 h 874206"/>
              <a:gd name="csX123" fmla="*/ 430768 w 868140"/>
              <a:gd name="csY123" fmla="*/ 236909 h 874206"/>
              <a:gd name="csX124" fmla="*/ 440236 w 868140"/>
              <a:gd name="csY124" fmla="*/ 227408 h 874206"/>
              <a:gd name="csX125" fmla="*/ 490161 w 868140"/>
              <a:gd name="csY125" fmla="*/ 227408 h 874206"/>
              <a:gd name="csX126" fmla="*/ 499628 w 868140"/>
              <a:gd name="csY126" fmla="*/ 236909 h 874206"/>
              <a:gd name="csX127" fmla="*/ 499628 w 868140"/>
              <a:gd name="csY127" fmla="*/ 376685 h 874206"/>
              <a:gd name="csX128" fmla="*/ 508503 w 868140"/>
              <a:gd name="csY128" fmla="*/ 373939 h 874206"/>
              <a:gd name="csX129" fmla="*/ 558504 w 868140"/>
              <a:gd name="csY129" fmla="*/ 342429 h 874206"/>
              <a:gd name="csX130" fmla="*/ 558504 w 868140"/>
              <a:gd name="csY130" fmla="*/ 221399 h 874206"/>
              <a:gd name="csX131" fmla="*/ 527514 w 868140"/>
              <a:gd name="csY131" fmla="*/ 221399 h 874206"/>
              <a:gd name="csX132" fmla="*/ 527514 w 868140"/>
              <a:gd name="csY132" fmla="*/ 365556 h 874206"/>
              <a:gd name="csX133" fmla="*/ 558467 w 868140"/>
              <a:gd name="csY133" fmla="*/ 342470 h 874206"/>
              <a:gd name="csX134" fmla="*/ 480769 w 868140"/>
              <a:gd name="csY134" fmla="*/ 380287 h 874206"/>
              <a:gd name="csX135" fmla="*/ 480769 w 868140"/>
              <a:gd name="csY135" fmla="*/ 246373 h 874206"/>
              <a:gd name="csX136" fmla="*/ 449779 w 868140"/>
              <a:gd name="csY136" fmla="*/ 246373 h 874206"/>
              <a:gd name="csX137" fmla="*/ 449779 w 868140"/>
              <a:gd name="csY137" fmla="*/ 380287 h 874206"/>
              <a:gd name="csX138" fmla="*/ 465274 w 868140"/>
              <a:gd name="csY138" fmla="*/ 381178 h 874206"/>
              <a:gd name="csX139" fmla="*/ 480769 w 868140"/>
              <a:gd name="csY139" fmla="*/ 380287 h 874206"/>
              <a:gd name="csX140" fmla="*/ 403034 w 868140"/>
              <a:gd name="csY140" fmla="*/ 365515 h 874206"/>
              <a:gd name="csX141" fmla="*/ 403034 w 868140"/>
              <a:gd name="csY141" fmla="*/ 260219 h 874206"/>
              <a:gd name="csX142" fmla="*/ 372044 w 868140"/>
              <a:gd name="csY142" fmla="*/ 260219 h 874206"/>
              <a:gd name="csX143" fmla="*/ 372044 w 868140"/>
              <a:gd name="csY143" fmla="*/ 342392 h 874206"/>
              <a:gd name="csX144" fmla="*/ 372118 w 868140"/>
              <a:gd name="csY144" fmla="*/ 342466 h 874206"/>
              <a:gd name="csX145" fmla="*/ 403034 w 868140"/>
              <a:gd name="csY145" fmla="*/ 365552 h 874206"/>
              <a:gd name="csX146" fmla="*/ 465311 w 868140"/>
              <a:gd name="csY146" fmla="*/ 97659 h 874206"/>
              <a:gd name="csX147" fmla="*/ 571893 w 868140"/>
              <a:gd name="csY147" fmla="*/ 141974 h 874206"/>
              <a:gd name="csX148" fmla="*/ 616050 w 868140"/>
              <a:gd name="csY148" fmla="*/ 248942 h 874206"/>
              <a:gd name="csX149" fmla="*/ 571893 w 868140"/>
              <a:gd name="csY149" fmla="*/ 355910 h 874206"/>
              <a:gd name="csX150" fmla="*/ 465311 w 868140"/>
              <a:gd name="csY150" fmla="*/ 400226 h 874206"/>
              <a:gd name="csX151" fmla="*/ 358728 w 868140"/>
              <a:gd name="csY151" fmla="*/ 355910 h 874206"/>
              <a:gd name="csX152" fmla="*/ 314572 w 868140"/>
              <a:gd name="csY152" fmla="*/ 248942 h 874206"/>
              <a:gd name="csX153" fmla="*/ 358728 w 868140"/>
              <a:gd name="csY153" fmla="*/ 141974 h 874206"/>
              <a:gd name="csX154" fmla="*/ 465311 w 868140"/>
              <a:gd name="csY154" fmla="*/ 97659 h 874206"/>
              <a:gd name="csX155" fmla="*/ 14214 w 868140"/>
              <a:gd name="csY155" fmla="*/ 626882 h 874206"/>
              <a:gd name="csX156" fmla="*/ 63622 w 868140"/>
              <a:gd name="csY156" fmla="*/ 598229 h 874206"/>
              <a:gd name="csX157" fmla="*/ 85145 w 868140"/>
              <a:gd name="csY157" fmla="*/ 595408 h 874206"/>
              <a:gd name="csX158" fmla="*/ 102378 w 868140"/>
              <a:gd name="csY158" fmla="*/ 608658 h 874206"/>
              <a:gd name="csX159" fmla="*/ 109811 w 868140"/>
              <a:gd name="csY159" fmla="*/ 621574 h 874206"/>
              <a:gd name="csX160" fmla="*/ 211916 w 868140"/>
              <a:gd name="csY160" fmla="*/ 582974 h 874206"/>
              <a:gd name="csX161" fmla="*/ 274637 w 868140"/>
              <a:gd name="csY161" fmla="*/ 533426 h 874206"/>
              <a:gd name="csX162" fmla="*/ 375482 w 868140"/>
              <a:gd name="csY162" fmla="*/ 532053 h 874206"/>
              <a:gd name="csX163" fmla="*/ 404772 w 868140"/>
              <a:gd name="csY163" fmla="*/ 535059 h 874206"/>
              <a:gd name="csX164" fmla="*/ 433876 w 868140"/>
              <a:gd name="csY164" fmla="*/ 530568 h 874206"/>
              <a:gd name="csX165" fmla="*/ 543602 w 868140"/>
              <a:gd name="csY165" fmla="*/ 500765 h 874206"/>
              <a:gd name="csX166" fmla="*/ 579437 w 868140"/>
              <a:gd name="csY166" fmla="*/ 505553 h 874206"/>
              <a:gd name="csX167" fmla="*/ 601552 w 868140"/>
              <a:gd name="csY167" fmla="*/ 534392 h 874206"/>
              <a:gd name="csX168" fmla="*/ 596781 w 868140"/>
              <a:gd name="csY168" fmla="*/ 570394 h 874206"/>
              <a:gd name="csX169" fmla="*/ 568084 w 868140"/>
              <a:gd name="csY169" fmla="*/ 592588 h 874206"/>
              <a:gd name="csX170" fmla="*/ 465203 w 868140"/>
              <a:gd name="csY170" fmla="*/ 620240 h 874206"/>
              <a:gd name="csX171" fmla="*/ 504774 w 868140"/>
              <a:gd name="csY171" fmla="*/ 635717 h 874206"/>
              <a:gd name="csX172" fmla="*/ 507621 w 868140"/>
              <a:gd name="csY172" fmla="*/ 636978 h 874206"/>
              <a:gd name="csX173" fmla="*/ 524891 w 868140"/>
              <a:gd name="csY173" fmla="*/ 631226 h 874206"/>
              <a:gd name="csX174" fmla="*/ 548189 w 868140"/>
              <a:gd name="csY174" fmla="*/ 618532 h 874206"/>
              <a:gd name="csX175" fmla="*/ 721336 w 868140"/>
              <a:gd name="csY175" fmla="*/ 518206 h 874206"/>
              <a:gd name="csX176" fmla="*/ 758133 w 868140"/>
              <a:gd name="csY176" fmla="*/ 513344 h 874206"/>
              <a:gd name="csX177" fmla="*/ 787681 w 868140"/>
              <a:gd name="csY177" fmla="*/ 536021 h 874206"/>
              <a:gd name="csX178" fmla="*/ 787755 w 868140"/>
              <a:gd name="csY178" fmla="*/ 536207 h 874206"/>
              <a:gd name="csX179" fmla="*/ 795336 w 868140"/>
              <a:gd name="csY179" fmla="*/ 531827 h 874206"/>
              <a:gd name="csX180" fmla="*/ 832133 w 868140"/>
              <a:gd name="csY180" fmla="*/ 526965 h 874206"/>
              <a:gd name="csX181" fmla="*/ 861681 w 868140"/>
              <a:gd name="csY181" fmla="*/ 549642 h 874206"/>
              <a:gd name="csX182" fmla="*/ 861977 w 868140"/>
              <a:gd name="csY182" fmla="*/ 550199 h 874206"/>
              <a:gd name="csX183" fmla="*/ 866489 w 868140"/>
              <a:gd name="csY183" fmla="*/ 586424 h 874206"/>
              <a:gd name="csX184" fmla="*/ 844041 w 868140"/>
              <a:gd name="csY184" fmla="*/ 616153 h 874206"/>
              <a:gd name="csX185" fmla="*/ 558177 w 868140"/>
              <a:gd name="csY185" fmla="*/ 787141 h 874206"/>
              <a:gd name="csX186" fmla="*/ 528110 w 868140"/>
              <a:gd name="csY186" fmla="*/ 798239 h 874206"/>
              <a:gd name="csX187" fmla="*/ 497120 w 868140"/>
              <a:gd name="csY187" fmla="*/ 799761 h 874206"/>
              <a:gd name="csX188" fmla="*/ 234290 w 868140"/>
              <a:gd name="csY188" fmla="*/ 787847 h 874206"/>
              <a:gd name="csX189" fmla="*/ 210030 w 868140"/>
              <a:gd name="csY189" fmla="*/ 795753 h 874206"/>
              <a:gd name="csX190" fmla="*/ 214135 w 868140"/>
              <a:gd name="csY190" fmla="*/ 802879 h 874206"/>
              <a:gd name="csX191" fmla="*/ 216945 w 868140"/>
              <a:gd name="csY191" fmla="*/ 824479 h 874206"/>
              <a:gd name="csX192" fmla="*/ 203706 w 868140"/>
              <a:gd name="csY192" fmla="*/ 841775 h 874206"/>
              <a:gd name="csX193" fmla="*/ 154299 w 868140"/>
              <a:gd name="csY193" fmla="*/ 870391 h 874206"/>
              <a:gd name="csX194" fmla="*/ 132813 w 868140"/>
              <a:gd name="csY194" fmla="*/ 873248 h 874206"/>
              <a:gd name="csX195" fmla="*/ 115542 w 868140"/>
              <a:gd name="csY195" fmla="*/ 859999 h 874206"/>
              <a:gd name="csX196" fmla="*/ 3819 w 868140"/>
              <a:gd name="csY196" fmla="*/ 665741 h 874206"/>
              <a:gd name="csX197" fmla="*/ 972 w 868140"/>
              <a:gd name="csY197" fmla="*/ 644140 h 874206"/>
              <a:gd name="csX198" fmla="*/ 14174 w 868140"/>
              <a:gd name="csY198" fmla="*/ 626845 h 874206"/>
              <a:gd name="csX199" fmla="*/ 119386 w 868140"/>
              <a:gd name="csY199" fmla="*/ 638202 h 874206"/>
              <a:gd name="csX200" fmla="*/ 200376 w 868140"/>
              <a:gd name="csY200" fmla="*/ 778976 h 874206"/>
              <a:gd name="csX201" fmla="*/ 230035 w 868140"/>
              <a:gd name="csY201" fmla="*/ 769326 h 874206"/>
              <a:gd name="csX202" fmla="*/ 233363 w 868140"/>
              <a:gd name="csY202" fmla="*/ 768880 h 874206"/>
              <a:gd name="csX203" fmla="*/ 497926 w 868140"/>
              <a:gd name="csY203" fmla="*/ 780868 h 874206"/>
              <a:gd name="csX204" fmla="*/ 524886 w 868140"/>
              <a:gd name="csY204" fmla="*/ 779569 h 874206"/>
              <a:gd name="csX205" fmla="*/ 548517 w 868140"/>
              <a:gd name="csY205" fmla="*/ 770922 h 874206"/>
              <a:gd name="csX206" fmla="*/ 834382 w 868140"/>
              <a:gd name="csY206" fmla="*/ 599933 h 874206"/>
              <a:gd name="csX207" fmla="*/ 848249 w 868140"/>
              <a:gd name="csY207" fmla="*/ 581561 h 874206"/>
              <a:gd name="csX208" fmla="*/ 845624 w 868140"/>
              <a:gd name="csY208" fmla="*/ 559552 h 874206"/>
              <a:gd name="csX209" fmla="*/ 845402 w 868140"/>
              <a:gd name="csY209" fmla="*/ 559143 h 874206"/>
              <a:gd name="csX210" fmla="*/ 827392 w 868140"/>
              <a:gd name="csY210" fmla="*/ 545300 h 874206"/>
              <a:gd name="csX211" fmla="*/ 804907 w 868140"/>
              <a:gd name="csY211" fmla="*/ 548232 h 874206"/>
              <a:gd name="csX212" fmla="*/ 632613 w 868140"/>
              <a:gd name="csY212" fmla="*/ 648035 h 874206"/>
              <a:gd name="csX213" fmla="*/ 497259 w 868140"/>
              <a:gd name="csY213" fmla="*/ 653120 h 874206"/>
              <a:gd name="csX214" fmla="*/ 421151 w 868140"/>
              <a:gd name="csY214" fmla="*/ 631927 h 874206"/>
              <a:gd name="csX215" fmla="*/ 411609 w 868140"/>
              <a:gd name="csY215" fmla="*/ 624875 h 874206"/>
              <a:gd name="csX216" fmla="*/ 418303 w 868140"/>
              <a:gd name="csY216" fmla="*/ 613258 h 874206"/>
              <a:gd name="csX217" fmla="*/ 563304 w 868140"/>
              <a:gd name="csY217" fmla="*/ 574249 h 874206"/>
              <a:gd name="csX218" fmla="*/ 580537 w 868140"/>
              <a:gd name="csY218" fmla="*/ 560963 h 874206"/>
              <a:gd name="csX219" fmla="*/ 583385 w 868140"/>
              <a:gd name="csY219" fmla="*/ 539288 h 874206"/>
              <a:gd name="csX220" fmla="*/ 570109 w 868140"/>
              <a:gd name="csY220" fmla="*/ 521955 h 874206"/>
              <a:gd name="csX221" fmla="*/ 548549 w 868140"/>
              <a:gd name="csY221" fmla="*/ 519097 h 874206"/>
              <a:gd name="csX222" fmla="*/ 438823 w 868140"/>
              <a:gd name="csY222" fmla="*/ 548901 h 874206"/>
              <a:gd name="csX223" fmla="*/ 405281 w 868140"/>
              <a:gd name="csY223" fmla="*/ 553948 h 874206"/>
              <a:gd name="csX224" fmla="*/ 371517 w 868140"/>
              <a:gd name="csY224" fmla="*/ 550571 h 874206"/>
              <a:gd name="csX225" fmla="*/ 280357 w 868140"/>
              <a:gd name="csY225" fmla="*/ 551462 h 874206"/>
              <a:gd name="csX226" fmla="*/ 226956 w 868140"/>
              <a:gd name="csY226" fmla="*/ 594701 h 874206"/>
              <a:gd name="csX227" fmla="*/ 221816 w 868140"/>
              <a:gd name="csY227" fmla="*/ 599414 h 874206"/>
              <a:gd name="csX228" fmla="*/ 119380 w 868140"/>
              <a:gd name="csY228" fmla="*/ 638125 h 874206"/>
              <a:gd name="csX229" fmla="*/ 73085 w 868140"/>
              <a:gd name="csY229" fmla="*/ 614633 h 874206"/>
              <a:gd name="csX230" fmla="*/ 23678 w 868140"/>
              <a:gd name="csY230" fmla="*/ 643286 h 874206"/>
              <a:gd name="csX231" fmla="*/ 19277 w 868140"/>
              <a:gd name="csY231" fmla="*/ 649076 h 874206"/>
              <a:gd name="csX232" fmla="*/ 20164 w 868140"/>
              <a:gd name="csY232" fmla="*/ 656276 h 874206"/>
              <a:gd name="csX233" fmla="*/ 131926 w 868140"/>
              <a:gd name="csY233" fmla="*/ 850534 h 874206"/>
              <a:gd name="csX234" fmla="*/ 137695 w 868140"/>
              <a:gd name="csY234" fmla="*/ 854951 h 874206"/>
              <a:gd name="csX235" fmla="*/ 144943 w 868140"/>
              <a:gd name="csY235" fmla="*/ 854023 h 874206"/>
              <a:gd name="csX236" fmla="*/ 194351 w 868140"/>
              <a:gd name="csY236" fmla="*/ 825407 h 874206"/>
              <a:gd name="csX237" fmla="*/ 198715 w 868140"/>
              <a:gd name="csY237" fmla="*/ 819617 h 874206"/>
              <a:gd name="csX238" fmla="*/ 197827 w 868140"/>
              <a:gd name="csY238" fmla="*/ 812417 h 874206"/>
              <a:gd name="csX239" fmla="*/ 86066 w 868140"/>
              <a:gd name="csY239" fmla="*/ 618197 h 874206"/>
              <a:gd name="csX240" fmla="*/ 80297 w 868140"/>
              <a:gd name="csY240" fmla="*/ 613780 h 874206"/>
              <a:gd name="csX241" fmla="*/ 73122 w 868140"/>
              <a:gd name="csY241" fmla="*/ 614671 h 874206"/>
              <a:gd name="csX242" fmla="*/ 771448 w 868140"/>
              <a:gd name="csY242" fmla="*/ 545710 h 874206"/>
              <a:gd name="csX243" fmla="*/ 771374 w 868140"/>
              <a:gd name="csY243" fmla="*/ 545562 h 874206"/>
              <a:gd name="csX244" fmla="*/ 753365 w 868140"/>
              <a:gd name="csY244" fmla="*/ 531718 h 874206"/>
              <a:gd name="csX245" fmla="*/ 730880 w 868140"/>
              <a:gd name="csY245" fmla="*/ 534650 h 874206"/>
              <a:gd name="csX246" fmla="*/ 558585 w 868140"/>
              <a:gd name="csY246" fmla="*/ 634454 h 874206"/>
              <a:gd name="csX247" fmla="*/ 534769 w 868140"/>
              <a:gd name="csY247" fmla="*/ 647704 h 874206"/>
              <a:gd name="csX248" fmla="*/ 622268 w 868140"/>
              <a:gd name="csY248" fmla="*/ 632190 h 874206"/>
              <a:gd name="csX249" fmla="*/ 771491 w 868140"/>
              <a:gd name="csY249" fmla="*/ 545748 h 874206"/>
              <a:gd name="csX250" fmla="*/ 538127 w 868140"/>
              <a:gd name="csY250" fmla="*/ 72271 h 874206"/>
              <a:gd name="csX251" fmla="*/ 513497 w 868140"/>
              <a:gd name="csY251" fmla="*/ 63957 h 874206"/>
              <a:gd name="csX252" fmla="*/ 499667 w 868140"/>
              <a:gd name="csY252" fmla="*/ 54826 h 874206"/>
              <a:gd name="csX253" fmla="*/ 494341 w 868140"/>
              <a:gd name="csY253" fmla="*/ 39127 h 874206"/>
              <a:gd name="csX254" fmla="*/ 494341 w 868140"/>
              <a:gd name="csY254" fmla="*/ 25728 h 874206"/>
              <a:gd name="csX255" fmla="*/ 492381 w 868140"/>
              <a:gd name="csY255" fmla="*/ 21052 h 874206"/>
              <a:gd name="csX256" fmla="*/ 487722 w 868140"/>
              <a:gd name="csY256" fmla="*/ 19084 h 874206"/>
              <a:gd name="csX257" fmla="*/ 442789 w 868140"/>
              <a:gd name="csY257" fmla="*/ 19084 h 874206"/>
              <a:gd name="csX258" fmla="*/ 438129 w 868140"/>
              <a:gd name="csY258" fmla="*/ 21052 h 874206"/>
              <a:gd name="csX259" fmla="*/ 436169 w 868140"/>
              <a:gd name="csY259" fmla="*/ 25728 h 874206"/>
              <a:gd name="csX260" fmla="*/ 436169 w 868140"/>
              <a:gd name="csY260" fmla="*/ 39164 h 874206"/>
              <a:gd name="csX261" fmla="*/ 430844 w 868140"/>
              <a:gd name="csY261" fmla="*/ 54863 h 874206"/>
              <a:gd name="csX262" fmla="*/ 417013 w 868140"/>
              <a:gd name="csY262" fmla="*/ 63994 h 874206"/>
              <a:gd name="csX263" fmla="*/ 392420 w 868140"/>
              <a:gd name="csY263" fmla="*/ 72270 h 874206"/>
              <a:gd name="csX264" fmla="*/ 369047 w 868140"/>
              <a:gd name="csY264" fmla="*/ 83925 h 874206"/>
              <a:gd name="csX265" fmla="*/ 352887 w 868140"/>
              <a:gd name="csY265" fmla="*/ 87302 h 874206"/>
              <a:gd name="csX266" fmla="*/ 338020 w 868140"/>
              <a:gd name="csY266" fmla="*/ 79991 h 874206"/>
              <a:gd name="csX267" fmla="*/ 328590 w 868140"/>
              <a:gd name="csY267" fmla="*/ 70489 h 874206"/>
              <a:gd name="csX268" fmla="*/ 323856 w 868140"/>
              <a:gd name="csY268" fmla="*/ 68559 h 874206"/>
              <a:gd name="csX269" fmla="*/ 319196 w 868140"/>
              <a:gd name="csY269" fmla="*/ 70489 h 874206"/>
              <a:gd name="csX270" fmla="*/ 287392 w 868140"/>
              <a:gd name="csY270" fmla="*/ 102409 h 874206"/>
              <a:gd name="csX271" fmla="*/ 285469 w 868140"/>
              <a:gd name="csY271" fmla="*/ 107122 h 874206"/>
              <a:gd name="csX272" fmla="*/ 287392 w 868140"/>
              <a:gd name="csY272" fmla="*/ 111799 h 874206"/>
              <a:gd name="csX273" fmla="*/ 296822 w 868140"/>
              <a:gd name="csY273" fmla="*/ 121337 h 874206"/>
              <a:gd name="csX274" fmla="*/ 304145 w 868140"/>
              <a:gd name="csY274" fmla="*/ 136183 h 874206"/>
              <a:gd name="csX275" fmla="*/ 300779 w 868140"/>
              <a:gd name="csY275" fmla="*/ 152439 h 874206"/>
              <a:gd name="csX276" fmla="*/ 289167 w 868140"/>
              <a:gd name="csY276" fmla="*/ 175859 h 874206"/>
              <a:gd name="csX277" fmla="*/ 280883 w 868140"/>
              <a:gd name="csY277" fmla="*/ 200578 h 874206"/>
              <a:gd name="csX278" fmla="*/ 271823 w 868140"/>
              <a:gd name="csY278" fmla="*/ 214458 h 874206"/>
              <a:gd name="csX279" fmla="*/ 256180 w 868140"/>
              <a:gd name="csY279" fmla="*/ 219803 h 874206"/>
              <a:gd name="csX280" fmla="*/ 242829 w 868140"/>
              <a:gd name="csY280" fmla="*/ 219803 h 874206"/>
              <a:gd name="csX281" fmla="*/ 238169 w 868140"/>
              <a:gd name="csY281" fmla="*/ 221770 h 874206"/>
              <a:gd name="csX282" fmla="*/ 236209 w 868140"/>
              <a:gd name="csY282" fmla="*/ 226447 h 874206"/>
              <a:gd name="csX283" fmla="*/ 236209 w 868140"/>
              <a:gd name="csY283" fmla="*/ 271542 h 874206"/>
              <a:gd name="csX284" fmla="*/ 238132 w 868140"/>
              <a:gd name="csY284" fmla="*/ 276218 h 874206"/>
              <a:gd name="csX285" fmla="*/ 242866 w 868140"/>
              <a:gd name="csY285" fmla="*/ 278185 h 874206"/>
              <a:gd name="csX286" fmla="*/ 256254 w 868140"/>
              <a:gd name="csY286" fmla="*/ 278185 h 874206"/>
              <a:gd name="csX287" fmla="*/ 271896 w 868140"/>
              <a:gd name="csY287" fmla="*/ 283530 h 874206"/>
              <a:gd name="csX288" fmla="*/ 280994 w 868140"/>
              <a:gd name="csY288" fmla="*/ 297411 h 874206"/>
              <a:gd name="csX289" fmla="*/ 289241 w 868140"/>
              <a:gd name="csY289" fmla="*/ 322093 h 874206"/>
              <a:gd name="csX290" fmla="*/ 300853 w 868140"/>
              <a:gd name="csY290" fmla="*/ 345550 h 874206"/>
              <a:gd name="csX291" fmla="*/ 304219 w 868140"/>
              <a:gd name="csY291" fmla="*/ 361769 h 874206"/>
              <a:gd name="csX292" fmla="*/ 296933 w 868140"/>
              <a:gd name="csY292" fmla="*/ 376689 h 874206"/>
              <a:gd name="csX293" fmla="*/ 287466 w 868140"/>
              <a:gd name="csY293" fmla="*/ 386153 h 874206"/>
              <a:gd name="csX294" fmla="*/ 285543 w 868140"/>
              <a:gd name="csY294" fmla="*/ 390904 h 874206"/>
              <a:gd name="csX295" fmla="*/ 287466 w 868140"/>
              <a:gd name="csY295" fmla="*/ 395581 h 874206"/>
              <a:gd name="csX296" fmla="*/ 319270 w 868140"/>
              <a:gd name="csY296" fmla="*/ 427500 h 874206"/>
              <a:gd name="csX297" fmla="*/ 323967 w 868140"/>
              <a:gd name="csY297" fmla="*/ 429430 h 874206"/>
              <a:gd name="csX298" fmla="*/ 328627 w 868140"/>
              <a:gd name="csY298" fmla="*/ 427500 h 874206"/>
              <a:gd name="csX299" fmla="*/ 338131 w 868140"/>
              <a:gd name="csY299" fmla="*/ 418036 h 874206"/>
              <a:gd name="csX300" fmla="*/ 352924 w 868140"/>
              <a:gd name="csY300" fmla="*/ 410687 h 874206"/>
              <a:gd name="csX301" fmla="*/ 369121 w 868140"/>
              <a:gd name="csY301" fmla="*/ 414064 h 874206"/>
              <a:gd name="csX302" fmla="*/ 392456 w 868140"/>
              <a:gd name="csY302" fmla="*/ 425719 h 874206"/>
              <a:gd name="csX303" fmla="*/ 417086 w 868140"/>
              <a:gd name="csY303" fmla="*/ 434033 h 874206"/>
              <a:gd name="csX304" fmla="*/ 430917 w 868140"/>
              <a:gd name="csY304" fmla="*/ 443126 h 874206"/>
              <a:gd name="csX305" fmla="*/ 436242 w 868140"/>
              <a:gd name="csY305" fmla="*/ 458825 h 874206"/>
              <a:gd name="csX306" fmla="*/ 436242 w 868140"/>
              <a:gd name="csY306" fmla="*/ 472224 h 874206"/>
              <a:gd name="csX307" fmla="*/ 438165 w 868140"/>
              <a:gd name="csY307" fmla="*/ 476901 h 874206"/>
              <a:gd name="csX308" fmla="*/ 442899 w 868140"/>
              <a:gd name="csY308" fmla="*/ 478868 h 874206"/>
              <a:gd name="csX309" fmla="*/ 487831 w 868140"/>
              <a:gd name="csY309" fmla="*/ 478868 h 874206"/>
              <a:gd name="csX310" fmla="*/ 492491 w 868140"/>
              <a:gd name="csY310" fmla="*/ 476938 h 874206"/>
              <a:gd name="csX311" fmla="*/ 494451 w 868140"/>
              <a:gd name="csY311" fmla="*/ 472187 h 874206"/>
              <a:gd name="csX312" fmla="*/ 494451 w 868140"/>
              <a:gd name="csY312" fmla="*/ 458751 h 874206"/>
              <a:gd name="csX313" fmla="*/ 499776 w 868140"/>
              <a:gd name="csY313" fmla="*/ 443052 h 874206"/>
              <a:gd name="csX314" fmla="*/ 513607 w 868140"/>
              <a:gd name="csY314" fmla="*/ 433921 h 874206"/>
              <a:gd name="csX315" fmla="*/ 538200 w 868140"/>
              <a:gd name="csY315" fmla="*/ 425645 h 874206"/>
              <a:gd name="csX316" fmla="*/ 561573 w 868140"/>
              <a:gd name="csY316" fmla="*/ 413990 h 874206"/>
              <a:gd name="csX317" fmla="*/ 577734 w 868140"/>
              <a:gd name="csY317" fmla="*/ 410613 h 874206"/>
              <a:gd name="csX318" fmla="*/ 592600 w 868140"/>
              <a:gd name="csY318" fmla="*/ 417924 h 874206"/>
              <a:gd name="csX319" fmla="*/ 602031 w 868140"/>
              <a:gd name="csY319" fmla="*/ 427426 h 874206"/>
              <a:gd name="csX320" fmla="*/ 606764 w 868140"/>
              <a:gd name="csY320" fmla="*/ 429356 h 874206"/>
              <a:gd name="csX321" fmla="*/ 611424 w 868140"/>
              <a:gd name="csY321" fmla="*/ 427426 h 874206"/>
              <a:gd name="csX322" fmla="*/ 643228 w 868140"/>
              <a:gd name="csY322" fmla="*/ 395507 h 874206"/>
              <a:gd name="csX323" fmla="*/ 645151 w 868140"/>
              <a:gd name="csY323" fmla="*/ 390793 h 874206"/>
              <a:gd name="csX324" fmla="*/ 643228 w 868140"/>
              <a:gd name="csY324" fmla="*/ 386116 h 874206"/>
              <a:gd name="csX325" fmla="*/ 633798 w 868140"/>
              <a:gd name="csY325" fmla="*/ 376578 h 874206"/>
              <a:gd name="csX326" fmla="*/ 626476 w 868140"/>
              <a:gd name="csY326" fmla="*/ 361732 h 874206"/>
              <a:gd name="csX327" fmla="*/ 629841 w 868140"/>
              <a:gd name="csY327" fmla="*/ 345476 h 874206"/>
              <a:gd name="csX328" fmla="*/ 641453 w 868140"/>
              <a:gd name="csY328" fmla="*/ 322056 h 874206"/>
              <a:gd name="csX329" fmla="*/ 649737 w 868140"/>
              <a:gd name="csY329" fmla="*/ 297337 h 874206"/>
              <a:gd name="csX330" fmla="*/ 658798 w 868140"/>
              <a:gd name="csY330" fmla="*/ 283457 h 874206"/>
              <a:gd name="csX331" fmla="*/ 674441 w 868140"/>
              <a:gd name="csY331" fmla="*/ 278112 h 874206"/>
              <a:gd name="csX332" fmla="*/ 687791 w 868140"/>
              <a:gd name="csY332" fmla="*/ 278112 h 874206"/>
              <a:gd name="csX333" fmla="*/ 692451 w 868140"/>
              <a:gd name="csY333" fmla="*/ 276182 h 874206"/>
              <a:gd name="csX334" fmla="*/ 694411 w 868140"/>
              <a:gd name="csY334" fmla="*/ 271431 h 874206"/>
              <a:gd name="csX335" fmla="*/ 694411 w 868140"/>
              <a:gd name="csY335" fmla="*/ 226336 h 874206"/>
              <a:gd name="csX336" fmla="*/ 692451 w 868140"/>
              <a:gd name="csY336" fmla="*/ 221660 h 874206"/>
              <a:gd name="csX337" fmla="*/ 687791 w 868140"/>
              <a:gd name="csY337" fmla="*/ 219693 h 874206"/>
              <a:gd name="csX338" fmla="*/ 674404 w 868140"/>
              <a:gd name="csY338" fmla="*/ 219693 h 874206"/>
              <a:gd name="csX339" fmla="*/ 658761 w 868140"/>
              <a:gd name="csY339" fmla="*/ 214348 h 874206"/>
              <a:gd name="csX340" fmla="*/ 649663 w 868140"/>
              <a:gd name="csY340" fmla="*/ 200467 h 874206"/>
              <a:gd name="csX341" fmla="*/ 641417 w 868140"/>
              <a:gd name="csY341" fmla="*/ 175785 h 874206"/>
              <a:gd name="csX342" fmla="*/ 629804 w 868140"/>
              <a:gd name="csY342" fmla="*/ 152328 h 874206"/>
              <a:gd name="csX343" fmla="*/ 626439 w 868140"/>
              <a:gd name="csY343" fmla="*/ 136109 h 874206"/>
              <a:gd name="csX344" fmla="*/ 633724 w 868140"/>
              <a:gd name="csY344" fmla="*/ 121189 h 874206"/>
              <a:gd name="csX345" fmla="*/ 643191 w 868140"/>
              <a:gd name="csY345" fmla="*/ 111725 h 874206"/>
              <a:gd name="csX346" fmla="*/ 645114 w 868140"/>
              <a:gd name="csY346" fmla="*/ 106974 h 874206"/>
              <a:gd name="csX347" fmla="*/ 643191 w 868140"/>
              <a:gd name="csY347" fmla="*/ 102297 h 874206"/>
              <a:gd name="csX348" fmla="*/ 611387 w 868140"/>
              <a:gd name="csY348" fmla="*/ 70378 h 874206"/>
              <a:gd name="csX349" fmla="*/ 606690 w 868140"/>
              <a:gd name="csY349" fmla="*/ 68448 h 874206"/>
              <a:gd name="csX350" fmla="*/ 602031 w 868140"/>
              <a:gd name="csY350" fmla="*/ 70378 h 874206"/>
              <a:gd name="csX351" fmla="*/ 592526 w 868140"/>
              <a:gd name="csY351" fmla="*/ 79842 h 874206"/>
              <a:gd name="csX352" fmla="*/ 577734 w 868140"/>
              <a:gd name="csY352" fmla="*/ 87191 h 874206"/>
              <a:gd name="csX353" fmla="*/ 561536 w 868140"/>
              <a:gd name="csY353" fmla="*/ 83814 h 874206"/>
              <a:gd name="csX354" fmla="*/ 538201 w 868140"/>
              <a:gd name="csY354" fmla="*/ 72159 h 874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Lst>
            <a:rect l="l" t="t" r="r" b="b"/>
            <a:pathLst>
              <a:path w="868140" h="874206">
                <a:moveTo>
                  <a:pt x="518268" y="45655"/>
                </a:moveTo>
                <a:cubicBezTo>
                  <a:pt x="527587" y="48105"/>
                  <a:pt x="536685" y="51148"/>
                  <a:pt x="545376" y="54785"/>
                </a:cubicBezTo>
                <a:cubicBezTo>
                  <a:pt x="554214" y="58460"/>
                  <a:pt x="562831" y="62765"/>
                  <a:pt x="571040" y="67628"/>
                </a:cubicBezTo>
                <a:cubicBezTo>
                  <a:pt x="572372" y="68407"/>
                  <a:pt x="573851" y="68704"/>
                  <a:pt x="575256" y="68518"/>
                </a:cubicBezTo>
                <a:cubicBezTo>
                  <a:pt x="576624" y="68333"/>
                  <a:pt x="577993" y="67665"/>
                  <a:pt x="579102" y="66514"/>
                </a:cubicBezTo>
                <a:lnTo>
                  <a:pt x="588607" y="57050"/>
                </a:lnTo>
                <a:cubicBezTo>
                  <a:pt x="593562" y="52039"/>
                  <a:pt x="600107" y="49515"/>
                  <a:pt x="606653" y="49515"/>
                </a:cubicBezTo>
                <a:cubicBezTo>
                  <a:pt x="613162" y="49515"/>
                  <a:pt x="619707" y="52039"/>
                  <a:pt x="624663" y="57013"/>
                </a:cubicBezTo>
                <a:lnTo>
                  <a:pt x="656504" y="88932"/>
                </a:lnTo>
                <a:cubicBezTo>
                  <a:pt x="661496" y="93942"/>
                  <a:pt x="663974" y="100512"/>
                  <a:pt x="663974" y="107082"/>
                </a:cubicBezTo>
                <a:cubicBezTo>
                  <a:pt x="663974" y="113651"/>
                  <a:pt x="661459" y="120220"/>
                  <a:pt x="656504" y="125231"/>
                </a:cubicBezTo>
                <a:lnTo>
                  <a:pt x="647037" y="134696"/>
                </a:lnTo>
                <a:cubicBezTo>
                  <a:pt x="645890" y="135883"/>
                  <a:pt x="645225" y="137257"/>
                  <a:pt x="645040" y="138630"/>
                </a:cubicBezTo>
                <a:cubicBezTo>
                  <a:pt x="644855" y="140003"/>
                  <a:pt x="645188" y="141525"/>
                  <a:pt x="645927" y="142861"/>
                </a:cubicBezTo>
                <a:cubicBezTo>
                  <a:pt x="650772" y="151175"/>
                  <a:pt x="655099" y="159823"/>
                  <a:pt x="658723" y="168619"/>
                </a:cubicBezTo>
                <a:cubicBezTo>
                  <a:pt x="662310" y="177341"/>
                  <a:pt x="665380" y="186434"/>
                  <a:pt x="667821" y="195787"/>
                </a:cubicBezTo>
                <a:cubicBezTo>
                  <a:pt x="668227" y="197309"/>
                  <a:pt x="669041" y="198571"/>
                  <a:pt x="670150" y="199424"/>
                </a:cubicBezTo>
                <a:cubicBezTo>
                  <a:pt x="671223" y="200241"/>
                  <a:pt x="672665" y="200761"/>
                  <a:pt x="674255" y="200761"/>
                </a:cubicBezTo>
                <a:lnTo>
                  <a:pt x="687643" y="200761"/>
                </a:lnTo>
                <a:cubicBezTo>
                  <a:pt x="694669" y="200761"/>
                  <a:pt x="701068" y="203656"/>
                  <a:pt x="705689" y="208295"/>
                </a:cubicBezTo>
                <a:cubicBezTo>
                  <a:pt x="710312" y="212897"/>
                  <a:pt x="713197" y="219356"/>
                  <a:pt x="713197" y="226407"/>
                </a:cubicBezTo>
                <a:lnTo>
                  <a:pt x="713197" y="271502"/>
                </a:lnTo>
                <a:cubicBezTo>
                  <a:pt x="713197" y="278554"/>
                  <a:pt x="710312" y="284938"/>
                  <a:pt x="705689" y="289576"/>
                </a:cubicBezTo>
                <a:cubicBezTo>
                  <a:pt x="701030" y="294253"/>
                  <a:pt x="694632" y="297148"/>
                  <a:pt x="687605" y="297148"/>
                </a:cubicBezTo>
                <a:lnTo>
                  <a:pt x="674254" y="297148"/>
                </a:lnTo>
                <a:cubicBezTo>
                  <a:pt x="672664" y="297148"/>
                  <a:pt x="671222" y="297667"/>
                  <a:pt x="670112" y="298521"/>
                </a:cubicBezTo>
                <a:cubicBezTo>
                  <a:pt x="669040" y="299375"/>
                  <a:pt x="668189" y="300637"/>
                  <a:pt x="667820" y="302121"/>
                </a:cubicBezTo>
                <a:cubicBezTo>
                  <a:pt x="665379" y="311474"/>
                  <a:pt x="662346" y="320567"/>
                  <a:pt x="658722" y="329327"/>
                </a:cubicBezTo>
                <a:cubicBezTo>
                  <a:pt x="655061" y="338197"/>
                  <a:pt x="650734" y="346846"/>
                  <a:pt x="645926" y="355084"/>
                </a:cubicBezTo>
                <a:cubicBezTo>
                  <a:pt x="645149" y="356421"/>
                  <a:pt x="644854" y="357905"/>
                  <a:pt x="645039" y="359316"/>
                </a:cubicBezTo>
                <a:cubicBezTo>
                  <a:pt x="645223" y="360689"/>
                  <a:pt x="645889" y="362062"/>
                  <a:pt x="647036" y="363176"/>
                </a:cubicBezTo>
                <a:lnTo>
                  <a:pt x="656466" y="372714"/>
                </a:lnTo>
                <a:cubicBezTo>
                  <a:pt x="661458" y="377687"/>
                  <a:pt x="663973" y="384256"/>
                  <a:pt x="663973" y="390826"/>
                </a:cubicBezTo>
                <a:cubicBezTo>
                  <a:pt x="663973" y="397358"/>
                  <a:pt x="661458" y="403927"/>
                  <a:pt x="656503" y="408900"/>
                </a:cubicBezTo>
                <a:lnTo>
                  <a:pt x="624698" y="440857"/>
                </a:lnTo>
                <a:cubicBezTo>
                  <a:pt x="619706" y="445867"/>
                  <a:pt x="613160" y="448354"/>
                  <a:pt x="606614" y="448354"/>
                </a:cubicBezTo>
                <a:cubicBezTo>
                  <a:pt x="600068" y="448354"/>
                  <a:pt x="593523" y="445830"/>
                  <a:pt x="588530" y="440857"/>
                </a:cubicBezTo>
                <a:lnTo>
                  <a:pt x="579099" y="431355"/>
                </a:lnTo>
                <a:cubicBezTo>
                  <a:pt x="577916" y="430205"/>
                  <a:pt x="576548" y="429537"/>
                  <a:pt x="575179" y="429351"/>
                </a:cubicBezTo>
                <a:cubicBezTo>
                  <a:pt x="573811" y="429166"/>
                  <a:pt x="572295" y="429500"/>
                  <a:pt x="570964" y="430242"/>
                </a:cubicBezTo>
                <a:cubicBezTo>
                  <a:pt x="562680" y="435104"/>
                  <a:pt x="554063" y="439446"/>
                  <a:pt x="545299" y="443084"/>
                </a:cubicBezTo>
                <a:cubicBezTo>
                  <a:pt x="536608" y="446684"/>
                  <a:pt x="527548" y="449765"/>
                  <a:pt x="518228" y="452214"/>
                </a:cubicBezTo>
                <a:cubicBezTo>
                  <a:pt x="516712" y="452623"/>
                  <a:pt x="515454" y="453476"/>
                  <a:pt x="514604" y="454553"/>
                </a:cubicBezTo>
                <a:cubicBezTo>
                  <a:pt x="513790" y="455629"/>
                  <a:pt x="513273" y="457076"/>
                  <a:pt x="513273" y="458672"/>
                </a:cubicBezTo>
                <a:lnTo>
                  <a:pt x="513273" y="472108"/>
                </a:lnTo>
                <a:cubicBezTo>
                  <a:pt x="513273" y="479160"/>
                  <a:pt x="510388" y="485544"/>
                  <a:pt x="505765" y="490183"/>
                </a:cubicBezTo>
                <a:cubicBezTo>
                  <a:pt x="501106" y="494860"/>
                  <a:pt x="494708" y="497755"/>
                  <a:pt x="487681" y="497755"/>
                </a:cubicBezTo>
                <a:lnTo>
                  <a:pt x="442748" y="497755"/>
                </a:lnTo>
                <a:cubicBezTo>
                  <a:pt x="435722" y="497755"/>
                  <a:pt x="429287" y="494860"/>
                  <a:pt x="424664" y="490220"/>
                </a:cubicBezTo>
                <a:cubicBezTo>
                  <a:pt x="420041" y="485544"/>
                  <a:pt x="417157" y="479122"/>
                  <a:pt x="417157" y="472070"/>
                </a:cubicBezTo>
                <a:lnTo>
                  <a:pt x="417157" y="458671"/>
                </a:lnTo>
                <a:cubicBezTo>
                  <a:pt x="417157" y="457076"/>
                  <a:pt x="416639" y="455628"/>
                  <a:pt x="415788" y="454515"/>
                </a:cubicBezTo>
                <a:cubicBezTo>
                  <a:pt x="414938" y="453438"/>
                  <a:pt x="413680" y="452585"/>
                  <a:pt x="412201" y="452213"/>
                </a:cubicBezTo>
                <a:cubicBezTo>
                  <a:pt x="402882" y="449764"/>
                  <a:pt x="393821" y="446720"/>
                  <a:pt x="385093" y="443083"/>
                </a:cubicBezTo>
                <a:cubicBezTo>
                  <a:pt x="376255" y="439409"/>
                  <a:pt x="367638" y="435066"/>
                  <a:pt x="359429" y="430241"/>
                </a:cubicBezTo>
                <a:cubicBezTo>
                  <a:pt x="358097" y="429461"/>
                  <a:pt x="356618" y="429165"/>
                  <a:pt x="355213" y="429350"/>
                </a:cubicBezTo>
                <a:cubicBezTo>
                  <a:pt x="353844" y="429536"/>
                  <a:pt x="352476" y="430204"/>
                  <a:pt x="351367" y="431354"/>
                </a:cubicBezTo>
                <a:lnTo>
                  <a:pt x="341862" y="440819"/>
                </a:lnTo>
                <a:cubicBezTo>
                  <a:pt x="336907" y="445829"/>
                  <a:pt x="330362" y="448353"/>
                  <a:pt x="323816" y="448353"/>
                </a:cubicBezTo>
                <a:cubicBezTo>
                  <a:pt x="317307" y="448353"/>
                  <a:pt x="310762" y="445866"/>
                  <a:pt x="305806" y="440856"/>
                </a:cubicBezTo>
                <a:lnTo>
                  <a:pt x="273965" y="408937"/>
                </a:lnTo>
                <a:cubicBezTo>
                  <a:pt x="268973" y="403926"/>
                  <a:pt x="266495" y="397356"/>
                  <a:pt x="266495" y="390787"/>
                </a:cubicBezTo>
                <a:cubicBezTo>
                  <a:pt x="266495" y="384217"/>
                  <a:pt x="269010" y="377648"/>
                  <a:pt x="273965" y="372637"/>
                </a:cubicBezTo>
                <a:lnTo>
                  <a:pt x="283432" y="363173"/>
                </a:lnTo>
                <a:cubicBezTo>
                  <a:pt x="284579" y="361985"/>
                  <a:pt x="285244" y="360612"/>
                  <a:pt x="285429" y="359239"/>
                </a:cubicBezTo>
                <a:cubicBezTo>
                  <a:pt x="285614" y="357865"/>
                  <a:pt x="285281" y="356344"/>
                  <a:pt x="284542" y="355007"/>
                </a:cubicBezTo>
                <a:cubicBezTo>
                  <a:pt x="279697" y="346694"/>
                  <a:pt x="275370" y="338045"/>
                  <a:pt x="271746" y="329250"/>
                </a:cubicBezTo>
                <a:cubicBezTo>
                  <a:pt x="268159" y="320528"/>
                  <a:pt x="265089" y="311435"/>
                  <a:pt x="262648" y="302081"/>
                </a:cubicBezTo>
                <a:cubicBezTo>
                  <a:pt x="262242" y="300560"/>
                  <a:pt x="261391" y="299298"/>
                  <a:pt x="260319" y="298444"/>
                </a:cubicBezTo>
                <a:cubicBezTo>
                  <a:pt x="259246" y="297628"/>
                  <a:pt x="257804" y="297108"/>
                  <a:pt x="256214" y="297108"/>
                </a:cubicBezTo>
                <a:lnTo>
                  <a:pt x="242826" y="297108"/>
                </a:lnTo>
                <a:cubicBezTo>
                  <a:pt x="235799" y="297108"/>
                  <a:pt x="229364" y="294213"/>
                  <a:pt x="224742" y="289574"/>
                </a:cubicBezTo>
                <a:cubicBezTo>
                  <a:pt x="220119" y="284897"/>
                  <a:pt x="217234" y="278476"/>
                  <a:pt x="217234" y="271424"/>
                </a:cubicBezTo>
                <a:lnTo>
                  <a:pt x="217234" y="226329"/>
                </a:lnTo>
                <a:cubicBezTo>
                  <a:pt x="217234" y="219277"/>
                  <a:pt x="220119" y="212819"/>
                  <a:pt x="224742" y="208179"/>
                </a:cubicBezTo>
                <a:cubicBezTo>
                  <a:pt x="229364" y="203540"/>
                  <a:pt x="235762" y="200645"/>
                  <a:pt x="242826" y="200645"/>
                </a:cubicBezTo>
                <a:lnTo>
                  <a:pt x="256177" y="200645"/>
                </a:lnTo>
                <a:cubicBezTo>
                  <a:pt x="257767" y="200645"/>
                  <a:pt x="259209" y="200125"/>
                  <a:pt x="260319" y="199271"/>
                </a:cubicBezTo>
                <a:cubicBezTo>
                  <a:pt x="261391" y="198418"/>
                  <a:pt x="262242" y="197156"/>
                  <a:pt x="262612" y="195671"/>
                </a:cubicBezTo>
                <a:cubicBezTo>
                  <a:pt x="265052" y="186318"/>
                  <a:pt x="268085" y="177225"/>
                  <a:pt x="271709" y="168466"/>
                </a:cubicBezTo>
                <a:cubicBezTo>
                  <a:pt x="275370" y="159595"/>
                  <a:pt x="279697" y="150947"/>
                  <a:pt x="284505" y="142708"/>
                </a:cubicBezTo>
                <a:cubicBezTo>
                  <a:pt x="285282" y="141372"/>
                  <a:pt x="285577" y="139887"/>
                  <a:pt x="285393" y="138477"/>
                </a:cubicBezTo>
                <a:cubicBezTo>
                  <a:pt x="285208" y="137104"/>
                  <a:pt x="284542" y="135730"/>
                  <a:pt x="283396" y="134617"/>
                </a:cubicBezTo>
                <a:lnTo>
                  <a:pt x="273965" y="125078"/>
                </a:lnTo>
                <a:cubicBezTo>
                  <a:pt x="268973" y="120105"/>
                  <a:pt x="266458" y="113536"/>
                  <a:pt x="266458" y="106967"/>
                </a:cubicBezTo>
                <a:cubicBezTo>
                  <a:pt x="266458" y="100434"/>
                  <a:pt x="268936" y="93865"/>
                  <a:pt x="273928" y="88892"/>
                </a:cubicBezTo>
                <a:lnTo>
                  <a:pt x="305733" y="56936"/>
                </a:lnTo>
                <a:cubicBezTo>
                  <a:pt x="310725" y="51925"/>
                  <a:pt x="317271" y="49438"/>
                  <a:pt x="323817" y="49438"/>
                </a:cubicBezTo>
                <a:cubicBezTo>
                  <a:pt x="330363" y="49438"/>
                  <a:pt x="336908" y="51962"/>
                  <a:pt x="341901" y="56936"/>
                </a:cubicBezTo>
                <a:lnTo>
                  <a:pt x="351332" y="66437"/>
                </a:lnTo>
                <a:cubicBezTo>
                  <a:pt x="352478" y="67551"/>
                  <a:pt x="353883" y="68256"/>
                  <a:pt x="355252" y="68441"/>
                </a:cubicBezTo>
                <a:cubicBezTo>
                  <a:pt x="356620" y="68627"/>
                  <a:pt x="358136" y="68293"/>
                  <a:pt x="359468" y="67551"/>
                </a:cubicBezTo>
                <a:cubicBezTo>
                  <a:pt x="367751" y="62689"/>
                  <a:pt x="376369" y="58346"/>
                  <a:pt x="385132" y="54708"/>
                </a:cubicBezTo>
                <a:cubicBezTo>
                  <a:pt x="393823" y="51108"/>
                  <a:pt x="402884" y="48028"/>
                  <a:pt x="412203" y="45578"/>
                </a:cubicBezTo>
                <a:cubicBezTo>
                  <a:pt x="413719" y="45170"/>
                  <a:pt x="414977" y="44316"/>
                  <a:pt x="415827" y="43240"/>
                </a:cubicBezTo>
                <a:cubicBezTo>
                  <a:pt x="416641" y="42164"/>
                  <a:pt x="417159" y="40716"/>
                  <a:pt x="417159" y="39120"/>
                </a:cubicBezTo>
                <a:lnTo>
                  <a:pt x="417159" y="25684"/>
                </a:lnTo>
                <a:cubicBezTo>
                  <a:pt x="417159" y="18632"/>
                  <a:pt x="420043" y="12174"/>
                  <a:pt x="424666" y="7534"/>
                </a:cubicBezTo>
                <a:cubicBezTo>
                  <a:pt x="429288" y="2895"/>
                  <a:pt x="435687" y="0"/>
                  <a:pt x="442750" y="0"/>
                </a:cubicBezTo>
                <a:lnTo>
                  <a:pt x="487683" y="0"/>
                </a:lnTo>
                <a:cubicBezTo>
                  <a:pt x="494709" y="0"/>
                  <a:pt x="501107" y="2895"/>
                  <a:pt x="505729" y="7534"/>
                </a:cubicBezTo>
                <a:cubicBezTo>
                  <a:pt x="510352" y="12137"/>
                  <a:pt x="513237" y="18595"/>
                  <a:pt x="513237" y="25646"/>
                </a:cubicBezTo>
                <a:lnTo>
                  <a:pt x="513237" y="39045"/>
                </a:lnTo>
                <a:cubicBezTo>
                  <a:pt x="513237" y="40641"/>
                  <a:pt x="513717" y="42089"/>
                  <a:pt x="514568" y="43165"/>
                </a:cubicBezTo>
                <a:cubicBezTo>
                  <a:pt x="515418" y="44278"/>
                  <a:pt x="516676" y="45132"/>
                  <a:pt x="518192" y="45503"/>
                </a:cubicBezTo>
                <a:close/>
                <a:moveTo>
                  <a:pt x="508579" y="373903"/>
                </a:moveTo>
                <a:lnTo>
                  <a:pt x="508579" y="211855"/>
                </a:lnTo>
                <a:cubicBezTo>
                  <a:pt x="508579" y="206622"/>
                  <a:pt x="512832" y="202353"/>
                  <a:pt x="518046" y="202353"/>
                </a:cubicBezTo>
                <a:lnTo>
                  <a:pt x="567971" y="202353"/>
                </a:lnTo>
                <a:cubicBezTo>
                  <a:pt x="573185" y="202353"/>
                  <a:pt x="577438" y="206622"/>
                  <a:pt x="577438" y="211855"/>
                </a:cubicBezTo>
                <a:lnTo>
                  <a:pt x="577438" y="318376"/>
                </a:lnTo>
                <a:cubicBezTo>
                  <a:pt x="589864" y="298185"/>
                  <a:pt x="597038" y="274395"/>
                  <a:pt x="597038" y="248934"/>
                </a:cubicBezTo>
                <a:cubicBezTo>
                  <a:pt x="597038" y="212412"/>
                  <a:pt x="582283" y="179343"/>
                  <a:pt x="558430" y="155403"/>
                </a:cubicBezTo>
                <a:cubicBezTo>
                  <a:pt x="534577" y="131463"/>
                  <a:pt x="501626" y="116655"/>
                  <a:pt x="465236" y="116655"/>
                </a:cubicBezTo>
                <a:cubicBezTo>
                  <a:pt x="428846" y="116655"/>
                  <a:pt x="395896" y="131464"/>
                  <a:pt x="372042" y="155403"/>
                </a:cubicBezTo>
                <a:cubicBezTo>
                  <a:pt x="348188" y="179342"/>
                  <a:pt x="333434" y="212412"/>
                  <a:pt x="333434" y="248934"/>
                </a:cubicBezTo>
                <a:cubicBezTo>
                  <a:pt x="333434" y="274395"/>
                  <a:pt x="340608" y="298185"/>
                  <a:pt x="353034" y="318376"/>
                </a:cubicBezTo>
                <a:lnTo>
                  <a:pt x="353034" y="250752"/>
                </a:lnTo>
                <a:cubicBezTo>
                  <a:pt x="353034" y="245519"/>
                  <a:pt x="357287" y="241251"/>
                  <a:pt x="362501" y="241251"/>
                </a:cubicBezTo>
                <a:lnTo>
                  <a:pt x="412426" y="241251"/>
                </a:lnTo>
                <a:cubicBezTo>
                  <a:pt x="417640" y="241251"/>
                  <a:pt x="421893" y="245519"/>
                  <a:pt x="421893" y="250752"/>
                </a:cubicBezTo>
                <a:lnTo>
                  <a:pt x="421893" y="373901"/>
                </a:lnTo>
                <a:cubicBezTo>
                  <a:pt x="424814" y="374940"/>
                  <a:pt x="427773" y="375831"/>
                  <a:pt x="430768" y="376647"/>
                </a:cubicBezTo>
                <a:lnTo>
                  <a:pt x="430768" y="236909"/>
                </a:lnTo>
                <a:cubicBezTo>
                  <a:pt x="430768" y="231676"/>
                  <a:pt x="435021" y="227408"/>
                  <a:pt x="440236" y="227408"/>
                </a:cubicBezTo>
                <a:lnTo>
                  <a:pt x="490161" y="227408"/>
                </a:lnTo>
                <a:cubicBezTo>
                  <a:pt x="495375" y="227408"/>
                  <a:pt x="499628" y="231676"/>
                  <a:pt x="499628" y="236909"/>
                </a:cubicBezTo>
                <a:lnTo>
                  <a:pt x="499628" y="376685"/>
                </a:lnTo>
                <a:cubicBezTo>
                  <a:pt x="502623" y="375869"/>
                  <a:pt x="505582" y="374941"/>
                  <a:pt x="508503" y="373939"/>
                </a:cubicBezTo>
                <a:close/>
                <a:moveTo>
                  <a:pt x="558504" y="342429"/>
                </a:moveTo>
                <a:lnTo>
                  <a:pt x="558504" y="221399"/>
                </a:lnTo>
                <a:lnTo>
                  <a:pt x="527514" y="221399"/>
                </a:lnTo>
                <a:lnTo>
                  <a:pt x="527514" y="365556"/>
                </a:lnTo>
                <a:cubicBezTo>
                  <a:pt x="538941" y="359395"/>
                  <a:pt x="549370" y="351600"/>
                  <a:pt x="558467" y="342470"/>
                </a:cubicBezTo>
                <a:close/>
                <a:moveTo>
                  <a:pt x="480769" y="380287"/>
                </a:moveTo>
                <a:lnTo>
                  <a:pt x="480769" y="246373"/>
                </a:lnTo>
                <a:lnTo>
                  <a:pt x="449779" y="246373"/>
                </a:lnTo>
                <a:lnTo>
                  <a:pt x="449779" y="380287"/>
                </a:lnTo>
                <a:cubicBezTo>
                  <a:pt x="454845" y="380881"/>
                  <a:pt x="460022" y="381178"/>
                  <a:pt x="465274" y="381178"/>
                </a:cubicBezTo>
                <a:cubicBezTo>
                  <a:pt x="470525" y="381178"/>
                  <a:pt x="475703" y="380881"/>
                  <a:pt x="480769" y="380287"/>
                </a:cubicBezTo>
                <a:close/>
                <a:moveTo>
                  <a:pt x="403034" y="365515"/>
                </a:moveTo>
                <a:lnTo>
                  <a:pt x="403034" y="260219"/>
                </a:lnTo>
                <a:lnTo>
                  <a:pt x="372044" y="260219"/>
                </a:lnTo>
                <a:lnTo>
                  <a:pt x="372044" y="342392"/>
                </a:lnTo>
                <a:lnTo>
                  <a:pt x="372118" y="342466"/>
                </a:lnTo>
                <a:cubicBezTo>
                  <a:pt x="381215" y="351597"/>
                  <a:pt x="391644" y="359390"/>
                  <a:pt x="403034" y="365552"/>
                </a:cubicBezTo>
                <a:close/>
                <a:moveTo>
                  <a:pt x="465311" y="97659"/>
                </a:moveTo>
                <a:cubicBezTo>
                  <a:pt x="506952" y="97659"/>
                  <a:pt x="544636" y="114621"/>
                  <a:pt x="571893" y="141974"/>
                </a:cubicBezTo>
                <a:cubicBezTo>
                  <a:pt x="599149" y="169328"/>
                  <a:pt x="616050" y="207186"/>
                  <a:pt x="616050" y="248942"/>
                </a:cubicBezTo>
                <a:cubicBezTo>
                  <a:pt x="616050" y="290733"/>
                  <a:pt x="599149" y="328554"/>
                  <a:pt x="571893" y="355910"/>
                </a:cubicBezTo>
                <a:cubicBezTo>
                  <a:pt x="543565" y="384340"/>
                  <a:pt x="505364" y="400226"/>
                  <a:pt x="465311" y="400226"/>
                </a:cubicBezTo>
                <a:cubicBezTo>
                  <a:pt x="425519" y="400226"/>
                  <a:pt x="387280" y="384600"/>
                  <a:pt x="358728" y="355910"/>
                </a:cubicBezTo>
                <a:cubicBezTo>
                  <a:pt x="330363" y="326514"/>
                  <a:pt x="314572" y="290216"/>
                  <a:pt x="314572" y="248942"/>
                </a:cubicBezTo>
                <a:cubicBezTo>
                  <a:pt x="314572" y="207188"/>
                  <a:pt x="331473" y="169330"/>
                  <a:pt x="358728" y="141974"/>
                </a:cubicBezTo>
                <a:cubicBezTo>
                  <a:pt x="385984" y="114621"/>
                  <a:pt x="423705" y="97659"/>
                  <a:pt x="465311" y="97659"/>
                </a:cubicBezTo>
                <a:close/>
                <a:moveTo>
                  <a:pt x="14214" y="626882"/>
                </a:moveTo>
                <a:lnTo>
                  <a:pt x="63622" y="598229"/>
                </a:lnTo>
                <a:cubicBezTo>
                  <a:pt x="70390" y="594295"/>
                  <a:pt x="78156" y="593515"/>
                  <a:pt x="85145" y="595408"/>
                </a:cubicBezTo>
                <a:cubicBezTo>
                  <a:pt x="92134" y="597264"/>
                  <a:pt x="98458" y="601866"/>
                  <a:pt x="102378" y="608658"/>
                </a:cubicBezTo>
                <a:lnTo>
                  <a:pt x="109811" y="621574"/>
                </a:lnTo>
                <a:lnTo>
                  <a:pt x="211916" y="582974"/>
                </a:lnTo>
                <a:cubicBezTo>
                  <a:pt x="226782" y="557068"/>
                  <a:pt x="249120" y="541554"/>
                  <a:pt x="274637" y="533426"/>
                </a:cubicBezTo>
                <a:cubicBezTo>
                  <a:pt x="306219" y="523405"/>
                  <a:pt x="342646" y="524890"/>
                  <a:pt x="375482" y="532053"/>
                </a:cubicBezTo>
                <a:cubicBezTo>
                  <a:pt x="385689" y="534280"/>
                  <a:pt x="395342" y="535282"/>
                  <a:pt x="404772" y="535059"/>
                </a:cubicBezTo>
                <a:cubicBezTo>
                  <a:pt x="414202" y="534837"/>
                  <a:pt x="423780" y="533315"/>
                  <a:pt x="433876" y="530568"/>
                </a:cubicBezTo>
                <a:lnTo>
                  <a:pt x="543602" y="500765"/>
                </a:lnTo>
                <a:cubicBezTo>
                  <a:pt x="556138" y="497387"/>
                  <a:pt x="568971" y="499503"/>
                  <a:pt x="579437" y="505553"/>
                </a:cubicBezTo>
                <a:cubicBezTo>
                  <a:pt x="589977" y="511640"/>
                  <a:pt x="598150" y="521772"/>
                  <a:pt x="601552" y="534392"/>
                </a:cubicBezTo>
                <a:cubicBezTo>
                  <a:pt x="604917" y="547011"/>
                  <a:pt x="602809" y="559890"/>
                  <a:pt x="596781" y="570394"/>
                </a:cubicBezTo>
                <a:cubicBezTo>
                  <a:pt x="590716" y="580972"/>
                  <a:pt x="580658" y="589211"/>
                  <a:pt x="568084" y="592588"/>
                </a:cubicBezTo>
                <a:lnTo>
                  <a:pt x="465203" y="620240"/>
                </a:lnTo>
                <a:cubicBezTo>
                  <a:pt x="479515" y="624582"/>
                  <a:pt x="492385" y="630261"/>
                  <a:pt x="504774" y="635717"/>
                </a:cubicBezTo>
                <a:lnTo>
                  <a:pt x="507621" y="636978"/>
                </a:lnTo>
                <a:cubicBezTo>
                  <a:pt x="513094" y="635717"/>
                  <a:pt x="518827" y="633824"/>
                  <a:pt x="524891" y="631226"/>
                </a:cubicBezTo>
                <a:cubicBezTo>
                  <a:pt x="532214" y="628071"/>
                  <a:pt x="539980" y="623877"/>
                  <a:pt x="548189" y="618532"/>
                </a:cubicBezTo>
                <a:lnTo>
                  <a:pt x="721336" y="518206"/>
                </a:lnTo>
                <a:cubicBezTo>
                  <a:pt x="732875" y="511489"/>
                  <a:pt x="746151" y="510152"/>
                  <a:pt x="758133" y="513344"/>
                </a:cubicBezTo>
                <a:cubicBezTo>
                  <a:pt x="770189" y="516573"/>
                  <a:pt x="780988" y="524405"/>
                  <a:pt x="787681" y="536021"/>
                </a:cubicBezTo>
                <a:lnTo>
                  <a:pt x="787755" y="536207"/>
                </a:lnTo>
                <a:lnTo>
                  <a:pt x="795336" y="531827"/>
                </a:lnTo>
                <a:cubicBezTo>
                  <a:pt x="806875" y="525110"/>
                  <a:pt x="820151" y="523773"/>
                  <a:pt x="832133" y="526965"/>
                </a:cubicBezTo>
                <a:cubicBezTo>
                  <a:pt x="844188" y="530194"/>
                  <a:pt x="854988" y="538026"/>
                  <a:pt x="861681" y="549642"/>
                </a:cubicBezTo>
                <a:lnTo>
                  <a:pt x="861977" y="550199"/>
                </a:lnTo>
                <a:cubicBezTo>
                  <a:pt x="868375" y="561668"/>
                  <a:pt x="869632" y="574621"/>
                  <a:pt x="866489" y="586424"/>
                </a:cubicBezTo>
                <a:cubicBezTo>
                  <a:pt x="863308" y="598449"/>
                  <a:pt x="855505" y="609324"/>
                  <a:pt x="844041" y="616153"/>
                </a:cubicBezTo>
                <a:lnTo>
                  <a:pt x="558177" y="787141"/>
                </a:lnTo>
                <a:cubicBezTo>
                  <a:pt x="548451" y="792969"/>
                  <a:pt x="538429" y="796383"/>
                  <a:pt x="528110" y="798239"/>
                </a:cubicBezTo>
                <a:cubicBezTo>
                  <a:pt x="518162" y="799984"/>
                  <a:pt x="507845" y="800243"/>
                  <a:pt x="497120" y="799761"/>
                </a:cubicBezTo>
                <a:lnTo>
                  <a:pt x="234290" y="787847"/>
                </a:lnTo>
                <a:lnTo>
                  <a:pt x="210030" y="795753"/>
                </a:lnTo>
                <a:lnTo>
                  <a:pt x="214135" y="802879"/>
                </a:lnTo>
                <a:cubicBezTo>
                  <a:pt x="218055" y="809671"/>
                  <a:pt x="218831" y="817465"/>
                  <a:pt x="216945" y="824479"/>
                </a:cubicBezTo>
                <a:cubicBezTo>
                  <a:pt x="215096" y="831494"/>
                  <a:pt x="210511" y="837840"/>
                  <a:pt x="203706" y="841775"/>
                </a:cubicBezTo>
                <a:lnTo>
                  <a:pt x="154299" y="870391"/>
                </a:lnTo>
                <a:cubicBezTo>
                  <a:pt x="147531" y="874325"/>
                  <a:pt x="139802" y="875104"/>
                  <a:pt x="132813" y="873248"/>
                </a:cubicBezTo>
                <a:cubicBezTo>
                  <a:pt x="125786" y="871393"/>
                  <a:pt x="119462" y="866790"/>
                  <a:pt x="115542" y="859999"/>
                </a:cubicBezTo>
                <a:lnTo>
                  <a:pt x="3819" y="665741"/>
                </a:lnTo>
                <a:cubicBezTo>
                  <a:pt x="-101" y="658949"/>
                  <a:pt x="-915" y="651154"/>
                  <a:pt x="972" y="644140"/>
                </a:cubicBezTo>
                <a:cubicBezTo>
                  <a:pt x="2821" y="637125"/>
                  <a:pt x="7406" y="630779"/>
                  <a:pt x="14174" y="626845"/>
                </a:cubicBezTo>
                <a:close/>
                <a:moveTo>
                  <a:pt x="119386" y="638202"/>
                </a:moveTo>
                <a:lnTo>
                  <a:pt x="200376" y="778976"/>
                </a:lnTo>
                <a:lnTo>
                  <a:pt x="230035" y="769326"/>
                </a:lnTo>
                <a:cubicBezTo>
                  <a:pt x="231070" y="768992"/>
                  <a:pt x="232217" y="768843"/>
                  <a:pt x="233363" y="768880"/>
                </a:cubicBezTo>
                <a:lnTo>
                  <a:pt x="497926" y="780868"/>
                </a:lnTo>
                <a:cubicBezTo>
                  <a:pt x="507319" y="781277"/>
                  <a:pt x="516269" y="781054"/>
                  <a:pt x="524886" y="779569"/>
                </a:cubicBezTo>
                <a:cubicBezTo>
                  <a:pt x="533096" y="778122"/>
                  <a:pt x="540973" y="775413"/>
                  <a:pt x="548517" y="770922"/>
                </a:cubicBezTo>
                <a:lnTo>
                  <a:pt x="834382" y="599933"/>
                </a:lnTo>
                <a:cubicBezTo>
                  <a:pt x="841445" y="595702"/>
                  <a:pt x="846253" y="588984"/>
                  <a:pt x="848249" y="581561"/>
                </a:cubicBezTo>
                <a:cubicBezTo>
                  <a:pt x="850135" y="574361"/>
                  <a:pt x="849433" y="566492"/>
                  <a:pt x="845624" y="559552"/>
                </a:cubicBezTo>
                <a:lnTo>
                  <a:pt x="845402" y="559143"/>
                </a:lnTo>
                <a:cubicBezTo>
                  <a:pt x="841334" y="552091"/>
                  <a:pt x="834714" y="547267"/>
                  <a:pt x="827392" y="545300"/>
                </a:cubicBezTo>
                <a:cubicBezTo>
                  <a:pt x="820033" y="543333"/>
                  <a:pt x="811934" y="544149"/>
                  <a:pt x="804907" y="548232"/>
                </a:cubicBezTo>
                <a:cubicBezTo>
                  <a:pt x="747475" y="581487"/>
                  <a:pt x="690041" y="614742"/>
                  <a:pt x="632613" y="648035"/>
                </a:cubicBezTo>
                <a:cubicBezTo>
                  <a:pt x="580358" y="682107"/>
                  <a:pt x="549700" y="676131"/>
                  <a:pt x="497259" y="653120"/>
                </a:cubicBezTo>
                <a:cubicBezTo>
                  <a:pt x="475107" y="643359"/>
                  <a:pt x="451291" y="632818"/>
                  <a:pt x="421151" y="631927"/>
                </a:cubicBezTo>
                <a:cubicBezTo>
                  <a:pt x="416824" y="632113"/>
                  <a:pt x="412756" y="629292"/>
                  <a:pt x="411609" y="624875"/>
                </a:cubicBezTo>
                <a:cubicBezTo>
                  <a:pt x="410278" y="619828"/>
                  <a:pt x="413274" y="614595"/>
                  <a:pt x="418303" y="613258"/>
                </a:cubicBezTo>
                <a:lnTo>
                  <a:pt x="563304" y="574249"/>
                </a:lnTo>
                <a:cubicBezTo>
                  <a:pt x="570848" y="572245"/>
                  <a:pt x="576913" y="567272"/>
                  <a:pt x="580537" y="560963"/>
                </a:cubicBezTo>
                <a:cubicBezTo>
                  <a:pt x="584161" y="554653"/>
                  <a:pt x="585419" y="546896"/>
                  <a:pt x="583385" y="539288"/>
                </a:cubicBezTo>
                <a:cubicBezTo>
                  <a:pt x="581351" y="531716"/>
                  <a:pt x="576432" y="525629"/>
                  <a:pt x="570109" y="521955"/>
                </a:cubicBezTo>
                <a:cubicBezTo>
                  <a:pt x="563822" y="518318"/>
                  <a:pt x="556092" y="517056"/>
                  <a:pt x="548549" y="519097"/>
                </a:cubicBezTo>
                <a:lnTo>
                  <a:pt x="438823" y="548901"/>
                </a:lnTo>
                <a:cubicBezTo>
                  <a:pt x="427470" y="551981"/>
                  <a:pt x="416449" y="553688"/>
                  <a:pt x="405281" y="553948"/>
                </a:cubicBezTo>
                <a:cubicBezTo>
                  <a:pt x="394149" y="554208"/>
                  <a:pt x="383017" y="553095"/>
                  <a:pt x="371517" y="550571"/>
                </a:cubicBezTo>
                <a:cubicBezTo>
                  <a:pt x="341487" y="544001"/>
                  <a:pt x="308500" y="542554"/>
                  <a:pt x="280357" y="551462"/>
                </a:cubicBezTo>
                <a:cubicBezTo>
                  <a:pt x="258316" y="558439"/>
                  <a:pt x="239159" y="571987"/>
                  <a:pt x="226956" y="594701"/>
                </a:cubicBezTo>
                <a:cubicBezTo>
                  <a:pt x="225920" y="596779"/>
                  <a:pt x="224145" y="598524"/>
                  <a:pt x="221816" y="599414"/>
                </a:cubicBezTo>
                <a:lnTo>
                  <a:pt x="119380" y="638125"/>
                </a:lnTo>
                <a:close/>
                <a:moveTo>
                  <a:pt x="73085" y="614633"/>
                </a:moveTo>
                <a:lnTo>
                  <a:pt x="23678" y="643286"/>
                </a:lnTo>
                <a:cubicBezTo>
                  <a:pt x="21422" y="644548"/>
                  <a:pt x="19906" y="646700"/>
                  <a:pt x="19277" y="649076"/>
                </a:cubicBezTo>
                <a:cubicBezTo>
                  <a:pt x="18648" y="651414"/>
                  <a:pt x="18907" y="654049"/>
                  <a:pt x="20164" y="656276"/>
                </a:cubicBezTo>
                <a:lnTo>
                  <a:pt x="131926" y="850534"/>
                </a:lnTo>
                <a:cubicBezTo>
                  <a:pt x="133220" y="852761"/>
                  <a:pt x="135328" y="854320"/>
                  <a:pt x="137695" y="854951"/>
                </a:cubicBezTo>
                <a:cubicBezTo>
                  <a:pt x="140061" y="855582"/>
                  <a:pt x="142687" y="855322"/>
                  <a:pt x="144943" y="854023"/>
                </a:cubicBezTo>
                <a:lnTo>
                  <a:pt x="194351" y="825407"/>
                </a:lnTo>
                <a:cubicBezTo>
                  <a:pt x="196570" y="824145"/>
                  <a:pt x="198086" y="821993"/>
                  <a:pt x="198715" y="819617"/>
                </a:cubicBezTo>
                <a:cubicBezTo>
                  <a:pt x="199343" y="817242"/>
                  <a:pt x="199085" y="814644"/>
                  <a:pt x="197827" y="812417"/>
                </a:cubicBezTo>
                <a:cubicBezTo>
                  <a:pt x="160587" y="747725"/>
                  <a:pt x="123309" y="682921"/>
                  <a:pt x="86066" y="618197"/>
                </a:cubicBezTo>
                <a:cubicBezTo>
                  <a:pt x="84809" y="615933"/>
                  <a:pt x="82664" y="614411"/>
                  <a:pt x="80297" y="613780"/>
                </a:cubicBezTo>
                <a:cubicBezTo>
                  <a:pt x="77930" y="613149"/>
                  <a:pt x="75341" y="613409"/>
                  <a:pt x="73122" y="614671"/>
                </a:cubicBezTo>
                <a:close/>
                <a:moveTo>
                  <a:pt x="771448" y="545710"/>
                </a:moveTo>
                <a:lnTo>
                  <a:pt x="771374" y="545562"/>
                </a:lnTo>
                <a:cubicBezTo>
                  <a:pt x="767306" y="538510"/>
                  <a:pt x="760687" y="533685"/>
                  <a:pt x="753365" y="531718"/>
                </a:cubicBezTo>
                <a:cubicBezTo>
                  <a:pt x="746005" y="529751"/>
                  <a:pt x="737907" y="530568"/>
                  <a:pt x="730880" y="534650"/>
                </a:cubicBezTo>
                <a:lnTo>
                  <a:pt x="558585" y="634454"/>
                </a:lnTo>
                <a:cubicBezTo>
                  <a:pt x="550190" y="639947"/>
                  <a:pt x="542276" y="644290"/>
                  <a:pt x="534769" y="647704"/>
                </a:cubicBezTo>
                <a:cubicBezTo>
                  <a:pt x="559769" y="655535"/>
                  <a:pt x="586063" y="655795"/>
                  <a:pt x="622268" y="632190"/>
                </a:cubicBezTo>
                <a:lnTo>
                  <a:pt x="771491" y="545748"/>
                </a:lnTo>
                <a:close/>
                <a:moveTo>
                  <a:pt x="538127" y="72271"/>
                </a:moveTo>
                <a:cubicBezTo>
                  <a:pt x="530176" y="68967"/>
                  <a:pt x="521930" y="66184"/>
                  <a:pt x="513497" y="63957"/>
                </a:cubicBezTo>
                <a:cubicBezTo>
                  <a:pt x="507802" y="62472"/>
                  <a:pt x="503031" y="59206"/>
                  <a:pt x="499667" y="54826"/>
                </a:cubicBezTo>
                <a:cubicBezTo>
                  <a:pt x="496301" y="50447"/>
                  <a:pt x="494341" y="44990"/>
                  <a:pt x="494341" y="39127"/>
                </a:cubicBezTo>
                <a:lnTo>
                  <a:pt x="494341" y="25728"/>
                </a:lnTo>
                <a:cubicBezTo>
                  <a:pt x="494341" y="23909"/>
                  <a:pt x="493565" y="22239"/>
                  <a:pt x="492381" y="21052"/>
                </a:cubicBezTo>
                <a:cubicBezTo>
                  <a:pt x="491198" y="19827"/>
                  <a:pt x="489534" y="19084"/>
                  <a:pt x="487722" y="19084"/>
                </a:cubicBezTo>
                <a:lnTo>
                  <a:pt x="442789" y="19084"/>
                </a:lnTo>
                <a:cubicBezTo>
                  <a:pt x="440977" y="19084"/>
                  <a:pt x="439313" y="19864"/>
                  <a:pt x="438129" y="21052"/>
                </a:cubicBezTo>
                <a:cubicBezTo>
                  <a:pt x="436946" y="22239"/>
                  <a:pt x="436169" y="23909"/>
                  <a:pt x="436169" y="25728"/>
                </a:cubicBezTo>
                <a:lnTo>
                  <a:pt x="436169" y="39164"/>
                </a:lnTo>
                <a:cubicBezTo>
                  <a:pt x="436169" y="45028"/>
                  <a:pt x="434209" y="50484"/>
                  <a:pt x="430844" y="54863"/>
                </a:cubicBezTo>
                <a:cubicBezTo>
                  <a:pt x="427479" y="59243"/>
                  <a:pt x="422708" y="62509"/>
                  <a:pt x="417013" y="63994"/>
                </a:cubicBezTo>
                <a:cubicBezTo>
                  <a:pt x="408618" y="66184"/>
                  <a:pt x="400372" y="68967"/>
                  <a:pt x="392420" y="72270"/>
                </a:cubicBezTo>
                <a:cubicBezTo>
                  <a:pt x="384284" y="75648"/>
                  <a:pt x="376444" y="79582"/>
                  <a:pt x="369047" y="83925"/>
                </a:cubicBezTo>
                <a:cubicBezTo>
                  <a:pt x="364018" y="86894"/>
                  <a:pt x="358323" y="87971"/>
                  <a:pt x="352887" y="87302"/>
                </a:cubicBezTo>
                <a:cubicBezTo>
                  <a:pt x="347413" y="86597"/>
                  <a:pt x="342162" y="84111"/>
                  <a:pt x="338020" y="79991"/>
                </a:cubicBezTo>
                <a:lnTo>
                  <a:pt x="328590" y="70489"/>
                </a:lnTo>
                <a:cubicBezTo>
                  <a:pt x="327259" y="69190"/>
                  <a:pt x="325557" y="68559"/>
                  <a:pt x="323856" y="68559"/>
                </a:cubicBezTo>
                <a:cubicBezTo>
                  <a:pt x="322155" y="68559"/>
                  <a:pt x="320454" y="69227"/>
                  <a:pt x="319196" y="70489"/>
                </a:cubicBezTo>
                <a:lnTo>
                  <a:pt x="287392" y="102409"/>
                </a:lnTo>
                <a:cubicBezTo>
                  <a:pt x="286098" y="103670"/>
                  <a:pt x="285469" y="105378"/>
                  <a:pt x="285469" y="107122"/>
                </a:cubicBezTo>
                <a:cubicBezTo>
                  <a:pt x="285469" y="108829"/>
                  <a:pt x="286135" y="110537"/>
                  <a:pt x="287392" y="111799"/>
                </a:cubicBezTo>
                <a:lnTo>
                  <a:pt x="296822" y="121337"/>
                </a:lnTo>
                <a:cubicBezTo>
                  <a:pt x="300964" y="125457"/>
                  <a:pt x="303442" y="130690"/>
                  <a:pt x="304145" y="136183"/>
                </a:cubicBezTo>
                <a:cubicBezTo>
                  <a:pt x="304810" y="141676"/>
                  <a:pt x="303738" y="147392"/>
                  <a:pt x="300779" y="152439"/>
                </a:cubicBezTo>
                <a:cubicBezTo>
                  <a:pt x="296416" y="159937"/>
                  <a:pt x="292496" y="167768"/>
                  <a:pt x="289167" y="175859"/>
                </a:cubicBezTo>
                <a:cubicBezTo>
                  <a:pt x="285875" y="183876"/>
                  <a:pt x="283065" y="192152"/>
                  <a:pt x="280883" y="200578"/>
                </a:cubicBezTo>
                <a:cubicBezTo>
                  <a:pt x="279441" y="206256"/>
                  <a:pt x="276149" y="211082"/>
                  <a:pt x="271823" y="214458"/>
                </a:cubicBezTo>
                <a:cubicBezTo>
                  <a:pt x="267422" y="217836"/>
                  <a:pt x="262022" y="219803"/>
                  <a:pt x="256180" y="219803"/>
                </a:cubicBezTo>
                <a:lnTo>
                  <a:pt x="242829" y="219803"/>
                </a:lnTo>
                <a:cubicBezTo>
                  <a:pt x="241017" y="219803"/>
                  <a:pt x="239353" y="220582"/>
                  <a:pt x="238169" y="221770"/>
                </a:cubicBezTo>
                <a:cubicBezTo>
                  <a:pt x="236986" y="222958"/>
                  <a:pt x="236209" y="224628"/>
                  <a:pt x="236209" y="226447"/>
                </a:cubicBezTo>
                <a:lnTo>
                  <a:pt x="236209" y="271542"/>
                </a:lnTo>
                <a:cubicBezTo>
                  <a:pt x="236209" y="273397"/>
                  <a:pt x="236949" y="275068"/>
                  <a:pt x="238132" y="276218"/>
                </a:cubicBezTo>
                <a:cubicBezTo>
                  <a:pt x="239390" y="277406"/>
                  <a:pt x="241054" y="278185"/>
                  <a:pt x="242866" y="278185"/>
                </a:cubicBezTo>
                <a:lnTo>
                  <a:pt x="256254" y="278185"/>
                </a:lnTo>
                <a:cubicBezTo>
                  <a:pt x="262097" y="278185"/>
                  <a:pt x="267533" y="280152"/>
                  <a:pt x="271896" y="283530"/>
                </a:cubicBezTo>
                <a:cubicBezTo>
                  <a:pt x="276223" y="286870"/>
                  <a:pt x="279515" y="291695"/>
                  <a:pt x="280994" y="297411"/>
                </a:cubicBezTo>
                <a:cubicBezTo>
                  <a:pt x="283176" y="305836"/>
                  <a:pt x="285950" y="314112"/>
                  <a:pt x="289241" y="322093"/>
                </a:cubicBezTo>
                <a:cubicBezTo>
                  <a:pt x="292606" y="330258"/>
                  <a:pt x="296526" y="338126"/>
                  <a:pt x="300853" y="345550"/>
                </a:cubicBezTo>
                <a:cubicBezTo>
                  <a:pt x="303812" y="350597"/>
                  <a:pt x="304884" y="356313"/>
                  <a:pt x="304219" y="361769"/>
                </a:cubicBezTo>
                <a:cubicBezTo>
                  <a:pt x="303516" y="367262"/>
                  <a:pt x="301038" y="372532"/>
                  <a:pt x="296933" y="376689"/>
                </a:cubicBezTo>
                <a:lnTo>
                  <a:pt x="287466" y="386153"/>
                </a:lnTo>
                <a:cubicBezTo>
                  <a:pt x="286172" y="387489"/>
                  <a:pt x="285543" y="389197"/>
                  <a:pt x="285543" y="390904"/>
                </a:cubicBezTo>
                <a:cubicBezTo>
                  <a:pt x="285543" y="392611"/>
                  <a:pt x="286209" y="394319"/>
                  <a:pt x="287466" y="395581"/>
                </a:cubicBezTo>
                <a:lnTo>
                  <a:pt x="319270" y="427500"/>
                </a:lnTo>
                <a:cubicBezTo>
                  <a:pt x="320528" y="428799"/>
                  <a:pt x="322229" y="429430"/>
                  <a:pt x="323967" y="429430"/>
                </a:cubicBezTo>
                <a:cubicBezTo>
                  <a:pt x="325668" y="429430"/>
                  <a:pt x="327369" y="428762"/>
                  <a:pt x="328627" y="427500"/>
                </a:cubicBezTo>
                <a:lnTo>
                  <a:pt x="338131" y="418036"/>
                </a:lnTo>
                <a:cubicBezTo>
                  <a:pt x="342236" y="413879"/>
                  <a:pt x="347450" y="411392"/>
                  <a:pt x="352924" y="410687"/>
                </a:cubicBezTo>
                <a:cubicBezTo>
                  <a:pt x="358397" y="410019"/>
                  <a:pt x="364092" y="411095"/>
                  <a:pt x="369121" y="414064"/>
                </a:cubicBezTo>
                <a:cubicBezTo>
                  <a:pt x="376591" y="418444"/>
                  <a:pt x="384395" y="422378"/>
                  <a:pt x="392456" y="425719"/>
                </a:cubicBezTo>
                <a:cubicBezTo>
                  <a:pt x="400444" y="429022"/>
                  <a:pt x="408691" y="431843"/>
                  <a:pt x="417086" y="434033"/>
                </a:cubicBezTo>
                <a:cubicBezTo>
                  <a:pt x="422744" y="435480"/>
                  <a:pt x="427552" y="438783"/>
                  <a:pt x="430917" y="443126"/>
                </a:cubicBezTo>
                <a:cubicBezTo>
                  <a:pt x="434282" y="447542"/>
                  <a:pt x="436242" y="452962"/>
                  <a:pt x="436242" y="458825"/>
                </a:cubicBezTo>
                <a:lnTo>
                  <a:pt x="436242" y="472224"/>
                </a:lnTo>
                <a:cubicBezTo>
                  <a:pt x="436242" y="474080"/>
                  <a:pt x="436982" y="475750"/>
                  <a:pt x="438165" y="476901"/>
                </a:cubicBezTo>
                <a:cubicBezTo>
                  <a:pt x="439423" y="478088"/>
                  <a:pt x="441087" y="478868"/>
                  <a:pt x="442899" y="478868"/>
                </a:cubicBezTo>
                <a:lnTo>
                  <a:pt x="487831" y="478868"/>
                </a:lnTo>
                <a:cubicBezTo>
                  <a:pt x="489680" y="478868"/>
                  <a:pt x="491345" y="478125"/>
                  <a:pt x="492491" y="476938"/>
                </a:cubicBezTo>
                <a:cubicBezTo>
                  <a:pt x="493712" y="475713"/>
                  <a:pt x="494451" y="474043"/>
                  <a:pt x="494451" y="472187"/>
                </a:cubicBezTo>
                <a:lnTo>
                  <a:pt x="494451" y="458751"/>
                </a:lnTo>
                <a:cubicBezTo>
                  <a:pt x="494451" y="452887"/>
                  <a:pt x="496411" y="447431"/>
                  <a:pt x="499776" y="443052"/>
                </a:cubicBezTo>
                <a:cubicBezTo>
                  <a:pt x="503142" y="438672"/>
                  <a:pt x="507912" y="435406"/>
                  <a:pt x="513607" y="433921"/>
                </a:cubicBezTo>
                <a:cubicBezTo>
                  <a:pt x="522002" y="431731"/>
                  <a:pt x="530249" y="428948"/>
                  <a:pt x="538200" y="425645"/>
                </a:cubicBezTo>
                <a:cubicBezTo>
                  <a:pt x="546336" y="422267"/>
                  <a:pt x="554176" y="418333"/>
                  <a:pt x="561573" y="413990"/>
                </a:cubicBezTo>
                <a:cubicBezTo>
                  <a:pt x="566603" y="411021"/>
                  <a:pt x="572298" y="409945"/>
                  <a:pt x="577734" y="410613"/>
                </a:cubicBezTo>
                <a:cubicBezTo>
                  <a:pt x="583207" y="411318"/>
                  <a:pt x="588458" y="413805"/>
                  <a:pt x="592600" y="417924"/>
                </a:cubicBezTo>
                <a:lnTo>
                  <a:pt x="602031" y="427426"/>
                </a:lnTo>
                <a:cubicBezTo>
                  <a:pt x="603362" y="428725"/>
                  <a:pt x="605063" y="429356"/>
                  <a:pt x="606764" y="429356"/>
                </a:cubicBezTo>
                <a:cubicBezTo>
                  <a:pt x="608465" y="429356"/>
                  <a:pt x="610166" y="428688"/>
                  <a:pt x="611424" y="427426"/>
                </a:cubicBezTo>
                <a:lnTo>
                  <a:pt x="643228" y="395507"/>
                </a:lnTo>
                <a:cubicBezTo>
                  <a:pt x="644523" y="394245"/>
                  <a:pt x="645151" y="392537"/>
                  <a:pt x="645151" y="390793"/>
                </a:cubicBezTo>
                <a:cubicBezTo>
                  <a:pt x="645151" y="389086"/>
                  <a:pt x="644486" y="387378"/>
                  <a:pt x="643228" y="386116"/>
                </a:cubicBezTo>
                <a:lnTo>
                  <a:pt x="633798" y="376578"/>
                </a:lnTo>
                <a:cubicBezTo>
                  <a:pt x="629656" y="372458"/>
                  <a:pt x="627178" y="367225"/>
                  <a:pt x="626476" y="361732"/>
                </a:cubicBezTo>
                <a:cubicBezTo>
                  <a:pt x="625810" y="356239"/>
                  <a:pt x="626882" y="350523"/>
                  <a:pt x="629841" y="345476"/>
                </a:cubicBezTo>
                <a:cubicBezTo>
                  <a:pt x="634205" y="337978"/>
                  <a:pt x="638125" y="330147"/>
                  <a:pt x="641453" y="322056"/>
                </a:cubicBezTo>
                <a:cubicBezTo>
                  <a:pt x="644745" y="314040"/>
                  <a:pt x="647555" y="305763"/>
                  <a:pt x="649737" y="297337"/>
                </a:cubicBezTo>
                <a:cubicBezTo>
                  <a:pt x="651180" y="291659"/>
                  <a:pt x="654471" y="286833"/>
                  <a:pt x="658798" y="283457"/>
                </a:cubicBezTo>
                <a:cubicBezTo>
                  <a:pt x="663199" y="280079"/>
                  <a:pt x="668598" y="278112"/>
                  <a:pt x="674441" y="278112"/>
                </a:cubicBezTo>
                <a:lnTo>
                  <a:pt x="687791" y="278112"/>
                </a:lnTo>
                <a:cubicBezTo>
                  <a:pt x="689640" y="278112"/>
                  <a:pt x="691305" y="277370"/>
                  <a:pt x="692451" y="276182"/>
                </a:cubicBezTo>
                <a:cubicBezTo>
                  <a:pt x="693671" y="274957"/>
                  <a:pt x="694411" y="273287"/>
                  <a:pt x="694411" y="271431"/>
                </a:cubicBezTo>
                <a:lnTo>
                  <a:pt x="694411" y="226336"/>
                </a:lnTo>
                <a:cubicBezTo>
                  <a:pt x="694411" y="224518"/>
                  <a:pt x="693634" y="222848"/>
                  <a:pt x="692451" y="221660"/>
                </a:cubicBezTo>
                <a:cubicBezTo>
                  <a:pt x="691268" y="220435"/>
                  <a:pt x="689603" y="219693"/>
                  <a:pt x="687791" y="219693"/>
                </a:cubicBezTo>
                <a:lnTo>
                  <a:pt x="674404" y="219693"/>
                </a:lnTo>
                <a:cubicBezTo>
                  <a:pt x="668561" y="219693"/>
                  <a:pt x="663124" y="217726"/>
                  <a:pt x="658761" y="214348"/>
                </a:cubicBezTo>
                <a:cubicBezTo>
                  <a:pt x="654397" y="210971"/>
                  <a:pt x="651143" y="206183"/>
                  <a:pt x="649663" y="200467"/>
                </a:cubicBezTo>
                <a:cubicBezTo>
                  <a:pt x="647481" y="192042"/>
                  <a:pt x="644708" y="183766"/>
                  <a:pt x="641417" y="175785"/>
                </a:cubicBezTo>
                <a:cubicBezTo>
                  <a:pt x="638051" y="167620"/>
                  <a:pt x="634131" y="159752"/>
                  <a:pt x="629804" y="152328"/>
                </a:cubicBezTo>
                <a:cubicBezTo>
                  <a:pt x="626845" y="147281"/>
                  <a:pt x="625773" y="141565"/>
                  <a:pt x="626439" y="136109"/>
                </a:cubicBezTo>
                <a:cubicBezTo>
                  <a:pt x="627141" y="130616"/>
                  <a:pt x="629619" y="125346"/>
                  <a:pt x="633724" y="121189"/>
                </a:cubicBezTo>
                <a:lnTo>
                  <a:pt x="643191" y="111725"/>
                </a:lnTo>
                <a:cubicBezTo>
                  <a:pt x="644486" y="110389"/>
                  <a:pt x="645114" y="108681"/>
                  <a:pt x="645114" y="106974"/>
                </a:cubicBezTo>
                <a:cubicBezTo>
                  <a:pt x="645114" y="105267"/>
                  <a:pt x="644449" y="103559"/>
                  <a:pt x="643191" y="102297"/>
                </a:cubicBezTo>
                <a:lnTo>
                  <a:pt x="611387" y="70378"/>
                </a:lnTo>
                <a:cubicBezTo>
                  <a:pt x="610130" y="69079"/>
                  <a:pt x="608428" y="68448"/>
                  <a:pt x="606690" y="68448"/>
                </a:cubicBezTo>
                <a:cubicBezTo>
                  <a:pt x="604989" y="68448"/>
                  <a:pt x="603288" y="69116"/>
                  <a:pt x="602031" y="70378"/>
                </a:cubicBezTo>
                <a:lnTo>
                  <a:pt x="592526" y="79842"/>
                </a:lnTo>
                <a:cubicBezTo>
                  <a:pt x="588422" y="83999"/>
                  <a:pt x="583207" y="86486"/>
                  <a:pt x="577734" y="87191"/>
                </a:cubicBezTo>
                <a:cubicBezTo>
                  <a:pt x="572261" y="87859"/>
                  <a:pt x="566602" y="86783"/>
                  <a:pt x="561536" y="83814"/>
                </a:cubicBezTo>
                <a:cubicBezTo>
                  <a:pt x="554103" y="79434"/>
                  <a:pt x="546300" y="75537"/>
                  <a:pt x="538201" y="72159"/>
                </a:cubicBezTo>
                <a:close/>
              </a:path>
            </a:pathLst>
          </a:custGeom>
          <a:solidFill>
            <a:srgbClr val="000000"/>
          </a:solidFill>
          <a:ln w="9438" cap="flat">
            <a:noFill/>
            <a:prstDash val="solid"/>
            <a:miter/>
          </a:ln>
        </p:spPr>
        <p:txBody>
          <a:bodyPr/>
          <a:lstStyle/>
          <a:p>
            <a:endParaRPr lang="en-US"/>
          </a:p>
        </p:txBody>
      </p:sp>
      <p:sp>
        <p:nvSpPr>
          <p:cNvPr id="14" name="Round Same Side Corner Rectangle 13">
            <a:extLst>
              <a:ext uri="{FF2B5EF4-FFF2-40B4-BE49-F238E27FC236}">
                <a16:creationId xmlns:a16="http://schemas.microsoft.com/office/drawing/2014/main" id="{96D75753-DD22-AB34-FDD7-19163EA86CE8}"/>
              </a:ext>
              <a:ext uri="{C183D7F6-B498-43B3-948B-1728B52AA6E4}">
                <adec:decorative xmlns:adec="http://schemas.microsoft.com/office/drawing/2017/decorative" val="1"/>
              </a:ext>
            </a:extLst>
          </p:cNvPr>
          <p:cNvSpPr/>
          <p:nvPr/>
        </p:nvSpPr>
        <p:spPr>
          <a:xfrm>
            <a:off x="371475"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 Same Side Corner Rectangle 14">
            <a:extLst>
              <a:ext uri="{FF2B5EF4-FFF2-40B4-BE49-F238E27FC236}">
                <a16:creationId xmlns:a16="http://schemas.microsoft.com/office/drawing/2014/main" id="{94BA0399-5DDE-41DE-9CC5-9A8F282DCF7D}"/>
              </a:ext>
              <a:ext uri="{C183D7F6-B498-43B3-948B-1728B52AA6E4}">
                <adec:decorative xmlns:adec="http://schemas.microsoft.com/office/drawing/2017/decorative" val="1"/>
              </a:ext>
            </a:extLst>
          </p:cNvPr>
          <p:cNvSpPr/>
          <p:nvPr/>
        </p:nvSpPr>
        <p:spPr>
          <a:xfrm>
            <a:off x="4253243"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a:extLst>
              <a:ext uri="{FF2B5EF4-FFF2-40B4-BE49-F238E27FC236}">
                <a16:creationId xmlns:a16="http://schemas.microsoft.com/office/drawing/2014/main" id="{0C3E611C-D967-110C-7676-9CFA72BD4882}"/>
              </a:ext>
              <a:ext uri="{C183D7F6-B498-43B3-948B-1728B52AA6E4}">
                <adec:decorative xmlns:adec="http://schemas.microsoft.com/office/drawing/2017/decorative" val="1"/>
              </a:ext>
            </a:extLst>
          </p:cNvPr>
          <p:cNvSpPr/>
          <p:nvPr/>
        </p:nvSpPr>
        <p:spPr>
          <a:xfrm>
            <a:off x="8135012"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1474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BD55-2476-C8D8-181D-6D2332C85D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545BA-2AA1-C8E5-7D93-663311911B73}"/>
              </a:ext>
            </a:extLst>
          </p:cNvPr>
          <p:cNvSpPr>
            <a:spLocks noGrp="1"/>
          </p:cNvSpPr>
          <p:nvPr>
            <p:ph type="title"/>
          </p:nvPr>
        </p:nvSpPr>
        <p:spPr>
          <a:xfrm>
            <a:off x="360363" y="360363"/>
            <a:ext cx="11460162" cy="1169551"/>
          </a:xfrm>
        </p:spPr>
        <p:txBody>
          <a:bodyPr/>
          <a:lstStyle/>
          <a:p>
            <a:r>
              <a:rPr lang="en-US" sz="1200" cap="all">
                <a:solidFill>
                  <a:prstClr val="black">
                    <a:lumMod val="50000"/>
                    <a:lumOff val="50000"/>
                  </a:prstClr>
                </a:solidFill>
              </a:rPr>
              <a:t>CASE STUDY: Compass</a:t>
            </a:r>
            <a:br>
              <a:rPr lang="en-US"/>
            </a:br>
            <a:r>
              <a:rPr lang="en-US"/>
              <a:t>We Helped Compass Launch Accessible </a:t>
            </a:r>
            <a:br>
              <a:rPr lang="en-US"/>
            </a:br>
            <a:r>
              <a:rPr lang="en-US"/>
              <a:t>Ordering Experiences</a:t>
            </a:r>
          </a:p>
        </p:txBody>
      </p:sp>
      <p:pic>
        <p:nvPicPr>
          <p:cNvPr id="7" name="Picture 12" descr="Compass Group logo">
            <a:extLst>
              <a:ext uri="{FF2B5EF4-FFF2-40B4-BE49-F238E27FC236}">
                <a16:creationId xmlns:a16="http://schemas.microsoft.com/office/drawing/2014/main" id="{4CCC2278-8DA8-E7AA-3BA0-DA2ABBF57C7A}"/>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251113" y="448499"/>
            <a:ext cx="1562458" cy="59236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C73733E9-77AB-A396-BEA1-91CBE53D7E42}"/>
              </a:ext>
            </a:extLst>
          </p:cNvPr>
          <p:cNvSpPr/>
          <p:nvPr/>
        </p:nvSpPr>
        <p:spPr>
          <a:xfrm>
            <a:off x="371475"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mj-lt"/>
                <a:ea typeface="+mn-ea"/>
                <a:cs typeface="+mn-cs"/>
              </a:rPr>
              <a:t>Challenge</a:t>
            </a:r>
          </a:p>
        </p:txBody>
      </p:sp>
      <p:sp>
        <p:nvSpPr>
          <p:cNvPr id="6" name="TextBox 5">
            <a:extLst>
              <a:ext uri="{FF2B5EF4-FFF2-40B4-BE49-F238E27FC236}">
                <a16:creationId xmlns:a16="http://schemas.microsoft.com/office/drawing/2014/main" id="{6C7A597E-3F11-D367-BD36-8334843F7D18}"/>
              </a:ext>
            </a:extLst>
          </p:cNvPr>
          <p:cNvSpPr txBox="1"/>
          <p:nvPr/>
        </p:nvSpPr>
        <p:spPr>
          <a:xfrm>
            <a:off x="371475" y="3606876"/>
            <a:ext cx="36311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a:solidFill>
                  <a:srgbClr val="282828"/>
                </a:solidFill>
                <a:latin typeface="+mj-lt"/>
              </a:rPr>
              <a:t>Compass needed to make vending machine ordering apps at Microsoft campuses accessible to all employees, including those using assistive technologies.</a:t>
            </a:r>
          </a:p>
        </p:txBody>
      </p:sp>
      <p:sp>
        <p:nvSpPr>
          <p:cNvPr id="8" name="Rectangle 7">
            <a:extLst>
              <a:ext uri="{FF2B5EF4-FFF2-40B4-BE49-F238E27FC236}">
                <a16:creationId xmlns:a16="http://schemas.microsoft.com/office/drawing/2014/main" id="{E3C450FB-43DA-CD83-D08A-DCBDC14FCE9D}"/>
              </a:ext>
            </a:extLst>
          </p:cNvPr>
          <p:cNvSpPr/>
          <p:nvPr/>
        </p:nvSpPr>
        <p:spPr>
          <a:xfrm>
            <a:off x="4253243"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Solution</a:t>
            </a:r>
          </a:p>
        </p:txBody>
      </p:sp>
      <p:sp>
        <p:nvSpPr>
          <p:cNvPr id="21" name="TextBox 20">
            <a:extLst>
              <a:ext uri="{FF2B5EF4-FFF2-40B4-BE49-F238E27FC236}">
                <a16:creationId xmlns:a16="http://schemas.microsoft.com/office/drawing/2014/main" id="{411316AA-4B0C-2AFC-3982-15E82211A228}"/>
              </a:ext>
            </a:extLst>
          </p:cNvPr>
          <p:cNvSpPr txBox="1"/>
          <p:nvPr/>
        </p:nvSpPr>
        <p:spPr>
          <a:xfrm>
            <a:off x="4247688" y="3606876"/>
            <a:ext cx="3696625"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err="1">
                <a:solidFill>
                  <a:srgbClr val="282828"/>
                </a:solidFill>
                <a:latin typeface="+mj-lt"/>
              </a:rPr>
              <a:t>IAccessible</a:t>
            </a:r>
            <a:r>
              <a:rPr lang="en-US" sz="1400">
                <a:solidFill>
                  <a:srgbClr val="282828"/>
                </a:solidFill>
                <a:latin typeface="+mj-lt"/>
              </a:rPr>
              <a:t> conducted usability testing with blind and low-vision users, and trained Compass staff on accessibility best practices.</a:t>
            </a:r>
          </a:p>
        </p:txBody>
      </p:sp>
      <p:sp>
        <p:nvSpPr>
          <p:cNvPr id="9" name="Rectangle 8">
            <a:extLst>
              <a:ext uri="{FF2B5EF4-FFF2-40B4-BE49-F238E27FC236}">
                <a16:creationId xmlns:a16="http://schemas.microsoft.com/office/drawing/2014/main" id="{814BD5AC-56B4-FE3B-2936-D32D226044C5}"/>
              </a:ext>
            </a:extLst>
          </p:cNvPr>
          <p:cNvSpPr/>
          <p:nvPr/>
        </p:nvSpPr>
        <p:spPr>
          <a:xfrm>
            <a:off x="8135012"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Outcome</a:t>
            </a:r>
          </a:p>
        </p:txBody>
      </p:sp>
      <p:sp>
        <p:nvSpPr>
          <p:cNvPr id="24" name="TextBox 23">
            <a:extLst>
              <a:ext uri="{FF2B5EF4-FFF2-40B4-BE49-F238E27FC236}">
                <a16:creationId xmlns:a16="http://schemas.microsoft.com/office/drawing/2014/main" id="{75B79FED-4A50-25EE-1F85-6C46D1FACD7C}"/>
              </a:ext>
            </a:extLst>
          </p:cNvPr>
          <p:cNvSpPr txBox="1"/>
          <p:nvPr/>
        </p:nvSpPr>
        <p:spPr>
          <a:xfrm>
            <a:off x="8130998" y="3606876"/>
            <a:ext cx="36895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a:solidFill>
                  <a:srgbClr val="282828"/>
                </a:solidFill>
                <a:latin typeface="+mj-lt"/>
              </a:rPr>
              <a:t>Fully accessible ordering apps deployed across Microsoft cafés. Positive feedback from employees with disabilities.</a:t>
            </a:r>
          </a:p>
        </p:txBody>
      </p:sp>
      <p:sp>
        <p:nvSpPr>
          <p:cNvPr id="3" name="Slide Number Placeholder 2">
            <a:extLst>
              <a:ext uri="{FF2B5EF4-FFF2-40B4-BE49-F238E27FC236}">
                <a16:creationId xmlns:a16="http://schemas.microsoft.com/office/drawing/2014/main" id="{746337C7-391B-D92E-8A6C-11C8998A7628}"/>
              </a:ext>
              <a:ext uri="{C183D7F6-B498-43B3-948B-1728B52AA6E4}">
                <adec:decorative xmlns:adec="http://schemas.microsoft.com/office/drawing/2017/decorative" val="1"/>
              </a:ext>
            </a:extLst>
          </p:cNvPr>
          <p:cNvSpPr>
            <a:spLocks noGrp="1"/>
          </p:cNvSpPr>
          <p:nvPr>
            <p:ph type="sldNum" sz="quarter" idx="12"/>
          </p:nvPr>
        </p:nvSpPr>
        <p:spPr>
          <a:xfrm>
            <a:off x="11515345" y="6446330"/>
            <a:ext cx="305179" cy="123111"/>
          </a:xfrm>
        </p:spPr>
        <p:txBody>
          <a:bodyPr/>
          <a:lstStyle/>
          <a:p>
            <a:fld id="{EFBDB023-C1A5-4ABF-B6D8-70426759D17D}" type="slidenum">
              <a:rPr lang="en-IN" smtClean="0"/>
              <a:pPr/>
              <a:t>21</a:t>
            </a:fld>
            <a:endParaRPr lang="en-IN"/>
          </a:p>
        </p:txBody>
      </p:sp>
      <p:sp>
        <p:nvSpPr>
          <p:cNvPr id="30" name="Freeform 29">
            <a:extLst>
              <a:ext uri="{FF2B5EF4-FFF2-40B4-BE49-F238E27FC236}">
                <a16:creationId xmlns:a16="http://schemas.microsoft.com/office/drawing/2014/main" id="{B8B5B9D8-20E2-DC51-8A1A-D36723D0FF51}"/>
              </a:ext>
              <a:ext uri="{C183D7F6-B498-43B3-948B-1728B52AA6E4}">
                <adec:decorative xmlns:adec="http://schemas.microsoft.com/office/drawing/2017/decorative" val="1"/>
              </a:ext>
            </a:extLst>
          </p:cNvPr>
          <p:cNvSpPr>
            <a:spLocks noChangeAspect="1"/>
          </p:cNvSpPr>
          <p:nvPr/>
        </p:nvSpPr>
        <p:spPr>
          <a:xfrm>
            <a:off x="5818841" y="2203462"/>
            <a:ext cx="565428" cy="567456"/>
          </a:xfrm>
          <a:custGeom>
            <a:avLst/>
            <a:gdLst>
              <a:gd name="csX0" fmla="*/ 827038 w 827843"/>
              <a:gd name="csY0" fmla="*/ 530109 h 830812"/>
              <a:gd name="csX1" fmla="*/ 805108 w 827843"/>
              <a:gd name="csY1" fmla="*/ 560914 h 830812"/>
              <a:gd name="csX2" fmla="*/ 528597 w 827843"/>
              <a:gd name="csY2" fmla="*/ 721138 h 830812"/>
              <a:gd name="csX3" fmla="*/ 444242 w 827843"/>
              <a:gd name="csY3" fmla="*/ 743815 h 830812"/>
              <a:gd name="csX4" fmla="*/ 357853 w 827843"/>
              <a:gd name="csY4" fmla="*/ 743815 h 830812"/>
              <a:gd name="csX5" fmla="*/ 314806 w 827843"/>
              <a:gd name="csY5" fmla="*/ 768682 h 830812"/>
              <a:gd name="csX6" fmla="*/ 282004 w 827843"/>
              <a:gd name="csY6" fmla="*/ 825728 h 830812"/>
              <a:gd name="csX7" fmla="*/ 273239 w 827843"/>
              <a:gd name="csY7" fmla="*/ 830813 h 830812"/>
              <a:gd name="csX8" fmla="*/ 268210 w 827843"/>
              <a:gd name="csY8" fmla="*/ 829440 h 830812"/>
              <a:gd name="csX9" fmla="*/ 264512 w 827843"/>
              <a:gd name="csY9" fmla="*/ 815596 h 830812"/>
              <a:gd name="csX10" fmla="*/ 297314 w 827843"/>
              <a:gd name="csY10" fmla="*/ 758550 h 830812"/>
              <a:gd name="csX11" fmla="*/ 357852 w 827843"/>
              <a:gd name="csY11" fmla="*/ 723550 h 830812"/>
              <a:gd name="csX12" fmla="*/ 444241 w 827843"/>
              <a:gd name="csY12" fmla="*/ 723550 h 830812"/>
              <a:gd name="csX13" fmla="*/ 518501 w 827843"/>
              <a:gd name="csY13" fmla="*/ 703582 h 830812"/>
              <a:gd name="csX14" fmla="*/ 795011 w 827843"/>
              <a:gd name="csY14" fmla="*/ 543359 h 830812"/>
              <a:gd name="csX15" fmla="*/ 807216 w 827843"/>
              <a:gd name="csY15" fmla="*/ 526285 h 830812"/>
              <a:gd name="csX16" fmla="*/ 802186 w 827843"/>
              <a:gd name="csY16" fmla="*/ 505872 h 830812"/>
              <a:gd name="csX17" fmla="*/ 703300 w 827843"/>
              <a:gd name="csY17" fmla="*/ 505019 h 830812"/>
              <a:gd name="csX18" fmla="*/ 539876 w 827843"/>
              <a:gd name="csY18" fmla="*/ 599699 h 830812"/>
              <a:gd name="csX19" fmla="*/ 529078 w 827843"/>
              <a:gd name="csY19" fmla="*/ 633696 h 830812"/>
              <a:gd name="csX20" fmla="*/ 494759 w 827843"/>
              <a:gd name="csY20" fmla="*/ 649396 h 830812"/>
              <a:gd name="csX21" fmla="*/ 355372 w 827843"/>
              <a:gd name="csY21" fmla="*/ 649396 h 830812"/>
              <a:gd name="csX22" fmla="*/ 345277 w 827843"/>
              <a:gd name="csY22" fmla="*/ 639263 h 830812"/>
              <a:gd name="csX23" fmla="*/ 355372 w 827843"/>
              <a:gd name="csY23" fmla="*/ 629131 h 830812"/>
              <a:gd name="csX24" fmla="*/ 494759 w 827843"/>
              <a:gd name="csY24" fmla="*/ 629131 h 830812"/>
              <a:gd name="csX25" fmla="*/ 513841 w 827843"/>
              <a:gd name="csY25" fmla="*/ 620446 h 830812"/>
              <a:gd name="csX26" fmla="*/ 519647 w 827843"/>
              <a:gd name="csY26" fmla="*/ 600255 h 830812"/>
              <a:gd name="csX27" fmla="*/ 519093 w 827843"/>
              <a:gd name="csY27" fmla="*/ 597101 h 830812"/>
              <a:gd name="csX28" fmla="*/ 518908 w 827843"/>
              <a:gd name="csY28" fmla="*/ 596210 h 830812"/>
              <a:gd name="csX29" fmla="*/ 434479 w 827843"/>
              <a:gd name="csY29" fmla="*/ 549890 h 830812"/>
              <a:gd name="csX30" fmla="*/ 305156 w 827843"/>
              <a:gd name="csY30" fmla="*/ 549964 h 830812"/>
              <a:gd name="csX31" fmla="*/ 302530 w 827843"/>
              <a:gd name="csY31" fmla="*/ 549630 h 830812"/>
              <a:gd name="csX32" fmla="*/ 124725 w 827843"/>
              <a:gd name="csY32" fmla="*/ 635329 h 830812"/>
              <a:gd name="csX33" fmla="*/ 116072 w 827843"/>
              <a:gd name="csY33" fmla="*/ 653553 h 830812"/>
              <a:gd name="csX34" fmla="*/ 18843 w 827843"/>
              <a:gd name="csY34" fmla="*/ 822537 h 830812"/>
              <a:gd name="csX35" fmla="*/ 5049 w 827843"/>
              <a:gd name="csY35" fmla="*/ 826248 h 830812"/>
              <a:gd name="csX36" fmla="*/ 1351 w 827843"/>
              <a:gd name="csY36" fmla="*/ 812405 h 830812"/>
              <a:gd name="csX37" fmla="*/ 98580 w 827843"/>
              <a:gd name="csY37" fmla="*/ 643383 h 830812"/>
              <a:gd name="csX38" fmla="*/ 106272 w 827843"/>
              <a:gd name="csY38" fmla="*/ 627090 h 830812"/>
              <a:gd name="csX39" fmla="*/ 306486 w 827843"/>
              <a:gd name="csY39" fmla="*/ 529661 h 830812"/>
              <a:gd name="csX40" fmla="*/ 434445 w 827843"/>
              <a:gd name="csY40" fmla="*/ 529661 h 830812"/>
              <a:gd name="csX41" fmla="*/ 534439 w 827843"/>
              <a:gd name="csY41" fmla="*/ 579470 h 830812"/>
              <a:gd name="csX42" fmla="*/ 693233 w 827843"/>
              <a:gd name="csY42" fmla="*/ 487461 h 830812"/>
              <a:gd name="csX43" fmla="*/ 818050 w 827843"/>
              <a:gd name="csY43" fmla="*/ 493326 h 830812"/>
              <a:gd name="csX44" fmla="*/ 827036 w 827843"/>
              <a:gd name="csY44" fmla="*/ 530107 h 830812"/>
              <a:gd name="csX45" fmla="*/ 354857 w 827843"/>
              <a:gd name="csY45" fmla="*/ 225358 h 830812"/>
              <a:gd name="csX46" fmla="*/ 512809 w 827843"/>
              <a:gd name="csY46" fmla="*/ 66835 h 830812"/>
              <a:gd name="csX47" fmla="*/ 670761 w 827843"/>
              <a:gd name="csY47" fmla="*/ 225358 h 830812"/>
              <a:gd name="csX48" fmla="*/ 621132 w 827843"/>
              <a:gd name="csY48" fmla="*/ 340716 h 830812"/>
              <a:gd name="csX49" fmla="*/ 602641 w 827843"/>
              <a:gd name="csY49" fmla="*/ 376866 h 830812"/>
              <a:gd name="csX50" fmla="*/ 621613 w 827843"/>
              <a:gd name="csY50" fmla="*/ 404517 h 830812"/>
              <a:gd name="csX51" fmla="*/ 614254 w 827843"/>
              <a:gd name="csY51" fmla="*/ 424077 h 830812"/>
              <a:gd name="csX52" fmla="*/ 621613 w 827843"/>
              <a:gd name="csY52" fmla="*/ 443637 h 830812"/>
              <a:gd name="csX53" fmla="*/ 592028 w 827843"/>
              <a:gd name="csY53" fmla="*/ 473329 h 830812"/>
              <a:gd name="csX54" fmla="*/ 581303 w 827843"/>
              <a:gd name="csY54" fmla="*/ 473329 h 830812"/>
              <a:gd name="csX55" fmla="*/ 575756 w 827843"/>
              <a:gd name="csY55" fmla="*/ 488546 h 830812"/>
              <a:gd name="csX56" fmla="*/ 539625 w 827843"/>
              <a:gd name="csY56" fmla="*/ 513896 h 830812"/>
              <a:gd name="csX57" fmla="*/ 486001 w 827843"/>
              <a:gd name="csY57" fmla="*/ 513896 h 830812"/>
              <a:gd name="csX58" fmla="*/ 449871 w 827843"/>
              <a:gd name="csY58" fmla="*/ 488546 h 830812"/>
              <a:gd name="csX59" fmla="*/ 444323 w 827843"/>
              <a:gd name="csY59" fmla="*/ 473329 h 830812"/>
              <a:gd name="csX60" fmla="*/ 433599 w 827843"/>
              <a:gd name="csY60" fmla="*/ 473329 h 830812"/>
              <a:gd name="csX61" fmla="*/ 404014 w 827843"/>
              <a:gd name="csY61" fmla="*/ 443637 h 830812"/>
              <a:gd name="csX62" fmla="*/ 411373 w 827843"/>
              <a:gd name="csY62" fmla="*/ 424077 h 830812"/>
              <a:gd name="csX63" fmla="*/ 404014 w 827843"/>
              <a:gd name="csY63" fmla="*/ 404517 h 830812"/>
              <a:gd name="csX64" fmla="*/ 422985 w 827843"/>
              <a:gd name="csY64" fmla="*/ 376866 h 830812"/>
              <a:gd name="csX65" fmla="*/ 404494 w 827843"/>
              <a:gd name="csY65" fmla="*/ 340716 h 830812"/>
              <a:gd name="csX66" fmla="*/ 354865 w 827843"/>
              <a:gd name="csY66" fmla="*/ 225358 h 830812"/>
              <a:gd name="csX67" fmla="*/ 559776 w 827843"/>
              <a:gd name="csY67" fmla="*/ 473366 h 830812"/>
              <a:gd name="csX68" fmla="*/ 465843 w 827843"/>
              <a:gd name="csY68" fmla="*/ 473366 h 830812"/>
              <a:gd name="csX69" fmla="*/ 468839 w 827843"/>
              <a:gd name="csY69" fmla="*/ 481605 h 830812"/>
              <a:gd name="csX70" fmla="*/ 485998 w 827843"/>
              <a:gd name="csY70" fmla="*/ 493630 h 830812"/>
              <a:gd name="csX71" fmla="*/ 539622 w 827843"/>
              <a:gd name="csY71" fmla="*/ 493630 h 830812"/>
              <a:gd name="csX72" fmla="*/ 556781 w 827843"/>
              <a:gd name="csY72" fmla="*/ 481605 h 830812"/>
              <a:gd name="csX73" fmla="*/ 601380 w 827843"/>
              <a:gd name="csY73" fmla="*/ 443674 h 830812"/>
              <a:gd name="csX74" fmla="*/ 591987 w 827843"/>
              <a:gd name="csY74" fmla="*/ 434246 h 830812"/>
              <a:gd name="csX75" fmla="*/ 433600 w 827843"/>
              <a:gd name="csY75" fmla="*/ 434246 h 830812"/>
              <a:gd name="csX76" fmla="*/ 424206 w 827843"/>
              <a:gd name="csY76" fmla="*/ 443674 h 830812"/>
              <a:gd name="csX77" fmla="*/ 433600 w 827843"/>
              <a:gd name="csY77" fmla="*/ 453101 h 830812"/>
              <a:gd name="csX78" fmla="*/ 591987 w 827843"/>
              <a:gd name="csY78" fmla="*/ 453101 h 830812"/>
              <a:gd name="csX79" fmla="*/ 601380 w 827843"/>
              <a:gd name="csY79" fmla="*/ 443674 h 830812"/>
              <a:gd name="csX80" fmla="*/ 601380 w 827843"/>
              <a:gd name="csY80" fmla="*/ 404517 h 830812"/>
              <a:gd name="csX81" fmla="*/ 591987 w 827843"/>
              <a:gd name="csY81" fmla="*/ 395090 h 830812"/>
              <a:gd name="csX82" fmla="*/ 433600 w 827843"/>
              <a:gd name="csY82" fmla="*/ 395090 h 830812"/>
              <a:gd name="csX83" fmla="*/ 424206 w 827843"/>
              <a:gd name="csY83" fmla="*/ 404517 h 830812"/>
              <a:gd name="csX84" fmla="*/ 433600 w 827843"/>
              <a:gd name="csY84" fmla="*/ 413944 h 830812"/>
              <a:gd name="csX85" fmla="*/ 591987 w 827843"/>
              <a:gd name="csY85" fmla="*/ 413944 h 830812"/>
              <a:gd name="csX86" fmla="*/ 601380 w 827843"/>
              <a:gd name="csY86" fmla="*/ 404517 h 830812"/>
              <a:gd name="csX87" fmla="*/ 375056 w 827843"/>
              <a:gd name="csY87" fmla="*/ 225367 h 830812"/>
              <a:gd name="csX88" fmla="*/ 418324 w 827843"/>
              <a:gd name="csY88" fmla="*/ 325987 h 830812"/>
              <a:gd name="csX89" fmla="*/ 443065 w 827843"/>
              <a:gd name="csY89" fmla="*/ 374831 h 830812"/>
              <a:gd name="csX90" fmla="*/ 582518 w 827843"/>
              <a:gd name="csY90" fmla="*/ 374831 h 830812"/>
              <a:gd name="csX91" fmla="*/ 607259 w 827843"/>
              <a:gd name="csY91" fmla="*/ 325987 h 830812"/>
              <a:gd name="csX92" fmla="*/ 650527 w 827843"/>
              <a:gd name="csY92" fmla="*/ 225367 h 830812"/>
              <a:gd name="csX93" fmla="*/ 512769 w 827843"/>
              <a:gd name="csY93" fmla="*/ 87111 h 830812"/>
              <a:gd name="csX94" fmla="*/ 375048 w 827843"/>
              <a:gd name="csY94" fmla="*/ 225367 h 830812"/>
              <a:gd name="csX95" fmla="*/ 512814 w 827843"/>
              <a:gd name="csY95" fmla="*/ 49846 h 830812"/>
              <a:gd name="csX96" fmla="*/ 522910 w 827843"/>
              <a:gd name="csY96" fmla="*/ 39713 h 830812"/>
              <a:gd name="csX97" fmla="*/ 522910 w 827843"/>
              <a:gd name="csY97" fmla="*/ 10132 h 830812"/>
              <a:gd name="csX98" fmla="*/ 512814 w 827843"/>
              <a:gd name="csY98" fmla="*/ 0 h 830812"/>
              <a:gd name="csX99" fmla="*/ 502718 w 827843"/>
              <a:gd name="csY99" fmla="*/ 10132 h 830812"/>
              <a:gd name="csX100" fmla="*/ 502718 w 827843"/>
              <a:gd name="csY100" fmla="*/ 39750 h 830812"/>
              <a:gd name="csX101" fmla="*/ 512814 w 827843"/>
              <a:gd name="csY101" fmla="*/ 49846 h 830812"/>
              <a:gd name="csX102" fmla="*/ 643576 w 827843"/>
              <a:gd name="csY102" fmla="*/ 104220 h 830812"/>
              <a:gd name="csX103" fmla="*/ 650714 w 827843"/>
              <a:gd name="csY103" fmla="*/ 101251 h 830812"/>
              <a:gd name="csX104" fmla="*/ 671571 w 827843"/>
              <a:gd name="csY104" fmla="*/ 80318 h 830812"/>
              <a:gd name="csX105" fmla="*/ 671571 w 827843"/>
              <a:gd name="csY105" fmla="*/ 65992 h 830812"/>
              <a:gd name="csX106" fmla="*/ 657296 w 827843"/>
              <a:gd name="csY106" fmla="*/ 65992 h 830812"/>
              <a:gd name="csX107" fmla="*/ 636439 w 827843"/>
              <a:gd name="csY107" fmla="*/ 86924 h 830812"/>
              <a:gd name="csX108" fmla="*/ 636439 w 827843"/>
              <a:gd name="csY108" fmla="*/ 101251 h 830812"/>
              <a:gd name="csX109" fmla="*/ 643576 w 827843"/>
              <a:gd name="csY109" fmla="*/ 104220 h 830812"/>
              <a:gd name="csX110" fmla="*/ 697754 w 827843"/>
              <a:gd name="csY110" fmla="*/ 235492 h 830812"/>
              <a:gd name="csX111" fmla="*/ 727266 w 827843"/>
              <a:gd name="csY111" fmla="*/ 235492 h 830812"/>
              <a:gd name="csX112" fmla="*/ 737362 w 827843"/>
              <a:gd name="csY112" fmla="*/ 225360 h 830812"/>
              <a:gd name="csX113" fmla="*/ 727266 w 827843"/>
              <a:gd name="csY113" fmla="*/ 215228 h 830812"/>
              <a:gd name="csX114" fmla="*/ 697754 w 827843"/>
              <a:gd name="csY114" fmla="*/ 215228 h 830812"/>
              <a:gd name="csX115" fmla="*/ 687659 w 827843"/>
              <a:gd name="csY115" fmla="*/ 225360 h 830812"/>
              <a:gd name="csX116" fmla="*/ 697754 w 827843"/>
              <a:gd name="csY116" fmla="*/ 235492 h 830812"/>
              <a:gd name="csX117" fmla="*/ 374873 w 827843"/>
              <a:gd name="csY117" fmla="*/ 101246 h 830812"/>
              <a:gd name="csX118" fmla="*/ 382011 w 827843"/>
              <a:gd name="csY118" fmla="*/ 104215 h 830812"/>
              <a:gd name="csX119" fmla="*/ 389148 w 827843"/>
              <a:gd name="csY119" fmla="*/ 101246 h 830812"/>
              <a:gd name="csX120" fmla="*/ 389148 w 827843"/>
              <a:gd name="csY120" fmla="*/ 86920 h 830812"/>
              <a:gd name="csX121" fmla="*/ 368291 w 827843"/>
              <a:gd name="csY121" fmla="*/ 65987 h 830812"/>
              <a:gd name="csX122" fmla="*/ 354016 w 827843"/>
              <a:gd name="csY122" fmla="*/ 65987 h 830812"/>
              <a:gd name="csX123" fmla="*/ 354016 w 827843"/>
              <a:gd name="csY123" fmla="*/ 80313 h 830812"/>
              <a:gd name="csX124" fmla="*/ 361153 w 827843"/>
              <a:gd name="csY124" fmla="*/ 387697 h 830812"/>
              <a:gd name="csX125" fmla="*/ 368291 w 827843"/>
              <a:gd name="csY125" fmla="*/ 384727 h 830812"/>
              <a:gd name="csX126" fmla="*/ 389148 w 827843"/>
              <a:gd name="csY126" fmla="*/ 363795 h 830812"/>
              <a:gd name="csX127" fmla="*/ 389148 w 827843"/>
              <a:gd name="csY127" fmla="*/ 349468 h 830812"/>
              <a:gd name="csX128" fmla="*/ 374873 w 827843"/>
              <a:gd name="csY128" fmla="*/ 349468 h 830812"/>
              <a:gd name="csX129" fmla="*/ 354016 w 827843"/>
              <a:gd name="csY129" fmla="*/ 370401 h 830812"/>
              <a:gd name="csX130" fmla="*/ 354016 w 827843"/>
              <a:gd name="csY130" fmla="*/ 384727 h 830812"/>
              <a:gd name="csX131" fmla="*/ 361153 w 827843"/>
              <a:gd name="csY131" fmla="*/ 387697 h 830812"/>
              <a:gd name="csX132" fmla="*/ 298322 w 827843"/>
              <a:gd name="csY132" fmla="*/ 235483 h 830812"/>
              <a:gd name="csX133" fmla="*/ 327833 w 827843"/>
              <a:gd name="csY133" fmla="*/ 235483 h 830812"/>
              <a:gd name="csX134" fmla="*/ 337929 w 827843"/>
              <a:gd name="csY134" fmla="*/ 225350 h 830812"/>
              <a:gd name="csX135" fmla="*/ 327833 w 827843"/>
              <a:gd name="csY135" fmla="*/ 215218 h 830812"/>
              <a:gd name="csX136" fmla="*/ 298322 w 827843"/>
              <a:gd name="csY136" fmla="*/ 215218 h 830812"/>
              <a:gd name="csX137" fmla="*/ 288226 w 827843"/>
              <a:gd name="csY137" fmla="*/ 225350 h 830812"/>
              <a:gd name="csX138" fmla="*/ 298322 w 827843"/>
              <a:gd name="csY138" fmla="*/ 235483 h 830812"/>
              <a:gd name="csX139" fmla="*/ 650760 w 827843"/>
              <a:gd name="csY139" fmla="*/ 349463 h 830812"/>
              <a:gd name="csX140" fmla="*/ 636485 w 827843"/>
              <a:gd name="csY140" fmla="*/ 349463 h 830812"/>
              <a:gd name="csX141" fmla="*/ 636485 w 827843"/>
              <a:gd name="csY141" fmla="*/ 363789 h 830812"/>
              <a:gd name="csX142" fmla="*/ 657342 w 827843"/>
              <a:gd name="csY142" fmla="*/ 384722 h 830812"/>
              <a:gd name="csX143" fmla="*/ 664480 w 827843"/>
              <a:gd name="csY143" fmla="*/ 387691 h 830812"/>
              <a:gd name="csX144" fmla="*/ 671617 w 827843"/>
              <a:gd name="csY144" fmla="*/ 384722 h 830812"/>
              <a:gd name="csX145" fmla="*/ 671617 w 827843"/>
              <a:gd name="csY145" fmla="*/ 370395 h 830812"/>
              <a:gd name="csX146" fmla="*/ 408568 w 827843"/>
              <a:gd name="csY146" fmla="*/ 209648 h 830812"/>
              <a:gd name="csX147" fmla="*/ 422990 w 827843"/>
              <a:gd name="csY147" fmla="*/ 188344 h 830812"/>
              <a:gd name="csX148" fmla="*/ 448212 w 827843"/>
              <a:gd name="csY148" fmla="*/ 183519 h 830812"/>
              <a:gd name="csX149" fmla="*/ 469440 w 827843"/>
              <a:gd name="csY149" fmla="*/ 197994 h 830812"/>
              <a:gd name="csX150" fmla="*/ 483974 w 827843"/>
              <a:gd name="csY150" fmla="*/ 220188 h 830812"/>
              <a:gd name="csX151" fmla="*/ 559934 w 827843"/>
              <a:gd name="csY151" fmla="*/ 165444 h 830812"/>
              <a:gd name="csX152" fmla="*/ 584933 w 827843"/>
              <a:gd name="csY152" fmla="*/ 159542 h 830812"/>
              <a:gd name="csX153" fmla="*/ 606789 w 827843"/>
              <a:gd name="csY153" fmla="*/ 173127 h 830812"/>
              <a:gd name="csX154" fmla="*/ 612669 w 827843"/>
              <a:gd name="csY154" fmla="*/ 198216 h 830812"/>
              <a:gd name="csX155" fmla="*/ 599134 w 827843"/>
              <a:gd name="csY155" fmla="*/ 220151 h 830812"/>
              <a:gd name="csX156" fmla="*/ 494804 w 827843"/>
              <a:gd name="csY156" fmla="*/ 295347 h 830812"/>
              <a:gd name="csX157" fmla="*/ 475352 w 827843"/>
              <a:gd name="csY157" fmla="*/ 301694 h 830812"/>
              <a:gd name="csX158" fmla="*/ 469139 w 827843"/>
              <a:gd name="csY158" fmla="*/ 301100 h 830812"/>
              <a:gd name="csX159" fmla="*/ 447209 w 827843"/>
              <a:gd name="csY159" fmla="*/ 286476 h 830812"/>
              <a:gd name="csX160" fmla="*/ 413445 w 827843"/>
              <a:gd name="csY160" fmla="*/ 234960 h 830812"/>
              <a:gd name="csX161" fmla="*/ 408564 w 827843"/>
              <a:gd name="csY161" fmla="*/ 209647 h 830812"/>
              <a:gd name="csX162" fmla="*/ 430277 w 827843"/>
              <a:gd name="csY162" fmla="*/ 223826 h 830812"/>
              <a:gd name="csX163" fmla="*/ 464041 w 827843"/>
              <a:gd name="csY163" fmla="*/ 275343 h 830812"/>
              <a:gd name="csX164" fmla="*/ 472805 w 827843"/>
              <a:gd name="csY164" fmla="*/ 281170 h 830812"/>
              <a:gd name="csX165" fmla="*/ 483049 w 827843"/>
              <a:gd name="csY165" fmla="*/ 278868 h 830812"/>
              <a:gd name="csX166" fmla="*/ 587407 w 827843"/>
              <a:gd name="csY166" fmla="*/ 203636 h 830812"/>
              <a:gd name="csX167" fmla="*/ 592769 w 827843"/>
              <a:gd name="csY167" fmla="*/ 194914 h 830812"/>
              <a:gd name="csX168" fmla="*/ 590439 w 827843"/>
              <a:gd name="csY168" fmla="*/ 184929 h 830812"/>
              <a:gd name="csX169" fmla="*/ 581748 w 827843"/>
              <a:gd name="csY169" fmla="*/ 179511 h 830812"/>
              <a:gd name="csX170" fmla="*/ 571800 w 827843"/>
              <a:gd name="csY170" fmla="*/ 181849 h 830812"/>
              <a:gd name="csX171" fmla="*/ 487297 w 827843"/>
              <a:gd name="csY171" fmla="*/ 242755 h 830812"/>
              <a:gd name="csX172" fmla="*/ 479568 w 827843"/>
              <a:gd name="csY172" fmla="*/ 244500 h 830812"/>
              <a:gd name="csX173" fmla="*/ 472985 w 827843"/>
              <a:gd name="csY173" fmla="*/ 240120 h 830812"/>
              <a:gd name="csX174" fmla="*/ 452646 w 827843"/>
              <a:gd name="csY174" fmla="*/ 209092 h 830812"/>
              <a:gd name="csX175" fmla="*/ 434155 w 827843"/>
              <a:gd name="csY175" fmla="*/ 205232 h 830812"/>
              <a:gd name="csX176" fmla="*/ 428423 w 827843"/>
              <a:gd name="csY176" fmla="*/ 213731 h 830812"/>
              <a:gd name="csX177" fmla="*/ 430272 w 827843"/>
              <a:gd name="csY177" fmla="*/ 223827 h 830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Lst>
            <a:rect l="l" t="t" r="r" b="b"/>
            <a:pathLst>
              <a:path w="827843" h="830812">
                <a:moveTo>
                  <a:pt x="827038" y="530109"/>
                </a:moveTo>
                <a:cubicBezTo>
                  <a:pt x="824560" y="543062"/>
                  <a:pt x="816572" y="554271"/>
                  <a:pt x="805108" y="560914"/>
                </a:cubicBezTo>
                <a:lnTo>
                  <a:pt x="528597" y="721138"/>
                </a:lnTo>
                <a:cubicBezTo>
                  <a:pt x="501896" y="736615"/>
                  <a:pt x="475085" y="743815"/>
                  <a:pt x="444242" y="743815"/>
                </a:cubicBezTo>
                <a:lnTo>
                  <a:pt x="357853" y="743815"/>
                </a:lnTo>
                <a:cubicBezTo>
                  <a:pt x="336515" y="743815"/>
                  <a:pt x="328415" y="745003"/>
                  <a:pt x="314806" y="768682"/>
                </a:cubicBezTo>
                <a:lnTo>
                  <a:pt x="282004" y="825728"/>
                </a:lnTo>
                <a:cubicBezTo>
                  <a:pt x="280118" y="828994"/>
                  <a:pt x="276752" y="830813"/>
                  <a:pt x="273239" y="830813"/>
                </a:cubicBezTo>
                <a:cubicBezTo>
                  <a:pt x="271538" y="830813"/>
                  <a:pt x="269800" y="830368"/>
                  <a:pt x="268210" y="829440"/>
                </a:cubicBezTo>
                <a:cubicBezTo>
                  <a:pt x="263365" y="826656"/>
                  <a:pt x="261738" y="820458"/>
                  <a:pt x="264512" y="815596"/>
                </a:cubicBezTo>
                <a:lnTo>
                  <a:pt x="297314" y="758550"/>
                </a:lnTo>
                <a:cubicBezTo>
                  <a:pt x="316101" y="725926"/>
                  <a:pt x="332705" y="723550"/>
                  <a:pt x="357852" y="723550"/>
                </a:cubicBezTo>
                <a:lnTo>
                  <a:pt x="444241" y="723550"/>
                </a:lnTo>
                <a:cubicBezTo>
                  <a:pt x="471755" y="723550"/>
                  <a:pt x="494647" y="717389"/>
                  <a:pt x="518501" y="703582"/>
                </a:cubicBezTo>
                <a:lnTo>
                  <a:pt x="795011" y="543359"/>
                </a:lnTo>
                <a:cubicBezTo>
                  <a:pt x="801372" y="539684"/>
                  <a:pt x="805810" y="533449"/>
                  <a:pt x="807216" y="526285"/>
                </a:cubicBezTo>
                <a:cubicBezTo>
                  <a:pt x="808584" y="519122"/>
                  <a:pt x="806772" y="511699"/>
                  <a:pt x="802186" y="505872"/>
                </a:cubicBezTo>
                <a:cubicBezTo>
                  <a:pt x="787023" y="486573"/>
                  <a:pt x="753075" y="476180"/>
                  <a:pt x="703300" y="505019"/>
                </a:cubicBezTo>
                <a:lnTo>
                  <a:pt x="539876" y="599699"/>
                </a:lnTo>
                <a:cubicBezTo>
                  <a:pt x="541023" y="612059"/>
                  <a:pt x="537140" y="624344"/>
                  <a:pt x="529078" y="633696"/>
                </a:cubicBezTo>
                <a:cubicBezTo>
                  <a:pt x="520498" y="643681"/>
                  <a:pt x="507961" y="649396"/>
                  <a:pt x="494759" y="649396"/>
                </a:cubicBezTo>
                <a:lnTo>
                  <a:pt x="355372" y="649396"/>
                </a:lnTo>
                <a:cubicBezTo>
                  <a:pt x="349788" y="649396"/>
                  <a:pt x="345277" y="644868"/>
                  <a:pt x="345277" y="639263"/>
                </a:cubicBezTo>
                <a:cubicBezTo>
                  <a:pt x="345277" y="633659"/>
                  <a:pt x="349788" y="629131"/>
                  <a:pt x="355372" y="629131"/>
                </a:cubicBezTo>
                <a:lnTo>
                  <a:pt x="494759" y="629131"/>
                </a:lnTo>
                <a:cubicBezTo>
                  <a:pt x="502118" y="629131"/>
                  <a:pt x="509071" y="625976"/>
                  <a:pt x="513841" y="620446"/>
                </a:cubicBezTo>
                <a:cubicBezTo>
                  <a:pt x="518612" y="614916"/>
                  <a:pt x="520720" y="607567"/>
                  <a:pt x="519647" y="600255"/>
                </a:cubicBezTo>
                <a:cubicBezTo>
                  <a:pt x="519499" y="599216"/>
                  <a:pt x="519315" y="598177"/>
                  <a:pt x="519093" y="597101"/>
                </a:cubicBezTo>
                <a:cubicBezTo>
                  <a:pt x="519019" y="596804"/>
                  <a:pt x="518945" y="596507"/>
                  <a:pt x="518908" y="596210"/>
                </a:cubicBezTo>
                <a:cubicBezTo>
                  <a:pt x="513398" y="573124"/>
                  <a:pt x="488768" y="549890"/>
                  <a:pt x="434479" y="549890"/>
                </a:cubicBezTo>
                <a:lnTo>
                  <a:pt x="305156" y="549964"/>
                </a:lnTo>
                <a:cubicBezTo>
                  <a:pt x="304268" y="549964"/>
                  <a:pt x="303381" y="549853"/>
                  <a:pt x="302530" y="549630"/>
                </a:cubicBezTo>
                <a:cubicBezTo>
                  <a:pt x="177202" y="515930"/>
                  <a:pt x="144360" y="590643"/>
                  <a:pt x="124725" y="635329"/>
                </a:cubicBezTo>
                <a:cubicBezTo>
                  <a:pt x="121545" y="642529"/>
                  <a:pt x="118845" y="648728"/>
                  <a:pt x="116072" y="653553"/>
                </a:cubicBezTo>
                <a:lnTo>
                  <a:pt x="18843" y="822537"/>
                </a:lnTo>
                <a:cubicBezTo>
                  <a:pt x="16069" y="827399"/>
                  <a:pt x="9893" y="829032"/>
                  <a:pt x="5049" y="826248"/>
                </a:cubicBezTo>
                <a:cubicBezTo>
                  <a:pt x="204" y="823465"/>
                  <a:pt x="-1423" y="817266"/>
                  <a:pt x="1351" y="812405"/>
                </a:cubicBezTo>
                <a:lnTo>
                  <a:pt x="98580" y="643383"/>
                </a:lnTo>
                <a:cubicBezTo>
                  <a:pt x="100799" y="639523"/>
                  <a:pt x="103350" y="633770"/>
                  <a:pt x="106272" y="627090"/>
                </a:cubicBezTo>
                <a:cubicBezTo>
                  <a:pt x="125502" y="583330"/>
                  <a:pt x="165479" y="492359"/>
                  <a:pt x="306486" y="529661"/>
                </a:cubicBezTo>
                <a:lnTo>
                  <a:pt x="434445" y="529661"/>
                </a:lnTo>
                <a:cubicBezTo>
                  <a:pt x="491951" y="529661"/>
                  <a:pt x="522609" y="553044"/>
                  <a:pt x="534439" y="579470"/>
                </a:cubicBezTo>
                <a:lnTo>
                  <a:pt x="693233" y="487461"/>
                </a:lnTo>
                <a:cubicBezTo>
                  <a:pt x="754142" y="452165"/>
                  <a:pt x="797667" y="467345"/>
                  <a:pt x="818050" y="493326"/>
                </a:cubicBezTo>
                <a:cubicBezTo>
                  <a:pt x="826223" y="503755"/>
                  <a:pt x="829514" y="517191"/>
                  <a:pt x="827036" y="530107"/>
                </a:cubicBezTo>
                <a:close/>
                <a:moveTo>
                  <a:pt x="354857" y="225358"/>
                </a:moveTo>
                <a:cubicBezTo>
                  <a:pt x="354857" y="137952"/>
                  <a:pt x="425714" y="66835"/>
                  <a:pt x="512809" y="66835"/>
                </a:cubicBezTo>
                <a:cubicBezTo>
                  <a:pt x="599901" y="66835"/>
                  <a:pt x="670761" y="137948"/>
                  <a:pt x="670761" y="225358"/>
                </a:cubicBezTo>
                <a:cubicBezTo>
                  <a:pt x="670761" y="269488"/>
                  <a:pt x="653121" y="310426"/>
                  <a:pt x="621132" y="340716"/>
                </a:cubicBezTo>
                <a:cubicBezTo>
                  <a:pt x="610518" y="350774"/>
                  <a:pt x="604343" y="362910"/>
                  <a:pt x="602641" y="376866"/>
                </a:cubicBezTo>
                <a:cubicBezTo>
                  <a:pt x="613699" y="381171"/>
                  <a:pt x="621613" y="391897"/>
                  <a:pt x="621613" y="404517"/>
                </a:cubicBezTo>
                <a:cubicBezTo>
                  <a:pt x="621613" y="412014"/>
                  <a:pt x="618839" y="418843"/>
                  <a:pt x="614254" y="424077"/>
                </a:cubicBezTo>
                <a:cubicBezTo>
                  <a:pt x="618839" y="429310"/>
                  <a:pt x="621613" y="436176"/>
                  <a:pt x="621613" y="443637"/>
                </a:cubicBezTo>
                <a:cubicBezTo>
                  <a:pt x="621613" y="460005"/>
                  <a:pt x="608337" y="473329"/>
                  <a:pt x="592028" y="473329"/>
                </a:cubicBezTo>
                <a:lnTo>
                  <a:pt x="581303" y="473329"/>
                </a:lnTo>
                <a:lnTo>
                  <a:pt x="575756" y="488546"/>
                </a:lnTo>
                <a:cubicBezTo>
                  <a:pt x="570135" y="503949"/>
                  <a:pt x="555971" y="513896"/>
                  <a:pt x="539625" y="513896"/>
                </a:cubicBezTo>
                <a:lnTo>
                  <a:pt x="486001" y="513896"/>
                </a:lnTo>
                <a:cubicBezTo>
                  <a:pt x="469692" y="513896"/>
                  <a:pt x="455491" y="503949"/>
                  <a:pt x="449871" y="488546"/>
                </a:cubicBezTo>
                <a:lnTo>
                  <a:pt x="444323" y="473329"/>
                </a:lnTo>
                <a:lnTo>
                  <a:pt x="433599" y="473329"/>
                </a:lnTo>
                <a:cubicBezTo>
                  <a:pt x="417290" y="473329"/>
                  <a:pt x="404014" y="460005"/>
                  <a:pt x="404014" y="443637"/>
                </a:cubicBezTo>
                <a:cubicBezTo>
                  <a:pt x="404014" y="436139"/>
                  <a:pt x="406787" y="429310"/>
                  <a:pt x="411373" y="424077"/>
                </a:cubicBezTo>
                <a:cubicBezTo>
                  <a:pt x="406787" y="418844"/>
                  <a:pt x="404014" y="411978"/>
                  <a:pt x="404014" y="404517"/>
                </a:cubicBezTo>
                <a:cubicBezTo>
                  <a:pt x="404014" y="391898"/>
                  <a:pt x="411928" y="381172"/>
                  <a:pt x="422985" y="376866"/>
                </a:cubicBezTo>
                <a:cubicBezTo>
                  <a:pt x="421284" y="362910"/>
                  <a:pt x="415108" y="350737"/>
                  <a:pt x="404494" y="340716"/>
                </a:cubicBezTo>
                <a:cubicBezTo>
                  <a:pt x="372506" y="310430"/>
                  <a:pt x="354865" y="269491"/>
                  <a:pt x="354865" y="225358"/>
                </a:cubicBezTo>
                <a:close/>
                <a:moveTo>
                  <a:pt x="559776" y="473366"/>
                </a:moveTo>
                <a:lnTo>
                  <a:pt x="465843" y="473366"/>
                </a:lnTo>
                <a:lnTo>
                  <a:pt x="468839" y="481605"/>
                </a:lnTo>
                <a:cubicBezTo>
                  <a:pt x="471538" y="489028"/>
                  <a:pt x="478121" y="493630"/>
                  <a:pt x="485998" y="493630"/>
                </a:cubicBezTo>
                <a:lnTo>
                  <a:pt x="539622" y="493630"/>
                </a:lnTo>
                <a:cubicBezTo>
                  <a:pt x="547499" y="493630"/>
                  <a:pt x="554081" y="489028"/>
                  <a:pt x="556781" y="481605"/>
                </a:cubicBezTo>
                <a:close/>
                <a:moveTo>
                  <a:pt x="601380" y="443674"/>
                </a:moveTo>
                <a:cubicBezTo>
                  <a:pt x="601380" y="438478"/>
                  <a:pt x="597165" y="434246"/>
                  <a:pt x="591987" y="434246"/>
                </a:cubicBezTo>
                <a:lnTo>
                  <a:pt x="433600" y="434246"/>
                </a:lnTo>
                <a:cubicBezTo>
                  <a:pt x="428422" y="434246"/>
                  <a:pt x="424206" y="438477"/>
                  <a:pt x="424206" y="443674"/>
                </a:cubicBezTo>
                <a:cubicBezTo>
                  <a:pt x="424206" y="448870"/>
                  <a:pt x="428422" y="453101"/>
                  <a:pt x="433600" y="453101"/>
                </a:cubicBezTo>
                <a:lnTo>
                  <a:pt x="591987" y="453101"/>
                </a:lnTo>
                <a:cubicBezTo>
                  <a:pt x="597165" y="453101"/>
                  <a:pt x="601380" y="448870"/>
                  <a:pt x="601380" y="443674"/>
                </a:cubicBezTo>
                <a:close/>
                <a:moveTo>
                  <a:pt x="601380" y="404517"/>
                </a:moveTo>
                <a:cubicBezTo>
                  <a:pt x="601380" y="399321"/>
                  <a:pt x="597165" y="395090"/>
                  <a:pt x="591987" y="395090"/>
                </a:cubicBezTo>
                <a:lnTo>
                  <a:pt x="433600" y="395090"/>
                </a:lnTo>
                <a:cubicBezTo>
                  <a:pt x="428422" y="395090"/>
                  <a:pt x="424206" y="399321"/>
                  <a:pt x="424206" y="404517"/>
                </a:cubicBezTo>
                <a:cubicBezTo>
                  <a:pt x="424206" y="409713"/>
                  <a:pt x="428422" y="413944"/>
                  <a:pt x="433600" y="413944"/>
                </a:cubicBezTo>
                <a:lnTo>
                  <a:pt x="591987" y="413944"/>
                </a:lnTo>
                <a:cubicBezTo>
                  <a:pt x="597165" y="413981"/>
                  <a:pt x="601380" y="409713"/>
                  <a:pt x="601380" y="404517"/>
                </a:cubicBezTo>
                <a:close/>
                <a:moveTo>
                  <a:pt x="375056" y="225367"/>
                </a:moveTo>
                <a:cubicBezTo>
                  <a:pt x="375056" y="263855"/>
                  <a:pt x="390440" y="299560"/>
                  <a:pt x="418324" y="325987"/>
                </a:cubicBezTo>
                <a:cubicBezTo>
                  <a:pt x="432636" y="339535"/>
                  <a:pt x="440883" y="355939"/>
                  <a:pt x="443065" y="374831"/>
                </a:cubicBezTo>
                <a:lnTo>
                  <a:pt x="582518" y="374831"/>
                </a:lnTo>
                <a:cubicBezTo>
                  <a:pt x="584663" y="355939"/>
                  <a:pt x="592947" y="339535"/>
                  <a:pt x="607259" y="325987"/>
                </a:cubicBezTo>
                <a:cubicBezTo>
                  <a:pt x="635180" y="299599"/>
                  <a:pt x="650527" y="263856"/>
                  <a:pt x="650527" y="225367"/>
                </a:cubicBezTo>
                <a:cubicBezTo>
                  <a:pt x="650527" y="149132"/>
                  <a:pt x="588731" y="87111"/>
                  <a:pt x="512769" y="87111"/>
                </a:cubicBezTo>
                <a:cubicBezTo>
                  <a:pt x="436846" y="87111"/>
                  <a:pt x="375048" y="149130"/>
                  <a:pt x="375048" y="225367"/>
                </a:cubicBezTo>
                <a:close/>
                <a:moveTo>
                  <a:pt x="512814" y="49846"/>
                </a:moveTo>
                <a:cubicBezTo>
                  <a:pt x="518398" y="49846"/>
                  <a:pt x="522910" y="45318"/>
                  <a:pt x="522910" y="39713"/>
                </a:cubicBezTo>
                <a:lnTo>
                  <a:pt x="522910" y="10132"/>
                </a:lnTo>
                <a:cubicBezTo>
                  <a:pt x="522910" y="4528"/>
                  <a:pt x="518398" y="0"/>
                  <a:pt x="512814" y="0"/>
                </a:cubicBezTo>
                <a:cubicBezTo>
                  <a:pt x="507230" y="0"/>
                  <a:pt x="502718" y="4528"/>
                  <a:pt x="502718" y="10132"/>
                </a:cubicBezTo>
                <a:lnTo>
                  <a:pt x="502718" y="39750"/>
                </a:lnTo>
                <a:cubicBezTo>
                  <a:pt x="502718" y="45318"/>
                  <a:pt x="507230" y="49846"/>
                  <a:pt x="512814" y="49846"/>
                </a:cubicBezTo>
                <a:close/>
                <a:moveTo>
                  <a:pt x="643576" y="104220"/>
                </a:moveTo>
                <a:cubicBezTo>
                  <a:pt x="646165" y="104220"/>
                  <a:pt x="648754" y="103218"/>
                  <a:pt x="650714" y="101251"/>
                </a:cubicBezTo>
                <a:lnTo>
                  <a:pt x="671571" y="80318"/>
                </a:lnTo>
                <a:cubicBezTo>
                  <a:pt x="675528" y="76347"/>
                  <a:pt x="675528" y="69963"/>
                  <a:pt x="671571" y="65992"/>
                </a:cubicBezTo>
                <a:cubicBezTo>
                  <a:pt x="667614" y="62020"/>
                  <a:pt x="661253" y="62020"/>
                  <a:pt x="657296" y="65992"/>
                </a:cubicBezTo>
                <a:lnTo>
                  <a:pt x="636439" y="86924"/>
                </a:lnTo>
                <a:cubicBezTo>
                  <a:pt x="632482" y="90896"/>
                  <a:pt x="632482" y="97279"/>
                  <a:pt x="636439" y="101251"/>
                </a:cubicBezTo>
                <a:cubicBezTo>
                  <a:pt x="638436" y="103255"/>
                  <a:pt x="641025" y="104220"/>
                  <a:pt x="643576" y="104220"/>
                </a:cubicBezTo>
                <a:close/>
                <a:moveTo>
                  <a:pt x="697754" y="235492"/>
                </a:moveTo>
                <a:lnTo>
                  <a:pt x="727266" y="235492"/>
                </a:lnTo>
                <a:cubicBezTo>
                  <a:pt x="732850" y="235492"/>
                  <a:pt x="737362" y="230964"/>
                  <a:pt x="737362" y="225360"/>
                </a:cubicBezTo>
                <a:cubicBezTo>
                  <a:pt x="737362" y="219756"/>
                  <a:pt x="732850" y="215228"/>
                  <a:pt x="727266" y="215228"/>
                </a:cubicBezTo>
                <a:lnTo>
                  <a:pt x="697754" y="215228"/>
                </a:lnTo>
                <a:cubicBezTo>
                  <a:pt x="692170" y="215228"/>
                  <a:pt x="687659" y="219756"/>
                  <a:pt x="687659" y="225360"/>
                </a:cubicBezTo>
                <a:cubicBezTo>
                  <a:pt x="687659" y="230964"/>
                  <a:pt x="692207" y="235492"/>
                  <a:pt x="697754" y="235492"/>
                </a:cubicBezTo>
                <a:close/>
                <a:moveTo>
                  <a:pt x="374873" y="101246"/>
                </a:moveTo>
                <a:cubicBezTo>
                  <a:pt x="376833" y="103213"/>
                  <a:pt x="379422" y="104215"/>
                  <a:pt x="382011" y="104215"/>
                </a:cubicBezTo>
                <a:cubicBezTo>
                  <a:pt x="384599" y="104215"/>
                  <a:pt x="387188" y="103213"/>
                  <a:pt x="389148" y="101246"/>
                </a:cubicBezTo>
                <a:cubicBezTo>
                  <a:pt x="393105" y="97275"/>
                  <a:pt x="393105" y="90891"/>
                  <a:pt x="389148" y="86920"/>
                </a:cubicBezTo>
                <a:lnTo>
                  <a:pt x="368291" y="65987"/>
                </a:lnTo>
                <a:cubicBezTo>
                  <a:pt x="364334" y="62016"/>
                  <a:pt x="357973" y="62016"/>
                  <a:pt x="354016" y="65987"/>
                </a:cubicBezTo>
                <a:cubicBezTo>
                  <a:pt x="350059" y="69958"/>
                  <a:pt x="350059" y="76342"/>
                  <a:pt x="354016" y="80313"/>
                </a:cubicBezTo>
                <a:close/>
                <a:moveTo>
                  <a:pt x="361153" y="387697"/>
                </a:moveTo>
                <a:cubicBezTo>
                  <a:pt x="363742" y="387697"/>
                  <a:pt x="366331" y="386694"/>
                  <a:pt x="368291" y="384727"/>
                </a:cubicBezTo>
                <a:lnTo>
                  <a:pt x="389148" y="363795"/>
                </a:lnTo>
                <a:cubicBezTo>
                  <a:pt x="393105" y="359823"/>
                  <a:pt x="393105" y="353440"/>
                  <a:pt x="389148" y="349468"/>
                </a:cubicBezTo>
                <a:cubicBezTo>
                  <a:pt x="385191" y="345497"/>
                  <a:pt x="378830" y="345497"/>
                  <a:pt x="374873" y="349468"/>
                </a:cubicBezTo>
                <a:lnTo>
                  <a:pt x="354016" y="370401"/>
                </a:lnTo>
                <a:cubicBezTo>
                  <a:pt x="350059" y="374372"/>
                  <a:pt x="350059" y="380756"/>
                  <a:pt x="354016" y="384727"/>
                </a:cubicBezTo>
                <a:cubicBezTo>
                  <a:pt x="355976" y="386694"/>
                  <a:pt x="358565" y="387697"/>
                  <a:pt x="361153" y="387697"/>
                </a:cubicBezTo>
                <a:close/>
                <a:moveTo>
                  <a:pt x="298322" y="235483"/>
                </a:moveTo>
                <a:lnTo>
                  <a:pt x="327833" y="235483"/>
                </a:lnTo>
                <a:cubicBezTo>
                  <a:pt x="333417" y="235483"/>
                  <a:pt x="337929" y="230955"/>
                  <a:pt x="337929" y="225350"/>
                </a:cubicBezTo>
                <a:cubicBezTo>
                  <a:pt x="337929" y="219746"/>
                  <a:pt x="333417" y="215218"/>
                  <a:pt x="327833" y="215218"/>
                </a:cubicBezTo>
                <a:lnTo>
                  <a:pt x="298322" y="215218"/>
                </a:lnTo>
                <a:cubicBezTo>
                  <a:pt x="292737" y="215218"/>
                  <a:pt x="288226" y="219746"/>
                  <a:pt x="288226" y="225350"/>
                </a:cubicBezTo>
                <a:cubicBezTo>
                  <a:pt x="288226" y="230955"/>
                  <a:pt x="292737" y="235483"/>
                  <a:pt x="298322" y="235483"/>
                </a:cubicBezTo>
                <a:close/>
                <a:moveTo>
                  <a:pt x="650760" y="349463"/>
                </a:moveTo>
                <a:cubicBezTo>
                  <a:pt x="646803" y="345491"/>
                  <a:pt x="640442" y="345491"/>
                  <a:pt x="636485" y="349463"/>
                </a:cubicBezTo>
                <a:cubicBezTo>
                  <a:pt x="632528" y="353434"/>
                  <a:pt x="632528" y="359817"/>
                  <a:pt x="636485" y="363789"/>
                </a:cubicBezTo>
                <a:lnTo>
                  <a:pt x="657342" y="384722"/>
                </a:lnTo>
                <a:cubicBezTo>
                  <a:pt x="659302" y="386689"/>
                  <a:pt x="661891" y="387691"/>
                  <a:pt x="664480" y="387691"/>
                </a:cubicBezTo>
                <a:cubicBezTo>
                  <a:pt x="667069" y="387691"/>
                  <a:pt x="669657" y="386689"/>
                  <a:pt x="671617" y="384722"/>
                </a:cubicBezTo>
                <a:cubicBezTo>
                  <a:pt x="675574" y="380750"/>
                  <a:pt x="675574" y="374367"/>
                  <a:pt x="671617" y="370395"/>
                </a:cubicBezTo>
                <a:close/>
                <a:moveTo>
                  <a:pt x="408568" y="209648"/>
                </a:moveTo>
                <a:cubicBezTo>
                  <a:pt x="410380" y="200852"/>
                  <a:pt x="415521" y="193280"/>
                  <a:pt x="422990" y="188344"/>
                </a:cubicBezTo>
                <a:cubicBezTo>
                  <a:pt x="430498" y="183408"/>
                  <a:pt x="439447" y="181700"/>
                  <a:pt x="448212" y="183519"/>
                </a:cubicBezTo>
                <a:cubicBezTo>
                  <a:pt x="456977" y="185338"/>
                  <a:pt x="464522" y="190497"/>
                  <a:pt x="469440" y="197994"/>
                </a:cubicBezTo>
                <a:lnTo>
                  <a:pt x="483974" y="220188"/>
                </a:lnTo>
                <a:lnTo>
                  <a:pt x="559934" y="165444"/>
                </a:lnTo>
                <a:cubicBezTo>
                  <a:pt x="567219" y="160210"/>
                  <a:pt x="576094" y="158095"/>
                  <a:pt x="584933" y="159542"/>
                </a:cubicBezTo>
                <a:cubicBezTo>
                  <a:pt x="593771" y="160990"/>
                  <a:pt x="601538" y="165815"/>
                  <a:pt x="606789" y="173127"/>
                </a:cubicBezTo>
                <a:cubicBezTo>
                  <a:pt x="612041" y="180438"/>
                  <a:pt x="614111" y="189346"/>
                  <a:pt x="612669" y="198216"/>
                </a:cubicBezTo>
                <a:cubicBezTo>
                  <a:pt x="611227" y="207087"/>
                  <a:pt x="606419" y="214881"/>
                  <a:pt x="599134" y="220151"/>
                </a:cubicBezTo>
                <a:lnTo>
                  <a:pt x="494804" y="295347"/>
                </a:lnTo>
                <a:cubicBezTo>
                  <a:pt x="489035" y="299504"/>
                  <a:pt x="482305" y="301694"/>
                  <a:pt x="475352" y="301694"/>
                </a:cubicBezTo>
                <a:cubicBezTo>
                  <a:pt x="473281" y="301694"/>
                  <a:pt x="471210" y="301508"/>
                  <a:pt x="469139" y="301100"/>
                </a:cubicBezTo>
                <a:cubicBezTo>
                  <a:pt x="460042" y="299430"/>
                  <a:pt x="452276" y="294233"/>
                  <a:pt x="447209" y="286476"/>
                </a:cubicBezTo>
                <a:lnTo>
                  <a:pt x="413445" y="234960"/>
                </a:lnTo>
                <a:cubicBezTo>
                  <a:pt x="408489" y="227463"/>
                  <a:pt x="406751" y="218481"/>
                  <a:pt x="408564" y="209647"/>
                </a:cubicBezTo>
                <a:close/>
                <a:moveTo>
                  <a:pt x="430277" y="223826"/>
                </a:moveTo>
                <a:lnTo>
                  <a:pt x="464041" y="275343"/>
                </a:lnTo>
                <a:cubicBezTo>
                  <a:pt x="466075" y="278423"/>
                  <a:pt x="469181" y="280502"/>
                  <a:pt x="472805" y="281170"/>
                </a:cubicBezTo>
                <a:cubicBezTo>
                  <a:pt x="476429" y="281838"/>
                  <a:pt x="480054" y="281021"/>
                  <a:pt x="483049" y="278868"/>
                </a:cubicBezTo>
                <a:lnTo>
                  <a:pt x="587407" y="203636"/>
                </a:lnTo>
                <a:cubicBezTo>
                  <a:pt x="590291" y="201557"/>
                  <a:pt x="592214" y="198439"/>
                  <a:pt x="592769" y="194914"/>
                </a:cubicBezTo>
                <a:cubicBezTo>
                  <a:pt x="593361" y="191388"/>
                  <a:pt x="592510" y="187825"/>
                  <a:pt x="590439" y="184929"/>
                </a:cubicBezTo>
                <a:cubicBezTo>
                  <a:pt x="588368" y="182034"/>
                  <a:pt x="585262" y="180104"/>
                  <a:pt x="581748" y="179511"/>
                </a:cubicBezTo>
                <a:cubicBezTo>
                  <a:pt x="578235" y="178917"/>
                  <a:pt x="574685" y="179770"/>
                  <a:pt x="571800" y="181849"/>
                </a:cubicBezTo>
                <a:lnTo>
                  <a:pt x="487297" y="242755"/>
                </a:lnTo>
                <a:cubicBezTo>
                  <a:pt x="485078" y="244351"/>
                  <a:pt x="482268" y="244982"/>
                  <a:pt x="479568" y="244500"/>
                </a:cubicBezTo>
                <a:cubicBezTo>
                  <a:pt x="476868" y="243980"/>
                  <a:pt x="474465" y="242421"/>
                  <a:pt x="472985" y="240120"/>
                </a:cubicBezTo>
                <a:lnTo>
                  <a:pt x="452646" y="209092"/>
                </a:lnTo>
                <a:cubicBezTo>
                  <a:pt x="448615" y="202931"/>
                  <a:pt x="440294" y="201186"/>
                  <a:pt x="434155" y="205232"/>
                </a:cubicBezTo>
                <a:cubicBezTo>
                  <a:pt x="431160" y="207199"/>
                  <a:pt x="429126" y="210205"/>
                  <a:pt x="428423" y="213731"/>
                </a:cubicBezTo>
                <a:cubicBezTo>
                  <a:pt x="427647" y="217257"/>
                  <a:pt x="428312" y="220857"/>
                  <a:pt x="430272" y="223827"/>
                </a:cubicBezTo>
                <a:close/>
              </a:path>
            </a:pathLst>
          </a:custGeom>
          <a:solidFill>
            <a:srgbClr val="000000"/>
          </a:solidFill>
          <a:ln w="9438" cap="flat">
            <a:noFill/>
            <a:prstDash val="solid"/>
            <a:miter/>
          </a:ln>
        </p:spPr>
        <p:txBody>
          <a:bodyPr/>
          <a:lstStyle/>
          <a:p>
            <a:endParaRPr lang="en-US"/>
          </a:p>
        </p:txBody>
      </p:sp>
      <p:grpSp>
        <p:nvGrpSpPr>
          <p:cNvPr id="46" name="Group 45">
            <a:extLst>
              <a:ext uri="{FF2B5EF4-FFF2-40B4-BE49-F238E27FC236}">
                <a16:creationId xmlns:a16="http://schemas.microsoft.com/office/drawing/2014/main" id="{FFCF9030-B0D7-71FF-2BF4-E69B7292C447}"/>
              </a:ext>
              <a:ext uri="{C183D7F6-B498-43B3-948B-1728B52AA6E4}">
                <adec:decorative xmlns:adec="http://schemas.microsoft.com/office/drawing/2017/decorative" val="1"/>
              </a:ext>
            </a:extLst>
          </p:cNvPr>
          <p:cNvGrpSpPr>
            <a:grpSpLocks noChangeAspect="1"/>
          </p:cNvGrpSpPr>
          <p:nvPr/>
        </p:nvGrpSpPr>
        <p:grpSpPr>
          <a:xfrm>
            <a:off x="1939935" y="2206420"/>
            <a:ext cx="559704" cy="561541"/>
            <a:chOff x="3666571" y="4495948"/>
            <a:chExt cx="891664" cy="894591"/>
          </a:xfrm>
        </p:grpSpPr>
        <p:sp>
          <p:nvSpPr>
            <p:cNvPr id="36" name="Freeform 35">
              <a:extLst>
                <a:ext uri="{FF2B5EF4-FFF2-40B4-BE49-F238E27FC236}">
                  <a16:creationId xmlns:a16="http://schemas.microsoft.com/office/drawing/2014/main" id="{C027C09B-2DE1-40AC-6F15-188755BDEFB7}"/>
                </a:ext>
              </a:extLst>
            </p:cNvPr>
            <p:cNvSpPr/>
            <p:nvPr/>
          </p:nvSpPr>
          <p:spPr>
            <a:xfrm>
              <a:off x="3666571" y="4495948"/>
              <a:ext cx="891664" cy="842689"/>
            </a:xfrm>
            <a:custGeom>
              <a:avLst/>
              <a:gdLst>
                <a:gd name="csX0" fmla="*/ 588252 w 891664"/>
                <a:gd name="csY0" fmla="*/ 23414 h 842689"/>
                <a:gd name="csX1" fmla="*/ 586181 w 891664"/>
                <a:gd name="csY1" fmla="*/ 22745 h 842689"/>
                <a:gd name="csX2" fmla="*/ 370725 w 891664"/>
                <a:gd name="csY2" fmla="*/ 6340 h 842689"/>
                <a:gd name="csX3" fmla="*/ 71691 w 891664"/>
                <a:gd name="csY3" fmla="*/ 690333 h 842689"/>
                <a:gd name="csX4" fmla="*/ 29273 w 891664"/>
                <a:gd name="csY4" fmla="*/ 732904 h 842689"/>
                <a:gd name="csX5" fmla="*/ 29273 w 891664"/>
                <a:gd name="csY5" fmla="*/ 746043 h 842689"/>
                <a:gd name="csX6" fmla="*/ 42365 w 891664"/>
                <a:gd name="csY6" fmla="*/ 746043 h 842689"/>
                <a:gd name="csX7" fmla="*/ 90108 w 891664"/>
                <a:gd name="csY7" fmla="*/ 698127 h 842689"/>
                <a:gd name="csX8" fmla="*/ 91254 w 891664"/>
                <a:gd name="csY8" fmla="*/ 686398 h 842689"/>
                <a:gd name="csX9" fmla="*/ 19400 w 891664"/>
                <a:gd name="csY9" fmla="*/ 421991 h 842689"/>
                <a:gd name="csX10" fmla="*/ 70139 w 891664"/>
                <a:gd name="csY10" fmla="*/ 421991 h 842689"/>
                <a:gd name="csX11" fmla="*/ 79347 w 891664"/>
                <a:gd name="csY11" fmla="*/ 413566 h 842689"/>
                <a:gd name="csX12" fmla="*/ 198947 w 891664"/>
                <a:gd name="csY12" fmla="*/ 173616 h 842689"/>
                <a:gd name="csX13" fmla="*/ 199576 w 891664"/>
                <a:gd name="csY13" fmla="*/ 160514 h 842689"/>
                <a:gd name="csX14" fmla="*/ 186521 w 891664"/>
                <a:gd name="csY14" fmla="*/ 159883 h 842689"/>
                <a:gd name="csX15" fmla="*/ 61781 w 891664"/>
                <a:gd name="csY15" fmla="*/ 403472 h 842689"/>
                <a:gd name="csX16" fmla="*/ 20879 w 891664"/>
                <a:gd name="csY16" fmla="*/ 403472 h 842689"/>
                <a:gd name="csX17" fmla="*/ 364882 w 891664"/>
                <a:gd name="csY17" fmla="*/ 26273 h 842689"/>
                <a:gd name="csX18" fmla="*/ 372020 w 891664"/>
                <a:gd name="csY18" fmla="*/ 50695 h 842689"/>
                <a:gd name="csX19" fmla="*/ 380895 w 891664"/>
                <a:gd name="csY19" fmla="*/ 57375 h 842689"/>
                <a:gd name="csX20" fmla="*/ 389771 w 891664"/>
                <a:gd name="csY20" fmla="*/ 45499 h 842689"/>
                <a:gd name="csX21" fmla="*/ 383225 w 891664"/>
                <a:gd name="csY21" fmla="*/ 23155 h 842689"/>
                <a:gd name="csX22" fmla="*/ 572315 w 891664"/>
                <a:gd name="csY22" fmla="*/ 37779 h 842689"/>
                <a:gd name="csX23" fmla="*/ 554711 w 891664"/>
                <a:gd name="csY23" fmla="*/ 84210 h 842689"/>
                <a:gd name="csX24" fmla="*/ 555007 w 891664"/>
                <a:gd name="csY24" fmla="*/ 91484 h 842689"/>
                <a:gd name="csX25" fmla="*/ 560480 w 891664"/>
                <a:gd name="csY25" fmla="*/ 96309 h 842689"/>
                <a:gd name="csX26" fmla="*/ 811401 w 891664"/>
                <a:gd name="csY26" fmla="*/ 405554 h 842689"/>
                <a:gd name="csX27" fmla="*/ 821608 w 891664"/>
                <a:gd name="csY27" fmla="*/ 413719 h 842689"/>
                <a:gd name="csX28" fmla="*/ 829744 w 891664"/>
                <a:gd name="csY28" fmla="*/ 403475 h 842689"/>
                <a:gd name="csX29" fmla="*/ 575386 w 891664"/>
                <a:gd name="csY29" fmla="*/ 81831 h 842689"/>
                <a:gd name="csX30" fmla="*/ 589846 w 891664"/>
                <a:gd name="csY30" fmla="*/ 43677 h 842689"/>
                <a:gd name="csX31" fmla="*/ 870683 w 891664"/>
                <a:gd name="csY31" fmla="*/ 490874 h 842689"/>
                <a:gd name="csX32" fmla="*/ 849789 w 891664"/>
                <a:gd name="csY32" fmla="*/ 487237 h 842689"/>
                <a:gd name="csX33" fmla="*/ 846608 w 891664"/>
                <a:gd name="csY33" fmla="*/ 505535 h 842689"/>
                <a:gd name="csX34" fmla="*/ 868391 w 891664"/>
                <a:gd name="csY34" fmla="*/ 509320 h 842689"/>
                <a:gd name="csX35" fmla="*/ 647424 w 891664"/>
                <a:gd name="csY35" fmla="*/ 825245 h 842689"/>
                <a:gd name="csX36" fmla="*/ 651788 w 891664"/>
                <a:gd name="csY36" fmla="*/ 842688 h 842689"/>
                <a:gd name="csX37" fmla="*/ 887770 w 891664"/>
                <a:gd name="csY37" fmla="*/ 503714 h 842689"/>
                <a:gd name="csX38" fmla="*/ 887991 w 891664"/>
                <a:gd name="csY38" fmla="*/ 502043 h 842689"/>
                <a:gd name="csX39" fmla="*/ 588220 w 891664"/>
                <a:gd name="csY39" fmla="*/ 23444 h 8426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891664" h="842689">
                  <a:moveTo>
                    <a:pt x="588252" y="23414"/>
                  </a:moveTo>
                  <a:cubicBezTo>
                    <a:pt x="587623" y="23042"/>
                    <a:pt x="586884" y="22857"/>
                    <a:pt x="586181" y="22745"/>
                  </a:cubicBezTo>
                  <a:cubicBezTo>
                    <a:pt x="519540" y="31"/>
                    <a:pt x="441398" y="-6130"/>
                    <a:pt x="370725" y="6340"/>
                  </a:cubicBezTo>
                  <a:cubicBezTo>
                    <a:pt x="62338" y="54664"/>
                    <a:pt x="-104381" y="425185"/>
                    <a:pt x="71691" y="690333"/>
                  </a:cubicBezTo>
                  <a:lnTo>
                    <a:pt x="29273" y="732904"/>
                  </a:lnTo>
                  <a:cubicBezTo>
                    <a:pt x="25649" y="736542"/>
                    <a:pt x="25649" y="742406"/>
                    <a:pt x="29273" y="746043"/>
                  </a:cubicBezTo>
                  <a:cubicBezTo>
                    <a:pt x="32897" y="749680"/>
                    <a:pt x="38741" y="749680"/>
                    <a:pt x="42365" y="746043"/>
                  </a:cubicBezTo>
                  <a:lnTo>
                    <a:pt x="90108" y="698127"/>
                  </a:lnTo>
                  <a:cubicBezTo>
                    <a:pt x="93252" y="694972"/>
                    <a:pt x="93695" y="690073"/>
                    <a:pt x="91254" y="686398"/>
                  </a:cubicBezTo>
                  <a:cubicBezTo>
                    <a:pt x="39074" y="608864"/>
                    <a:pt x="13815" y="515704"/>
                    <a:pt x="19400" y="421991"/>
                  </a:cubicBezTo>
                  <a:lnTo>
                    <a:pt x="70139" y="421991"/>
                  </a:lnTo>
                  <a:cubicBezTo>
                    <a:pt x="74909" y="421991"/>
                    <a:pt x="78903" y="418317"/>
                    <a:pt x="79347" y="413566"/>
                  </a:cubicBezTo>
                  <a:cubicBezTo>
                    <a:pt x="87705" y="321409"/>
                    <a:pt x="130160" y="236192"/>
                    <a:pt x="198947" y="173616"/>
                  </a:cubicBezTo>
                  <a:cubicBezTo>
                    <a:pt x="202719" y="170164"/>
                    <a:pt x="203015" y="164300"/>
                    <a:pt x="199576" y="160514"/>
                  </a:cubicBezTo>
                  <a:cubicBezTo>
                    <a:pt x="196137" y="156728"/>
                    <a:pt x="190293" y="156431"/>
                    <a:pt x="186521" y="159883"/>
                  </a:cubicBezTo>
                  <a:cubicBezTo>
                    <a:pt x="116405" y="223646"/>
                    <a:pt x="72289" y="309902"/>
                    <a:pt x="61781" y="403472"/>
                  </a:cubicBezTo>
                  <a:lnTo>
                    <a:pt x="20879" y="403472"/>
                  </a:lnTo>
                  <a:cubicBezTo>
                    <a:pt x="40035" y="214554"/>
                    <a:pt x="181861" y="61609"/>
                    <a:pt x="364882" y="26273"/>
                  </a:cubicBezTo>
                  <a:lnTo>
                    <a:pt x="372020" y="50695"/>
                  </a:lnTo>
                  <a:cubicBezTo>
                    <a:pt x="373203" y="54740"/>
                    <a:pt x="376901" y="57375"/>
                    <a:pt x="380895" y="57375"/>
                  </a:cubicBezTo>
                  <a:cubicBezTo>
                    <a:pt x="386960" y="57450"/>
                    <a:pt x="391583" y="51289"/>
                    <a:pt x="389771" y="45499"/>
                  </a:cubicBezTo>
                  <a:lnTo>
                    <a:pt x="383225" y="23155"/>
                  </a:lnTo>
                  <a:cubicBezTo>
                    <a:pt x="445502" y="13653"/>
                    <a:pt x="513438" y="19072"/>
                    <a:pt x="572315" y="37779"/>
                  </a:cubicBezTo>
                  <a:lnTo>
                    <a:pt x="554711" y="84210"/>
                  </a:lnTo>
                  <a:cubicBezTo>
                    <a:pt x="553824" y="86585"/>
                    <a:pt x="553935" y="89220"/>
                    <a:pt x="555007" y="91484"/>
                  </a:cubicBezTo>
                  <a:cubicBezTo>
                    <a:pt x="556080" y="93785"/>
                    <a:pt x="558077" y="95530"/>
                    <a:pt x="560480" y="96309"/>
                  </a:cubicBezTo>
                  <a:cubicBezTo>
                    <a:pt x="696866" y="141330"/>
                    <a:pt x="795354" y="262699"/>
                    <a:pt x="811401" y="405554"/>
                  </a:cubicBezTo>
                  <a:cubicBezTo>
                    <a:pt x="811956" y="410676"/>
                    <a:pt x="816652" y="414313"/>
                    <a:pt x="821608" y="413719"/>
                  </a:cubicBezTo>
                  <a:cubicBezTo>
                    <a:pt x="826674" y="413125"/>
                    <a:pt x="830335" y="408560"/>
                    <a:pt x="829744" y="403475"/>
                  </a:cubicBezTo>
                  <a:cubicBezTo>
                    <a:pt x="813250" y="256649"/>
                    <a:pt x="713845" y="131420"/>
                    <a:pt x="575386" y="81831"/>
                  </a:cubicBezTo>
                  <a:lnTo>
                    <a:pt x="589846" y="43677"/>
                  </a:lnTo>
                  <a:cubicBezTo>
                    <a:pt x="768323" y="106402"/>
                    <a:pt x="892212" y="293015"/>
                    <a:pt x="870683" y="490874"/>
                  </a:cubicBezTo>
                  <a:lnTo>
                    <a:pt x="849789" y="487237"/>
                  </a:lnTo>
                  <a:cubicBezTo>
                    <a:pt x="837733" y="485418"/>
                    <a:pt x="834663" y="503122"/>
                    <a:pt x="846608" y="505535"/>
                  </a:cubicBezTo>
                  <a:lnTo>
                    <a:pt x="868391" y="509320"/>
                  </a:lnTo>
                  <a:cubicBezTo>
                    <a:pt x="849049" y="642636"/>
                    <a:pt x="768094" y="760255"/>
                    <a:pt x="647424" y="825245"/>
                  </a:cubicBezTo>
                  <a:cubicBezTo>
                    <a:pt x="638993" y="829698"/>
                    <a:pt x="642395" y="842838"/>
                    <a:pt x="651788" y="842688"/>
                  </a:cubicBezTo>
                  <a:cubicBezTo>
                    <a:pt x="783033" y="777551"/>
                    <a:pt x="869384" y="646350"/>
                    <a:pt x="887770" y="503714"/>
                  </a:cubicBezTo>
                  <a:cubicBezTo>
                    <a:pt x="887954" y="503157"/>
                    <a:pt x="887954" y="502600"/>
                    <a:pt x="887991" y="502043"/>
                  </a:cubicBezTo>
                  <a:cubicBezTo>
                    <a:pt x="915912" y="290227"/>
                    <a:pt x="781636" y="87019"/>
                    <a:pt x="588220" y="23444"/>
                  </a:cubicBezTo>
                  <a:close/>
                </a:path>
              </a:pathLst>
            </a:custGeom>
            <a:solidFill>
              <a:srgbClr val="000000"/>
            </a:solidFill>
            <a:ln w="9438" cap="flat">
              <a:noFill/>
              <a:prstDash val="solid"/>
              <a:miter/>
            </a:ln>
          </p:spPr>
          <p:txBody>
            <a:bodyPr/>
            <a:lstStyle/>
            <a:p>
              <a:endParaRPr lang="en-US"/>
            </a:p>
          </p:txBody>
        </p:sp>
        <p:sp>
          <p:nvSpPr>
            <p:cNvPr id="37" name="Freeform 36">
              <a:extLst>
                <a:ext uri="{FF2B5EF4-FFF2-40B4-BE49-F238E27FC236}">
                  <a16:creationId xmlns:a16="http://schemas.microsoft.com/office/drawing/2014/main" id="{3C9D3406-28E2-F417-DDA8-9166552080B0}"/>
                </a:ext>
              </a:extLst>
            </p:cNvPr>
            <p:cNvSpPr/>
            <p:nvPr/>
          </p:nvSpPr>
          <p:spPr>
            <a:xfrm>
              <a:off x="3748796" y="5063944"/>
              <a:ext cx="198445" cy="224177"/>
            </a:xfrm>
            <a:custGeom>
              <a:avLst/>
              <a:gdLst>
                <a:gd name="csX0" fmla="*/ 6070 w 198445"/>
                <a:gd name="csY0" fmla="*/ 561 h 224177"/>
                <a:gd name="csX1" fmla="*/ 560 w 198445"/>
                <a:gd name="csY1" fmla="*/ 12475 h 224177"/>
                <a:gd name="csX2" fmla="*/ 189242 w 198445"/>
                <a:gd name="csY2" fmla="*/ 224177 h 224177"/>
                <a:gd name="csX3" fmla="*/ 193532 w 198445"/>
                <a:gd name="csY3" fmla="*/ 206659 h 224177"/>
                <a:gd name="csX4" fmla="*/ 17943 w 198445"/>
                <a:gd name="csY4" fmla="*/ 6092 h 224177"/>
                <a:gd name="csX5" fmla="*/ 6072 w 198445"/>
                <a:gd name="csY5" fmla="*/ 562 h 224177"/>
              </a:gdLst>
              <a:ahLst/>
              <a:cxnLst>
                <a:cxn ang="0">
                  <a:pos x="csX0" y="csY0"/>
                </a:cxn>
                <a:cxn ang="0">
                  <a:pos x="csX1" y="csY1"/>
                </a:cxn>
                <a:cxn ang="0">
                  <a:pos x="csX2" y="csY2"/>
                </a:cxn>
                <a:cxn ang="0">
                  <a:pos x="csX3" y="csY3"/>
                </a:cxn>
                <a:cxn ang="0">
                  <a:pos x="csX4" y="csY4"/>
                </a:cxn>
                <a:cxn ang="0">
                  <a:pos x="csX5" y="csY5"/>
                </a:cxn>
              </a:cxnLst>
              <a:rect l="l" t="t" r="r" b="b"/>
              <a:pathLst>
                <a:path w="198445" h="224177">
                  <a:moveTo>
                    <a:pt x="6070" y="561"/>
                  </a:moveTo>
                  <a:cubicBezTo>
                    <a:pt x="1262" y="2343"/>
                    <a:pt x="-1178" y="7650"/>
                    <a:pt x="560" y="12475"/>
                  </a:cubicBezTo>
                  <a:cubicBezTo>
                    <a:pt x="34472" y="103518"/>
                    <a:pt x="100932" y="182608"/>
                    <a:pt x="189242" y="224177"/>
                  </a:cubicBezTo>
                  <a:cubicBezTo>
                    <a:pt x="198673" y="224252"/>
                    <a:pt x="202112" y="211113"/>
                    <a:pt x="193532" y="206659"/>
                  </a:cubicBezTo>
                  <a:cubicBezTo>
                    <a:pt x="111951" y="163828"/>
                    <a:pt x="49563" y="92565"/>
                    <a:pt x="17943" y="6092"/>
                  </a:cubicBezTo>
                  <a:cubicBezTo>
                    <a:pt x="16168" y="1267"/>
                    <a:pt x="10879" y="-1183"/>
                    <a:pt x="6072" y="562"/>
                  </a:cubicBezTo>
                  <a:close/>
                </a:path>
              </a:pathLst>
            </a:custGeom>
            <a:solidFill>
              <a:srgbClr val="000000"/>
            </a:solidFill>
            <a:ln w="9438" cap="flat">
              <a:noFill/>
              <a:prstDash val="solid"/>
              <a:miter/>
            </a:ln>
          </p:spPr>
          <p:txBody>
            <a:bodyPr/>
            <a:lstStyle/>
            <a:p>
              <a:endParaRPr lang="en-US"/>
            </a:p>
          </p:txBody>
        </p:sp>
        <p:sp>
          <p:nvSpPr>
            <p:cNvPr id="38" name="Freeform 37">
              <a:extLst>
                <a:ext uri="{FF2B5EF4-FFF2-40B4-BE49-F238E27FC236}">
                  <a16:creationId xmlns:a16="http://schemas.microsoft.com/office/drawing/2014/main" id="{72A50CE3-8FB1-2749-EE3E-1E3228603394}"/>
                </a:ext>
              </a:extLst>
            </p:cNvPr>
            <p:cNvSpPr/>
            <p:nvPr/>
          </p:nvSpPr>
          <p:spPr>
            <a:xfrm>
              <a:off x="3812389" y="5118249"/>
              <a:ext cx="638621" cy="272290"/>
            </a:xfrm>
            <a:custGeom>
              <a:avLst/>
              <a:gdLst>
                <a:gd name="csX0" fmla="*/ 637403 w 638621"/>
                <a:gd name="csY0" fmla="*/ 13812 h 272290"/>
                <a:gd name="csX1" fmla="*/ 621279 w 638621"/>
                <a:gd name="csY1" fmla="*/ 4756 h 272290"/>
                <a:gd name="csX2" fmla="*/ 424313 w 638621"/>
                <a:gd name="csY2" fmla="*/ 172514 h 272290"/>
                <a:gd name="csX3" fmla="*/ 418654 w 638621"/>
                <a:gd name="csY3" fmla="*/ 184094 h 272290"/>
                <a:gd name="csX4" fmla="*/ 434002 w 638621"/>
                <a:gd name="csY4" fmla="*/ 231973 h 272290"/>
                <a:gd name="csX5" fmla="*/ 309223 w 638621"/>
                <a:gd name="csY5" fmla="*/ 253389 h 272290"/>
                <a:gd name="csX6" fmla="*/ 309223 w 638621"/>
                <a:gd name="csY6" fmla="*/ 202727 h 272290"/>
                <a:gd name="csX7" fmla="*/ 299978 w 638621"/>
                <a:gd name="csY7" fmla="*/ 193448 h 272290"/>
                <a:gd name="csX8" fmla="*/ 290732 w 638621"/>
                <a:gd name="csY8" fmla="*/ 202727 h 272290"/>
                <a:gd name="csX9" fmla="*/ 290732 w 638621"/>
                <a:gd name="csY9" fmla="*/ 253389 h 272290"/>
                <a:gd name="csX10" fmla="*/ 62259 w 638621"/>
                <a:gd name="csY10" fmla="*/ 181088 h 272290"/>
                <a:gd name="csX11" fmla="*/ 50572 w 638621"/>
                <a:gd name="csY11" fmla="*/ 182239 h 272290"/>
                <a:gd name="csX12" fmla="*/ 2718 w 638621"/>
                <a:gd name="csY12" fmla="*/ 230266 h 272290"/>
                <a:gd name="csX13" fmla="*/ 2718 w 638621"/>
                <a:gd name="csY13" fmla="*/ 243404 h 272290"/>
                <a:gd name="csX14" fmla="*/ 15809 w 638621"/>
                <a:gd name="csY14" fmla="*/ 243404 h 272290"/>
                <a:gd name="csX15" fmla="*/ 58338 w 638621"/>
                <a:gd name="csY15" fmla="*/ 200722 h 272290"/>
                <a:gd name="csX16" fmla="*/ 451713 w 638621"/>
                <a:gd name="csY16" fmla="*/ 244851 h 272290"/>
                <a:gd name="csX17" fmla="*/ 454413 w 638621"/>
                <a:gd name="csY17" fmla="*/ 235053 h 272290"/>
                <a:gd name="csX18" fmla="*/ 438955 w 638621"/>
                <a:gd name="csY18" fmla="*/ 186841 h 272290"/>
                <a:gd name="csX19" fmla="*/ 637436 w 638621"/>
                <a:gd name="csY19" fmla="*/ 13848 h 27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38621" h="272290">
                  <a:moveTo>
                    <a:pt x="637403" y="13812"/>
                  </a:moveTo>
                  <a:cubicBezTo>
                    <a:pt x="643061" y="3048"/>
                    <a:pt x="627529" y="-5822"/>
                    <a:pt x="621279" y="4756"/>
                  </a:cubicBezTo>
                  <a:cubicBezTo>
                    <a:pt x="577752" y="82771"/>
                    <a:pt x="507823" y="142337"/>
                    <a:pt x="424313" y="172514"/>
                  </a:cubicBezTo>
                  <a:cubicBezTo>
                    <a:pt x="419616" y="174221"/>
                    <a:pt x="417138" y="179343"/>
                    <a:pt x="418654" y="184094"/>
                  </a:cubicBezTo>
                  <a:lnTo>
                    <a:pt x="434002" y="231973"/>
                  </a:lnTo>
                  <a:cubicBezTo>
                    <a:pt x="393803" y="245297"/>
                    <a:pt x="351903" y="252498"/>
                    <a:pt x="309223" y="253389"/>
                  </a:cubicBezTo>
                  <a:lnTo>
                    <a:pt x="309223" y="202727"/>
                  </a:lnTo>
                  <a:cubicBezTo>
                    <a:pt x="309223" y="197605"/>
                    <a:pt x="305081" y="193448"/>
                    <a:pt x="299978" y="193448"/>
                  </a:cubicBezTo>
                  <a:cubicBezTo>
                    <a:pt x="294874" y="193448"/>
                    <a:pt x="290732" y="197605"/>
                    <a:pt x="290732" y="202727"/>
                  </a:cubicBezTo>
                  <a:lnTo>
                    <a:pt x="290732" y="253389"/>
                  </a:lnTo>
                  <a:cubicBezTo>
                    <a:pt x="208930" y="251644"/>
                    <a:pt x="130120" y="226777"/>
                    <a:pt x="62259" y="181088"/>
                  </a:cubicBezTo>
                  <a:cubicBezTo>
                    <a:pt x="58598" y="178601"/>
                    <a:pt x="53679" y="179084"/>
                    <a:pt x="50572" y="182239"/>
                  </a:cubicBezTo>
                  <a:lnTo>
                    <a:pt x="2718" y="230266"/>
                  </a:lnTo>
                  <a:cubicBezTo>
                    <a:pt x="-906" y="233903"/>
                    <a:pt x="-906" y="239767"/>
                    <a:pt x="2718" y="243404"/>
                  </a:cubicBezTo>
                  <a:cubicBezTo>
                    <a:pt x="6342" y="247042"/>
                    <a:pt x="12185" y="247042"/>
                    <a:pt x="15809" y="243404"/>
                  </a:cubicBezTo>
                  <a:lnTo>
                    <a:pt x="58338" y="200722"/>
                  </a:lnTo>
                  <a:cubicBezTo>
                    <a:pt x="172466" y="275472"/>
                    <a:pt x="324085" y="294214"/>
                    <a:pt x="451713" y="244851"/>
                  </a:cubicBezTo>
                  <a:cubicBezTo>
                    <a:pt x="454450" y="242439"/>
                    <a:pt x="455485" y="238505"/>
                    <a:pt x="454413" y="235053"/>
                  </a:cubicBezTo>
                  <a:lnTo>
                    <a:pt x="438955" y="186841"/>
                  </a:lnTo>
                  <a:cubicBezTo>
                    <a:pt x="522940" y="154254"/>
                    <a:pt x="593205" y="93125"/>
                    <a:pt x="637436" y="13848"/>
                  </a:cubicBezTo>
                  <a:close/>
                </a:path>
              </a:pathLst>
            </a:custGeom>
            <a:solidFill>
              <a:srgbClr val="000000"/>
            </a:solidFill>
            <a:ln w="9438" cap="flat">
              <a:noFill/>
              <a:prstDash val="solid"/>
              <a:miter/>
            </a:ln>
          </p:spPr>
          <p:txBody>
            <a:bodyPr/>
            <a:lstStyle/>
            <a:p>
              <a:endParaRPr lang="en-US"/>
            </a:p>
          </p:txBody>
        </p:sp>
        <p:sp>
          <p:nvSpPr>
            <p:cNvPr id="39" name="Freeform 38">
              <a:extLst>
                <a:ext uri="{FF2B5EF4-FFF2-40B4-BE49-F238E27FC236}">
                  <a16:creationId xmlns:a16="http://schemas.microsoft.com/office/drawing/2014/main" id="{662B7378-D5E7-C2CB-D537-8EDABB42DD4A}"/>
                </a:ext>
              </a:extLst>
            </p:cNvPr>
            <p:cNvSpPr/>
            <p:nvPr/>
          </p:nvSpPr>
          <p:spPr>
            <a:xfrm>
              <a:off x="3785043" y="4690913"/>
              <a:ext cx="662399" cy="580057"/>
            </a:xfrm>
            <a:custGeom>
              <a:avLst/>
              <a:gdLst>
                <a:gd name="csX0" fmla="*/ 83837 w 662399"/>
                <a:gd name="csY0" fmla="*/ 46836 h 580057"/>
                <a:gd name="csX1" fmla="*/ 70857 w 662399"/>
                <a:gd name="csY1" fmla="*/ 48320 h 580057"/>
                <a:gd name="csX2" fmla="*/ 0 w 662399"/>
                <a:gd name="csY2" fmla="*/ 252232 h 580057"/>
                <a:gd name="csX3" fmla="*/ 627907 w 662399"/>
                <a:gd name="csY3" fmla="*/ 382022 h 580057"/>
                <a:gd name="csX4" fmla="*/ 649653 w 662399"/>
                <a:gd name="csY4" fmla="*/ 391004 h 580057"/>
                <a:gd name="csX5" fmla="*/ 661708 w 662399"/>
                <a:gd name="csY5" fmla="*/ 385956 h 580057"/>
                <a:gd name="csX6" fmla="*/ 656679 w 662399"/>
                <a:gd name="csY6" fmla="*/ 373857 h 580057"/>
                <a:gd name="csX7" fmla="*/ 634749 w 662399"/>
                <a:gd name="csY7" fmla="*/ 364801 h 580057"/>
                <a:gd name="csX8" fmla="*/ 539300 w 662399"/>
                <a:gd name="csY8" fmla="*/ 2224 h 580057"/>
                <a:gd name="csX9" fmla="*/ 526282 w 662399"/>
                <a:gd name="csY9" fmla="*/ 3264 h 580057"/>
                <a:gd name="csX10" fmla="*/ 527318 w 662399"/>
                <a:gd name="csY10" fmla="*/ 16328 h 580057"/>
                <a:gd name="csX11" fmla="*/ 635898 w 662399"/>
                <a:gd name="csY11" fmla="*/ 242958 h 580057"/>
                <a:gd name="csX12" fmla="*/ 590115 w 662399"/>
                <a:gd name="csY12" fmla="*/ 242958 h 580057"/>
                <a:gd name="csX13" fmla="*/ 580870 w 662399"/>
                <a:gd name="csY13" fmla="*/ 252236 h 580057"/>
                <a:gd name="csX14" fmla="*/ 590115 w 662399"/>
                <a:gd name="csY14" fmla="*/ 261515 h 580057"/>
                <a:gd name="csX15" fmla="*/ 635824 w 662399"/>
                <a:gd name="csY15" fmla="*/ 261515 h 580057"/>
                <a:gd name="csX16" fmla="*/ 409310 w 662399"/>
                <a:gd name="csY16" fmla="*/ 550940 h 580057"/>
                <a:gd name="csX17" fmla="*/ 401248 w 662399"/>
                <a:gd name="csY17" fmla="*/ 510893 h 580057"/>
                <a:gd name="csX18" fmla="*/ 582272 w 662399"/>
                <a:gd name="csY18" fmla="*/ 335334 h 580057"/>
                <a:gd name="csX19" fmla="*/ 576355 w 662399"/>
                <a:gd name="csY19" fmla="*/ 323642 h 580057"/>
                <a:gd name="csX20" fmla="*/ 564706 w 662399"/>
                <a:gd name="csY20" fmla="*/ 329581 h 580057"/>
                <a:gd name="csX21" fmla="*/ 388226 w 662399"/>
                <a:gd name="csY21" fmla="*/ 495192 h 580057"/>
                <a:gd name="csX22" fmla="*/ 381421 w 662399"/>
                <a:gd name="csY22" fmla="*/ 506029 h 580057"/>
                <a:gd name="csX23" fmla="*/ 391333 w 662399"/>
                <a:gd name="csY23" fmla="*/ 555392 h 580057"/>
                <a:gd name="csX24" fmla="*/ 250318 w 662399"/>
                <a:gd name="csY24" fmla="*/ 552423 h 580057"/>
                <a:gd name="csX25" fmla="*/ 259896 w 662399"/>
                <a:gd name="csY25" fmla="*/ 520504 h 580057"/>
                <a:gd name="csX26" fmla="*/ 253720 w 662399"/>
                <a:gd name="csY26" fmla="*/ 508923 h 580057"/>
                <a:gd name="csX27" fmla="*/ 242181 w 662399"/>
                <a:gd name="csY27" fmla="*/ 515121 h 580057"/>
                <a:gd name="csX28" fmla="*/ 232566 w 662399"/>
                <a:gd name="csY28" fmla="*/ 547152 h 580057"/>
                <a:gd name="csX29" fmla="*/ 85265 w 662399"/>
                <a:gd name="csY29" fmla="*/ 59830 h 580057"/>
                <a:gd name="csX30" fmla="*/ 83786 w 662399"/>
                <a:gd name="csY30" fmla="*/ 46803 h 580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662399" h="580057">
                  <a:moveTo>
                    <a:pt x="83837" y="46836"/>
                  </a:moveTo>
                  <a:cubicBezTo>
                    <a:pt x="79843" y="43644"/>
                    <a:pt x="74037" y="44312"/>
                    <a:pt x="70857" y="48320"/>
                  </a:cubicBezTo>
                  <a:cubicBezTo>
                    <a:pt x="24482" y="106926"/>
                    <a:pt x="0" y="177408"/>
                    <a:pt x="0" y="252232"/>
                  </a:cubicBezTo>
                  <a:cubicBezTo>
                    <a:pt x="9504" y="613811"/>
                    <a:pt x="482679" y="704075"/>
                    <a:pt x="627907" y="382022"/>
                  </a:cubicBezTo>
                  <a:lnTo>
                    <a:pt x="649653" y="391004"/>
                  </a:lnTo>
                  <a:cubicBezTo>
                    <a:pt x="654275" y="392934"/>
                    <a:pt x="659786" y="390744"/>
                    <a:pt x="661708" y="385956"/>
                  </a:cubicBezTo>
                  <a:cubicBezTo>
                    <a:pt x="663631" y="381205"/>
                    <a:pt x="661413" y="375787"/>
                    <a:pt x="656679" y="373857"/>
                  </a:cubicBezTo>
                  <a:lnTo>
                    <a:pt x="634749" y="364801"/>
                  </a:lnTo>
                  <a:cubicBezTo>
                    <a:pt x="681975" y="239571"/>
                    <a:pt x="642626" y="88327"/>
                    <a:pt x="539300" y="2224"/>
                  </a:cubicBezTo>
                  <a:cubicBezTo>
                    <a:pt x="535417" y="-1116"/>
                    <a:pt x="529574" y="-633"/>
                    <a:pt x="526282" y="3264"/>
                  </a:cubicBezTo>
                  <a:cubicBezTo>
                    <a:pt x="522954" y="7161"/>
                    <a:pt x="523435" y="13025"/>
                    <a:pt x="527318" y="16328"/>
                  </a:cubicBezTo>
                  <a:cubicBezTo>
                    <a:pt x="594070" y="73411"/>
                    <a:pt x="633304" y="155582"/>
                    <a:pt x="635898" y="242958"/>
                  </a:cubicBezTo>
                  <a:lnTo>
                    <a:pt x="590115" y="242958"/>
                  </a:lnTo>
                  <a:cubicBezTo>
                    <a:pt x="585012" y="242958"/>
                    <a:pt x="580870" y="247114"/>
                    <a:pt x="580870" y="252236"/>
                  </a:cubicBezTo>
                  <a:cubicBezTo>
                    <a:pt x="580870" y="257358"/>
                    <a:pt x="585012" y="261515"/>
                    <a:pt x="590115" y="261515"/>
                  </a:cubicBezTo>
                  <a:lnTo>
                    <a:pt x="635824" y="261515"/>
                  </a:lnTo>
                  <a:cubicBezTo>
                    <a:pt x="631756" y="399809"/>
                    <a:pt x="537005" y="515566"/>
                    <a:pt x="409310" y="550940"/>
                  </a:cubicBezTo>
                  <a:lnTo>
                    <a:pt x="401248" y="510893"/>
                  </a:lnTo>
                  <a:cubicBezTo>
                    <a:pt x="485973" y="486397"/>
                    <a:pt x="554874" y="419850"/>
                    <a:pt x="582272" y="335334"/>
                  </a:cubicBezTo>
                  <a:cubicBezTo>
                    <a:pt x="583862" y="330472"/>
                    <a:pt x="581200" y="325239"/>
                    <a:pt x="576355" y="323642"/>
                  </a:cubicBezTo>
                  <a:cubicBezTo>
                    <a:pt x="571473" y="322046"/>
                    <a:pt x="566296" y="324719"/>
                    <a:pt x="564706" y="329581"/>
                  </a:cubicBezTo>
                  <a:cubicBezTo>
                    <a:pt x="538337" y="410863"/>
                    <a:pt x="470698" y="474326"/>
                    <a:pt x="388226" y="495192"/>
                  </a:cubicBezTo>
                  <a:cubicBezTo>
                    <a:pt x="383455" y="496416"/>
                    <a:pt x="380460" y="501167"/>
                    <a:pt x="381421" y="506029"/>
                  </a:cubicBezTo>
                  <a:lnTo>
                    <a:pt x="391333" y="555392"/>
                  </a:lnTo>
                  <a:cubicBezTo>
                    <a:pt x="345993" y="565302"/>
                    <a:pt x="294956" y="564188"/>
                    <a:pt x="250318" y="552423"/>
                  </a:cubicBezTo>
                  <a:lnTo>
                    <a:pt x="259896" y="520504"/>
                  </a:lnTo>
                  <a:cubicBezTo>
                    <a:pt x="261375" y="515604"/>
                    <a:pt x="258601" y="510408"/>
                    <a:pt x="253720" y="508923"/>
                  </a:cubicBezTo>
                  <a:cubicBezTo>
                    <a:pt x="248838" y="507438"/>
                    <a:pt x="243661" y="510222"/>
                    <a:pt x="242181" y="515121"/>
                  </a:cubicBezTo>
                  <a:lnTo>
                    <a:pt x="232566" y="547152"/>
                  </a:lnTo>
                  <a:cubicBezTo>
                    <a:pt x="32277" y="485281"/>
                    <a:pt x="-50458" y="227066"/>
                    <a:pt x="85265" y="59830"/>
                  </a:cubicBezTo>
                  <a:cubicBezTo>
                    <a:pt x="88445" y="55822"/>
                    <a:pt x="87780" y="49994"/>
                    <a:pt x="83786" y="46803"/>
                  </a:cubicBezTo>
                  <a:close/>
                </a:path>
              </a:pathLst>
            </a:custGeom>
            <a:solidFill>
              <a:srgbClr val="000000"/>
            </a:solidFill>
            <a:ln w="9438" cap="flat">
              <a:noFill/>
              <a:prstDash val="solid"/>
              <a:miter/>
            </a:ln>
          </p:spPr>
          <p:txBody>
            <a:bodyPr/>
            <a:lstStyle/>
            <a:p>
              <a:endParaRPr lang="en-US"/>
            </a:p>
          </p:txBody>
        </p:sp>
        <p:sp>
          <p:nvSpPr>
            <p:cNvPr id="40" name="Freeform 39">
              <a:extLst>
                <a:ext uri="{FF2B5EF4-FFF2-40B4-BE49-F238E27FC236}">
                  <a16:creationId xmlns:a16="http://schemas.microsoft.com/office/drawing/2014/main" id="{858978BB-6132-F3A7-00D8-64DEDEB0FC28}"/>
                </a:ext>
              </a:extLst>
            </p:cNvPr>
            <p:cNvSpPr/>
            <p:nvPr/>
          </p:nvSpPr>
          <p:spPr>
            <a:xfrm>
              <a:off x="3844355" y="4789162"/>
              <a:ext cx="471821" cy="363775"/>
            </a:xfrm>
            <a:custGeom>
              <a:avLst/>
              <a:gdLst>
                <a:gd name="csX0" fmla="*/ 45419 w 471821"/>
                <a:gd name="csY0" fmla="*/ 4038 h 363775"/>
                <a:gd name="csX1" fmla="*/ 35952 w 471821"/>
                <a:gd name="csY1" fmla="*/ 288712 h 363775"/>
                <a:gd name="csX2" fmla="*/ 43940 w 471821"/>
                <a:gd name="csY2" fmla="*/ 293351 h 363775"/>
                <a:gd name="csX3" fmla="*/ 51928 w 471821"/>
                <a:gd name="csY3" fmla="*/ 279395 h 363775"/>
                <a:gd name="csX4" fmla="*/ 56181 w 471821"/>
                <a:gd name="csY4" fmla="*/ 21478 h 363775"/>
                <a:gd name="csX5" fmla="*/ 91978 w 471821"/>
                <a:gd name="csY5" fmla="*/ 41075 h 363775"/>
                <a:gd name="csX6" fmla="*/ 144973 w 471821"/>
                <a:gd name="csY6" fmla="*/ 323373 h 363775"/>
                <a:gd name="csX7" fmla="*/ 128110 w 471821"/>
                <a:gd name="csY7" fmla="*/ 349354 h 363775"/>
                <a:gd name="csX8" fmla="*/ 130810 w 471821"/>
                <a:gd name="csY8" fmla="*/ 362196 h 363775"/>
                <a:gd name="csX9" fmla="*/ 143606 w 471821"/>
                <a:gd name="csY9" fmla="*/ 359487 h 363775"/>
                <a:gd name="csX10" fmla="*/ 160358 w 471821"/>
                <a:gd name="csY10" fmla="*/ 333692 h 363775"/>
                <a:gd name="csX11" fmla="*/ 471557 w 471821"/>
                <a:gd name="csY11" fmla="*/ 201298 h 363775"/>
                <a:gd name="csX12" fmla="*/ 462534 w 471821"/>
                <a:gd name="csY12" fmla="*/ 189941 h 363775"/>
                <a:gd name="csX13" fmla="*/ 426736 w 471821"/>
                <a:gd name="csY13" fmla="*/ 189941 h 363775"/>
                <a:gd name="csX14" fmla="*/ 426736 w 471821"/>
                <a:gd name="csY14" fmla="*/ 208499 h 363775"/>
                <a:gd name="csX15" fmla="*/ 450515 w 471821"/>
                <a:gd name="csY15" fmla="*/ 208499 h 363775"/>
                <a:gd name="csX16" fmla="*/ 77485 w 471821"/>
                <a:gd name="csY16" fmla="*/ 154013 h 363775"/>
                <a:gd name="csX17" fmla="*/ 113098 w 471821"/>
                <a:gd name="csY17" fmla="*/ 42742 h 363775"/>
                <a:gd name="csX18" fmla="*/ 113727 w 471821"/>
                <a:gd name="csY18" fmla="*/ 34094 h 363775"/>
                <a:gd name="csX19" fmla="*/ 109733 w 471821"/>
                <a:gd name="csY19" fmla="*/ 29714 h 363775"/>
                <a:gd name="csX20" fmla="*/ 57515 w 471821"/>
                <a:gd name="csY20" fmla="*/ 1135 h 363775"/>
                <a:gd name="csX21" fmla="*/ 45423 w 471821"/>
                <a:gd name="csY21" fmla="*/ 4105 h 363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471821" h="363775">
                  <a:moveTo>
                    <a:pt x="45419" y="4038"/>
                  </a:moveTo>
                  <a:cubicBezTo>
                    <a:pt x="-11532" y="87102"/>
                    <a:pt x="-15193" y="202049"/>
                    <a:pt x="35952" y="288712"/>
                  </a:cubicBezTo>
                  <a:cubicBezTo>
                    <a:pt x="37653" y="291681"/>
                    <a:pt x="40760" y="293351"/>
                    <a:pt x="43940" y="293351"/>
                  </a:cubicBezTo>
                  <a:cubicBezTo>
                    <a:pt x="50818" y="293500"/>
                    <a:pt x="55589" y="285372"/>
                    <a:pt x="51928" y="279395"/>
                  </a:cubicBezTo>
                  <a:cubicBezTo>
                    <a:pt x="5849" y="201268"/>
                    <a:pt x="7476" y="97974"/>
                    <a:pt x="56181" y="21478"/>
                  </a:cubicBezTo>
                  <a:lnTo>
                    <a:pt x="91978" y="41075"/>
                  </a:lnTo>
                  <a:cubicBezTo>
                    <a:pt x="31366" y="132155"/>
                    <a:pt x="58251" y="262573"/>
                    <a:pt x="144973" y="323373"/>
                  </a:cubicBezTo>
                  <a:lnTo>
                    <a:pt x="128110" y="349354"/>
                  </a:lnTo>
                  <a:cubicBezTo>
                    <a:pt x="125337" y="353659"/>
                    <a:pt x="126520" y="359412"/>
                    <a:pt x="130810" y="362196"/>
                  </a:cubicBezTo>
                  <a:cubicBezTo>
                    <a:pt x="135026" y="364980"/>
                    <a:pt x="140795" y="363829"/>
                    <a:pt x="143606" y="359487"/>
                  </a:cubicBezTo>
                  <a:lnTo>
                    <a:pt x="160358" y="333692"/>
                  </a:lnTo>
                  <a:cubicBezTo>
                    <a:pt x="278699" y="407329"/>
                    <a:pt x="441934" y="339148"/>
                    <a:pt x="471557" y="201298"/>
                  </a:cubicBezTo>
                  <a:cubicBezTo>
                    <a:pt x="472999" y="195694"/>
                    <a:pt x="468340" y="189793"/>
                    <a:pt x="462534" y="189941"/>
                  </a:cubicBezTo>
                  <a:lnTo>
                    <a:pt x="426736" y="189941"/>
                  </a:lnTo>
                  <a:cubicBezTo>
                    <a:pt x="414532" y="190238"/>
                    <a:pt x="414532" y="208202"/>
                    <a:pt x="426736" y="208499"/>
                  </a:cubicBezTo>
                  <a:lnTo>
                    <a:pt x="450515" y="208499"/>
                  </a:lnTo>
                  <a:cubicBezTo>
                    <a:pt x="382802" y="417275"/>
                    <a:pt x="82730" y="374585"/>
                    <a:pt x="77485" y="154013"/>
                  </a:cubicBezTo>
                  <a:cubicBezTo>
                    <a:pt x="77448" y="113817"/>
                    <a:pt x="89911" y="75441"/>
                    <a:pt x="113098" y="42742"/>
                  </a:cubicBezTo>
                  <a:cubicBezTo>
                    <a:pt x="114726" y="40218"/>
                    <a:pt x="114948" y="36803"/>
                    <a:pt x="113727" y="34094"/>
                  </a:cubicBezTo>
                  <a:cubicBezTo>
                    <a:pt x="112951" y="32238"/>
                    <a:pt x="111471" y="30716"/>
                    <a:pt x="109733" y="29714"/>
                  </a:cubicBezTo>
                  <a:lnTo>
                    <a:pt x="57515" y="1135"/>
                  </a:lnTo>
                  <a:cubicBezTo>
                    <a:pt x="53336" y="-1166"/>
                    <a:pt x="48085" y="133"/>
                    <a:pt x="45423" y="4105"/>
                  </a:cubicBezTo>
                  <a:close/>
                </a:path>
              </a:pathLst>
            </a:custGeom>
            <a:solidFill>
              <a:srgbClr val="000000"/>
            </a:solidFill>
            <a:ln w="9438" cap="flat">
              <a:noFill/>
              <a:prstDash val="solid"/>
              <a:miter/>
            </a:ln>
          </p:spPr>
          <p:txBody>
            <a:bodyPr/>
            <a:lstStyle/>
            <a:p>
              <a:endParaRPr lang="en-US"/>
            </a:p>
          </p:txBody>
        </p:sp>
        <p:sp>
          <p:nvSpPr>
            <p:cNvPr id="41" name="Freeform 40">
              <a:extLst>
                <a:ext uri="{FF2B5EF4-FFF2-40B4-BE49-F238E27FC236}">
                  <a16:creationId xmlns:a16="http://schemas.microsoft.com/office/drawing/2014/main" id="{E76446F3-C31F-CF52-9BC3-36A271F99CF0}"/>
                </a:ext>
              </a:extLst>
            </p:cNvPr>
            <p:cNvSpPr/>
            <p:nvPr/>
          </p:nvSpPr>
          <p:spPr>
            <a:xfrm>
              <a:off x="3919038" y="4578583"/>
              <a:ext cx="338333" cy="137241"/>
            </a:xfrm>
            <a:custGeom>
              <a:avLst/>
              <a:gdLst>
                <a:gd name="csX0" fmla="*/ 221033 w 338333"/>
                <a:gd name="csY0" fmla="*/ 16 h 137241"/>
                <a:gd name="csX1" fmla="*/ 211270 w 338333"/>
                <a:gd name="csY1" fmla="*/ 8738 h 137241"/>
                <a:gd name="csX2" fmla="*/ 209643 w 338333"/>
                <a:gd name="csY2" fmla="*/ 36500 h 137241"/>
                <a:gd name="csX3" fmla="*/ 34536 w 338333"/>
                <a:gd name="csY3" fmla="*/ 77364 h 137241"/>
                <a:gd name="csX4" fmla="*/ 16230 w 338333"/>
                <a:gd name="csY4" fmla="*/ 56208 h 137241"/>
                <a:gd name="csX5" fmla="*/ 3176 w 338333"/>
                <a:gd name="csY5" fmla="*/ 55280 h 137241"/>
                <a:gd name="csX6" fmla="*/ 2251 w 338333"/>
                <a:gd name="csY6" fmla="*/ 68382 h 137241"/>
                <a:gd name="csX7" fmla="*/ 25549 w 338333"/>
                <a:gd name="csY7" fmla="*/ 95290 h 137241"/>
                <a:gd name="csX8" fmla="*/ 37199 w 338333"/>
                <a:gd name="csY8" fmla="*/ 97220 h 137241"/>
                <a:gd name="csX9" fmla="*/ 217740 w 338333"/>
                <a:gd name="csY9" fmla="*/ 55651 h 137241"/>
                <a:gd name="csX10" fmla="*/ 316152 w 338333"/>
                <a:gd name="csY10" fmla="*/ 80333 h 137241"/>
                <a:gd name="csX11" fmla="*/ 296108 w 338333"/>
                <a:gd name="csY11" fmla="*/ 116112 h 137241"/>
                <a:gd name="csX12" fmla="*/ 136717 w 338333"/>
                <a:gd name="csY12" fmla="*/ 101525 h 137241"/>
                <a:gd name="csX13" fmla="*/ 140600 w 338333"/>
                <a:gd name="csY13" fmla="*/ 119675 h 137241"/>
                <a:gd name="csX14" fmla="*/ 296223 w 338333"/>
                <a:gd name="csY14" fmla="*/ 136414 h 137241"/>
                <a:gd name="csX15" fmla="*/ 308094 w 338333"/>
                <a:gd name="csY15" fmla="*/ 132517 h 137241"/>
                <a:gd name="csX16" fmla="*/ 337161 w 338333"/>
                <a:gd name="csY16" fmla="*/ 80593 h 137241"/>
                <a:gd name="csX17" fmla="*/ 338086 w 338333"/>
                <a:gd name="csY17" fmla="*/ 74024 h 137241"/>
                <a:gd name="csX18" fmla="*/ 333056 w 338333"/>
                <a:gd name="csY18" fmla="*/ 67677 h 137241"/>
                <a:gd name="csX19" fmla="*/ 227951 w 338333"/>
                <a:gd name="csY19" fmla="*/ 37985 h 137241"/>
                <a:gd name="csX20" fmla="*/ 229578 w 338333"/>
                <a:gd name="csY20" fmla="*/ 9889 h 137241"/>
                <a:gd name="csX21" fmla="*/ 220887 w 338333"/>
                <a:gd name="csY21" fmla="*/ 91 h 1372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38333" h="137241">
                  <a:moveTo>
                    <a:pt x="221033" y="16"/>
                  </a:moveTo>
                  <a:cubicBezTo>
                    <a:pt x="216003" y="-281"/>
                    <a:pt x="211565" y="3616"/>
                    <a:pt x="211270" y="8738"/>
                  </a:cubicBezTo>
                  <a:lnTo>
                    <a:pt x="209643" y="36500"/>
                  </a:lnTo>
                  <a:cubicBezTo>
                    <a:pt x="148734" y="33383"/>
                    <a:pt x="87600" y="47672"/>
                    <a:pt x="34536" y="77364"/>
                  </a:cubicBezTo>
                  <a:lnTo>
                    <a:pt x="16230" y="56208"/>
                  </a:lnTo>
                  <a:cubicBezTo>
                    <a:pt x="12902" y="52348"/>
                    <a:pt x="7059" y="51940"/>
                    <a:pt x="3176" y="55280"/>
                  </a:cubicBezTo>
                  <a:cubicBezTo>
                    <a:pt x="-670" y="58621"/>
                    <a:pt x="-1077" y="64485"/>
                    <a:pt x="2251" y="68382"/>
                  </a:cubicBezTo>
                  <a:lnTo>
                    <a:pt x="25549" y="95290"/>
                  </a:lnTo>
                  <a:cubicBezTo>
                    <a:pt x="28471" y="98668"/>
                    <a:pt x="33426" y="99447"/>
                    <a:pt x="37199" y="97220"/>
                  </a:cubicBezTo>
                  <a:cubicBezTo>
                    <a:pt x="91302" y="65190"/>
                    <a:pt x="155019" y="50566"/>
                    <a:pt x="217740" y="55651"/>
                  </a:cubicBezTo>
                  <a:cubicBezTo>
                    <a:pt x="251800" y="58323"/>
                    <a:pt x="284787" y="66600"/>
                    <a:pt x="316152" y="80333"/>
                  </a:cubicBezTo>
                  <a:lnTo>
                    <a:pt x="296108" y="116112"/>
                  </a:lnTo>
                  <a:cubicBezTo>
                    <a:pt x="246368" y="95068"/>
                    <a:pt x="189639" y="90057"/>
                    <a:pt x="136717" y="101525"/>
                  </a:cubicBezTo>
                  <a:cubicBezTo>
                    <a:pt x="124957" y="104346"/>
                    <a:pt x="128544" y="121938"/>
                    <a:pt x="140600" y="119675"/>
                  </a:cubicBezTo>
                  <a:cubicBezTo>
                    <a:pt x="192522" y="108392"/>
                    <a:pt x="248035" y="114219"/>
                    <a:pt x="296223" y="136414"/>
                  </a:cubicBezTo>
                  <a:cubicBezTo>
                    <a:pt x="300513" y="138381"/>
                    <a:pt x="305764" y="136748"/>
                    <a:pt x="308094" y="132517"/>
                  </a:cubicBezTo>
                  <a:lnTo>
                    <a:pt x="337161" y="80593"/>
                  </a:lnTo>
                  <a:cubicBezTo>
                    <a:pt x="338234" y="78589"/>
                    <a:pt x="338641" y="76213"/>
                    <a:pt x="338086" y="74024"/>
                  </a:cubicBezTo>
                  <a:cubicBezTo>
                    <a:pt x="337494" y="71277"/>
                    <a:pt x="335534" y="68939"/>
                    <a:pt x="333056" y="67677"/>
                  </a:cubicBezTo>
                  <a:cubicBezTo>
                    <a:pt x="299663" y="51754"/>
                    <a:pt x="264419" y="41844"/>
                    <a:pt x="227951" y="37985"/>
                  </a:cubicBezTo>
                  <a:lnTo>
                    <a:pt x="229578" y="9889"/>
                  </a:lnTo>
                  <a:cubicBezTo>
                    <a:pt x="229874" y="4767"/>
                    <a:pt x="225991" y="387"/>
                    <a:pt x="220887" y="91"/>
                  </a:cubicBezTo>
                  <a:close/>
                </a:path>
              </a:pathLst>
            </a:custGeom>
            <a:solidFill>
              <a:srgbClr val="000000"/>
            </a:solidFill>
            <a:ln w="9438" cap="flat">
              <a:noFill/>
              <a:prstDash val="solid"/>
              <a:miter/>
            </a:ln>
          </p:spPr>
          <p:txBody>
            <a:bodyPr/>
            <a:lstStyle/>
            <a:p>
              <a:endParaRPr lang="en-US"/>
            </a:p>
          </p:txBody>
        </p:sp>
        <p:sp>
          <p:nvSpPr>
            <p:cNvPr id="42" name="Freeform 41">
              <a:extLst>
                <a:ext uri="{FF2B5EF4-FFF2-40B4-BE49-F238E27FC236}">
                  <a16:creationId xmlns:a16="http://schemas.microsoft.com/office/drawing/2014/main" id="{E1CA0B26-F6EB-81DE-212E-BB110072D4D5}"/>
                </a:ext>
              </a:extLst>
            </p:cNvPr>
            <p:cNvSpPr/>
            <p:nvPr/>
          </p:nvSpPr>
          <p:spPr>
            <a:xfrm>
              <a:off x="3988072" y="4733630"/>
              <a:ext cx="366180" cy="175999"/>
            </a:xfrm>
            <a:custGeom>
              <a:avLst/>
              <a:gdLst>
                <a:gd name="csX0" fmla="*/ 365419 w 366180"/>
                <a:gd name="csY0" fmla="*/ 94601 h 175999"/>
                <a:gd name="csX1" fmla="*/ 353252 w 366180"/>
                <a:gd name="csY1" fmla="*/ 89776 h 175999"/>
                <a:gd name="csX2" fmla="*/ 307801 w 366180"/>
                <a:gd name="csY2" fmla="*/ 109558 h 175999"/>
                <a:gd name="csX3" fmla="*/ 3921 w 366180"/>
                <a:gd name="csY3" fmla="*/ 38112 h 175999"/>
                <a:gd name="csX4" fmla="*/ 1702 w 366180"/>
                <a:gd name="csY4" fmla="*/ 51028 h 175999"/>
                <a:gd name="csX5" fmla="*/ 14572 w 366180"/>
                <a:gd name="csY5" fmla="*/ 53255 h 175999"/>
                <a:gd name="csX6" fmla="*/ 307537 w 366180"/>
                <a:gd name="csY6" fmla="*/ 157439 h 175999"/>
                <a:gd name="csX7" fmla="*/ 278987 w 366180"/>
                <a:gd name="csY7" fmla="*/ 157439 h 175999"/>
                <a:gd name="csX8" fmla="*/ 278987 w 366180"/>
                <a:gd name="csY8" fmla="*/ 175996 h 175999"/>
                <a:gd name="csX9" fmla="*/ 319371 w 366180"/>
                <a:gd name="csY9" fmla="*/ 175996 h 175999"/>
                <a:gd name="csX10" fmla="*/ 328394 w 366180"/>
                <a:gd name="csY10" fmla="*/ 164750 h 175999"/>
                <a:gd name="csX11" fmla="*/ 315931 w 366180"/>
                <a:gd name="csY11" fmla="*/ 126225 h 175999"/>
                <a:gd name="csX12" fmla="*/ 360606 w 366180"/>
                <a:gd name="csY12" fmla="*/ 106776 h 175999"/>
                <a:gd name="csX13" fmla="*/ 365413 w 366180"/>
                <a:gd name="csY13" fmla="*/ 94565 h 175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66180" h="175999">
                  <a:moveTo>
                    <a:pt x="365419" y="94601"/>
                  </a:moveTo>
                  <a:cubicBezTo>
                    <a:pt x="363385" y="89888"/>
                    <a:pt x="357949" y="87735"/>
                    <a:pt x="353252" y="89776"/>
                  </a:cubicBezTo>
                  <a:lnTo>
                    <a:pt x="307801" y="109558"/>
                  </a:lnTo>
                  <a:cubicBezTo>
                    <a:pt x="251182" y="1774"/>
                    <a:pt x="103734" y="-35121"/>
                    <a:pt x="3921" y="38112"/>
                  </a:cubicBezTo>
                  <a:cubicBezTo>
                    <a:pt x="-258" y="41081"/>
                    <a:pt x="-1257" y="46871"/>
                    <a:pt x="1702" y="51028"/>
                  </a:cubicBezTo>
                  <a:cubicBezTo>
                    <a:pt x="4661" y="55222"/>
                    <a:pt x="10430" y="56187"/>
                    <a:pt x="14572" y="53255"/>
                  </a:cubicBezTo>
                  <a:cubicBezTo>
                    <a:pt x="119299" y="-23313"/>
                    <a:pt x="273814" y="32990"/>
                    <a:pt x="307537" y="157439"/>
                  </a:cubicBezTo>
                  <a:lnTo>
                    <a:pt x="278987" y="157439"/>
                  </a:lnTo>
                  <a:cubicBezTo>
                    <a:pt x="266820" y="157736"/>
                    <a:pt x="266783" y="175700"/>
                    <a:pt x="278987" y="175996"/>
                  </a:cubicBezTo>
                  <a:lnTo>
                    <a:pt x="319371" y="175996"/>
                  </a:lnTo>
                  <a:cubicBezTo>
                    <a:pt x="325103" y="176145"/>
                    <a:pt x="329763" y="170318"/>
                    <a:pt x="328394" y="164750"/>
                  </a:cubicBezTo>
                  <a:cubicBezTo>
                    <a:pt x="325473" y="151351"/>
                    <a:pt x="321257" y="138473"/>
                    <a:pt x="315931" y="126225"/>
                  </a:cubicBezTo>
                  <a:lnTo>
                    <a:pt x="360606" y="106776"/>
                  </a:lnTo>
                  <a:cubicBezTo>
                    <a:pt x="365302" y="104735"/>
                    <a:pt x="367447" y="99279"/>
                    <a:pt x="365413" y="94565"/>
                  </a:cubicBezTo>
                  <a:close/>
                </a:path>
              </a:pathLst>
            </a:custGeom>
            <a:solidFill>
              <a:srgbClr val="000000"/>
            </a:solidFill>
            <a:ln w="9438" cap="flat">
              <a:noFill/>
              <a:prstDash val="solid"/>
              <a:miter/>
            </a:ln>
          </p:spPr>
          <p:txBody>
            <a:bodyPr/>
            <a:lstStyle/>
            <a:p>
              <a:endParaRPr lang="en-US"/>
            </a:p>
          </p:txBody>
        </p:sp>
        <p:sp>
          <p:nvSpPr>
            <p:cNvPr id="43" name="Freeform 42">
              <a:extLst>
                <a:ext uri="{FF2B5EF4-FFF2-40B4-BE49-F238E27FC236}">
                  <a16:creationId xmlns:a16="http://schemas.microsoft.com/office/drawing/2014/main" id="{E8003A85-BB55-A8AB-193B-1542C22EA6E5}"/>
                </a:ext>
              </a:extLst>
            </p:cNvPr>
            <p:cNvSpPr/>
            <p:nvPr/>
          </p:nvSpPr>
          <p:spPr>
            <a:xfrm>
              <a:off x="4004823" y="4787978"/>
              <a:ext cx="214976" cy="273192"/>
            </a:xfrm>
            <a:custGeom>
              <a:avLst/>
              <a:gdLst>
                <a:gd name="csX0" fmla="*/ 198517 w 214976"/>
                <a:gd name="csY0" fmla="*/ 132751 h 273192"/>
                <a:gd name="csX1" fmla="*/ 204361 w 214976"/>
                <a:gd name="csY1" fmla="*/ 133233 h 273192"/>
                <a:gd name="csX2" fmla="*/ 214974 w 214976"/>
                <a:gd name="csY2" fmla="*/ 124066 h 273192"/>
                <a:gd name="csX3" fmla="*/ 214974 w 214976"/>
                <a:gd name="csY3" fmla="*/ 95153 h 273192"/>
                <a:gd name="csX4" fmla="*/ 191898 w 214976"/>
                <a:gd name="csY4" fmla="*/ 72030 h 273192"/>
                <a:gd name="csX5" fmla="*/ 164088 w 214976"/>
                <a:gd name="csY5" fmla="*/ 72030 h 273192"/>
                <a:gd name="csX6" fmla="*/ 114014 w 214976"/>
                <a:gd name="csY6" fmla="*/ 434 h 273192"/>
                <a:gd name="csX7" fmla="*/ 50924 w 214976"/>
                <a:gd name="csY7" fmla="*/ 72030 h 273192"/>
                <a:gd name="csX8" fmla="*/ 23076 w 214976"/>
                <a:gd name="csY8" fmla="*/ 72030 h 273192"/>
                <a:gd name="csX9" fmla="*/ 0 w 214976"/>
                <a:gd name="csY9" fmla="*/ 95153 h 273192"/>
                <a:gd name="csX10" fmla="*/ 0 w 214976"/>
                <a:gd name="csY10" fmla="*/ 155205 h 273192"/>
                <a:gd name="csX11" fmla="*/ 18491 w 214976"/>
                <a:gd name="csY11" fmla="*/ 155205 h 273192"/>
                <a:gd name="csX12" fmla="*/ 18491 w 214976"/>
                <a:gd name="csY12" fmla="*/ 95153 h 273192"/>
                <a:gd name="csX13" fmla="*/ 23076 w 214976"/>
                <a:gd name="csY13" fmla="*/ 90588 h 273192"/>
                <a:gd name="csX14" fmla="*/ 64200 w 214976"/>
                <a:gd name="csY14" fmla="*/ 90588 h 273192"/>
                <a:gd name="csX15" fmla="*/ 72373 w 214976"/>
                <a:gd name="csY15" fmla="*/ 76966 h 273192"/>
                <a:gd name="csX16" fmla="*/ 111980 w 214976"/>
                <a:gd name="csY16" fmla="*/ 18844 h 273192"/>
                <a:gd name="csX17" fmla="*/ 142601 w 214976"/>
                <a:gd name="csY17" fmla="*/ 76966 h 273192"/>
                <a:gd name="csX18" fmla="*/ 150774 w 214976"/>
                <a:gd name="csY18" fmla="*/ 90588 h 273192"/>
                <a:gd name="csX19" fmla="*/ 191898 w 214976"/>
                <a:gd name="csY19" fmla="*/ 90588 h 273192"/>
                <a:gd name="csX20" fmla="*/ 196484 w 214976"/>
                <a:gd name="csY20" fmla="*/ 95153 h 273192"/>
                <a:gd name="csX21" fmla="*/ 196484 w 214976"/>
                <a:gd name="csY21" fmla="*/ 114230 h 273192"/>
                <a:gd name="csX22" fmla="*/ 196484 w 214976"/>
                <a:gd name="csY22" fmla="*/ 230956 h 273192"/>
                <a:gd name="csX23" fmla="*/ 196484 w 214976"/>
                <a:gd name="csY23" fmla="*/ 250033 h 273192"/>
                <a:gd name="csX24" fmla="*/ 191898 w 214976"/>
                <a:gd name="csY24" fmla="*/ 254635 h 273192"/>
                <a:gd name="csX25" fmla="*/ 23078 w 214976"/>
                <a:gd name="csY25" fmla="*/ 254635 h 273192"/>
                <a:gd name="csX26" fmla="*/ 18492 w 214976"/>
                <a:gd name="csY26" fmla="*/ 250033 h 273192"/>
                <a:gd name="csX27" fmla="*/ 18492 w 214976"/>
                <a:gd name="csY27" fmla="*/ 204307 h 273192"/>
                <a:gd name="csX28" fmla="*/ 1 w 214976"/>
                <a:gd name="csY28" fmla="*/ 204307 h 273192"/>
                <a:gd name="csX29" fmla="*/ 1 w 214976"/>
                <a:gd name="csY29" fmla="*/ 250033 h 273192"/>
                <a:gd name="csX30" fmla="*/ 23078 w 214976"/>
                <a:gd name="csY30" fmla="*/ 273192 h 273192"/>
                <a:gd name="csX31" fmla="*/ 191898 w 214976"/>
                <a:gd name="csY31" fmla="*/ 273192 h 273192"/>
                <a:gd name="csX32" fmla="*/ 214975 w 214976"/>
                <a:gd name="csY32" fmla="*/ 250033 h 273192"/>
                <a:gd name="csX33" fmla="*/ 214975 w 214976"/>
                <a:gd name="csY33" fmla="*/ 221120 h 273192"/>
                <a:gd name="csX34" fmla="*/ 211757 w 214976"/>
                <a:gd name="csY34" fmla="*/ 214105 h 273192"/>
                <a:gd name="csX35" fmla="*/ 198518 w 214976"/>
                <a:gd name="csY35" fmla="*/ 212435 h 273192"/>
                <a:gd name="csX36" fmla="*/ 198518 w 214976"/>
                <a:gd name="csY36" fmla="*/ 132749 h 2731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14976" h="273192">
                  <a:moveTo>
                    <a:pt x="198517" y="132751"/>
                  </a:moveTo>
                  <a:cubicBezTo>
                    <a:pt x="200256" y="132751"/>
                    <a:pt x="202105" y="132899"/>
                    <a:pt x="204361" y="133233"/>
                  </a:cubicBezTo>
                  <a:cubicBezTo>
                    <a:pt x="209760" y="134161"/>
                    <a:pt x="215085" y="129559"/>
                    <a:pt x="214974" y="124066"/>
                  </a:cubicBezTo>
                  <a:lnTo>
                    <a:pt x="214974" y="95153"/>
                  </a:lnTo>
                  <a:cubicBezTo>
                    <a:pt x="214974" y="82385"/>
                    <a:pt x="204619" y="72030"/>
                    <a:pt x="191898" y="72030"/>
                  </a:cubicBezTo>
                  <a:lnTo>
                    <a:pt x="164088" y="72030"/>
                  </a:lnTo>
                  <a:cubicBezTo>
                    <a:pt x="172630" y="38960"/>
                    <a:pt x="148112" y="3553"/>
                    <a:pt x="114014" y="434"/>
                  </a:cubicBezTo>
                  <a:cubicBezTo>
                    <a:pt x="74629" y="-4502"/>
                    <a:pt x="41124" y="33467"/>
                    <a:pt x="50924" y="72030"/>
                  </a:cubicBezTo>
                  <a:lnTo>
                    <a:pt x="23076" y="72030"/>
                  </a:lnTo>
                  <a:cubicBezTo>
                    <a:pt x="10354" y="72030"/>
                    <a:pt x="0" y="82423"/>
                    <a:pt x="0" y="95153"/>
                  </a:cubicBezTo>
                  <a:lnTo>
                    <a:pt x="0" y="155205"/>
                  </a:lnTo>
                  <a:cubicBezTo>
                    <a:pt x="333" y="167416"/>
                    <a:pt x="18158" y="167453"/>
                    <a:pt x="18491" y="155205"/>
                  </a:cubicBezTo>
                  <a:lnTo>
                    <a:pt x="18491" y="95153"/>
                  </a:lnTo>
                  <a:cubicBezTo>
                    <a:pt x="18491" y="92629"/>
                    <a:pt x="20524" y="90588"/>
                    <a:pt x="23076" y="90588"/>
                  </a:cubicBezTo>
                  <a:lnTo>
                    <a:pt x="64200" y="90588"/>
                  </a:lnTo>
                  <a:cubicBezTo>
                    <a:pt x="70931" y="90810"/>
                    <a:pt x="75701" y="82868"/>
                    <a:pt x="72373" y="76966"/>
                  </a:cubicBezTo>
                  <a:cubicBezTo>
                    <a:pt x="57359" y="49315"/>
                    <a:pt x="80842" y="14872"/>
                    <a:pt x="111980" y="18844"/>
                  </a:cubicBezTo>
                  <a:cubicBezTo>
                    <a:pt x="139125" y="21590"/>
                    <a:pt x="155840" y="52952"/>
                    <a:pt x="142601" y="76966"/>
                  </a:cubicBezTo>
                  <a:cubicBezTo>
                    <a:pt x="139273" y="82868"/>
                    <a:pt x="144044" y="90773"/>
                    <a:pt x="150774" y="90588"/>
                  </a:cubicBezTo>
                  <a:lnTo>
                    <a:pt x="191898" y="90588"/>
                  </a:lnTo>
                  <a:cubicBezTo>
                    <a:pt x="194413" y="90588"/>
                    <a:pt x="196484" y="92629"/>
                    <a:pt x="196484" y="95153"/>
                  </a:cubicBezTo>
                  <a:lnTo>
                    <a:pt x="196484" y="114230"/>
                  </a:lnTo>
                  <a:cubicBezTo>
                    <a:pt x="122003" y="119500"/>
                    <a:pt x="122040" y="225720"/>
                    <a:pt x="196484" y="230956"/>
                  </a:cubicBezTo>
                  <a:lnTo>
                    <a:pt x="196484" y="250033"/>
                  </a:lnTo>
                  <a:cubicBezTo>
                    <a:pt x="196484" y="252556"/>
                    <a:pt x="194450" y="254635"/>
                    <a:pt x="191898" y="254635"/>
                  </a:cubicBezTo>
                  <a:lnTo>
                    <a:pt x="23078" y="254635"/>
                  </a:lnTo>
                  <a:cubicBezTo>
                    <a:pt x="20563" y="254635"/>
                    <a:pt x="18492" y="252594"/>
                    <a:pt x="18492" y="250033"/>
                  </a:cubicBezTo>
                  <a:lnTo>
                    <a:pt x="18492" y="204307"/>
                  </a:lnTo>
                  <a:cubicBezTo>
                    <a:pt x="18233" y="192095"/>
                    <a:pt x="297" y="192058"/>
                    <a:pt x="1" y="204307"/>
                  </a:cubicBezTo>
                  <a:lnTo>
                    <a:pt x="1" y="250033"/>
                  </a:lnTo>
                  <a:cubicBezTo>
                    <a:pt x="1" y="262801"/>
                    <a:pt x="10357" y="273192"/>
                    <a:pt x="23078" y="273192"/>
                  </a:cubicBezTo>
                  <a:lnTo>
                    <a:pt x="191898" y="273192"/>
                  </a:lnTo>
                  <a:cubicBezTo>
                    <a:pt x="204620" y="273192"/>
                    <a:pt x="214975" y="262800"/>
                    <a:pt x="214975" y="250033"/>
                  </a:cubicBezTo>
                  <a:lnTo>
                    <a:pt x="214975" y="221120"/>
                  </a:lnTo>
                  <a:cubicBezTo>
                    <a:pt x="214975" y="218410"/>
                    <a:pt x="213791" y="215849"/>
                    <a:pt x="211757" y="214105"/>
                  </a:cubicBezTo>
                  <a:cubicBezTo>
                    <a:pt x="208244" y="210542"/>
                    <a:pt x="202586" y="212472"/>
                    <a:pt x="198518" y="212435"/>
                  </a:cubicBezTo>
                  <a:cubicBezTo>
                    <a:pt x="145820" y="210245"/>
                    <a:pt x="145894" y="134939"/>
                    <a:pt x="198518" y="132749"/>
                  </a:cubicBezTo>
                  <a:close/>
                </a:path>
              </a:pathLst>
            </a:custGeom>
            <a:solidFill>
              <a:srgbClr val="000000"/>
            </a:solidFill>
            <a:ln w="9438" cap="flat">
              <a:noFill/>
              <a:prstDash val="solid"/>
              <a:miter/>
            </a:ln>
          </p:spPr>
          <p:txBody>
            <a:bodyPr/>
            <a:lstStyle/>
            <a:p>
              <a:endParaRPr lang="en-US"/>
            </a:p>
          </p:txBody>
        </p:sp>
      </p:grpSp>
      <p:sp>
        <p:nvSpPr>
          <p:cNvPr id="50" name="Freeform 49">
            <a:extLst>
              <a:ext uri="{FF2B5EF4-FFF2-40B4-BE49-F238E27FC236}">
                <a16:creationId xmlns:a16="http://schemas.microsoft.com/office/drawing/2014/main" id="{CD0297FA-E054-266D-0DDB-99B5CB1CC462}"/>
              </a:ext>
              <a:ext uri="{C183D7F6-B498-43B3-948B-1728B52AA6E4}">
                <adec:decorative xmlns:adec="http://schemas.microsoft.com/office/drawing/2017/decorative" val="1"/>
              </a:ext>
            </a:extLst>
          </p:cNvPr>
          <p:cNvSpPr>
            <a:spLocks noChangeAspect="1"/>
          </p:cNvSpPr>
          <p:nvPr/>
        </p:nvSpPr>
        <p:spPr>
          <a:xfrm>
            <a:off x="9686849" y="2188643"/>
            <a:ext cx="592951" cy="597095"/>
          </a:xfrm>
          <a:custGeom>
            <a:avLst/>
            <a:gdLst>
              <a:gd name="csX0" fmla="*/ 518268 w 868140"/>
              <a:gd name="csY0" fmla="*/ 45655 h 874206"/>
              <a:gd name="csX1" fmla="*/ 545376 w 868140"/>
              <a:gd name="csY1" fmla="*/ 54785 h 874206"/>
              <a:gd name="csX2" fmla="*/ 571040 w 868140"/>
              <a:gd name="csY2" fmla="*/ 67628 h 874206"/>
              <a:gd name="csX3" fmla="*/ 575256 w 868140"/>
              <a:gd name="csY3" fmla="*/ 68518 h 874206"/>
              <a:gd name="csX4" fmla="*/ 579102 w 868140"/>
              <a:gd name="csY4" fmla="*/ 66514 h 874206"/>
              <a:gd name="csX5" fmla="*/ 588607 w 868140"/>
              <a:gd name="csY5" fmla="*/ 57050 h 874206"/>
              <a:gd name="csX6" fmla="*/ 606653 w 868140"/>
              <a:gd name="csY6" fmla="*/ 49515 h 874206"/>
              <a:gd name="csX7" fmla="*/ 624663 w 868140"/>
              <a:gd name="csY7" fmla="*/ 57013 h 874206"/>
              <a:gd name="csX8" fmla="*/ 656504 w 868140"/>
              <a:gd name="csY8" fmla="*/ 88932 h 874206"/>
              <a:gd name="csX9" fmla="*/ 663974 w 868140"/>
              <a:gd name="csY9" fmla="*/ 107082 h 874206"/>
              <a:gd name="csX10" fmla="*/ 656504 w 868140"/>
              <a:gd name="csY10" fmla="*/ 125231 h 874206"/>
              <a:gd name="csX11" fmla="*/ 647037 w 868140"/>
              <a:gd name="csY11" fmla="*/ 134696 h 874206"/>
              <a:gd name="csX12" fmla="*/ 645040 w 868140"/>
              <a:gd name="csY12" fmla="*/ 138630 h 874206"/>
              <a:gd name="csX13" fmla="*/ 645927 w 868140"/>
              <a:gd name="csY13" fmla="*/ 142861 h 874206"/>
              <a:gd name="csX14" fmla="*/ 658723 w 868140"/>
              <a:gd name="csY14" fmla="*/ 168619 h 874206"/>
              <a:gd name="csX15" fmla="*/ 667821 w 868140"/>
              <a:gd name="csY15" fmla="*/ 195787 h 874206"/>
              <a:gd name="csX16" fmla="*/ 670150 w 868140"/>
              <a:gd name="csY16" fmla="*/ 199424 h 874206"/>
              <a:gd name="csX17" fmla="*/ 674255 w 868140"/>
              <a:gd name="csY17" fmla="*/ 200761 h 874206"/>
              <a:gd name="csX18" fmla="*/ 687643 w 868140"/>
              <a:gd name="csY18" fmla="*/ 200761 h 874206"/>
              <a:gd name="csX19" fmla="*/ 705689 w 868140"/>
              <a:gd name="csY19" fmla="*/ 208295 h 874206"/>
              <a:gd name="csX20" fmla="*/ 713197 w 868140"/>
              <a:gd name="csY20" fmla="*/ 226407 h 874206"/>
              <a:gd name="csX21" fmla="*/ 713197 w 868140"/>
              <a:gd name="csY21" fmla="*/ 271502 h 874206"/>
              <a:gd name="csX22" fmla="*/ 705689 w 868140"/>
              <a:gd name="csY22" fmla="*/ 289576 h 874206"/>
              <a:gd name="csX23" fmla="*/ 687605 w 868140"/>
              <a:gd name="csY23" fmla="*/ 297148 h 874206"/>
              <a:gd name="csX24" fmla="*/ 674254 w 868140"/>
              <a:gd name="csY24" fmla="*/ 297148 h 874206"/>
              <a:gd name="csX25" fmla="*/ 670112 w 868140"/>
              <a:gd name="csY25" fmla="*/ 298521 h 874206"/>
              <a:gd name="csX26" fmla="*/ 667820 w 868140"/>
              <a:gd name="csY26" fmla="*/ 302121 h 874206"/>
              <a:gd name="csX27" fmla="*/ 658722 w 868140"/>
              <a:gd name="csY27" fmla="*/ 329327 h 874206"/>
              <a:gd name="csX28" fmla="*/ 645926 w 868140"/>
              <a:gd name="csY28" fmla="*/ 355084 h 874206"/>
              <a:gd name="csX29" fmla="*/ 645039 w 868140"/>
              <a:gd name="csY29" fmla="*/ 359316 h 874206"/>
              <a:gd name="csX30" fmla="*/ 647036 w 868140"/>
              <a:gd name="csY30" fmla="*/ 363176 h 874206"/>
              <a:gd name="csX31" fmla="*/ 656466 w 868140"/>
              <a:gd name="csY31" fmla="*/ 372714 h 874206"/>
              <a:gd name="csX32" fmla="*/ 663973 w 868140"/>
              <a:gd name="csY32" fmla="*/ 390826 h 874206"/>
              <a:gd name="csX33" fmla="*/ 656503 w 868140"/>
              <a:gd name="csY33" fmla="*/ 408900 h 874206"/>
              <a:gd name="csX34" fmla="*/ 624698 w 868140"/>
              <a:gd name="csY34" fmla="*/ 440857 h 874206"/>
              <a:gd name="csX35" fmla="*/ 606614 w 868140"/>
              <a:gd name="csY35" fmla="*/ 448354 h 874206"/>
              <a:gd name="csX36" fmla="*/ 588530 w 868140"/>
              <a:gd name="csY36" fmla="*/ 440857 h 874206"/>
              <a:gd name="csX37" fmla="*/ 579099 w 868140"/>
              <a:gd name="csY37" fmla="*/ 431355 h 874206"/>
              <a:gd name="csX38" fmla="*/ 575179 w 868140"/>
              <a:gd name="csY38" fmla="*/ 429351 h 874206"/>
              <a:gd name="csX39" fmla="*/ 570964 w 868140"/>
              <a:gd name="csY39" fmla="*/ 430242 h 874206"/>
              <a:gd name="csX40" fmla="*/ 545299 w 868140"/>
              <a:gd name="csY40" fmla="*/ 443084 h 874206"/>
              <a:gd name="csX41" fmla="*/ 518228 w 868140"/>
              <a:gd name="csY41" fmla="*/ 452214 h 874206"/>
              <a:gd name="csX42" fmla="*/ 514604 w 868140"/>
              <a:gd name="csY42" fmla="*/ 454553 h 874206"/>
              <a:gd name="csX43" fmla="*/ 513273 w 868140"/>
              <a:gd name="csY43" fmla="*/ 458672 h 874206"/>
              <a:gd name="csX44" fmla="*/ 513273 w 868140"/>
              <a:gd name="csY44" fmla="*/ 472108 h 874206"/>
              <a:gd name="csX45" fmla="*/ 505765 w 868140"/>
              <a:gd name="csY45" fmla="*/ 490183 h 874206"/>
              <a:gd name="csX46" fmla="*/ 487681 w 868140"/>
              <a:gd name="csY46" fmla="*/ 497755 h 874206"/>
              <a:gd name="csX47" fmla="*/ 442748 w 868140"/>
              <a:gd name="csY47" fmla="*/ 497755 h 874206"/>
              <a:gd name="csX48" fmla="*/ 424664 w 868140"/>
              <a:gd name="csY48" fmla="*/ 490220 h 874206"/>
              <a:gd name="csX49" fmla="*/ 417157 w 868140"/>
              <a:gd name="csY49" fmla="*/ 472070 h 874206"/>
              <a:gd name="csX50" fmla="*/ 417157 w 868140"/>
              <a:gd name="csY50" fmla="*/ 458671 h 874206"/>
              <a:gd name="csX51" fmla="*/ 415788 w 868140"/>
              <a:gd name="csY51" fmla="*/ 454515 h 874206"/>
              <a:gd name="csX52" fmla="*/ 412201 w 868140"/>
              <a:gd name="csY52" fmla="*/ 452213 h 874206"/>
              <a:gd name="csX53" fmla="*/ 385093 w 868140"/>
              <a:gd name="csY53" fmla="*/ 443083 h 874206"/>
              <a:gd name="csX54" fmla="*/ 359429 w 868140"/>
              <a:gd name="csY54" fmla="*/ 430241 h 874206"/>
              <a:gd name="csX55" fmla="*/ 355213 w 868140"/>
              <a:gd name="csY55" fmla="*/ 429350 h 874206"/>
              <a:gd name="csX56" fmla="*/ 351367 w 868140"/>
              <a:gd name="csY56" fmla="*/ 431354 h 874206"/>
              <a:gd name="csX57" fmla="*/ 341862 w 868140"/>
              <a:gd name="csY57" fmla="*/ 440819 h 874206"/>
              <a:gd name="csX58" fmla="*/ 323816 w 868140"/>
              <a:gd name="csY58" fmla="*/ 448353 h 874206"/>
              <a:gd name="csX59" fmla="*/ 305806 w 868140"/>
              <a:gd name="csY59" fmla="*/ 440856 h 874206"/>
              <a:gd name="csX60" fmla="*/ 273965 w 868140"/>
              <a:gd name="csY60" fmla="*/ 408937 h 874206"/>
              <a:gd name="csX61" fmla="*/ 266495 w 868140"/>
              <a:gd name="csY61" fmla="*/ 390787 h 874206"/>
              <a:gd name="csX62" fmla="*/ 273965 w 868140"/>
              <a:gd name="csY62" fmla="*/ 372637 h 874206"/>
              <a:gd name="csX63" fmla="*/ 283432 w 868140"/>
              <a:gd name="csY63" fmla="*/ 363173 h 874206"/>
              <a:gd name="csX64" fmla="*/ 285429 w 868140"/>
              <a:gd name="csY64" fmla="*/ 359239 h 874206"/>
              <a:gd name="csX65" fmla="*/ 284542 w 868140"/>
              <a:gd name="csY65" fmla="*/ 355007 h 874206"/>
              <a:gd name="csX66" fmla="*/ 271746 w 868140"/>
              <a:gd name="csY66" fmla="*/ 329250 h 874206"/>
              <a:gd name="csX67" fmla="*/ 262648 w 868140"/>
              <a:gd name="csY67" fmla="*/ 302081 h 874206"/>
              <a:gd name="csX68" fmla="*/ 260319 w 868140"/>
              <a:gd name="csY68" fmla="*/ 298444 h 874206"/>
              <a:gd name="csX69" fmla="*/ 256214 w 868140"/>
              <a:gd name="csY69" fmla="*/ 297108 h 874206"/>
              <a:gd name="csX70" fmla="*/ 242826 w 868140"/>
              <a:gd name="csY70" fmla="*/ 297108 h 874206"/>
              <a:gd name="csX71" fmla="*/ 224742 w 868140"/>
              <a:gd name="csY71" fmla="*/ 289574 h 874206"/>
              <a:gd name="csX72" fmla="*/ 217234 w 868140"/>
              <a:gd name="csY72" fmla="*/ 271424 h 874206"/>
              <a:gd name="csX73" fmla="*/ 217234 w 868140"/>
              <a:gd name="csY73" fmla="*/ 226329 h 874206"/>
              <a:gd name="csX74" fmla="*/ 224742 w 868140"/>
              <a:gd name="csY74" fmla="*/ 208179 h 874206"/>
              <a:gd name="csX75" fmla="*/ 242826 w 868140"/>
              <a:gd name="csY75" fmla="*/ 200645 h 874206"/>
              <a:gd name="csX76" fmla="*/ 256177 w 868140"/>
              <a:gd name="csY76" fmla="*/ 200645 h 874206"/>
              <a:gd name="csX77" fmla="*/ 260319 w 868140"/>
              <a:gd name="csY77" fmla="*/ 199271 h 874206"/>
              <a:gd name="csX78" fmla="*/ 262612 w 868140"/>
              <a:gd name="csY78" fmla="*/ 195671 h 874206"/>
              <a:gd name="csX79" fmla="*/ 271709 w 868140"/>
              <a:gd name="csY79" fmla="*/ 168466 h 874206"/>
              <a:gd name="csX80" fmla="*/ 284505 w 868140"/>
              <a:gd name="csY80" fmla="*/ 142708 h 874206"/>
              <a:gd name="csX81" fmla="*/ 285393 w 868140"/>
              <a:gd name="csY81" fmla="*/ 138477 h 874206"/>
              <a:gd name="csX82" fmla="*/ 283396 w 868140"/>
              <a:gd name="csY82" fmla="*/ 134617 h 874206"/>
              <a:gd name="csX83" fmla="*/ 273965 w 868140"/>
              <a:gd name="csY83" fmla="*/ 125078 h 874206"/>
              <a:gd name="csX84" fmla="*/ 266458 w 868140"/>
              <a:gd name="csY84" fmla="*/ 106967 h 874206"/>
              <a:gd name="csX85" fmla="*/ 273928 w 868140"/>
              <a:gd name="csY85" fmla="*/ 88892 h 874206"/>
              <a:gd name="csX86" fmla="*/ 305733 w 868140"/>
              <a:gd name="csY86" fmla="*/ 56936 h 874206"/>
              <a:gd name="csX87" fmla="*/ 323817 w 868140"/>
              <a:gd name="csY87" fmla="*/ 49438 h 874206"/>
              <a:gd name="csX88" fmla="*/ 341901 w 868140"/>
              <a:gd name="csY88" fmla="*/ 56936 h 874206"/>
              <a:gd name="csX89" fmla="*/ 351332 w 868140"/>
              <a:gd name="csY89" fmla="*/ 66437 h 874206"/>
              <a:gd name="csX90" fmla="*/ 355252 w 868140"/>
              <a:gd name="csY90" fmla="*/ 68441 h 874206"/>
              <a:gd name="csX91" fmla="*/ 359468 w 868140"/>
              <a:gd name="csY91" fmla="*/ 67551 h 874206"/>
              <a:gd name="csX92" fmla="*/ 385132 w 868140"/>
              <a:gd name="csY92" fmla="*/ 54708 h 874206"/>
              <a:gd name="csX93" fmla="*/ 412203 w 868140"/>
              <a:gd name="csY93" fmla="*/ 45578 h 874206"/>
              <a:gd name="csX94" fmla="*/ 415827 w 868140"/>
              <a:gd name="csY94" fmla="*/ 43240 h 874206"/>
              <a:gd name="csX95" fmla="*/ 417159 w 868140"/>
              <a:gd name="csY95" fmla="*/ 39120 h 874206"/>
              <a:gd name="csX96" fmla="*/ 417159 w 868140"/>
              <a:gd name="csY96" fmla="*/ 25684 h 874206"/>
              <a:gd name="csX97" fmla="*/ 424666 w 868140"/>
              <a:gd name="csY97" fmla="*/ 7534 h 874206"/>
              <a:gd name="csX98" fmla="*/ 442750 w 868140"/>
              <a:gd name="csY98" fmla="*/ 0 h 874206"/>
              <a:gd name="csX99" fmla="*/ 487683 w 868140"/>
              <a:gd name="csY99" fmla="*/ 0 h 874206"/>
              <a:gd name="csX100" fmla="*/ 505729 w 868140"/>
              <a:gd name="csY100" fmla="*/ 7534 h 874206"/>
              <a:gd name="csX101" fmla="*/ 513237 w 868140"/>
              <a:gd name="csY101" fmla="*/ 25646 h 874206"/>
              <a:gd name="csX102" fmla="*/ 513237 w 868140"/>
              <a:gd name="csY102" fmla="*/ 39045 h 874206"/>
              <a:gd name="csX103" fmla="*/ 514568 w 868140"/>
              <a:gd name="csY103" fmla="*/ 43165 h 874206"/>
              <a:gd name="csX104" fmla="*/ 518192 w 868140"/>
              <a:gd name="csY104" fmla="*/ 45503 h 874206"/>
              <a:gd name="csX105" fmla="*/ 508579 w 868140"/>
              <a:gd name="csY105" fmla="*/ 373903 h 874206"/>
              <a:gd name="csX106" fmla="*/ 508579 w 868140"/>
              <a:gd name="csY106" fmla="*/ 211855 h 874206"/>
              <a:gd name="csX107" fmla="*/ 518046 w 868140"/>
              <a:gd name="csY107" fmla="*/ 202353 h 874206"/>
              <a:gd name="csX108" fmla="*/ 567971 w 868140"/>
              <a:gd name="csY108" fmla="*/ 202353 h 874206"/>
              <a:gd name="csX109" fmla="*/ 577438 w 868140"/>
              <a:gd name="csY109" fmla="*/ 211855 h 874206"/>
              <a:gd name="csX110" fmla="*/ 577438 w 868140"/>
              <a:gd name="csY110" fmla="*/ 318376 h 874206"/>
              <a:gd name="csX111" fmla="*/ 597038 w 868140"/>
              <a:gd name="csY111" fmla="*/ 248934 h 874206"/>
              <a:gd name="csX112" fmla="*/ 558430 w 868140"/>
              <a:gd name="csY112" fmla="*/ 155403 h 874206"/>
              <a:gd name="csX113" fmla="*/ 465236 w 868140"/>
              <a:gd name="csY113" fmla="*/ 116655 h 874206"/>
              <a:gd name="csX114" fmla="*/ 372042 w 868140"/>
              <a:gd name="csY114" fmla="*/ 155403 h 874206"/>
              <a:gd name="csX115" fmla="*/ 333434 w 868140"/>
              <a:gd name="csY115" fmla="*/ 248934 h 874206"/>
              <a:gd name="csX116" fmla="*/ 353034 w 868140"/>
              <a:gd name="csY116" fmla="*/ 318376 h 874206"/>
              <a:gd name="csX117" fmla="*/ 353034 w 868140"/>
              <a:gd name="csY117" fmla="*/ 250752 h 874206"/>
              <a:gd name="csX118" fmla="*/ 362501 w 868140"/>
              <a:gd name="csY118" fmla="*/ 241251 h 874206"/>
              <a:gd name="csX119" fmla="*/ 412426 w 868140"/>
              <a:gd name="csY119" fmla="*/ 241251 h 874206"/>
              <a:gd name="csX120" fmla="*/ 421893 w 868140"/>
              <a:gd name="csY120" fmla="*/ 250752 h 874206"/>
              <a:gd name="csX121" fmla="*/ 421893 w 868140"/>
              <a:gd name="csY121" fmla="*/ 373901 h 874206"/>
              <a:gd name="csX122" fmla="*/ 430768 w 868140"/>
              <a:gd name="csY122" fmla="*/ 376647 h 874206"/>
              <a:gd name="csX123" fmla="*/ 430768 w 868140"/>
              <a:gd name="csY123" fmla="*/ 236909 h 874206"/>
              <a:gd name="csX124" fmla="*/ 440236 w 868140"/>
              <a:gd name="csY124" fmla="*/ 227408 h 874206"/>
              <a:gd name="csX125" fmla="*/ 490161 w 868140"/>
              <a:gd name="csY125" fmla="*/ 227408 h 874206"/>
              <a:gd name="csX126" fmla="*/ 499628 w 868140"/>
              <a:gd name="csY126" fmla="*/ 236909 h 874206"/>
              <a:gd name="csX127" fmla="*/ 499628 w 868140"/>
              <a:gd name="csY127" fmla="*/ 376685 h 874206"/>
              <a:gd name="csX128" fmla="*/ 508503 w 868140"/>
              <a:gd name="csY128" fmla="*/ 373939 h 874206"/>
              <a:gd name="csX129" fmla="*/ 558504 w 868140"/>
              <a:gd name="csY129" fmla="*/ 342429 h 874206"/>
              <a:gd name="csX130" fmla="*/ 558504 w 868140"/>
              <a:gd name="csY130" fmla="*/ 221399 h 874206"/>
              <a:gd name="csX131" fmla="*/ 527514 w 868140"/>
              <a:gd name="csY131" fmla="*/ 221399 h 874206"/>
              <a:gd name="csX132" fmla="*/ 527514 w 868140"/>
              <a:gd name="csY132" fmla="*/ 365556 h 874206"/>
              <a:gd name="csX133" fmla="*/ 558467 w 868140"/>
              <a:gd name="csY133" fmla="*/ 342470 h 874206"/>
              <a:gd name="csX134" fmla="*/ 480769 w 868140"/>
              <a:gd name="csY134" fmla="*/ 380287 h 874206"/>
              <a:gd name="csX135" fmla="*/ 480769 w 868140"/>
              <a:gd name="csY135" fmla="*/ 246373 h 874206"/>
              <a:gd name="csX136" fmla="*/ 449779 w 868140"/>
              <a:gd name="csY136" fmla="*/ 246373 h 874206"/>
              <a:gd name="csX137" fmla="*/ 449779 w 868140"/>
              <a:gd name="csY137" fmla="*/ 380287 h 874206"/>
              <a:gd name="csX138" fmla="*/ 465274 w 868140"/>
              <a:gd name="csY138" fmla="*/ 381178 h 874206"/>
              <a:gd name="csX139" fmla="*/ 480769 w 868140"/>
              <a:gd name="csY139" fmla="*/ 380287 h 874206"/>
              <a:gd name="csX140" fmla="*/ 403034 w 868140"/>
              <a:gd name="csY140" fmla="*/ 365515 h 874206"/>
              <a:gd name="csX141" fmla="*/ 403034 w 868140"/>
              <a:gd name="csY141" fmla="*/ 260219 h 874206"/>
              <a:gd name="csX142" fmla="*/ 372044 w 868140"/>
              <a:gd name="csY142" fmla="*/ 260219 h 874206"/>
              <a:gd name="csX143" fmla="*/ 372044 w 868140"/>
              <a:gd name="csY143" fmla="*/ 342392 h 874206"/>
              <a:gd name="csX144" fmla="*/ 372118 w 868140"/>
              <a:gd name="csY144" fmla="*/ 342466 h 874206"/>
              <a:gd name="csX145" fmla="*/ 403034 w 868140"/>
              <a:gd name="csY145" fmla="*/ 365552 h 874206"/>
              <a:gd name="csX146" fmla="*/ 465311 w 868140"/>
              <a:gd name="csY146" fmla="*/ 97659 h 874206"/>
              <a:gd name="csX147" fmla="*/ 571893 w 868140"/>
              <a:gd name="csY147" fmla="*/ 141974 h 874206"/>
              <a:gd name="csX148" fmla="*/ 616050 w 868140"/>
              <a:gd name="csY148" fmla="*/ 248942 h 874206"/>
              <a:gd name="csX149" fmla="*/ 571893 w 868140"/>
              <a:gd name="csY149" fmla="*/ 355910 h 874206"/>
              <a:gd name="csX150" fmla="*/ 465311 w 868140"/>
              <a:gd name="csY150" fmla="*/ 400226 h 874206"/>
              <a:gd name="csX151" fmla="*/ 358728 w 868140"/>
              <a:gd name="csY151" fmla="*/ 355910 h 874206"/>
              <a:gd name="csX152" fmla="*/ 314572 w 868140"/>
              <a:gd name="csY152" fmla="*/ 248942 h 874206"/>
              <a:gd name="csX153" fmla="*/ 358728 w 868140"/>
              <a:gd name="csY153" fmla="*/ 141974 h 874206"/>
              <a:gd name="csX154" fmla="*/ 465311 w 868140"/>
              <a:gd name="csY154" fmla="*/ 97659 h 874206"/>
              <a:gd name="csX155" fmla="*/ 14214 w 868140"/>
              <a:gd name="csY155" fmla="*/ 626882 h 874206"/>
              <a:gd name="csX156" fmla="*/ 63622 w 868140"/>
              <a:gd name="csY156" fmla="*/ 598229 h 874206"/>
              <a:gd name="csX157" fmla="*/ 85145 w 868140"/>
              <a:gd name="csY157" fmla="*/ 595408 h 874206"/>
              <a:gd name="csX158" fmla="*/ 102378 w 868140"/>
              <a:gd name="csY158" fmla="*/ 608658 h 874206"/>
              <a:gd name="csX159" fmla="*/ 109811 w 868140"/>
              <a:gd name="csY159" fmla="*/ 621574 h 874206"/>
              <a:gd name="csX160" fmla="*/ 211916 w 868140"/>
              <a:gd name="csY160" fmla="*/ 582974 h 874206"/>
              <a:gd name="csX161" fmla="*/ 274637 w 868140"/>
              <a:gd name="csY161" fmla="*/ 533426 h 874206"/>
              <a:gd name="csX162" fmla="*/ 375482 w 868140"/>
              <a:gd name="csY162" fmla="*/ 532053 h 874206"/>
              <a:gd name="csX163" fmla="*/ 404772 w 868140"/>
              <a:gd name="csY163" fmla="*/ 535059 h 874206"/>
              <a:gd name="csX164" fmla="*/ 433876 w 868140"/>
              <a:gd name="csY164" fmla="*/ 530568 h 874206"/>
              <a:gd name="csX165" fmla="*/ 543602 w 868140"/>
              <a:gd name="csY165" fmla="*/ 500765 h 874206"/>
              <a:gd name="csX166" fmla="*/ 579437 w 868140"/>
              <a:gd name="csY166" fmla="*/ 505553 h 874206"/>
              <a:gd name="csX167" fmla="*/ 601552 w 868140"/>
              <a:gd name="csY167" fmla="*/ 534392 h 874206"/>
              <a:gd name="csX168" fmla="*/ 596781 w 868140"/>
              <a:gd name="csY168" fmla="*/ 570394 h 874206"/>
              <a:gd name="csX169" fmla="*/ 568084 w 868140"/>
              <a:gd name="csY169" fmla="*/ 592588 h 874206"/>
              <a:gd name="csX170" fmla="*/ 465203 w 868140"/>
              <a:gd name="csY170" fmla="*/ 620240 h 874206"/>
              <a:gd name="csX171" fmla="*/ 504774 w 868140"/>
              <a:gd name="csY171" fmla="*/ 635717 h 874206"/>
              <a:gd name="csX172" fmla="*/ 507621 w 868140"/>
              <a:gd name="csY172" fmla="*/ 636978 h 874206"/>
              <a:gd name="csX173" fmla="*/ 524891 w 868140"/>
              <a:gd name="csY173" fmla="*/ 631226 h 874206"/>
              <a:gd name="csX174" fmla="*/ 548189 w 868140"/>
              <a:gd name="csY174" fmla="*/ 618532 h 874206"/>
              <a:gd name="csX175" fmla="*/ 721336 w 868140"/>
              <a:gd name="csY175" fmla="*/ 518206 h 874206"/>
              <a:gd name="csX176" fmla="*/ 758133 w 868140"/>
              <a:gd name="csY176" fmla="*/ 513344 h 874206"/>
              <a:gd name="csX177" fmla="*/ 787681 w 868140"/>
              <a:gd name="csY177" fmla="*/ 536021 h 874206"/>
              <a:gd name="csX178" fmla="*/ 787755 w 868140"/>
              <a:gd name="csY178" fmla="*/ 536207 h 874206"/>
              <a:gd name="csX179" fmla="*/ 795336 w 868140"/>
              <a:gd name="csY179" fmla="*/ 531827 h 874206"/>
              <a:gd name="csX180" fmla="*/ 832133 w 868140"/>
              <a:gd name="csY180" fmla="*/ 526965 h 874206"/>
              <a:gd name="csX181" fmla="*/ 861681 w 868140"/>
              <a:gd name="csY181" fmla="*/ 549642 h 874206"/>
              <a:gd name="csX182" fmla="*/ 861977 w 868140"/>
              <a:gd name="csY182" fmla="*/ 550199 h 874206"/>
              <a:gd name="csX183" fmla="*/ 866489 w 868140"/>
              <a:gd name="csY183" fmla="*/ 586424 h 874206"/>
              <a:gd name="csX184" fmla="*/ 844041 w 868140"/>
              <a:gd name="csY184" fmla="*/ 616153 h 874206"/>
              <a:gd name="csX185" fmla="*/ 558177 w 868140"/>
              <a:gd name="csY185" fmla="*/ 787141 h 874206"/>
              <a:gd name="csX186" fmla="*/ 528110 w 868140"/>
              <a:gd name="csY186" fmla="*/ 798239 h 874206"/>
              <a:gd name="csX187" fmla="*/ 497120 w 868140"/>
              <a:gd name="csY187" fmla="*/ 799761 h 874206"/>
              <a:gd name="csX188" fmla="*/ 234290 w 868140"/>
              <a:gd name="csY188" fmla="*/ 787847 h 874206"/>
              <a:gd name="csX189" fmla="*/ 210030 w 868140"/>
              <a:gd name="csY189" fmla="*/ 795753 h 874206"/>
              <a:gd name="csX190" fmla="*/ 214135 w 868140"/>
              <a:gd name="csY190" fmla="*/ 802879 h 874206"/>
              <a:gd name="csX191" fmla="*/ 216945 w 868140"/>
              <a:gd name="csY191" fmla="*/ 824479 h 874206"/>
              <a:gd name="csX192" fmla="*/ 203706 w 868140"/>
              <a:gd name="csY192" fmla="*/ 841775 h 874206"/>
              <a:gd name="csX193" fmla="*/ 154299 w 868140"/>
              <a:gd name="csY193" fmla="*/ 870391 h 874206"/>
              <a:gd name="csX194" fmla="*/ 132813 w 868140"/>
              <a:gd name="csY194" fmla="*/ 873248 h 874206"/>
              <a:gd name="csX195" fmla="*/ 115542 w 868140"/>
              <a:gd name="csY195" fmla="*/ 859999 h 874206"/>
              <a:gd name="csX196" fmla="*/ 3819 w 868140"/>
              <a:gd name="csY196" fmla="*/ 665741 h 874206"/>
              <a:gd name="csX197" fmla="*/ 972 w 868140"/>
              <a:gd name="csY197" fmla="*/ 644140 h 874206"/>
              <a:gd name="csX198" fmla="*/ 14174 w 868140"/>
              <a:gd name="csY198" fmla="*/ 626845 h 874206"/>
              <a:gd name="csX199" fmla="*/ 119386 w 868140"/>
              <a:gd name="csY199" fmla="*/ 638202 h 874206"/>
              <a:gd name="csX200" fmla="*/ 200376 w 868140"/>
              <a:gd name="csY200" fmla="*/ 778976 h 874206"/>
              <a:gd name="csX201" fmla="*/ 230035 w 868140"/>
              <a:gd name="csY201" fmla="*/ 769326 h 874206"/>
              <a:gd name="csX202" fmla="*/ 233363 w 868140"/>
              <a:gd name="csY202" fmla="*/ 768880 h 874206"/>
              <a:gd name="csX203" fmla="*/ 497926 w 868140"/>
              <a:gd name="csY203" fmla="*/ 780868 h 874206"/>
              <a:gd name="csX204" fmla="*/ 524886 w 868140"/>
              <a:gd name="csY204" fmla="*/ 779569 h 874206"/>
              <a:gd name="csX205" fmla="*/ 548517 w 868140"/>
              <a:gd name="csY205" fmla="*/ 770922 h 874206"/>
              <a:gd name="csX206" fmla="*/ 834382 w 868140"/>
              <a:gd name="csY206" fmla="*/ 599933 h 874206"/>
              <a:gd name="csX207" fmla="*/ 848249 w 868140"/>
              <a:gd name="csY207" fmla="*/ 581561 h 874206"/>
              <a:gd name="csX208" fmla="*/ 845624 w 868140"/>
              <a:gd name="csY208" fmla="*/ 559552 h 874206"/>
              <a:gd name="csX209" fmla="*/ 845402 w 868140"/>
              <a:gd name="csY209" fmla="*/ 559143 h 874206"/>
              <a:gd name="csX210" fmla="*/ 827392 w 868140"/>
              <a:gd name="csY210" fmla="*/ 545300 h 874206"/>
              <a:gd name="csX211" fmla="*/ 804907 w 868140"/>
              <a:gd name="csY211" fmla="*/ 548232 h 874206"/>
              <a:gd name="csX212" fmla="*/ 632613 w 868140"/>
              <a:gd name="csY212" fmla="*/ 648035 h 874206"/>
              <a:gd name="csX213" fmla="*/ 497259 w 868140"/>
              <a:gd name="csY213" fmla="*/ 653120 h 874206"/>
              <a:gd name="csX214" fmla="*/ 421151 w 868140"/>
              <a:gd name="csY214" fmla="*/ 631927 h 874206"/>
              <a:gd name="csX215" fmla="*/ 411609 w 868140"/>
              <a:gd name="csY215" fmla="*/ 624875 h 874206"/>
              <a:gd name="csX216" fmla="*/ 418303 w 868140"/>
              <a:gd name="csY216" fmla="*/ 613258 h 874206"/>
              <a:gd name="csX217" fmla="*/ 563304 w 868140"/>
              <a:gd name="csY217" fmla="*/ 574249 h 874206"/>
              <a:gd name="csX218" fmla="*/ 580537 w 868140"/>
              <a:gd name="csY218" fmla="*/ 560963 h 874206"/>
              <a:gd name="csX219" fmla="*/ 583385 w 868140"/>
              <a:gd name="csY219" fmla="*/ 539288 h 874206"/>
              <a:gd name="csX220" fmla="*/ 570109 w 868140"/>
              <a:gd name="csY220" fmla="*/ 521955 h 874206"/>
              <a:gd name="csX221" fmla="*/ 548549 w 868140"/>
              <a:gd name="csY221" fmla="*/ 519097 h 874206"/>
              <a:gd name="csX222" fmla="*/ 438823 w 868140"/>
              <a:gd name="csY222" fmla="*/ 548901 h 874206"/>
              <a:gd name="csX223" fmla="*/ 405281 w 868140"/>
              <a:gd name="csY223" fmla="*/ 553948 h 874206"/>
              <a:gd name="csX224" fmla="*/ 371517 w 868140"/>
              <a:gd name="csY224" fmla="*/ 550571 h 874206"/>
              <a:gd name="csX225" fmla="*/ 280357 w 868140"/>
              <a:gd name="csY225" fmla="*/ 551462 h 874206"/>
              <a:gd name="csX226" fmla="*/ 226956 w 868140"/>
              <a:gd name="csY226" fmla="*/ 594701 h 874206"/>
              <a:gd name="csX227" fmla="*/ 221816 w 868140"/>
              <a:gd name="csY227" fmla="*/ 599414 h 874206"/>
              <a:gd name="csX228" fmla="*/ 119380 w 868140"/>
              <a:gd name="csY228" fmla="*/ 638125 h 874206"/>
              <a:gd name="csX229" fmla="*/ 73085 w 868140"/>
              <a:gd name="csY229" fmla="*/ 614633 h 874206"/>
              <a:gd name="csX230" fmla="*/ 23678 w 868140"/>
              <a:gd name="csY230" fmla="*/ 643286 h 874206"/>
              <a:gd name="csX231" fmla="*/ 19277 w 868140"/>
              <a:gd name="csY231" fmla="*/ 649076 h 874206"/>
              <a:gd name="csX232" fmla="*/ 20164 w 868140"/>
              <a:gd name="csY232" fmla="*/ 656276 h 874206"/>
              <a:gd name="csX233" fmla="*/ 131926 w 868140"/>
              <a:gd name="csY233" fmla="*/ 850534 h 874206"/>
              <a:gd name="csX234" fmla="*/ 137695 w 868140"/>
              <a:gd name="csY234" fmla="*/ 854951 h 874206"/>
              <a:gd name="csX235" fmla="*/ 144943 w 868140"/>
              <a:gd name="csY235" fmla="*/ 854023 h 874206"/>
              <a:gd name="csX236" fmla="*/ 194351 w 868140"/>
              <a:gd name="csY236" fmla="*/ 825407 h 874206"/>
              <a:gd name="csX237" fmla="*/ 198715 w 868140"/>
              <a:gd name="csY237" fmla="*/ 819617 h 874206"/>
              <a:gd name="csX238" fmla="*/ 197827 w 868140"/>
              <a:gd name="csY238" fmla="*/ 812417 h 874206"/>
              <a:gd name="csX239" fmla="*/ 86066 w 868140"/>
              <a:gd name="csY239" fmla="*/ 618197 h 874206"/>
              <a:gd name="csX240" fmla="*/ 80297 w 868140"/>
              <a:gd name="csY240" fmla="*/ 613780 h 874206"/>
              <a:gd name="csX241" fmla="*/ 73122 w 868140"/>
              <a:gd name="csY241" fmla="*/ 614671 h 874206"/>
              <a:gd name="csX242" fmla="*/ 771448 w 868140"/>
              <a:gd name="csY242" fmla="*/ 545710 h 874206"/>
              <a:gd name="csX243" fmla="*/ 771374 w 868140"/>
              <a:gd name="csY243" fmla="*/ 545562 h 874206"/>
              <a:gd name="csX244" fmla="*/ 753365 w 868140"/>
              <a:gd name="csY244" fmla="*/ 531718 h 874206"/>
              <a:gd name="csX245" fmla="*/ 730880 w 868140"/>
              <a:gd name="csY245" fmla="*/ 534650 h 874206"/>
              <a:gd name="csX246" fmla="*/ 558585 w 868140"/>
              <a:gd name="csY246" fmla="*/ 634454 h 874206"/>
              <a:gd name="csX247" fmla="*/ 534769 w 868140"/>
              <a:gd name="csY247" fmla="*/ 647704 h 874206"/>
              <a:gd name="csX248" fmla="*/ 622268 w 868140"/>
              <a:gd name="csY248" fmla="*/ 632190 h 874206"/>
              <a:gd name="csX249" fmla="*/ 771491 w 868140"/>
              <a:gd name="csY249" fmla="*/ 545748 h 874206"/>
              <a:gd name="csX250" fmla="*/ 538127 w 868140"/>
              <a:gd name="csY250" fmla="*/ 72271 h 874206"/>
              <a:gd name="csX251" fmla="*/ 513497 w 868140"/>
              <a:gd name="csY251" fmla="*/ 63957 h 874206"/>
              <a:gd name="csX252" fmla="*/ 499667 w 868140"/>
              <a:gd name="csY252" fmla="*/ 54826 h 874206"/>
              <a:gd name="csX253" fmla="*/ 494341 w 868140"/>
              <a:gd name="csY253" fmla="*/ 39127 h 874206"/>
              <a:gd name="csX254" fmla="*/ 494341 w 868140"/>
              <a:gd name="csY254" fmla="*/ 25728 h 874206"/>
              <a:gd name="csX255" fmla="*/ 492381 w 868140"/>
              <a:gd name="csY255" fmla="*/ 21052 h 874206"/>
              <a:gd name="csX256" fmla="*/ 487722 w 868140"/>
              <a:gd name="csY256" fmla="*/ 19084 h 874206"/>
              <a:gd name="csX257" fmla="*/ 442789 w 868140"/>
              <a:gd name="csY257" fmla="*/ 19084 h 874206"/>
              <a:gd name="csX258" fmla="*/ 438129 w 868140"/>
              <a:gd name="csY258" fmla="*/ 21052 h 874206"/>
              <a:gd name="csX259" fmla="*/ 436169 w 868140"/>
              <a:gd name="csY259" fmla="*/ 25728 h 874206"/>
              <a:gd name="csX260" fmla="*/ 436169 w 868140"/>
              <a:gd name="csY260" fmla="*/ 39164 h 874206"/>
              <a:gd name="csX261" fmla="*/ 430844 w 868140"/>
              <a:gd name="csY261" fmla="*/ 54863 h 874206"/>
              <a:gd name="csX262" fmla="*/ 417013 w 868140"/>
              <a:gd name="csY262" fmla="*/ 63994 h 874206"/>
              <a:gd name="csX263" fmla="*/ 392420 w 868140"/>
              <a:gd name="csY263" fmla="*/ 72270 h 874206"/>
              <a:gd name="csX264" fmla="*/ 369047 w 868140"/>
              <a:gd name="csY264" fmla="*/ 83925 h 874206"/>
              <a:gd name="csX265" fmla="*/ 352887 w 868140"/>
              <a:gd name="csY265" fmla="*/ 87302 h 874206"/>
              <a:gd name="csX266" fmla="*/ 338020 w 868140"/>
              <a:gd name="csY266" fmla="*/ 79991 h 874206"/>
              <a:gd name="csX267" fmla="*/ 328590 w 868140"/>
              <a:gd name="csY267" fmla="*/ 70489 h 874206"/>
              <a:gd name="csX268" fmla="*/ 323856 w 868140"/>
              <a:gd name="csY268" fmla="*/ 68559 h 874206"/>
              <a:gd name="csX269" fmla="*/ 319196 w 868140"/>
              <a:gd name="csY269" fmla="*/ 70489 h 874206"/>
              <a:gd name="csX270" fmla="*/ 287392 w 868140"/>
              <a:gd name="csY270" fmla="*/ 102409 h 874206"/>
              <a:gd name="csX271" fmla="*/ 285469 w 868140"/>
              <a:gd name="csY271" fmla="*/ 107122 h 874206"/>
              <a:gd name="csX272" fmla="*/ 287392 w 868140"/>
              <a:gd name="csY272" fmla="*/ 111799 h 874206"/>
              <a:gd name="csX273" fmla="*/ 296822 w 868140"/>
              <a:gd name="csY273" fmla="*/ 121337 h 874206"/>
              <a:gd name="csX274" fmla="*/ 304145 w 868140"/>
              <a:gd name="csY274" fmla="*/ 136183 h 874206"/>
              <a:gd name="csX275" fmla="*/ 300779 w 868140"/>
              <a:gd name="csY275" fmla="*/ 152439 h 874206"/>
              <a:gd name="csX276" fmla="*/ 289167 w 868140"/>
              <a:gd name="csY276" fmla="*/ 175859 h 874206"/>
              <a:gd name="csX277" fmla="*/ 280883 w 868140"/>
              <a:gd name="csY277" fmla="*/ 200578 h 874206"/>
              <a:gd name="csX278" fmla="*/ 271823 w 868140"/>
              <a:gd name="csY278" fmla="*/ 214458 h 874206"/>
              <a:gd name="csX279" fmla="*/ 256180 w 868140"/>
              <a:gd name="csY279" fmla="*/ 219803 h 874206"/>
              <a:gd name="csX280" fmla="*/ 242829 w 868140"/>
              <a:gd name="csY280" fmla="*/ 219803 h 874206"/>
              <a:gd name="csX281" fmla="*/ 238169 w 868140"/>
              <a:gd name="csY281" fmla="*/ 221770 h 874206"/>
              <a:gd name="csX282" fmla="*/ 236209 w 868140"/>
              <a:gd name="csY282" fmla="*/ 226447 h 874206"/>
              <a:gd name="csX283" fmla="*/ 236209 w 868140"/>
              <a:gd name="csY283" fmla="*/ 271542 h 874206"/>
              <a:gd name="csX284" fmla="*/ 238132 w 868140"/>
              <a:gd name="csY284" fmla="*/ 276218 h 874206"/>
              <a:gd name="csX285" fmla="*/ 242866 w 868140"/>
              <a:gd name="csY285" fmla="*/ 278185 h 874206"/>
              <a:gd name="csX286" fmla="*/ 256254 w 868140"/>
              <a:gd name="csY286" fmla="*/ 278185 h 874206"/>
              <a:gd name="csX287" fmla="*/ 271896 w 868140"/>
              <a:gd name="csY287" fmla="*/ 283530 h 874206"/>
              <a:gd name="csX288" fmla="*/ 280994 w 868140"/>
              <a:gd name="csY288" fmla="*/ 297411 h 874206"/>
              <a:gd name="csX289" fmla="*/ 289241 w 868140"/>
              <a:gd name="csY289" fmla="*/ 322093 h 874206"/>
              <a:gd name="csX290" fmla="*/ 300853 w 868140"/>
              <a:gd name="csY290" fmla="*/ 345550 h 874206"/>
              <a:gd name="csX291" fmla="*/ 304219 w 868140"/>
              <a:gd name="csY291" fmla="*/ 361769 h 874206"/>
              <a:gd name="csX292" fmla="*/ 296933 w 868140"/>
              <a:gd name="csY292" fmla="*/ 376689 h 874206"/>
              <a:gd name="csX293" fmla="*/ 287466 w 868140"/>
              <a:gd name="csY293" fmla="*/ 386153 h 874206"/>
              <a:gd name="csX294" fmla="*/ 285543 w 868140"/>
              <a:gd name="csY294" fmla="*/ 390904 h 874206"/>
              <a:gd name="csX295" fmla="*/ 287466 w 868140"/>
              <a:gd name="csY295" fmla="*/ 395581 h 874206"/>
              <a:gd name="csX296" fmla="*/ 319270 w 868140"/>
              <a:gd name="csY296" fmla="*/ 427500 h 874206"/>
              <a:gd name="csX297" fmla="*/ 323967 w 868140"/>
              <a:gd name="csY297" fmla="*/ 429430 h 874206"/>
              <a:gd name="csX298" fmla="*/ 328627 w 868140"/>
              <a:gd name="csY298" fmla="*/ 427500 h 874206"/>
              <a:gd name="csX299" fmla="*/ 338131 w 868140"/>
              <a:gd name="csY299" fmla="*/ 418036 h 874206"/>
              <a:gd name="csX300" fmla="*/ 352924 w 868140"/>
              <a:gd name="csY300" fmla="*/ 410687 h 874206"/>
              <a:gd name="csX301" fmla="*/ 369121 w 868140"/>
              <a:gd name="csY301" fmla="*/ 414064 h 874206"/>
              <a:gd name="csX302" fmla="*/ 392456 w 868140"/>
              <a:gd name="csY302" fmla="*/ 425719 h 874206"/>
              <a:gd name="csX303" fmla="*/ 417086 w 868140"/>
              <a:gd name="csY303" fmla="*/ 434033 h 874206"/>
              <a:gd name="csX304" fmla="*/ 430917 w 868140"/>
              <a:gd name="csY304" fmla="*/ 443126 h 874206"/>
              <a:gd name="csX305" fmla="*/ 436242 w 868140"/>
              <a:gd name="csY305" fmla="*/ 458825 h 874206"/>
              <a:gd name="csX306" fmla="*/ 436242 w 868140"/>
              <a:gd name="csY306" fmla="*/ 472224 h 874206"/>
              <a:gd name="csX307" fmla="*/ 438165 w 868140"/>
              <a:gd name="csY307" fmla="*/ 476901 h 874206"/>
              <a:gd name="csX308" fmla="*/ 442899 w 868140"/>
              <a:gd name="csY308" fmla="*/ 478868 h 874206"/>
              <a:gd name="csX309" fmla="*/ 487831 w 868140"/>
              <a:gd name="csY309" fmla="*/ 478868 h 874206"/>
              <a:gd name="csX310" fmla="*/ 492491 w 868140"/>
              <a:gd name="csY310" fmla="*/ 476938 h 874206"/>
              <a:gd name="csX311" fmla="*/ 494451 w 868140"/>
              <a:gd name="csY311" fmla="*/ 472187 h 874206"/>
              <a:gd name="csX312" fmla="*/ 494451 w 868140"/>
              <a:gd name="csY312" fmla="*/ 458751 h 874206"/>
              <a:gd name="csX313" fmla="*/ 499776 w 868140"/>
              <a:gd name="csY313" fmla="*/ 443052 h 874206"/>
              <a:gd name="csX314" fmla="*/ 513607 w 868140"/>
              <a:gd name="csY314" fmla="*/ 433921 h 874206"/>
              <a:gd name="csX315" fmla="*/ 538200 w 868140"/>
              <a:gd name="csY315" fmla="*/ 425645 h 874206"/>
              <a:gd name="csX316" fmla="*/ 561573 w 868140"/>
              <a:gd name="csY316" fmla="*/ 413990 h 874206"/>
              <a:gd name="csX317" fmla="*/ 577734 w 868140"/>
              <a:gd name="csY317" fmla="*/ 410613 h 874206"/>
              <a:gd name="csX318" fmla="*/ 592600 w 868140"/>
              <a:gd name="csY318" fmla="*/ 417924 h 874206"/>
              <a:gd name="csX319" fmla="*/ 602031 w 868140"/>
              <a:gd name="csY319" fmla="*/ 427426 h 874206"/>
              <a:gd name="csX320" fmla="*/ 606764 w 868140"/>
              <a:gd name="csY320" fmla="*/ 429356 h 874206"/>
              <a:gd name="csX321" fmla="*/ 611424 w 868140"/>
              <a:gd name="csY321" fmla="*/ 427426 h 874206"/>
              <a:gd name="csX322" fmla="*/ 643228 w 868140"/>
              <a:gd name="csY322" fmla="*/ 395507 h 874206"/>
              <a:gd name="csX323" fmla="*/ 645151 w 868140"/>
              <a:gd name="csY323" fmla="*/ 390793 h 874206"/>
              <a:gd name="csX324" fmla="*/ 643228 w 868140"/>
              <a:gd name="csY324" fmla="*/ 386116 h 874206"/>
              <a:gd name="csX325" fmla="*/ 633798 w 868140"/>
              <a:gd name="csY325" fmla="*/ 376578 h 874206"/>
              <a:gd name="csX326" fmla="*/ 626476 w 868140"/>
              <a:gd name="csY326" fmla="*/ 361732 h 874206"/>
              <a:gd name="csX327" fmla="*/ 629841 w 868140"/>
              <a:gd name="csY327" fmla="*/ 345476 h 874206"/>
              <a:gd name="csX328" fmla="*/ 641453 w 868140"/>
              <a:gd name="csY328" fmla="*/ 322056 h 874206"/>
              <a:gd name="csX329" fmla="*/ 649737 w 868140"/>
              <a:gd name="csY329" fmla="*/ 297337 h 874206"/>
              <a:gd name="csX330" fmla="*/ 658798 w 868140"/>
              <a:gd name="csY330" fmla="*/ 283457 h 874206"/>
              <a:gd name="csX331" fmla="*/ 674441 w 868140"/>
              <a:gd name="csY331" fmla="*/ 278112 h 874206"/>
              <a:gd name="csX332" fmla="*/ 687791 w 868140"/>
              <a:gd name="csY332" fmla="*/ 278112 h 874206"/>
              <a:gd name="csX333" fmla="*/ 692451 w 868140"/>
              <a:gd name="csY333" fmla="*/ 276182 h 874206"/>
              <a:gd name="csX334" fmla="*/ 694411 w 868140"/>
              <a:gd name="csY334" fmla="*/ 271431 h 874206"/>
              <a:gd name="csX335" fmla="*/ 694411 w 868140"/>
              <a:gd name="csY335" fmla="*/ 226336 h 874206"/>
              <a:gd name="csX336" fmla="*/ 692451 w 868140"/>
              <a:gd name="csY336" fmla="*/ 221660 h 874206"/>
              <a:gd name="csX337" fmla="*/ 687791 w 868140"/>
              <a:gd name="csY337" fmla="*/ 219693 h 874206"/>
              <a:gd name="csX338" fmla="*/ 674404 w 868140"/>
              <a:gd name="csY338" fmla="*/ 219693 h 874206"/>
              <a:gd name="csX339" fmla="*/ 658761 w 868140"/>
              <a:gd name="csY339" fmla="*/ 214348 h 874206"/>
              <a:gd name="csX340" fmla="*/ 649663 w 868140"/>
              <a:gd name="csY340" fmla="*/ 200467 h 874206"/>
              <a:gd name="csX341" fmla="*/ 641417 w 868140"/>
              <a:gd name="csY341" fmla="*/ 175785 h 874206"/>
              <a:gd name="csX342" fmla="*/ 629804 w 868140"/>
              <a:gd name="csY342" fmla="*/ 152328 h 874206"/>
              <a:gd name="csX343" fmla="*/ 626439 w 868140"/>
              <a:gd name="csY343" fmla="*/ 136109 h 874206"/>
              <a:gd name="csX344" fmla="*/ 633724 w 868140"/>
              <a:gd name="csY344" fmla="*/ 121189 h 874206"/>
              <a:gd name="csX345" fmla="*/ 643191 w 868140"/>
              <a:gd name="csY345" fmla="*/ 111725 h 874206"/>
              <a:gd name="csX346" fmla="*/ 645114 w 868140"/>
              <a:gd name="csY346" fmla="*/ 106974 h 874206"/>
              <a:gd name="csX347" fmla="*/ 643191 w 868140"/>
              <a:gd name="csY347" fmla="*/ 102297 h 874206"/>
              <a:gd name="csX348" fmla="*/ 611387 w 868140"/>
              <a:gd name="csY348" fmla="*/ 70378 h 874206"/>
              <a:gd name="csX349" fmla="*/ 606690 w 868140"/>
              <a:gd name="csY349" fmla="*/ 68448 h 874206"/>
              <a:gd name="csX350" fmla="*/ 602031 w 868140"/>
              <a:gd name="csY350" fmla="*/ 70378 h 874206"/>
              <a:gd name="csX351" fmla="*/ 592526 w 868140"/>
              <a:gd name="csY351" fmla="*/ 79842 h 874206"/>
              <a:gd name="csX352" fmla="*/ 577734 w 868140"/>
              <a:gd name="csY352" fmla="*/ 87191 h 874206"/>
              <a:gd name="csX353" fmla="*/ 561536 w 868140"/>
              <a:gd name="csY353" fmla="*/ 83814 h 874206"/>
              <a:gd name="csX354" fmla="*/ 538201 w 868140"/>
              <a:gd name="csY354" fmla="*/ 72159 h 874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Lst>
            <a:rect l="l" t="t" r="r" b="b"/>
            <a:pathLst>
              <a:path w="868140" h="874206">
                <a:moveTo>
                  <a:pt x="518268" y="45655"/>
                </a:moveTo>
                <a:cubicBezTo>
                  <a:pt x="527587" y="48105"/>
                  <a:pt x="536685" y="51148"/>
                  <a:pt x="545376" y="54785"/>
                </a:cubicBezTo>
                <a:cubicBezTo>
                  <a:pt x="554214" y="58460"/>
                  <a:pt x="562831" y="62765"/>
                  <a:pt x="571040" y="67628"/>
                </a:cubicBezTo>
                <a:cubicBezTo>
                  <a:pt x="572372" y="68407"/>
                  <a:pt x="573851" y="68704"/>
                  <a:pt x="575256" y="68518"/>
                </a:cubicBezTo>
                <a:cubicBezTo>
                  <a:pt x="576624" y="68333"/>
                  <a:pt x="577993" y="67665"/>
                  <a:pt x="579102" y="66514"/>
                </a:cubicBezTo>
                <a:lnTo>
                  <a:pt x="588607" y="57050"/>
                </a:lnTo>
                <a:cubicBezTo>
                  <a:pt x="593562" y="52039"/>
                  <a:pt x="600107" y="49515"/>
                  <a:pt x="606653" y="49515"/>
                </a:cubicBezTo>
                <a:cubicBezTo>
                  <a:pt x="613162" y="49515"/>
                  <a:pt x="619707" y="52039"/>
                  <a:pt x="624663" y="57013"/>
                </a:cubicBezTo>
                <a:lnTo>
                  <a:pt x="656504" y="88932"/>
                </a:lnTo>
                <a:cubicBezTo>
                  <a:pt x="661496" y="93942"/>
                  <a:pt x="663974" y="100512"/>
                  <a:pt x="663974" y="107082"/>
                </a:cubicBezTo>
                <a:cubicBezTo>
                  <a:pt x="663974" y="113651"/>
                  <a:pt x="661459" y="120220"/>
                  <a:pt x="656504" y="125231"/>
                </a:cubicBezTo>
                <a:lnTo>
                  <a:pt x="647037" y="134696"/>
                </a:lnTo>
                <a:cubicBezTo>
                  <a:pt x="645890" y="135883"/>
                  <a:pt x="645225" y="137257"/>
                  <a:pt x="645040" y="138630"/>
                </a:cubicBezTo>
                <a:cubicBezTo>
                  <a:pt x="644855" y="140003"/>
                  <a:pt x="645188" y="141525"/>
                  <a:pt x="645927" y="142861"/>
                </a:cubicBezTo>
                <a:cubicBezTo>
                  <a:pt x="650772" y="151175"/>
                  <a:pt x="655099" y="159823"/>
                  <a:pt x="658723" y="168619"/>
                </a:cubicBezTo>
                <a:cubicBezTo>
                  <a:pt x="662310" y="177341"/>
                  <a:pt x="665380" y="186434"/>
                  <a:pt x="667821" y="195787"/>
                </a:cubicBezTo>
                <a:cubicBezTo>
                  <a:pt x="668227" y="197309"/>
                  <a:pt x="669041" y="198571"/>
                  <a:pt x="670150" y="199424"/>
                </a:cubicBezTo>
                <a:cubicBezTo>
                  <a:pt x="671223" y="200241"/>
                  <a:pt x="672665" y="200761"/>
                  <a:pt x="674255" y="200761"/>
                </a:cubicBezTo>
                <a:lnTo>
                  <a:pt x="687643" y="200761"/>
                </a:lnTo>
                <a:cubicBezTo>
                  <a:pt x="694669" y="200761"/>
                  <a:pt x="701068" y="203656"/>
                  <a:pt x="705689" y="208295"/>
                </a:cubicBezTo>
                <a:cubicBezTo>
                  <a:pt x="710312" y="212897"/>
                  <a:pt x="713197" y="219356"/>
                  <a:pt x="713197" y="226407"/>
                </a:cubicBezTo>
                <a:lnTo>
                  <a:pt x="713197" y="271502"/>
                </a:lnTo>
                <a:cubicBezTo>
                  <a:pt x="713197" y="278554"/>
                  <a:pt x="710312" y="284938"/>
                  <a:pt x="705689" y="289576"/>
                </a:cubicBezTo>
                <a:cubicBezTo>
                  <a:pt x="701030" y="294253"/>
                  <a:pt x="694632" y="297148"/>
                  <a:pt x="687605" y="297148"/>
                </a:cubicBezTo>
                <a:lnTo>
                  <a:pt x="674254" y="297148"/>
                </a:lnTo>
                <a:cubicBezTo>
                  <a:pt x="672664" y="297148"/>
                  <a:pt x="671222" y="297667"/>
                  <a:pt x="670112" y="298521"/>
                </a:cubicBezTo>
                <a:cubicBezTo>
                  <a:pt x="669040" y="299375"/>
                  <a:pt x="668189" y="300637"/>
                  <a:pt x="667820" y="302121"/>
                </a:cubicBezTo>
                <a:cubicBezTo>
                  <a:pt x="665379" y="311474"/>
                  <a:pt x="662346" y="320567"/>
                  <a:pt x="658722" y="329327"/>
                </a:cubicBezTo>
                <a:cubicBezTo>
                  <a:pt x="655061" y="338197"/>
                  <a:pt x="650734" y="346846"/>
                  <a:pt x="645926" y="355084"/>
                </a:cubicBezTo>
                <a:cubicBezTo>
                  <a:pt x="645149" y="356421"/>
                  <a:pt x="644854" y="357905"/>
                  <a:pt x="645039" y="359316"/>
                </a:cubicBezTo>
                <a:cubicBezTo>
                  <a:pt x="645223" y="360689"/>
                  <a:pt x="645889" y="362062"/>
                  <a:pt x="647036" y="363176"/>
                </a:cubicBezTo>
                <a:lnTo>
                  <a:pt x="656466" y="372714"/>
                </a:lnTo>
                <a:cubicBezTo>
                  <a:pt x="661458" y="377687"/>
                  <a:pt x="663973" y="384256"/>
                  <a:pt x="663973" y="390826"/>
                </a:cubicBezTo>
                <a:cubicBezTo>
                  <a:pt x="663973" y="397358"/>
                  <a:pt x="661458" y="403927"/>
                  <a:pt x="656503" y="408900"/>
                </a:cubicBezTo>
                <a:lnTo>
                  <a:pt x="624698" y="440857"/>
                </a:lnTo>
                <a:cubicBezTo>
                  <a:pt x="619706" y="445867"/>
                  <a:pt x="613160" y="448354"/>
                  <a:pt x="606614" y="448354"/>
                </a:cubicBezTo>
                <a:cubicBezTo>
                  <a:pt x="600068" y="448354"/>
                  <a:pt x="593523" y="445830"/>
                  <a:pt x="588530" y="440857"/>
                </a:cubicBezTo>
                <a:lnTo>
                  <a:pt x="579099" y="431355"/>
                </a:lnTo>
                <a:cubicBezTo>
                  <a:pt x="577916" y="430205"/>
                  <a:pt x="576548" y="429537"/>
                  <a:pt x="575179" y="429351"/>
                </a:cubicBezTo>
                <a:cubicBezTo>
                  <a:pt x="573811" y="429166"/>
                  <a:pt x="572295" y="429500"/>
                  <a:pt x="570964" y="430242"/>
                </a:cubicBezTo>
                <a:cubicBezTo>
                  <a:pt x="562680" y="435104"/>
                  <a:pt x="554063" y="439446"/>
                  <a:pt x="545299" y="443084"/>
                </a:cubicBezTo>
                <a:cubicBezTo>
                  <a:pt x="536608" y="446684"/>
                  <a:pt x="527548" y="449765"/>
                  <a:pt x="518228" y="452214"/>
                </a:cubicBezTo>
                <a:cubicBezTo>
                  <a:pt x="516712" y="452623"/>
                  <a:pt x="515454" y="453476"/>
                  <a:pt x="514604" y="454553"/>
                </a:cubicBezTo>
                <a:cubicBezTo>
                  <a:pt x="513790" y="455629"/>
                  <a:pt x="513273" y="457076"/>
                  <a:pt x="513273" y="458672"/>
                </a:cubicBezTo>
                <a:lnTo>
                  <a:pt x="513273" y="472108"/>
                </a:lnTo>
                <a:cubicBezTo>
                  <a:pt x="513273" y="479160"/>
                  <a:pt x="510388" y="485544"/>
                  <a:pt x="505765" y="490183"/>
                </a:cubicBezTo>
                <a:cubicBezTo>
                  <a:pt x="501106" y="494860"/>
                  <a:pt x="494708" y="497755"/>
                  <a:pt x="487681" y="497755"/>
                </a:cubicBezTo>
                <a:lnTo>
                  <a:pt x="442748" y="497755"/>
                </a:lnTo>
                <a:cubicBezTo>
                  <a:pt x="435722" y="497755"/>
                  <a:pt x="429287" y="494860"/>
                  <a:pt x="424664" y="490220"/>
                </a:cubicBezTo>
                <a:cubicBezTo>
                  <a:pt x="420041" y="485544"/>
                  <a:pt x="417157" y="479122"/>
                  <a:pt x="417157" y="472070"/>
                </a:cubicBezTo>
                <a:lnTo>
                  <a:pt x="417157" y="458671"/>
                </a:lnTo>
                <a:cubicBezTo>
                  <a:pt x="417157" y="457076"/>
                  <a:pt x="416639" y="455628"/>
                  <a:pt x="415788" y="454515"/>
                </a:cubicBezTo>
                <a:cubicBezTo>
                  <a:pt x="414938" y="453438"/>
                  <a:pt x="413680" y="452585"/>
                  <a:pt x="412201" y="452213"/>
                </a:cubicBezTo>
                <a:cubicBezTo>
                  <a:pt x="402882" y="449764"/>
                  <a:pt x="393821" y="446720"/>
                  <a:pt x="385093" y="443083"/>
                </a:cubicBezTo>
                <a:cubicBezTo>
                  <a:pt x="376255" y="439409"/>
                  <a:pt x="367638" y="435066"/>
                  <a:pt x="359429" y="430241"/>
                </a:cubicBezTo>
                <a:cubicBezTo>
                  <a:pt x="358097" y="429461"/>
                  <a:pt x="356618" y="429165"/>
                  <a:pt x="355213" y="429350"/>
                </a:cubicBezTo>
                <a:cubicBezTo>
                  <a:pt x="353844" y="429536"/>
                  <a:pt x="352476" y="430204"/>
                  <a:pt x="351367" y="431354"/>
                </a:cubicBezTo>
                <a:lnTo>
                  <a:pt x="341862" y="440819"/>
                </a:lnTo>
                <a:cubicBezTo>
                  <a:pt x="336907" y="445829"/>
                  <a:pt x="330362" y="448353"/>
                  <a:pt x="323816" y="448353"/>
                </a:cubicBezTo>
                <a:cubicBezTo>
                  <a:pt x="317307" y="448353"/>
                  <a:pt x="310762" y="445866"/>
                  <a:pt x="305806" y="440856"/>
                </a:cubicBezTo>
                <a:lnTo>
                  <a:pt x="273965" y="408937"/>
                </a:lnTo>
                <a:cubicBezTo>
                  <a:pt x="268973" y="403926"/>
                  <a:pt x="266495" y="397356"/>
                  <a:pt x="266495" y="390787"/>
                </a:cubicBezTo>
                <a:cubicBezTo>
                  <a:pt x="266495" y="384217"/>
                  <a:pt x="269010" y="377648"/>
                  <a:pt x="273965" y="372637"/>
                </a:cubicBezTo>
                <a:lnTo>
                  <a:pt x="283432" y="363173"/>
                </a:lnTo>
                <a:cubicBezTo>
                  <a:pt x="284579" y="361985"/>
                  <a:pt x="285244" y="360612"/>
                  <a:pt x="285429" y="359239"/>
                </a:cubicBezTo>
                <a:cubicBezTo>
                  <a:pt x="285614" y="357865"/>
                  <a:pt x="285281" y="356344"/>
                  <a:pt x="284542" y="355007"/>
                </a:cubicBezTo>
                <a:cubicBezTo>
                  <a:pt x="279697" y="346694"/>
                  <a:pt x="275370" y="338045"/>
                  <a:pt x="271746" y="329250"/>
                </a:cubicBezTo>
                <a:cubicBezTo>
                  <a:pt x="268159" y="320528"/>
                  <a:pt x="265089" y="311435"/>
                  <a:pt x="262648" y="302081"/>
                </a:cubicBezTo>
                <a:cubicBezTo>
                  <a:pt x="262242" y="300560"/>
                  <a:pt x="261391" y="299298"/>
                  <a:pt x="260319" y="298444"/>
                </a:cubicBezTo>
                <a:cubicBezTo>
                  <a:pt x="259246" y="297628"/>
                  <a:pt x="257804" y="297108"/>
                  <a:pt x="256214" y="297108"/>
                </a:cubicBezTo>
                <a:lnTo>
                  <a:pt x="242826" y="297108"/>
                </a:lnTo>
                <a:cubicBezTo>
                  <a:pt x="235799" y="297108"/>
                  <a:pt x="229364" y="294213"/>
                  <a:pt x="224742" y="289574"/>
                </a:cubicBezTo>
                <a:cubicBezTo>
                  <a:pt x="220119" y="284897"/>
                  <a:pt x="217234" y="278476"/>
                  <a:pt x="217234" y="271424"/>
                </a:cubicBezTo>
                <a:lnTo>
                  <a:pt x="217234" y="226329"/>
                </a:lnTo>
                <a:cubicBezTo>
                  <a:pt x="217234" y="219277"/>
                  <a:pt x="220119" y="212819"/>
                  <a:pt x="224742" y="208179"/>
                </a:cubicBezTo>
                <a:cubicBezTo>
                  <a:pt x="229364" y="203540"/>
                  <a:pt x="235762" y="200645"/>
                  <a:pt x="242826" y="200645"/>
                </a:cubicBezTo>
                <a:lnTo>
                  <a:pt x="256177" y="200645"/>
                </a:lnTo>
                <a:cubicBezTo>
                  <a:pt x="257767" y="200645"/>
                  <a:pt x="259209" y="200125"/>
                  <a:pt x="260319" y="199271"/>
                </a:cubicBezTo>
                <a:cubicBezTo>
                  <a:pt x="261391" y="198418"/>
                  <a:pt x="262242" y="197156"/>
                  <a:pt x="262612" y="195671"/>
                </a:cubicBezTo>
                <a:cubicBezTo>
                  <a:pt x="265052" y="186318"/>
                  <a:pt x="268085" y="177225"/>
                  <a:pt x="271709" y="168466"/>
                </a:cubicBezTo>
                <a:cubicBezTo>
                  <a:pt x="275370" y="159595"/>
                  <a:pt x="279697" y="150947"/>
                  <a:pt x="284505" y="142708"/>
                </a:cubicBezTo>
                <a:cubicBezTo>
                  <a:pt x="285282" y="141372"/>
                  <a:pt x="285577" y="139887"/>
                  <a:pt x="285393" y="138477"/>
                </a:cubicBezTo>
                <a:cubicBezTo>
                  <a:pt x="285208" y="137104"/>
                  <a:pt x="284542" y="135730"/>
                  <a:pt x="283396" y="134617"/>
                </a:cubicBezTo>
                <a:lnTo>
                  <a:pt x="273965" y="125078"/>
                </a:lnTo>
                <a:cubicBezTo>
                  <a:pt x="268973" y="120105"/>
                  <a:pt x="266458" y="113536"/>
                  <a:pt x="266458" y="106967"/>
                </a:cubicBezTo>
                <a:cubicBezTo>
                  <a:pt x="266458" y="100434"/>
                  <a:pt x="268936" y="93865"/>
                  <a:pt x="273928" y="88892"/>
                </a:cubicBezTo>
                <a:lnTo>
                  <a:pt x="305733" y="56936"/>
                </a:lnTo>
                <a:cubicBezTo>
                  <a:pt x="310725" y="51925"/>
                  <a:pt x="317271" y="49438"/>
                  <a:pt x="323817" y="49438"/>
                </a:cubicBezTo>
                <a:cubicBezTo>
                  <a:pt x="330363" y="49438"/>
                  <a:pt x="336908" y="51962"/>
                  <a:pt x="341901" y="56936"/>
                </a:cubicBezTo>
                <a:lnTo>
                  <a:pt x="351332" y="66437"/>
                </a:lnTo>
                <a:cubicBezTo>
                  <a:pt x="352478" y="67551"/>
                  <a:pt x="353883" y="68256"/>
                  <a:pt x="355252" y="68441"/>
                </a:cubicBezTo>
                <a:cubicBezTo>
                  <a:pt x="356620" y="68627"/>
                  <a:pt x="358136" y="68293"/>
                  <a:pt x="359468" y="67551"/>
                </a:cubicBezTo>
                <a:cubicBezTo>
                  <a:pt x="367751" y="62689"/>
                  <a:pt x="376369" y="58346"/>
                  <a:pt x="385132" y="54708"/>
                </a:cubicBezTo>
                <a:cubicBezTo>
                  <a:pt x="393823" y="51108"/>
                  <a:pt x="402884" y="48028"/>
                  <a:pt x="412203" y="45578"/>
                </a:cubicBezTo>
                <a:cubicBezTo>
                  <a:pt x="413719" y="45170"/>
                  <a:pt x="414977" y="44316"/>
                  <a:pt x="415827" y="43240"/>
                </a:cubicBezTo>
                <a:cubicBezTo>
                  <a:pt x="416641" y="42164"/>
                  <a:pt x="417159" y="40716"/>
                  <a:pt x="417159" y="39120"/>
                </a:cubicBezTo>
                <a:lnTo>
                  <a:pt x="417159" y="25684"/>
                </a:lnTo>
                <a:cubicBezTo>
                  <a:pt x="417159" y="18632"/>
                  <a:pt x="420043" y="12174"/>
                  <a:pt x="424666" y="7534"/>
                </a:cubicBezTo>
                <a:cubicBezTo>
                  <a:pt x="429288" y="2895"/>
                  <a:pt x="435687" y="0"/>
                  <a:pt x="442750" y="0"/>
                </a:cubicBezTo>
                <a:lnTo>
                  <a:pt x="487683" y="0"/>
                </a:lnTo>
                <a:cubicBezTo>
                  <a:pt x="494709" y="0"/>
                  <a:pt x="501107" y="2895"/>
                  <a:pt x="505729" y="7534"/>
                </a:cubicBezTo>
                <a:cubicBezTo>
                  <a:pt x="510352" y="12137"/>
                  <a:pt x="513237" y="18595"/>
                  <a:pt x="513237" y="25646"/>
                </a:cubicBezTo>
                <a:lnTo>
                  <a:pt x="513237" y="39045"/>
                </a:lnTo>
                <a:cubicBezTo>
                  <a:pt x="513237" y="40641"/>
                  <a:pt x="513717" y="42089"/>
                  <a:pt x="514568" y="43165"/>
                </a:cubicBezTo>
                <a:cubicBezTo>
                  <a:pt x="515418" y="44278"/>
                  <a:pt x="516676" y="45132"/>
                  <a:pt x="518192" y="45503"/>
                </a:cubicBezTo>
                <a:close/>
                <a:moveTo>
                  <a:pt x="508579" y="373903"/>
                </a:moveTo>
                <a:lnTo>
                  <a:pt x="508579" y="211855"/>
                </a:lnTo>
                <a:cubicBezTo>
                  <a:pt x="508579" y="206622"/>
                  <a:pt x="512832" y="202353"/>
                  <a:pt x="518046" y="202353"/>
                </a:cubicBezTo>
                <a:lnTo>
                  <a:pt x="567971" y="202353"/>
                </a:lnTo>
                <a:cubicBezTo>
                  <a:pt x="573185" y="202353"/>
                  <a:pt x="577438" y="206622"/>
                  <a:pt x="577438" y="211855"/>
                </a:cubicBezTo>
                <a:lnTo>
                  <a:pt x="577438" y="318376"/>
                </a:lnTo>
                <a:cubicBezTo>
                  <a:pt x="589864" y="298185"/>
                  <a:pt x="597038" y="274395"/>
                  <a:pt x="597038" y="248934"/>
                </a:cubicBezTo>
                <a:cubicBezTo>
                  <a:pt x="597038" y="212412"/>
                  <a:pt x="582283" y="179343"/>
                  <a:pt x="558430" y="155403"/>
                </a:cubicBezTo>
                <a:cubicBezTo>
                  <a:pt x="534577" y="131463"/>
                  <a:pt x="501626" y="116655"/>
                  <a:pt x="465236" y="116655"/>
                </a:cubicBezTo>
                <a:cubicBezTo>
                  <a:pt x="428846" y="116655"/>
                  <a:pt x="395896" y="131464"/>
                  <a:pt x="372042" y="155403"/>
                </a:cubicBezTo>
                <a:cubicBezTo>
                  <a:pt x="348188" y="179342"/>
                  <a:pt x="333434" y="212412"/>
                  <a:pt x="333434" y="248934"/>
                </a:cubicBezTo>
                <a:cubicBezTo>
                  <a:pt x="333434" y="274395"/>
                  <a:pt x="340608" y="298185"/>
                  <a:pt x="353034" y="318376"/>
                </a:cubicBezTo>
                <a:lnTo>
                  <a:pt x="353034" y="250752"/>
                </a:lnTo>
                <a:cubicBezTo>
                  <a:pt x="353034" y="245519"/>
                  <a:pt x="357287" y="241251"/>
                  <a:pt x="362501" y="241251"/>
                </a:cubicBezTo>
                <a:lnTo>
                  <a:pt x="412426" y="241251"/>
                </a:lnTo>
                <a:cubicBezTo>
                  <a:pt x="417640" y="241251"/>
                  <a:pt x="421893" y="245519"/>
                  <a:pt x="421893" y="250752"/>
                </a:cubicBezTo>
                <a:lnTo>
                  <a:pt x="421893" y="373901"/>
                </a:lnTo>
                <a:cubicBezTo>
                  <a:pt x="424814" y="374940"/>
                  <a:pt x="427773" y="375831"/>
                  <a:pt x="430768" y="376647"/>
                </a:cubicBezTo>
                <a:lnTo>
                  <a:pt x="430768" y="236909"/>
                </a:lnTo>
                <a:cubicBezTo>
                  <a:pt x="430768" y="231676"/>
                  <a:pt x="435021" y="227408"/>
                  <a:pt x="440236" y="227408"/>
                </a:cubicBezTo>
                <a:lnTo>
                  <a:pt x="490161" y="227408"/>
                </a:lnTo>
                <a:cubicBezTo>
                  <a:pt x="495375" y="227408"/>
                  <a:pt x="499628" y="231676"/>
                  <a:pt x="499628" y="236909"/>
                </a:cubicBezTo>
                <a:lnTo>
                  <a:pt x="499628" y="376685"/>
                </a:lnTo>
                <a:cubicBezTo>
                  <a:pt x="502623" y="375869"/>
                  <a:pt x="505582" y="374941"/>
                  <a:pt x="508503" y="373939"/>
                </a:cubicBezTo>
                <a:close/>
                <a:moveTo>
                  <a:pt x="558504" y="342429"/>
                </a:moveTo>
                <a:lnTo>
                  <a:pt x="558504" y="221399"/>
                </a:lnTo>
                <a:lnTo>
                  <a:pt x="527514" y="221399"/>
                </a:lnTo>
                <a:lnTo>
                  <a:pt x="527514" y="365556"/>
                </a:lnTo>
                <a:cubicBezTo>
                  <a:pt x="538941" y="359395"/>
                  <a:pt x="549370" y="351600"/>
                  <a:pt x="558467" y="342470"/>
                </a:cubicBezTo>
                <a:close/>
                <a:moveTo>
                  <a:pt x="480769" y="380287"/>
                </a:moveTo>
                <a:lnTo>
                  <a:pt x="480769" y="246373"/>
                </a:lnTo>
                <a:lnTo>
                  <a:pt x="449779" y="246373"/>
                </a:lnTo>
                <a:lnTo>
                  <a:pt x="449779" y="380287"/>
                </a:lnTo>
                <a:cubicBezTo>
                  <a:pt x="454845" y="380881"/>
                  <a:pt x="460022" y="381178"/>
                  <a:pt x="465274" y="381178"/>
                </a:cubicBezTo>
                <a:cubicBezTo>
                  <a:pt x="470525" y="381178"/>
                  <a:pt x="475703" y="380881"/>
                  <a:pt x="480769" y="380287"/>
                </a:cubicBezTo>
                <a:close/>
                <a:moveTo>
                  <a:pt x="403034" y="365515"/>
                </a:moveTo>
                <a:lnTo>
                  <a:pt x="403034" y="260219"/>
                </a:lnTo>
                <a:lnTo>
                  <a:pt x="372044" y="260219"/>
                </a:lnTo>
                <a:lnTo>
                  <a:pt x="372044" y="342392"/>
                </a:lnTo>
                <a:lnTo>
                  <a:pt x="372118" y="342466"/>
                </a:lnTo>
                <a:cubicBezTo>
                  <a:pt x="381215" y="351597"/>
                  <a:pt x="391644" y="359390"/>
                  <a:pt x="403034" y="365552"/>
                </a:cubicBezTo>
                <a:close/>
                <a:moveTo>
                  <a:pt x="465311" y="97659"/>
                </a:moveTo>
                <a:cubicBezTo>
                  <a:pt x="506952" y="97659"/>
                  <a:pt x="544636" y="114621"/>
                  <a:pt x="571893" y="141974"/>
                </a:cubicBezTo>
                <a:cubicBezTo>
                  <a:pt x="599149" y="169328"/>
                  <a:pt x="616050" y="207186"/>
                  <a:pt x="616050" y="248942"/>
                </a:cubicBezTo>
                <a:cubicBezTo>
                  <a:pt x="616050" y="290733"/>
                  <a:pt x="599149" y="328554"/>
                  <a:pt x="571893" y="355910"/>
                </a:cubicBezTo>
                <a:cubicBezTo>
                  <a:pt x="543565" y="384340"/>
                  <a:pt x="505364" y="400226"/>
                  <a:pt x="465311" y="400226"/>
                </a:cubicBezTo>
                <a:cubicBezTo>
                  <a:pt x="425519" y="400226"/>
                  <a:pt x="387280" y="384600"/>
                  <a:pt x="358728" y="355910"/>
                </a:cubicBezTo>
                <a:cubicBezTo>
                  <a:pt x="330363" y="326514"/>
                  <a:pt x="314572" y="290216"/>
                  <a:pt x="314572" y="248942"/>
                </a:cubicBezTo>
                <a:cubicBezTo>
                  <a:pt x="314572" y="207188"/>
                  <a:pt x="331473" y="169330"/>
                  <a:pt x="358728" y="141974"/>
                </a:cubicBezTo>
                <a:cubicBezTo>
                  <a:pt x="385984" y="114621"/>
                  <a:pt x="423705" y="97659"/>
                  <a:pt x="465311" y="97659"/>
                </a:cubicBezTo>
                <a:close/>
                <a:moveTo>
                  <a:pt x="14214" y="626882"/>
                </a:moveTo>
                <a:lnTo>
                  <a:pt x="63622" y="598229"/>
                </a:lnTo>
                <a:cubicBezTo>
                  <a:pt x="70390" y="594295"/>
                  <a:pt x="78156" y="593515"/>
                  <a:pt x="85145" y="595408"/>
                </a:cubicBezTo>
                <a:cubicBezTo>
                  <a:pt x="92134" y="597264"/>
                  <a:pt x="98458" y="601866"/>
                  <a:pt x="102378" y="608658"/>
                </a:cubicBezTo>
                <a:lnTo>
                  <a:pt x="109811" y="621574"/>
                </a:lnTo>
                <a:lnTo>
                  <a:pt x="211916" y="582974"/>
                </a:lnTo>
                <a:cubicBezTo>
                  <a:pt x="226782" y="557068"/>
                  <a:pt x="249120" y="541554"/>
                  <a:pt x="274637" y="533426"/>
                </a:cubicBezTo>
                <a:cubicBezTo>
                  <a:pt x="306219" y="523405"/>
                  <a:pt x="342646" y="524890"/>
                  <a:pt x="375482" y="532053"/>
                </a:cubicBezTo>
                <a:cubicBezTo>
                  <a:pt x="385689" y="534280"/>
                  <a:pt x="395342" y="535282"/>
                  <a:pt x="404772" y="535059"/>
                </a:cubicBezTo>
                <a:cubicBezTo>
                  <a:pt x="414202" y="534837"/>
                  <a:pt x="423780" y="533315"/>
                  <a:pt x="433876" y="530568"/>
                </a:cubicBezTo>
                <a:lnTo>
                  <a:pt x="543602" y="500765"/>
                </a:lnTo>
                <a:cubicBezTo>
                  <a:pt x="556138" y="497387"/>
                  <a:pt x="568971" y="499503"/>
                  <a:pt x="579437" y="505553"/>
                </a:cubicBezTo>
                <a:cubicBezTo>
                  <a:pt x="589977" y="511640"/>
                  <a:pt x="598150" y="521772"/>
                  <a:pt x="601552" y="534392"/>
                </a:cubicBezTo>
                <a:cubicBezTo>
                  <a:pt x="604917" y="547011"/>
                  <a:pt x="602809" y="559890"/>
                  <a:pt x="596781" y="570394"/>
                </a:cubicBezTo>
                <a:cubicBezTo>
                  <a:pt x="590716" y="580972"/>
                  <a:pt x="580658" y="589211"/>
                  <a:pt x="568084" y="592588"/>
                </a:cubicBezTo>
                <a:lnTo>
                  <a:pt x="465203" y="620240"/>
                </a:lnTo>
                <a:cubicBezTo>
                  <a:pt x="479515" y="624582"/>
                  <a:pt x="492385" y="630261"/>
                  <a:pt x="504774" y="635717"/>
                </a:cubicBezTo>
                <a:lnTo>
                  <a:pt x="507621" y="636978"/>
                </a:lnTo>
                <a:cubicBezTo>
                  <a:pt x="513094" y="635717"/>
                  <a:pt x="518827" y="633824"/>
                  <a:pt x="524891" y="631226"/>
                </a:cubicBezTo>
                <a:cubicBezTo>
                  <a:pt x="532214" y="628071"/>
                  <a:pt x="539980" y="623877"/>
                  <a:pt x="548189" y="618532"/>
                </a:cubicBezTo>
                <a:lnTo>
                  <a:pt x="721336" y="518206"/>
                </a:lnTo>
                <a:cubicBezTo>
                  <a:pt x="732875" y="511489"/>
                  <a:pt x="746151" y="510152"/>
                  <a:pt x="758133" y="513344"/>
                </a:cubicBezTo>
                <a:cubicBezTo>
                  <a:pt x="770189" y="516573"/>
                  <a:pt x="780988" y="524405"/>
                  <a:pt x="787681" y="536021"/>
                </a:cubicBezTo>
                <a:lnTo>
                  <a:pt x="787755" y="536207"/>
                </a:lnTo>
                <a:lnTo>
                  <a:pt x="795336" y="531827"/>
                </a:lnTo>
                <a:cubicBezTo>
                  <a:pt x="806875" y="525110"/>
                  <a:pt x="820151" y="523773"/>
                  <a:pt x="832133" y="526965"/>
                </a:cubicBezTo>
                <a:cubicBezTo>
                  <a:pt x="844188" y="530194"/>
                  <a:pt x="854988" y="538026"/>
                  <a:pt x="861681" y="549642"/>
                </a:cubicBezTo>
                <a:lnTo>
                  <a:pt x="861977" y="550199"/>
                </a:lnTo>
                <a:cubicBezTo>
                  <a:pt x="868375" y="561668"/>
                  <a:pt x="869632" y="574621"/>
                  <a:pt x="866489" y="586424"/>
                </a:cubicBezTo>
                <a:cubicBezTo>
                  <a:pt x="863308" y="598449"/>
                  <a:pt x="855505" y="609324"/>
                  <a:pt x="844041" y="616153"/>
                </a:cubicBezTo>
                <a:lnTo>
                  <a:pt x="558177" y="787141"/>
                </a:lnTo>
                <a:cubicBezTo>
                  <a:pt x="548451" y="792969"/>
                  <a:pt x="538429" y="796383"/>
                  <a:pt x="528110" y="798239"/>
                </a:cubicBezTo>
                <a:cubicBezTo>
                  <a:pt x="518162" y="799984"/>
                  <a:pt x="507845" y="800243"/>
                  <a:pt x="497120" y="799761"/>
                </a:cubicBezTo>
                <a:lnTo>
                  <a:pt x="234290" y="787847"/>
                </a:lnTo>
                <a:lnTo>
                  <a:pt x="210030" y="795753"/>
                </a:lnTo>
                <a:lnTo>
                  <a:pt x="214135" y="802879"/>
                </a:lnTo>
                <a:cubicBezTo>
                  <a:pt x="218055" y="809671"/>
                  <a:pt x="218831" y="817465"/>
                  <a:pt x="216945" y="824479"/>
                </a:cubicBezTo>
                <a:cubicBezTo>
                  <a:pt x="215096" y="831494"/>
                  <a:pt x="210511" y="837840"/>
                  <a:pt x="203706" y="841775"/>
                </a:cubicBezTo>
                <a:lnTo>
                  <a:pt x="154299" y="870391"/>
                </a:lnTo>
                <a:cubicBezTo>
                  <a:pt x="147531" y="874325"/>
                  <a:pt x="139802" y="875104"/>
                  <a:pt x="132813" y="873248"/>
                </a:cubicBezTo>
                <a:cubicBezTo>
                  <a:pt x="125786" y="871393"/>
                  <a:pt x="119462" y="866790"/>
                  <a:pt x="115542" y="859999"/>
                </a:cubicBezTo>
                <a:lnTo>
                  <a:pt x="3819" y="665741"/>
                </a:lnTo>
                <a:cubicBezTo>
                  <a:pt x="-101" y="658949"/>
                  <a:pt x="-915" y="651154"/>
                  <a:pt x="972" y="644140"/>
                </a:cubicBezTo>
                <a:cubicBezTo>
                  <a:pt x="2821" y="637125"/>
                  <a:pt x="7406" y="630779"/>
                  <a:pt x="14174" y="626845"/>
                </a:cubicBezTo>
                <a:close/>
                <a:moveTo>
                  <a:pt x="119386" y="638202"/>
                </a:moveTo>
                <a:lnTo>
                  <a:pt x="200376" y="778976"/>
                </a:lnTo>
                <a:lnTo>
                  <a:pt x="230035" y="769326"/>
                </a:lnTo>
                <a:cubicBezTo>
                  <a:pt x="231070" y="768992"/>
                  <a:pt x="232217" y="768843"/>
                  <a:pt x="233363" y="768880"/>
                </a:cubicBezTo>
                <a:lnTo>
                  <a:pt x="497926" y="780868"/>
                </a:lnTo>
                <a:cubicBezTo>
                  <a:pt x="507319" y="781277"/>
                  <a:pt x="516269" y="781054"/>
                  <a:pt x="524886" y="779569"/>
                </a:cubicBezTo>
                <a:cubicBezTo>
                  <a:pt x="533096" y="778122"/>
                  <a:pt x="540973" y="775413"/>
                  <a:pt x="548517" y="770922"/>
                </a:cubicBezTo>
                <a:lnTo>
                  <a:pt x="834382" y="599933"/>
                </a:lnTo>
                <a:cubicBezTo>
                  <a:pt x="841445" y="595702"/>
                  <a:pt x="846253" y="588984"/>
                  <a:pt x="848249" y="581561"/>
                </a:cubicBezTo>
                <a:cubicBezTo>
                  <a:pt x="850135" y="574361"/>
                  <a:pt x="849433" y="566492"/>
                  <a:pt x="845624" y="559552"/>
                </a:cubicBezTo>
                <a:lnTo>
                  <a:pt x="845402" y="559143"/>
                </a:lnTo>
                <a:cubicBezTo>
                  <a:pt x="841334" y="552091"/>
                  <a:pt x="834714" y="547267"/>
                  <a:pt x="827392" y="545300"/>
                </a:cubicBezTo>
                <a:cubicBezTo>
                  <a:pt x="820033" y="543333"/>
                  <a:pt x="811934" y="544149"/>
                  <a:pt x="804907" y="548232"/>
                </a:cubicBezTo>
                <a:cubicBezTo>
                  <a:pt x="747475" y="581487"/>
                  <a:pt x="690041" y="614742"/>
                  <a:pt x="632613" y="648035"/>
                </a:cubicBezTo>
                <a:cubicBezTo>
                  <a:pt x="580358" y="682107"/>
                  <a:pt x="549700" y="676131"/>
                  <a:pt x="497259" y="653120"/>
                </a:cubicBezTo>
                <a:cubicBezTo>
                  <a:pt x="475107" y="643359"/>
                  <a:pt x="451291" y="632818"/>
                  <a:pt x="421151" y="631927"/>
                </a:cubicBezTo>
                <a:cubicBezTo>
                  <a:pt x="416824" y="632113"/>
                  <a:pt x="412756" y="629292"/>
                  <a:pt x="411609" y="624875"/>
                </a:cubicBezTo>
                <a:cubicBezTo>
                  <a:pt x="410278" y="619828"/>
                  <a:pt x="413274" y="614595"/>
                  <a:pt x="418303" y="613258"/>
                </a:cubicBezTo>
                <a:lnTo>
                  <a:pt x="563304" y="574249"/>
                </a:lnTo>
                <a:cubicBezTo>
                  <a:pt x="570848" y="572245"/>
                  <a:pt x="576913" y="567272"/>
                  <a:pt x="580537" y="560963"/>
                </a:cubicBezTo>
                <a:cubicBezTo>
                  <a:pt x="584161" y="554653"/>
                  <a:pt x="585419" y="546896"/>
                  <a:pt x="583385" y="539288"/>
                </a:cubicBezTo>
                <a:cubicBezTo>
                  <a:pt x="581351" y="531716"/>
                  <a:pt x="576432" y="525629"/>
                  <a:pt x="570109" y="521955"/>
                </a:cubicBezTo>
                <a:cubicBezTo>
                  <a:pt x="563822" y="518318"/>
                  <a:pt x="556092" y="517056"/>
                  <a:pt x="548549" y="519097"/>
                </a:cubicBezTo>
                <a:lnTo>
                  <a:pt x="438823" y="548901"/>
                </a:lnTo>
                <a:cubicBezTo>
                  <a:pt x="427470" y="551981"/>
                  <a:pt x="416449" y="553688"/>
                  <a:pt x="405281" y="553948"/>
                </a:cubicBezTo>
                <a:cubicBezTo>
                  <a:pt x="394149" y="554208"/>
                  <a:pt x="383017" y="553095"/>
                  <a:pt x="371517" y="550571"/>
                </a:cubicBezTo>
                <a:cubicBezTo>
                  <a:pt x="341487" y="544001"/>
                  <a:pt x="308500" y="542554"/>
                  <a:pt x="280357" y="551462"/>
                </a:cubicBezTo>
                <a:cubicBezTo>
                  <a:pt x="258316" y="558439"/>
                  <a:pt x="239159" y="571987"/>
                  <a:pt x="226956" y="594701"/>
                </a:cubicBezTo>
                <a:cubicBezTo>
                  <a:pt x="225920" y="596779"/>
                  <a:pt x="224145" y="598524"/>
                  <a:pt x="221816" y="599414"/>
                </a:cubicBezTo>
                <a:lnTo>
                  <a:pt x="119380" y="638125"/>
                </a:lnTo>
                <a:close/>
                <a:moveTo>
                  <a:pt x="73085" y="614633"/>
                </a:moveTo>
                <a:lnTo>
                  <a:pt x="23678" y="643286"/>
                </a:lnTo>
                <a:cubicBezTo>
                  <a:pt x="21422" y="644548"/>
                  <a:pt x="19906" y="646700"/>
                  <a:pt x="19277" y="649076"/>
                </a:cubicBezTo>
                <a:cubicBezTo>
                  <a:pt x="18648" y="651414"/>
                  <a:pt x="18907" y="654049"/>
                  <a:pt x="20164" y="656276"/>
                </a:cubicBezTo>
                <a:lnTo>
                  <a:pt x="131926" y="850534"/>
                </a:lnTo>
                <a:cubicBezTo>
                  <a:pt x="133220" y="852761"/>
                  <a:pt x="135328" y="854320"/>
                  <a:pt x="137695" y="854951"/>
                </a:cubicBezTo>
                <a:cubicBezTo>
                  <a:pt x="140061" y="855582"/>
                  <a:pt x="142687" y="855322"/>
                  <a:pt x="144943" y="854023"/>
                </a:cubicBezTo>
                <a:lnTo>
                  <a:pt x="194351" y="825407"/>
                </a:lnTo>
                <a:cubicBezTo>
                  <a:pt x="196570" y="824145"/>
                  <a:pt x="198086" y="821993"/>
                  <a:pt x="198715" y="819617"/>
                </a:cubicBezTo>
                <a:cubicBezTo>
                  <a:pt x="199343" y="817242"/>
                  <a:pt x="199085" y="814644"/>
                  <a:pt x="197827" y="812417"/>
                </a:cubicBezTo>
                <a:cubicBezTo>
                  <a:pt x="160587" y="747725"/>
                  <a:pt x="123309" y="682921"/>
                  <a:pt x="86066" y="618197"/>
                </a:cubicBezTo>
                <a:cubicBezTo>
                  <a:pt x="84809" y="615933"/>
                  <a:pt x="82664" y="614411"/>
                  <a:pt x="80297" y="613780"/>
                </a:cubicBezTo>
                <a:cubicBezTo>
                  <a:pt x="77930" y="613149"/>
                  <a:pt x="75341" y="613409"/>
                  <a:pt x="73122" y="614671"/>
                </a:cubicBezTo>
                <a:close/>
                <a:moveTo>
                  <a:pt x="771448" y="545710"/>
                </a:moveTo>
                <a:lnTo>
                  <a:pt x="771374" y="545562"/>
                </a:lnTo>
                <a:cubicBezTo>
                  <a:pt x="767306" y="538510"/>
                  <a:pt x="760687" y="533685"/>
                  <a:pt x="753365" y="531718"/>
                </a:cubicBezTo>
                <a:cubicBezTo>
                  <a:pt x="746005" y="529751"/>
                  <a:pt x="737907" y="530568"/>
                  <a:pt x="730880" y="534650"/>
                </a:cubicBezTo>
                <a:lnTo>
                  <a:pt x="558585" y="634454"/>
                </a:lnTo>
                <a:cubicBezTo>
                  <a:pt x="550190" y="639947"/>
                  <a:pt x="542276" y="644290"/>
                  <a:pt x="534769" y="647704"/>
                </a:cubicBezTo>
                <a:cubicBezTo>
                  <a:pt x="559769" y="655535"/>
                  <a:pt x="586063" y="655795"/>
                  <a:pt x="622268" y="632190"/>
                </a:cubicBezTo>
                <a:lnTo>
                  <a:pt x="771491" y="545748"/>
                </a:lnTo>
                <a:close/>
                <a:moveTo>
                  <a:pt x="538127" y="72271"/>
                </a:moveTo>
                <a:cubicBezTo>
                  <a:pt x="530176" y="68967"/>
                  <a:pt x="521930" y="66184"/>
                  <a:pt x="513497" y="63957"/>
                </a:cubicBezTo>
                <a:cubicBezTo>
                  <a:pt x="507802" y="62472"/>
                  <a:pt x="503031" y="59206"/>
                  <a:pt x="499667" y="54826"/>
                </a:cubicBezTo>
                <a:cubicBezTo>
                  <a:pt x="496301" y="50447"/>
                  <a:pt x="494341" y="44990"/>
                  <a:pt x="494341" y="39127"/>
                </a:cubicBezTo>
                <a:lnTo>
                  <a:pt x="494341" y="25728"/>
                </a:lnTo>
                <a:cubicBezTo>
                  <a:pt x="494341" y="23909"/>
                  <a:pt x="493565" y="22239"/>
                  <a:pt x="492381" y="21052"/>
                </a:cubicBezTo>
                <a:cubicBezTo>
                  <a:pt x="491198" y="19827"/>
                  <a:pt x="489534" y="19084"/>
                  <a:pt x="487722" y="19084"/>
                </a:cubicBezTo>
                <a:lnTo>
                  <a:pt x="442789" y="19084"/>
                </a:lnTo>
                <a:cubicBezTo>
                  <a:pt x="440977" y="19084"/>
                  <a:pt x="439313" y="19864"/>
                  <a:pt x="438129" y="21052"/>
                </a:cubicBezTo>
                <a:cubicBezTo>
                  <a:pt x="436946" y="22239"/>
                  <a:pt x="436169" y="23909"/>
                  <a:pt x="436169" y="25728"/>
                </a:cubicBezTo>
                <a:lnTo>
                  <a:pt x="436169" y="39164"/>
                </a:lnTo>
                <a:cubicBezTo>
                  <a:pt x="436169" y="45028"/>
                  <a:pt x="434209" y="50484"/>
                  <a:pt x="430844" y="54863"/>
                </a:cubicBezTo>
                <a:cubicBezTo>
                  <a:pt x="427479" y="59243"/>
                  <a:pt x="422708" y="62509"/>
                  <a:pt x="417013" y="63994"/>
                </a:cubicBezTo>
                <a:cubicBezTo>
                  <a:pt x="408618" y="66184"/>
                  <a:pt x="400372" y="68967"/>
                  <a:pt x="392420" y="72270"/>
                </a:cubicBezTo>
                <a:cubicBezTo>
                  <a:pt x="384284" y="75648"/>
                  <a:pt x="376444" y="79582"/>
                  <a:pt x="369047" y="83925"/>
                </a:cubicBezTo>
                <a:cubicBezTo>
                  <a:pt x="364018" y="86894"/>
                  <a:pt x="358323" y="87971"/>
                  <a:pt x="352887" y="87302"/>
                </a:cubicBezTo>
                <a:cubicBezTo>
                  <a:pt x="347413" y="86597"/>
                  <a:pt x="342162" y="84111"/>
                  <a:pt x="338020" y="79991"/>
                </a:cubicBezTo>
                <a:lnTo>
                  <a:pt x="328590" y="70489"/>
                </a:lnTo>
                <a:cubicBezTo>
                  <a:pt x="327259" y="69190"/>
                  <a:pt x="325557" y="68559"/>
                  <a:pt x="323856" y="68559"/>
                </a:cubicBezTo>
                <a:cubicBezTo>
                  <a:pt x="322155" y="68559"/>
                  <a:pt x="320454" y="69227"/>
                  <a:pt x="319196" y="70489"/>
                </a:cubicBezTo>
                <a:lnTo>
                  <a:pt x="287392" y="102409"/>
                </a:lnTo>
                <a:cubicBezTo>
                  <a:pt x="286098" y="103670"/>
                  <a:pt x="285469" y="105378"/>
                  <a:pt x="285469" y="107122"/>
                </a:cubicBezTo>
                <a:cubicBezTo>
                  <a:pt x="285469" y="108829"/>
                  <a:pt x="286135" y="110537"/>
                  <a:pt x="287392" y="111799"/>
                </a:cubicBezTo>
                <a:lnTo>
                  <a:pt x="296822" y="121337"/>
                </a:lnTo>
                <a:cubicBezTo>
                  <a:pt x="300964" y="125457"/>
                  <a:pt x="303442" y="130690"/>
                  <a:pt x="304145" y="136183"/>
                </a:cubicBezTo>
                <a:cubicBezTo>
                  <a:pt x="304810" y="141676"/>
                  <a:pt x="303738" y="147392"/>
                  <a:pt x="300779" y="152439"/>
                </a:cubicBezTo>
                <a:cubicBezTo>
                  <a:pt x="296416" y="159937"/>
                  <a:pt x="292496" y="167768"/>
                  <a:pt x="289167" y="175859"/>
                </a:cubicBezTo>
                <a:cubicBezTo>
                  <a:pt x="285875" y="183876"/>
                  <a:pt x="283065" y="192152"/>
                  <a:pt x="280883" y="200578"/>
                </a:cubicBezTo>
                <a:cubicBezTo>
                  <a:pt x="279441" y="206256"/>
                  <a:pt x="276149" y="211082"/>
                  <a:pt x="271823" y="214458"/>
                </a:cubicBezTo>
                <a:cubicBezTo>
                  <a:pt x="267422" y="217836"/>
                  <a:pt x="262022" y="219803"/>
                  <a:pt x="256180" y="219803"/>
                </a:cubicBezTo>
                <a:lnTo>
                  <a:pt x="242829" y="219803"/>
                </a:lnTo>
                <a:cubicBezTo>
                  <a:pt x="241017" y="219803"/>
                  <a:pt x="239353" y="220582"/>
                  <a:pt x="238169" y="221770"/>
                </a:cubicBezTo>
                <a:cubicBezTo>
                  <a:pt x="236986" y="222958"/>
                  <a:pt x="236209" y="224628"/>
                  <a:pt x="236209" y="226447"/>
                </a:cubicBezTo>
                <a:lnTo>
                  <a:pt x="236209" y="271542"/>
                </a:lnTo>
                <a:cubicBezTo>
                  <a:pt x="236209" y="273397"/>
                  <a:pt x="236949" y="275068"/>
                  <a:pt x="238132" y="276218"/>
                </a:cubicBezTo>
                <a:cubicBezTo>
                  <a:pt x="239390" y="277406"/>
                  <a:pt x="241054" y="278185"/>
                  <a:pt x="242866" y="278185"/>
                </a:cubicBezTo>
                <a:lnTo>
                  <a:pt x="256254" y="278185"/>
                </a:lnTo>
                <a:cubicBezTo>
                  <a:pt x="262097" y="278185"/>
                  <a:pt x="267533" y="280152"/>
                  <a:pt x="271896" y="283530"/>
                </a:cubicBezTo>
                <a:cubicBezTo>
                  <a:pt x="276223" y="286870"/>
                  <a:pt x="279515" y="291695"/>
                  <a:pt x="280994" y="297411"/>
                </a:cubicBezTo>
                <a:cubicBezTo>
                  <a:pt x="283176" y="305836"/>
                  <a:pt x="285950" y="314112"/>
                  <a:pt x="289241" y="322093"/>
                </a:cubicBezTo>
                <a:cubicBezTo>
                  <a:pt x="292606" y="330258"/>
                  <a:pt x="296526" y="338126"/>
                  <a:pt x="300853" y="345550"/>
                </a:cubicBezTo>
                <a:cubicBezTo>
                  <a:pt x="303812" y="350597"/>
                  <a:pt x="304884" y="356313"/>
                  <a:pt x="304219" y="361769"/>
                </a:cubicBezTo>
                <a:cubicBezTo>
                  <a:pt x="303516" y="367262"/>
                  <a:pt x="301038" y="372532"/>
                  <a:pt x="296933" y="376689"/>
                </a:cubicBezTo>
                <a:lnTo>
                  <a:pt x="287466" y="386153"/>
                </a:lnTo>
                <a:cubicBezTo>
                  <a:pt x="286172" y="387489"/>
                  <a:pt x="285543" y="389197"/>
                  <a:pt x="285543" y="390904"/>
                </a:cubicBezTo>
                <a:cubicBezTo>
                  <a:pt x="285543" y="392611"/>
                  <a:pt x="286209" y="394319"/>
                  <a:pt x="287466" y="395581"/>
                </a:cubicBezTo>
                <a:lnTo>
                  <a:pt x="319270" y="427500"/>
                </a:lnTo>
                <a:cubicBezTo>
                  <a:pt x="320528" y="428799"/>
                  <a:pt x="322229" y="429430"/>
                  <a:pt x="323967" y="429430"/>
                </a:cubicBezTo>
                <a:cubicBezTo>
                  <a:pt x="325668" y="429430"/>
                  <a:pt x="327369" y="428762"/>
                  <a:pt x="328627" y="427500"/>
                </a:cubicBezTo>
                <a:lnTo>
                  <a:pt x="338131" y="418036"/>
                </a:lnTo>
                <a:cubicBezTo>
                  <a:pt x="342236" y="413879"/>
                  <a:pt x="347450" y="411392"/>
                  <a:pt x="352924" y="410687"/>
                </a:cubicBezTo>
                <a:cubicBezTo>
                  <a:pt x="358397" y="410019"/>
                  <a:pt x="364092" y="411095"/>
                  <a:pt x="369121" y="414064"/>
                </a:cubicBezTo>
                <a:cubicBezTo>
                  <a:pt x="376591" y="418444"/>
                  <a:pt x="384395" y="422378"/>
                  <a:pt x="392456" y="425719"/>
                </a:cubicBezTo>
                <a:cubicBezTo>
                  <a:pt x="400444" y="429022"/>
                  <a:pt x="408691" y="431843"/>
                  <a:pt x="417086" y="434033"/>
                </a:cubicBezTo>
                <a:cubicBezTo>
                  <a:pt x="422744" y="435480"/>
                  <a:pt x="427552" y="438783"/>
                  <a:pt x="430917" y="443126"/>
                </a:cubicBezTo>
                <a:cubicBezTo>
                  <a:pt x="434282" y="447542"/>
                  <a:pt x="436242" y="452962"/>
                  <a:pt x="436242" y="458825"/>
                </a:cubicBezTo>
                <a:lnTo>
                  <a:pt x="436242" y="472224"/>
                </a:lnTo>
                <a:cubicBezTo>
                  <a:pt x="436242" y="474080"/>
                  <a:pt x="436982" y="475750"/>
                  <a:pt x="438165" y="476901"/>
                </a:cubicBezTo>
                <a:cubicBezTo>
                  <a:pt x="439423" y="478088"/>
                  <a:pt x="441087" y="478868"/>
                  <a:pt x="442899" y="478868"/>
                </a:cubicBezTo>
                <a:lnTo>
                  <a:pt x="487831" y="478868"/>
                </a:lnTo>
                <a:cubicBezTo>
                  <a:pt x="489680" y="478868"/>
                  <a:pt x="491345" y="478125"/>
                  <a:pt x="492491" y="476938"/>
                </a:cubicBezTo>
                <a:cubicBezTo>
                  <a:pt x="493712" y="475713"/>
                  <a:pt x="494451" y="474043"/>
                  <a:pt x="494451" y="472187"/>
                </a:cubicBezTo>
                <a:lnTo>
                  <a:pt x="494451" y="458751"/>
                </a:lnTo>
                <a:cubicBezTo>
                  <a:pt x="494451" y="452887"/>
                  <a:pt x="496411" y="447431"/>
                  <a:pt x="499776" y="443052"/>
                </a:cubicBezTo>
                <a:cubicBezTo>
                  <a:pt x="503142" y="438672"/>
                  <a:pt x="507912" y="435406"/>
                  <a:pt x="513607" y="433921"/>
                </a:cubicBezTo>
                <a:cubicBezTo>
                  <a:pt x="522002" y="431731"/>
                  <a:pt x="530249" y="428948"/>
                  <a:pt x="538200" y="425645"/>
                </a:cubicBezTo>
                <a:cubicBezTo>
                  <a:pt x="546336" y="422267"/>
                  <a:pt x="554176" y="418333"/>
                  <a:pt x="561573" y="413990"/>
                </a:cubicBezTo>
                <a:cubicBezTo>
                  <a:pt x="566603" y="411021"/>
                  <a:pt x="572298" y="409945"/>
                  <a:pt x="577734" y="410613"/>
                </a:cubicBezTo>
                <a:cubicBezTo>
                  <a:pt x="583207" y="411318"/>
                  <a:pt x="588458" y="413805"/>
                  <a:pt x="592600" y="417924"/>
                </a:cubicBezTo>
                <a:lnTo>
                  <a:pt x="602031" y="427426"/>
                </a:lnTo>
                <a:cubicBezTo>
                  <a:pt x="603362" y="428725"/>
                  <a:pt x="605063" y="429356"/>
                  <a:pt x="606764" y="429356"/>
                </a:cubicBezTo>
                <a:cubicBezTo>
                  <a:pt x="608465" y="429356"/>
                  <a:pt x="610166" y="428688"/>
                  <a:pt x="611424" y="427426"/>
                </a:cubicBezTo>
                <a:lnTo>
                  <a:pt x="643228" y="395507"/>
                </a:lnTo>
                <a:cubicBezTo>
                  <a:pt x="644523" y="394245"/>
                  <a:pt x="645151" y="392537"/>
                  <a:pt x="645151" y="390793"/>
                </a:cubicBezTo>
                <a:cubicBezTo>
                  <a:pt x="645151" y="389086"/>
                  <a:pt x="644486" y="387378"/>
                  <a:pt x="643228" y="386116"/>
                </a:cubicBezTo>
                <a:lnTo>
                  <a:pt x="633798" y="376578"/>
                </a:lnTo>
                <a:cubicBezTo>
                  <a:pt x="629656" y="372458"/>
                  <a:pt x="627178" y="367225"/>
                  <a:pt x="626476" y="361732"/>
                </a:cubicBezTo>
                <a:cubicBezTo>
                  <a:pt x="625810" y="356239"/>
                  <a:pt x="626882" y="350523"/>
                  <a:pt x="629841" y="345476"/>
                </a:cubicBezTo>
                <a:cubicBezTo>
                  <a:pt x="634205" y="337978"/>
                  <a:pt x="638125" y="330147"/>
                  <a:pt x="641453" y="322056"/>
                </a:cubicBezTo>
                <a:cubicBezTo>
                  <a:pt x="644745" y="314040"/>
                  <a:pt x="647555" y="305763"/>
                  <a:pt x="649737" y="297337"/>
                </a:cubicBezTo>
                <a:cubicBezTo>
                  <a:pt x="651180" y="291659"/>
                  <a:pt x="654471" y="286833"/>
                  <a:pt x="658798" y="283457"/>
                </a:cubicBezTo>
                <a:cubicBezTo>
                  <a:pt x="663199" y="280079"/>
                  <a:pt x="668598" y="278112"/>
                  <a:pt x="674441" y="278112"/>
                </a:cubicBezTo>
                <a:lnTo>
                  <a:pt x="687791" y="278112"/>
                </a:lnTo>
                <a:cubicBezTo>
                  <a:pt x="689640" y="278112"/>
                  <a:pt x="691305" y="277370"/>
                  <a:pt x="692451" y="276182"/>
                </a:cubicBezTo>
                <a:cubicBezTo>
                  <a:pt x="693671" y="274957"/>
                  <a:pt x="694411" y="273287"/>
                  <a:pt x="694411" y="271431"/>
                </a:cubicBezTo>
                <a:lnTo>
                  <a:pt x="694411" y="226336"/>
                </a:lnTo>
                <a:cubicBezTo>
                  <a:pt x="694411" y="224518"/>
                  <a:pt x="693634" y="222848"/>
                  <a:pt x="692451" y="221660"/>
                </a:cubicBezTo>
                <a:cubicBezTo>
                  <a:pt x="691268" y="220435"/>
                  <a:pt x="689603" y="219693"/>
                  <a:pt x="687791" y="219693"/>
                </a:cubicBezTo>
                <a:lnTo>
                  <a:pt x="674404" y="219693"/>
                </a:lnTo>
                <a:cubicBezTo>
                  <a:pt x="668561" y="219693"/>
                  <a:pt x="663124" y="217726"/>
                  <a:pt x="658761" y="214348"/>
                </a:cubicBezTo>
                <a:cubicBezTo>
                  <a:pt x="654397" y="210971"/>
                  <a:pt x="651143" y="206183"/>
                  <a:pt x="649663" y="200467"/>
                </a:cubicBezTo>
                <a:cubicBezTo>
                  <a:pt x="647481" y="192042"/>
                  <a:pt x="644708" y="183766"/>
                  <a:pt x="641417" y="175785"/>
                </a:cubicBezTo>
                <a:cubicBezTo>
                  <a:pt x="638051" y="167620"/>
                  <a:pt x="634131" y="159752"/>
                  <a:pt x="629804" y="152328"/>
                </a:cubicBezTo>
                <a:cubicBezTo>
                  <a:pt x="626845" y="147281"/>
                  <a:pt x="625773" y="141565"/>
                  <a:pt x="626439" y="136109"/>
                </a:cubicBezTo>
                <a:cubicBezTo>
                  <a:pt x="627141" y="130616"/>
                  <a:pt x="629619" y="125346"/>
                  <a:pt x="633724" y="121189"/>
                </a:cubicBezTo>
                <a:lnTo>
                  <a:pt x="643191" y="111725"/>
                </a:lnTo>
                <a:cubicBezTo>
                  <a:pt x="644486" y="110389"/>
                  <a:pt x="645114" y="108681"/>
                  <a:pt x="645114" y="106974"/>
                </a:cubicBezTo>
                <a:cubicBezTo>
                  <a:pt x="645114" y="105267"/>
                  <a:pt x="644449" y="103559"/>
                  <a:pt x="643191" y="102297"/>
                </a:cubicBezTo>
                <a:lnTo>
                  <a:pt x="611387" y="70378"/>
                </a:lnTo>
                <a:cubicBezTo>
                  <a:pt x="610130" y="69079"/>
                  <a:pt x="608428" y="68448"/>
                  <a:pt x="606690" y="68448"/>
                </a:cubicBezTo>
                <a:cubicBezTo>
                  <a:pt x="604989" y="68448"/>
                  <a:pt x="603288" y="69116"/>
                  <a:pt x="602031" y="70378"/>
                </a:cubicBezTo>
                <a:lnTo>
                  <a:pt x="592526" y="79842"/>
                </a:lnTo>
                <a:cubicBezTo>
                  <a:pt x="588422" y="83999"/>
                  <a:pt x="583207" y="86486"/>
                  <a:pt x="577734" y="87191"/>
                </a:cubicBezTo>
                <a:cubicBezTo>
                  <a:pt x="572261" y="87859"/>
                  <a:pt x="566602" y="86783"/>
                  <a:pt x="561536" y="83814"/>
                </a:cubicBezTo>
                <a:cubicBezTo>
                  <a:pt x="554103" y="79434"/>
                  <a:pt x="546300" y="75537"/>
                  <a:pt x="538201" y="72159"/>
                </a:cubicBezTo>
                <a:close/>
              </a:path>
            </a:pathLst>
          </a:custGeom>
          <a:solidFill>
            <a:srgbClr val="000000"/>
          </a:solidFill>
          <a:ln w="9438" cap="flat">
            <a:noFill/>
            <a:prstDash val="solid"/>
            <a:miter/>
          </a:ln>
        </p:spPr>
        <p:txBody>
          <a:bodyPr/>
          <a:lstStyle/>
          <a:p>
            <a:endParaRPr lang="en-US"/>
          </a:p>
        </p:txBody>
      </p:sp>
      <p:sp>
        <p:nvSpPr>
          <p:cNvPr id="14" name="Round Same Side Corner Rectangle 13">
            <a:extLst>
              <a:ext uri="{FF2B5EF4-FFF2-40B4-BE49-F238E27FC236}">
                <a16:creationId xmlns:a16="http://schemas.microsoft.com/office/drawing/2014/main" id="{29DBA4A5-19B4-D366-EBA0-8E3C1B76769B}"/>
              </a:ext>
              <a:ext uri="{C183D7F6-B498-43B3-948B-1728B52AA6E4}">
                <adec:decorative xmlns:adec="http://schemas.microsoft.com/office/drawing/2017/decorative" val="1"/>
              </a:ext>
            </a:extLst>
          </p:cNvPr>
          <p:cNvSpPr/>
          <p:nvPr/>
        </p:nvSpPr>
        <p:spPr>
          <a:xfrm>
            <a:off x="371475"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 Same Side Corner Rectangle 14">
            <a:extLst>
              <a:ext uri="{FF2B5EF4-FFF2-40B4-BE49-F238E27FC236}">
                <a16:creationId xmlns:a16="http://schemas.microsoft.com/office/drawing/2014/main" id="{77ABBA84-F00C-5DB0-24A7-9C2D4DB8553E}"/>
              </a:ext>
              <a:ext uri="{C183D7F6-B498-43B3-948B-1728B52AA6E4}">
                <adec:decorative xmlns:adec="http://schemas.microsoft.com/office/drawing/2017/decorative" val="1"/>
              </a:ext>
            </a:extLst>
          </p:cNvPr>
          <p:cNvSpPr/>
          <p:nvPr/>
        </p:nvSpPr>
        <p:spPr>
          <a:xfrm>
            <a:off x="4253243"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a:extLst>
              <a:ext uri="{FF2B5EF4-FFF2-40B4-BE49-F238E27FC236}">
                <a16:creationId xmlns:a16="http://schemas.microsoft.com/office/drawing/2014/main" id="{02BDD19F-CA1D-10AF-F7FC-65A54A74E629}"/>
              </a:ext>
              <a:ext uri="{C183D7F6-B498-43B3-948B-1728B52AA6E4}">
                <adec:decorative xmlns:adec="http://schemas.microsoft.com/office/drawing/2017/decorative" val="1"/>
              </a:ext>
            </a:extLst>
          </p:cNvPr>
          <p:cNvSpPr/>
          <p:nvPr/>
        </p:nvSpPr>
        <p:spPr>
          <a:xfrm>
            <a:off x="8135012"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8961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433F7-A901-4E2A-75F1-3A4E62C5E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199E5-42AE-7155-2258-BBCBE283EC5E}"/>
              </a:ext>
            </a:extLst>
          </p:cNvPr>
          <p:cNvSpPr>
            <a:spLocks noGrp="1"/>
          </p:cNvSpPr>
          <p:nvPr>
            <p:ph type="title"/>
          </p:nvPr>
        </p:nvSpPr>
        <p:spPr>
          <a:xfrm>
            <a:off x="360363" y="360363"/>
            <a:ext cx="11460162" cy="1169551"/>
          </a:xfrm>
        </p:spPr>
        <p:txBody>
          <a:bodyPr/>
          <a:lstStyle/>
          <a:p>
            <a:r>
              <a:rPr lang="en-US" sz="1200" cap="all">
                <a:solidFill>
                  <a:prstClr val="black">
                    <a:lumMod val="50000"/>
                    <a:lumOff val="50000"/>
                  </a:prstClr>
                </a:solidFill>
              </a:rPr>
              <a:t>CASE STUDY: Adobe</a:t>
            </a:r>
            <a:br>
              <a:rPr lang="en-US"/>
            </a:br>
            <a:r>
              <a:rPr lang="en-US"/>
              <a:t>We Helped Adobe Bring Inclusive </a:t>
            </a:r>
            <a:br>
              <a:rPr lang="en-US"/>
            </a:br>
            <a:r>
              <a:rPr lang="en-US"/>
              <a:t>Design to Flagship Platforms</a:t>
            </a:r>
          </a:p>
        </p:txBody>
      </p:sp>
      <p:sp>
        <p:nvSpPr>
          <p:cNvPr id="4" name="Rectangle 3">
            <a:extLst>
              <a:ext uri="{FF2B5EF4-FFF2-40B4-BE49-F238E27FC236}">
                <a16:creationId xmlns:a16="http://schemas.microsoft.com/office/drawing/2014/main" id="{DD5E2C0F-43BE-2279-6B32-C0192F5D9389}"/>
              </a:ext>
            </a:extLst>
          </p:cNvPr>
          <p:cNvSpPr/>
          <p:nvPr/>
        </p:nvSpPr>
        <p:spPr>
          <a:xfrm>
            <a:off x="371475"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mj-lt"/>
                <a:ea typeface="+mn-ea"/>
                <a:cs typeface="+mn-cs"/>
              </a:rPr>
              <a:t>Challenge</a:t>
            </a:r>
          </a:p>
        </p:txBody>
      </p:sp>
      <p:sp>
        <p:nvSpPr>
          <p:cNvPr id="6" name="TextBox 5">
            <a:extLst>
              <a:ext uri="{FF2B5EF4-FFF2-40B4-BE49-F238E27FC236}">
                <a16:creationId xmlns:a16="http://schemas.microsoft.com/office/drawing/2014/main" id="{D4BB2210-11D0-E6B2-CB63-72EBE7377651}"/>
              </a:ext>
            </a:extLst>
          </p:cNvPr>
          <p:cNvSpPr txBox="1"/>
          <p:nvPr/>
        </p:nvSpPr>
        <p:spPr>
          <a:xfrm>
            <a:off x="371475" y="3606876"/>
            <a:ext cx="36311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a:solidFill>
                  <a:srgbClr val="282828"/>
                </a:solidFill>
                <a:latin typeface="+mj-lt"/>
              </a:rPr>
              <a:t>Adobe sought to enhance accessibility of key digital platforms, ensuring creative professionals with disabilities could fully utilize their tools.</a:t>
            </a:r>
          </a:p>
        </p:txBody>
      </p:sp>
      <p:sp>
        <p:nvSpPr>
          <p:cNvPr id="8" name="Rectangle 7">
            <a:extLst>
              <a:ext uri="{FF2B5EF4-FFF2-40B4-BE49-F238E27FC236}">
                <a16:creationId xmlns:a16="http://schemas.microsoft.com/office/drawing/2014/main" id="{5C67C1F9-E079-13FC-1E48-6059B30E7F65}"/>
              </a:ext>
            </a:extLst>
          </p:cNvPr>
          <p:cNvSpPr/>
          <p:nvPr/>
        </p:nvSpPr>
        <p:spPr>
          <a:xfrm>
            <a:off x="4253243"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Solution</a:t>
            </a:r>
          </a:p>
        </p:txBody>
      </p:sp>
      <p:sp>
        <p:nvSpPr>
          <p:cNvPr id="21" name="TextBox 20">
            <a:extLst>
              <a:ext uri="{FF2B5EF4-FFF2-40B4-BE49-F238E27FC236}">
                <a16:creationId xmlns:a16="http://schemas.microsoft.com/office/drawing/2014/main" id="{0F327B24-D984-067E-A888-91E487D44E99}"/>
              </a:ext>
            </a:extLst>
          </p:cNvPr>
          <p:cNvSpPr txBox="1"/>
          <p:nvPr/>
        </p:nvSpPr>
        <p:spPr>
          <a:xfrm>
            <a:off x="4247688" y="3606876"/>
            <a:ext cx="3696625"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err="1">
                <a:solidFill>
                  <a:srgbClr val="282828"/>
                </a:solidFill>
                <a:latin typeface="+mj-lt"/>
              </a:rPr>
              <a:t>IAccessible</a:t>
            </a:r>
            <a:r>
              <a:rPr lang="en-US" sz="1400">
                <a:solidFill>
                  <a:srgbClr val="282828"/>
                </a:solidFill>
                <a:latin typeface="+mj-lt"/>
              </a:rPr>
              <a:t> conducted accessibility audits, usability research with disabled creators, and provided design recommendations integrated into product roadmaps.</a:t>
            </a:r>
          </a:p>
        </p:txBody>
      </p:sp>
      <p:sp>
        <p:nvSpPr>
          <p:cNvPr id="9" name="Rectangle 8">
            <a:extLst>
              <a:ext uri="{FF2B5EF4-FFF2-40B4-BE49-F238E27FC236}">
                <a16:creationId xmlns:a16="http://schemas.microsoft.com/office/drawing/2014/main" id="{4611F5D4-7054-60D9-FF59-5C95695D0893}"/>
              </a:ext>
            </a:extLst>
          </p:cNvPr>
          <p:cNvSpPr/>
          <p:nvPr/>
        </p:nvSpPr>
        <p:spPr>
          <a:xfrm>
            <a:off x="8135012"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Outcome</a:t>
            </a:r>
          </a:p>
        </p:txBody>
      </p:sp>
      <p:sp>
        <p:nvSpPr>
          <p:cNvPr id="24" name="TextBox 23">
            <a:extLst>
              <a:ext uri="{FF2B5EF4-FFF2-40B4-BE49-F238E27FC236}">
                <a16:creationId xmlns:a16="http://schemas.microsoft.com/office/drawing/2014/main" id="{AEC793B0-5777-DE30-E785-B585B7BF7FDE}"/>
              </a:ext>
            </a:extLst>
          </p:cNvPr>
          <p:cNvSpPr txBox="1"/>
          <p:nvPr/>
        </p:nvSpPr>
        <p:spPr>
          <a:xfrm>
            <a:off x="8130998" y="3606876"/>
            <a:ext cx="36895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a:solidFill>
                  <a:srgbClr val="282828"/>
                </a:solidFill>
                <a:latin typeface="+mj-lt"/>
              </a:rPr>
              <a:t>User-tested features launched with significantly improved accessibility. Strengthened Adobe's commitment to inclusive design.</a:t>
            </a:r>
          </a:p>
        </p:txBody>
      </p:sp>
      <p:sp>
        <p:nvSpPr>
          <p:cNvPr id="3" name="Slide Number Placeholder 2">
            <a:extLst>
              <a:ext uri="{FF2B5EF4-FFF2-40B4-BE49-F238E27FC236}">
                <a16:creationId xmlns:a16="http://schemas.microsoft.com/office/drawing/2014/main" id="{DA870E45-3F3A-11F2-C322-0CD52BFE656C}"/>
              </a:ext>
              <a:ext uri="{C183D7F6-B498-43B3-948B-1728B52AA6E4}">
                <adec:decorative xmlns:adec="http://schemas.microsoft.com/office/drawing/2017/decorative" val="1"/>
              </a:ext>
            </a:extLst>
          </p:cNvPr>
          <p:cNvSpPr>
            <a:spLocks noGrp="1"/>
          </p:cNvSpPr>
          <p:nvPr>
            <p:ph type="sldNum" sz="quarter" idx="12"/>
          </p:nvPr>
        </p:nvSpPr>
        <p:spPr>
          <a:xfrm>
            <a:off x="11515345" y="6446330"/>
            <a:ext cx="305179" cy="123111"/>
          </a:xfrm>
        </p:spPr>
        <p:txBody>
          <a:bodyPr/>
          <a:lstStyle/>
          <a:p>
            <a:fld id="{EFBDB023-C1A5-4ABF-B6D8-70426759D17D}" type="slidenum">
              <a:rPr lang="en-IN" smtClean="0"/>
              <a:pPr/>
              <a:t>22</a:t>
            </a:fld>
            <a:endParaRPr lang="en-IN"/>
          </a:p>
        </p:txBody>
      </p:sp>
      <p:sp>
        <p:nvSpPr>
          <p:cNvPr id="30" name="Freeform 29">
            <a:extLst>
              <a:ext uri="{FF2B5EF4-FFF2-40B4-BE49-F238E27FC236}">
                <a16:creationId xmlns:a16="http://schemas.microsoft.com/office/drawing/2014/main" id="{35FA747F-662E-FEBC-5E66-B00AD674AA4D}"/>
              </a:ext>
              <a:ext uri="{C183D7F6-B498-43B3-948B-1728B52AA6E4}">
                <adec:decorative xmlns:adec="http://schemas.microsoft.com/office/drawing/2017/decorative" val="1"/>
              </a:ext>
            </a:extLst>
          </p:cNvPr>
          <p:cNvSpPr>
            <a:spLocks noChangeAspect="1"/>
          </p:cNvSpPr>
          <p:nvPr/>
        </p:nvSpPr>
        <p:spPr>
          <a:xfrm>
            <a:off x="5818841" y="2203462"/>
            <a:ext cx="565428" cy="567456"/>
          </a:xfrm>
          <a:custGeom>
            <a:avLst/>
            <a:gdLst>
              <a:gd name="csX0" fmla="*/ 827038 w 827843"/>
              <a:gd name="csY0" fmla="*/ 530109 h 830812"/>
              <a:gd name="csX1" fmla="*/ 805108 w 827843"/>
              <a:gd name="csY1" fmla="*/ 560914 h 830812"/>
              <a:gd name="csX2" fmla="*/ 528597 w 827843"/>
              <a:gd name="csY2" fmla="*/ 721138 h 830812"/>
              <a:gd name="csX3" fmla="*/ 444242 w 827843"/>
              <a:gd name="csY3" fmla="*/ 743815 h 830812"/>
              <a:gd name="csX4" fmla="*/ 357853 w 827843"/>
              <a:gd name="csY4" fmla="*/ 743815 h 830812"/>
              <a:gd name="csX5" fmla="*/ 314806 w 827843"/>
              <a:gd name="csY5" fmla="*/ 768682 h 830812"/>
              <a:gd name="csX6" fmla="*/ 282004 w 827843"/>
              <a:gd name="csY6" fmla="*/ 825728 h 830812"/>
              <a:gd name="csX7" fmla="*/ 273239 w 827843"/>
              <a:gd name="csY7" fmla="*/ 830813 h 830812"/>
              <a:gd name="csX8" fmla="*/ 268210 w 827843"/>
              <a:gd name="csY8" fmla="*/ 829440 h 830812"/>
              <a:gd name="csX9" fmla="*/ 264512 w 827843"/>
              <a:gd name="csY9" fmla="*/ 815596 h 830812"/>
              <a:gd name="csX10" fmla="*/ 297314 w 827843"/>
              <a:gd name="csY10" fmla="*/ 758550 h 830812"/>
              <a:gd name="csX11" fmla="*/ 357852 w 827843"/>
              <a:gd name="csY11" fmla="*/ 723550 h 830812"/>
              <a:gd name="csX12" fmla="*/ 444241 w 827843"/>
              <a:gd name="csY12" fmla="*/ 723550 h 830812"/>
              <a:gd name="csX13" fmla="*/ 518501 w 827843"/>
              <a:gd name="csY13" fmla="*/ 703582 h 830812"/>
              <a:gd name="csX14" fmla="*/ 795011 w 827843"/>
              <a:gd name="csY14" fmla="*/ 543359 h 830812"/>
              <a:gd name="csX15" fmla="*/ 807216 w 827843"/>
              <a:gd name="csY15" fmla="*/ 526285 h 830812"/>
              <a:gd name="csX16" fmla="*/ 802186 w 827843"/>
              <a:gd name="csY16" fmla="*/ 505872 h 830812"/>
              <a:gd name="csX17" fmla="*/ 703300 w 827843"/>
              <a:gd name="csY17" fmla="*/ 505019 h 830812"/>
              <a:gd name="csX18" fmla="*/ 539876 w 827843"/>
              <a:gd name="csY18" fmla="*/ 599699 h 830812"/>
              <a:gd name="csX19" fmla="*/ 529078 w 827843"/>
              <a:gd name="csY19" fmla="*/ 633696 h 830812"/>
              <a:gd name="csX20" fmla="*/ 494759 w 827843"/>
              <a:gd name="csY20" fmla="*/ 649396 h 830812"/>
              <a:gd name="csX21" fmla="*/ 355372 w 827843"/>
              <a:gd name="csY21" fmla="*/ 649396 h 830812"/>
              <a:gd name="csX22" fmla="*/ 345277 w 827843"/>
              <a:gd name="csY22" fmla="*/ 639263 h 830812"/>
              <a:gd name="csX23" fmla="*/ 355372 w 827843"/>
              <a:gd name="csY23" fmla="*/ 629131 h 830812"/>
              <a:gd name="csX24" fmla="*/ 494759 w 827843"/>
              <a:gd name="csY24" fmla="*/ 629131 h 830812"/>
              <a:gd name="csX25" fmla="*/ 513841 w 827843"/>
              <a:gd name="csY25" fmla="*/ 620446 h 830812"/>
              <a:gd name="csX26" fmla="*/ 519647 w 827843"/>
              <a:gd name="csY26" fmla="*/ 600255 h 830812"/>
              <a:gd name="csX27" fmla="*/ 519093 w 827843"/>
              <a:gd name="csY27" fmla="*/ 597101 h 830812"/>
              <a:gd name="csX28" fmla="*/ 518908 w 827843"/>
              <a:gd name="csY28" fmla="*/ 596210 h 830812"/>
              <a:gd name="csX29" fmla="*/ 434479 w 827843"/>
              <a:gd name="csY29" fmla="*/ 549890 h 830812"/>
              <a:gd name="csX30" fmla="*/ 305156 w 827843"/>
              <a:gd name="csY30" fmla="*/ 549964 h 830812"/>
              <a:gd name="csX31" fmla="*/ 302530 w 827843"/>
              <a:gd name="csY31" fmla="*/ 549630 h 830812"/>
              <a:gd name="csX32" fmla="*/ 124725 w 827843"/>
              <a:gd name="csY32" fmla="*/ 635329 h 830812"/>
              <a:gd name="csX33" fmla="*/ 116072 w 827843"/>
              <a:gd name="csY33" fmla="*/ 653553 h 830812"/>
              <a:gd name="csX34" fmla="*/ 18843 w 827843"/>
              <a:gd name="csY34" fmla="*/ 822537 h 830812"/>
              <a:gd name="csX35" fmla="*/ 5049 w 827843"/>
              <a:gd name="csY35" fmla="*/ 826248 h 830812"/>
              <a:gd name="csX36" fmla="*/ 1351 w 827843"/>
              <a:gd name="csY36" fmla="*/ 812405 h 830812"/>
              <a:gd name="csX37" fmla="*/ 98580 w 827843"/>
              <a:gd name="csY37" fmla="*/ 643383 h 830812"/>
              <a:gd name="csX38" fmla="*/ 106272 w 827843"/>
              <a:gd name="csY38" fmla="*/ 627090 h 830812"/>
              <a:gd name="csX39" fmla="*/ 306486 w 827843"/>
              <a:gd name="csY39" fmla="*/ 529661 h 830812"/>
              <a:gd name="csX40" fmla="*/ 434445 w 827843"/>
              <a:gd name="csY40" fmla="*/ 529661 h 830812"/>
              <a:gd name="csX41" fmla="*/ 534439 w 827843"/>
              <a:gd name="csY41" fmla="*/ 579470 h 830812"/>
              <a:gd name="csX42" fmla="*/ 693233 w 827843"/>
              <a:gd name="csY42" fmla="*/ 487461 h 830812"/>
              <a:gd name="csX43" fmla="*/ 818050 w 827843"/>
              <a:gd name="csY43" fmla="*/ 493326 h 830812"/>
              <a:gd name="csX44" fmla="*/ 827036 w 827843"/>
              <a:gd name="csY44" fmla="*/ 530107 h 830812"/>
              <a:gd name="csX45" fmla="*/ 354857 w 827843"/>
              <a:gd name="csY45" fmla="*/ 225358 h 830812"/>
              <a:gd name="csX46" fmla="*/ 512809 w 827843"/>
              <a:gd name="csY46" fmla="*/ 66835 h 830812"/>
              <a:gd name="csX47" fmla="*/ 670761 w 827843"/>
              <a:gd name="csY47" fmla="*/ 225358 h 830812"/>
              <a:gd name="csX48" fmla="*/ 621132 w 827843"/>
              <a:gd name="csY48" fmla="*/ 340716 h 830812"/>
              <a:gd name="csX49" fmla="*/ 602641 w 827843"/>
              <a:gd name="csY49" fmla="*/ 376866 h 830812"/>
              <a:gd name="csX50" fmla="*/ 621613 w 827843"/>
              <a:gd name="csY50" fmla="*/ 404517 h 830812"/>
              <a:gd name="csX51" fmla="*/ 614254 w 827843"/>
              <a:gd name="csY51" fmla="*/ 424077 h 830812"/>
              <a:gd name="csX52" fmla="*/ 621613 w 827843"/>
              <a:gd name="csY52" fmla="*/ 443637 h 830812"/>
              <a:gd name="csX53" fmla="*/ 592028 w 827843"/>
              <a:gd name="csY53" fmla="*/ 473329 h 830812"/>
              <a:gd name="csX54" fmla="*/ 581303 w 827843"/>
              <a:gd name="csY54" fmla="*/ 473329 h 830812"/>
              <a:gd name="csX55" fmla="*/ 575756 w 827843"/>
              <a:gd name="csY55" fmla="*/ 488546 h 830812"/>
              <a:gd name="csX56" fmla="*/ 539625 w 827843"/>
              <a:gd name="csY56" fmla="*/ 513896 h 830812"/>
              <a:gd name="csX57" fmla="*/ 486001 w 827843"/>
              <a:gd name="csY57" fmla="*/ 513896 h 830812"/>
              <a:gd name="csX58" fmla="*/ 449871 w 827843"/>
              <a:gd name="csY58" fmla="*/ 488546 h 830812"/>
              <a:gd name="csX59" fmla="*/ 444323 w 827843"/>
              <a:gd name="csY59" fmla="*/ 473329 h 830812"/>
              <a:gd name="csX60" fmla="*/ 433599 w 827843"/>
              <a:gd name="csY60" fmla="*/ 473329 h 830812"/>
              <a:gd name="csX61" fmla="*/ 404014 w 827843"/>
              <a:gd name="csY61" fmla="*/ 443637 h 830812"/>
              <a:gd name="csX62" fmla="*/ 411373 w 827843"/>
              <a:gd name="csY62" fmla="*/ 424077 h 830812"/>
              <a:gd name="csX63" fmla="*/ 404014 w 827843"/>
              <a:gd name="csY63" fmla="*/ 404517 h 830812"/>
              <a:gd name="csX64" fmla="*/ 422985 w 827843"/>
              <a:gd name="csY64" fmla="*/ 376866 h 830812"/>
              <a:gd name="csX65" fmla="*/ 404494 w 827843"/>
              <a:gd name="csY65" fmla="*/ 340716 h 830812"/>
              <a:gd name="csX66" fmla="*/ 354865 w 827843"/>
              <a:gd name="csY66" fmla="*/ 225358 h 830812"/>
              <a:gd name="csX67" fmla="*/ 559776 w 827843"/>
              <a:gd name="csY67" fmla="*/ 473366 h 830812"/>
              <a:gd name="csX68" fmla="*/ 465843 w 827843"/>
              <a:gd name="csY68" fmla="*/ 473366 h 830812"/>
              <a:gd name="csX69" fmla="*/ 468839 w 827843"/>
              <a:gd name="csY69" fmla="*/ 481605 h 830812"/>
              <a:gd name="csX70" fmla="*/ 485998 w 827843"/>
              <a:gd name="csY70" fmla="*/ 493630 h 830812"/>
              <a:gd name="csX71" fmla="*/ 539622 w 827843"/>
              <a:gd name="csY71" fmla="*/ 493630 h 830812"/>
              <a:gd name="csX72" fmla="*/ 556781 w 827843"/>
              <a:gd name="csY72" fmla="*/ 481605 h 830812"/>
              <a:gd name="csX73" fmla="*/ 601380 w 827843"/>
              <a:gd name="csY73" fmla="*/ 443674 h 830812"/>
              <a:gd name="csX74" fmla="*/ 591987 w 827843"/>
              <a:gd name="csY74" fmla="*/ 434246 h 830812"/>
              <a:gd name="csX75" fmla="*/ 433600 w 827843"/>
              <a:gd name="csY75" fmla="*/ 434246 h 830812"/>
              <a:gd name="csX76" fmla="*/ 424206 w 827843"/>
              <a:gd name="csY76" fmla="*/ 443674 h 830812"/>
              <a:gd name="csX77" fmla="*/ 433600 w 827843"/>
              <a:gd name="csY77" fmla="*/ 453101 h 830812"/>
              <a:gd name="csX78" fmla="*/ 591987 w 827843"/>
              <a:gd name="csY78" fmla="*/ 453101 h 830812"/>
              <a:gd name="csX79" fmla="*/ 601380 w 827843"/>
              <a:gd name="csY79" fmla="*/ 443674 h 830812"/>
              <a:gd name="csX80" fmla="*/ 601380 w 827843"/>
              <a:gd name="csY80" fmla="*/ 404517 h 830812"/>
              <a:gd name="csX81" fmla="*/ 591987 w 827843"/>
              <a:gd name="csY81" fmla="*/ 395090 h 830812"/>
              <a:gd name="csX82" fmla="*/ 433600 w 827843"/>
              <a:gd name="csY82" fmla="*/ 395090 h 830812"/>
              <a:gd name="csX83" fmla="*/ 424206 w 827843"/>
              <a:gd name="csY83" fmla="*/ 404517 h 830812"/>
              <a:gd name="csX84" fmla="*/ 433600 w 827843"/>
              <a:gd name="csY84" fmla="*/ 413944 h 830812"/>
              <a:gd name="csX85" fmla="*/ 591987 w 827843"/>
              <a:gd name="csY85" fmla="*/ 413944 h 830812"/>
              <a:gd name="csX86" fmla="*/ 601380 w 827843"/>
              <a:gd name="csY86" fmla="*/ 404517 h 830812"/>
              <a:gd name="csX87" fmla="*/ 375056 w 827843"/>
              <a:gd name="csY87" fmla="*/ 225367 h 830812"/>
              <a:gd name="csX88" fmla="*/ 418324 w 827843"/>
              <a:gd name="csY88" fmla="*/ 325987 h 830812"/>
              <a:gd name="csX89" fmla="*/ 443065 w 827843"/>
              <a:gd name="csY89" fmla="*/ 374831 h 830812"/>
              <a:gd name="csX90" fmla="*/ 582518 w 827843"/>
              <a:gd name="csY90" fmla="*/ 374831 h 830812"/>
              <a:gd name="csX91" fmla="*/ 607259 w 827843"/>
              <a:gd name="csY91" fmla="*/ 325987 h 830812"/>
              <a:gd name="csX92" fmla="*/ 650527 w 827843"/>
              <a:gd name="csY92" fmla="*/ 225367 h 830812"/>
              <a:gd name="csX93" fmla="*/ 512769 w 827843"/>
              <a:gd name="csY93" fmla="*/ 87111 h 830812"/>
              <a:gd name="csX94" fmla="*/ 375048 w 827843"/>
              <a:gd name="csY94" fmla="*/ 225367 h 830812"/>
              <a:gd name="csX95" fmla="*/ 512814 w 827843"/>
              <a:gd name="csY95" fmla="*/ 49846 h 830812"/>
              <a:gd name="csX96" fmla="*/ 522910 w 827843"/>
              <a:gd name="csY96" fmla="*/ 39713 h 830812"/>
              <a:gd name="csX97" fmla="*/ 522910 w 827843"/>
              <a:gd name="csY97" fmla="*/ 10132 h 830812"/>
              <a:gd name="csX98" fmla="*/ 512814 w 827843"/>
              <a:gd name="csY98" fmla="*/ 0 h 830812"/>
              <a:gd name="csX99" fmla="*/ 502718 w 827843"/>
              <a:gd name="csY99" fmla="*/ 10132 h 830812"/>
              <a:gd name="csX100" fmla="*/ 502718 w 827843"/>
              <a:gd name="csY100" fmla="*/ 39750 h 830812"/>
              <a:gd name="csX101" fmla="*/ 512814 w 827843"/>
              <a:gd name="csY101" fmla="*/ 49846 h 830812"/>
              <a:gd name="csX102" fmla="*/ 643576 w 827843"/>
              <a:gd name="csY102" fmla="*/ 104220 h 830812"/>
              <a:gd name="csX103" fmla="*/ 650714 w 827843"/>
              <a:gd name="csY103" fmla="*/ 101251 h 830812"/>
              <a:gd name="csX104" fmla="*/ 671571 w 827843"/>
              <a:gd name="csY104" fmla="*/ 80318 h 830812"/>
              <a:gd name="csX105" fmla="*/ 671571 w 827843"/>
              <a:gd name="csY105" fmla="*/ 65992 h 830812"/>
              <a:gd name="csX106" fmla="*/ 657296 w 827843"/>
              <a:gd name="csY106" fmla="*/ 65992 h 830812"/>
              <a:gd name="csX107" fmla="*/ 636439 w 827843"/>
              <a:gd name="csY107" fmla="*/ 86924 h 830812"/>
              <a:gd name="csX108" fmla="*/ 636439 w 827843"/>
              <a:gd name="csY108" fmla="*/ 101251 h 830812"/>
              <a:gd name="csX109" fmla="*/ 643576 w 827843"/>
              <a:gd name="csY109" fmla="*/ 104220 h 830812"/>
              <a:gd name="csX110" fmla="*/ 697754 w 827843"/>
              <a:gd name="csY110" fmla="*/ 235492 h 830812"/>
              <a:gd name="csX111" fmla="*/ 727266 w 827843"/>
              <a:gd name="csY111" fmla="*/ 235492 h 830812"/>
              <a:gd name="csX112" fmla="*/ 737362 w 827843"/>
              <a:gd name="csY112" fmla="*/ 225360 h 830812"/>
              <a:gd name="csX113" fmla="*/ 727266 w 827843"/>
              <a:gd name="csY113" fmla="*/ 215228 h 830812"/>
              <a:gd name="csX114" fmla="*/ 697754 w 827843"/>
              <a:gd name="csY114" fmla="*/ 215228 h 830812"/>
              <a:gd name="csX115" fmla="*/ 687659 w 827843"/>
              <a:gd name="csY115" fmla="*/ 225360 h 830812"/>
              <a:gd name="csX116" fmla="*/ 697754 w 827843"/>
              <a:gd name="csY116" fmla="*/ 235492 h 830812"/>
              <a:gd name="csX117" fmla="*/ 374873 w 827843"/>
              <a:gd name="csY117" fmla="*/ 101246 h 830812"/>
              <a:gd name="csX118" fmla="*/ 382011 w 827843"/>
              <a:gd name="csY118" fmla="*/ 104215 h 830812"/>
              <a:gd name="csX119" fmla="*/ 389148 w 827843"/>
              <a:gd name="csY119" fmla="*/ 101246 h 830812"/>
              <a:gd name="csX120" fmla="*/ 389148 w 827843"/>
              <a:gd name="csY120" fmla="*/ 86920 h 830812"/>
              <a:gd name="csX121" fmla="*/ 368291 w 827843"/>
              <a:gd name="csY121" fmla="*/ 65987 h 830812"/>
              <a:gd name="csX122" fmla="*/ 354016 w 827843"/>
              <a:gd name="csY122" fmla="*/ 65987 h 830812"/>
              <a:gd name="csX123" fmla="*/ 354016 w 827843"/>
              <a:gd name="csY123" fmla="*/ 80313 h 830812"/>
              <a:gd name="csX124" fmla="*/ 361153 w 827843"/>
              <a:gd name="csY124" fmla="*/ 387697 h 830812"/>
              <a:gd name="csX125" fmla="*/ 368291 w 827843"/>
              <a:gd name="csY125" fmla="*/ 384727 h 830812"/>
              <a:gd name="csX126" fmla="*/ 389148 w 827843"/>
              <a:gd name="csY126" fmla="*/ 363795 h 830812"/>
              <a:gd name="csX127" fmla="*/ 389148 w 827843"/>
              <a:gd name="csY127" fmla="*/ 349468 h 830812"/>
              <a:gd name="csX128" fmla="*/ 374873 w 827843"/>
              <a:gd name="csY128" fmla="*/ 349468 h 830812"/>
              <a:gd name="csX129" fmla="*/ 354016 w 827843"/>
              <a:gd name="csY129" fmla="*/ 370401 h 830812"/>
              <a:gd name="csX130" fmla="*/ 354016 w 827843"/>
              <a:gd name="csY130" fmla="*/ 384727 h 830812"/>
              <a:gd name="csX131" fmla="*/ 361153 w 827843"/>
              <a:gd name="csY131" fmla="*/ 387697 h 830812"/>
              <a:gd name="csX132" fmla="*/ 298322 w 827843"/>
              <a:gd name="csY132" fmla="*/ 235483 h 830812"/>
              <a:gd name="csX133" fmla="*/ 327833 w 827843"/>
              <a:gd name="csY133" fmla="*/ 235483 h 830812"/>
              <a:gd name="csX134" fmla="*/ 337929 w 827843"/>
              <a:gd name="csY134" fmla="*/ 225350 h 830812"/>
              <a:gd name="csX135" fmla="*/ 327833 w 827843"/>
              <a:gd name="csY135" fmla="*/ 215218 h 830812"/>
              <a:gd name="csX136" fmla="*/ 298322 w 827843"/>
              <a:gd name="csY136" fmla="*/ 215218 h 830812"/>
              <a:gd name="csX137" fmla="*/ 288226 w 827843"/>
              <a:gd name="csY137" fmla="*/ 225350 h 830812"/>
              <a:gd name="csX138" fmla="*/ 298322 w 827843"/>
              <a:gd name="csY138" fmla="*/ 235483 h 830812"/>
              <a:gd name="csX139" fmla="*/ 650760 w 827843"/>
              <a:gd name="csY139" fmla="*/ 349463 h 830812"/>
              <a:gd name="csX140" fmla="*/ 636485 w 827843"/>
              <a:gd name="csY140" fmla="*/ 349463 h 830812"/>
              <a:gd name="csX141" fmla="*/ 636485 w 827843"/>
              <a:gd name="csY141" fmla="*/ 363789 h 830812"/>
              <a:gd name="csX142" fmla="*/ 657342 w 827843"/>
              <a:gd name="csY142" fmla="*/ 384722 h 830812"/>
              <a:gd name="csX143" fmla="*/ 664480 w 827843"/>
              <a:gd name="csY143" fmla="*/ 387691 h 830812"/>
              <a:gd name="csX144" fmla="*/ 671617 w 827843"/>
              <a:gd name="csY144" fmla="*/ 384722 h 830812"/>
              <a:gd name="csX145" fmla="*/ 671617 w 827843"/>
              <a:gd name="csY145" fmla="*/ 370395 h 830812"/>
              <a:gd name="csX146" fmla="*/ 408568 w 827843"/>
              <a:gd name="csY146" fmla="*/ 209648 h 830812"/>
              <a:gd name="csX147" fmla="*/ 422990 w 827843"/>
              <a:gd name="csY147" fmla="*/ 188344 h 830812"/>
              <a:gd name="csX148" fmla="*/ 448212 w 827843"/>
              <a:gd name="csY148" fmla="*/ 183519 h 830812"/>
              <a:gd name="csX149" fmla="*/ 469440 w 827843"/>
              <a:gd name="csY149" fmla="*/ 197994 h 830812"/>
              <a:gd name="csX150" fmla="*/ 483974 w 827843"/>
              <a:gd name="csY150" fmla="*/ 220188 h 830812"/>
              <a:gd name="csX151" fmla="*/ 559934 w 827843"/>
              <a:gd name="csY151" fmla="*/ 165444 h 830812"/>
              <a:gd name="csX152" fmla="*/ 584933 w 827843"/>
              <a:gd name="csY152" fmla="*/ 159542 h 830812"/>
              <a:gd name="csX153" fmla="*/ 606789 w 827843"/>
              <a:gd name="csY153" fmla="*/ 173127 h 830812"/>
              <a:gd name="csX154" fmla="*/ 612669 w 827843"/>
              <a:gd name="csY154" fmla="*/ 198216 h 830812"/>
              <a:gd name="csX155" fmla="*/ 599134 w 827843"/>
              <a:gd name="csY155" fmla="*/ 220151 h 830812"/>
              <a:gd name="csX156" fmla="*/ 494804 w 827843"/>
              <a:gd name="csY156" fmla="*/ 295347 h 830812"/>
              <a:gd name="csX157" fmla="*/ 475352 w 827843"/>
              <a:gd name="csY157" fmla="*/ 301694 h 830812"/>
              <a:gd name="csX158" fmla="*/ 469139 w 827843"/>
              <a:gd name="csY158" fmla="*/ 301100 h 830812"/>
              <a:gd name="csX159" fmla="*/ 447209 w 827843"/>
              <a:gd name="csY159" fmla="*/ 286476 h 830812"/>
              <a:gd name="csX160" fmla="*/ 413445 w 827843"/>
              <a:gd name="csY160" fmla="*/ 234960 h 830812"/>
              <a:gd name="csX161" fmla="*/ 408564 w 827843"/>
              <a:gd name="csY161" fmla="*/ 209647 h 830812"/>
              <a:gd name="csX162" fmla="*/ 430277 w 827843"/>
              <a:gd name="csY162" fmla="*/ 223826 h 830812"/>
              <a:gd name="csX163" fmla="*/ 464041 w 827843"/>
              <a:gd name="csY163" fmla="*/ 275343 h 830812"/>
              <a:gd name="csX164" fmla="*/ 472805 w 827843"/>
              <a:gd name="csY164" fmla="*/ 281170 h 830812"/>
              <a:gd name="csX165" fmla="*/ 483049 w 827843"/>
              <a:gd name="csY165" fmla="*/ 278868 h 830812"/>
              <a:gd name="csX166" fmla="*/ 587407 w 827843"/>
              <a:gd name="csY166" fmla="*/ 203636 h 830812"/>
              <a:gd name="csX167" fmla="*/ 592769 w 827843"/>
              <a:gd name="csY167" fmla="*/ 194914 h 830812"/>
              <a:gd name="csX168" fmla="*/ 590439 w 827843"/>
              <a:gd name="csY168" fmla="*/ 184929 h 830812"/>
              <a:gd name="csX169" fmla="*/ 581748 w 827843"/>
              <a:gd name="csY169" fmla="*/ 179511 h 830812"/>
              <a:gd name="csX170" fmla="*/ 571800 w 827843"/>
              <a:gd name="csY170" fmla="*/ 181849 h 830812"/>
              <a:gd name="csX171" fmla="*/ 487297 w 827843"/>
              <a:gd name="csY171" fmla="*/ 242755 h 830812"/>
              <a:gd name="csX172" fmla="*/ 479568 w 827843"/>
              <a:gd name="csY172" fmla="*/ 244500 h 830812"/>
              <a:gd name="csX173" fmla="*/ 472985 w 827843"/>
              <a:gd name="csY173" fmla="*/ 240120 h 830812"/>
              <a:gd name="csX174" fmla="*/ 452646 w 827843"/>
              <a:gd name="csY174" fmla="*/ 209092 h 830812"/>
              <a:gd name="csX175" fmla="*/ 434155 w 827843"/>
              <a:gd name="csY175" fmla="*/ 205232 h 830812"/>
              <a:gd name="csX176" fmla="*/ 428423 w 827843"/>
              <a:gd name="csY176" fmla="*/ 213731 h 830812"/>
              <a:gd name="csX177" fmla="*/ 430272 w 827843"/>
              <a:gd name="csY177" fmla="*/ 223827 h 830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Lst>
            <a:rect l="l" t="t" r="r" b="b"/>
            <a:pathLst>
              <a:path w="827843" h="830812">
                <a:moveTo>
                  <a:pt x="827038" y="530109"/>
                </a:moveTo>
                <a:cubicBezTo>
                  <a:pt x="824560" y="543062"/>
                  <a:pt x="816572" y="554271"/>
                  <a:pt x="805108" y="560914"/>
                </a:cubicBezTo>
                <a:lnTo>
                  <a:pt x="528597" y="721138"/>
                </a:lnTo>
                <a:cubicBezTo>
                  <a:pt x="501896" y="736615"/>
                  <a:pt x="475085" y="743815"/>
                  <a:pt x="444242" y="743815"/>
                </a:cubicBezTo>
                <a:lnTo>
                  <a:pt x="357853" y="743815"/>
                </a:lnTo>
                <a:cubicBezTo>
                  <a:pt x="336515" y="743815"/>
                  <a:pt x="328415" y="745003"/>
                  <a:pt x="314806" y="768682"/>
                </a:cubicBezTo>
                <a:lnTo>
                  <a:pt x="282004" y="825728"/>
                </a:lnTo>
                <a:cubicBezTo>
                  <a:pt x="280118" y="828994"/>
                  <a:pt x="276752" y="830813"/>
                  <a:pt x="273239" y="830813"/>
                </a:cubicBezTo>
                <a:cubicBezTo>
                  <a:pt x="271538" y="830813"/>
                  <a:pt x="269800" y="830368"/>
                  <a:pt x="268210" y="829440"/>
                </a:cubicBezTo>
                <a:cubicBezTo>
                  <a:pt x="263365" y="826656"/>
                  <a:pt x="261738" y="820458"/>
                  <a:pt x="264512" y="815596"/>
                </a:cubicBezTo>
                <a:lnTo>
                  <a:pt x="297314" y="758550"/>
                </a:lnTo>
                <a:cubicBezTo>
                  <a:pt x="316101" y="725926"/>
                  <a:pt x="332705" y="723550"/>
                  <a:pt x="357852" y="723550"/>
                </a:cubicBezTo>
                <a:lnTo>
                  <a:pt x="444241" y="723550"/>
                </a:lnTo>
                <a:cubicBezTo>
                  <a:pt x="471755" y="723550"/>
                  <a:pt x="494647" y="717389"/>
                  <a:pt x="518501" y="703582"/>
                </a:cubicBezTo>
                <a:lnTo>
                  <a:pt x="795011" y="543359"/>
                </a:lnTo>
                <a:cubicBezTo>
                  <a:pt x="801372" y="539684"/>
                  <a:pt x="805810" y="533449"/>
                  <a:pt x="807216" y="526285"/>
                </a:cubicBezTo>
                <a:cubicBezTo>
                  <a:pt x="808584" y="519122"/>
                  <a:pt x="806772" y="511699"/>
                  <a:pt x="802186" y="505872"/>
                </a:cubicBezTo>
                <a:cubicBezTo>
                  <a:pt x="787023" y="486573"/>
                  <a:pt x="753075" y="476180"/>
                  <a:pt x="703300" y="505019"/>
                </a:cubicBezTo>
                <a:lnTo>
                  <a:pt x="539876" y="599699"/>
                </a:lnTo>
                <a:cubicBezTo>
                  <a:pt x="541023" y="612059"/>
                  <a:pt x="537140" y="624344"/>
                  <a:pt x="529078" y="633696"/>
                </a:cubicBezTo>
                <a:cubicBezTo>
                  <a:pt x="520498" y="643681"/>
                  <a:pt x="507961" y="649396"/>
                  <a:pt x="494759" y="649396"/>
                </a:cubicBezTo>
                <a:lnTo>
                  <a:pt x="355372" y="649396"/>
                </a:lnTo>
                <a:cubicBezTo>
                  <a:pt x="349788" y="649396"/>
                  <a:pt x="345277" y="644868"/>
                  <a:pt x="345277" y="639263"/>
                </a:cubicBezTo>
                <a:cubicBezTo>
                  <a:pt x="345277" y="633659"/>
                  <a:pt x="349788" y="629131"/>
                  <a:pt x="355372" y="629131"/>
                </a:cubicBezTo>
                <a:lnTo>
                  <a:pt x="494759" y="629131"/>
                </a:lnTo>
                <a:cubicBezTo>
                  <a:pt x="502118" y="629131"/>
                  <a:pt x="509071" y="625976"/>
                  <a:pt x="513841" y="620446"/>
                </a:cubicBezTo>
                <a:cubicBezTo>
                  <a:pt x="518612" y="614916"/>
                  <a:pt x="520720" y="607567"/>
                  <a:pt x="519647" y="600255"/>
                </a:cubicBezTo>
                <a:cubicBezTo>
                  <a:pt x="519499" y="599216"/>
                  <a:pt x="519315" y="598177"/>
                  <a:pt x="519093" y="597101"/>
                </a:cubicBezTo>
                <a:cubicBezTo>
                  <a:pt x="519019" y="596804"/>
                  <a:pt x="518945" y="596507"/>
                  <a:pt x="518908" y="596210"/>
                </a:cubicBezTo>
                <a:cubicBezTo>
                  <a:pt x="513398" y="573124"/>
                  <a:pt x="488768" y="549890"/>
                  <a:pt x="434479" y="549890"/>
                </a:cubicBezTo>
                <a:lnTo>
                  <a:pt x="305156" y="549964"/>
                </a:lnTo>
                <a:cubicBezTo>
                  <a:pt x="304268" y="549964"/>
                  <a:pt x="303381" y="549853"/>
                  <a:pt x="302530" y="549630"/>
                </a:cubicBezTo>
                <a:cubicBezTo>
                  <a:pt x="177202" y="515930"/>
                  <a:pt x="144360" y="590643"/>
                  <a:pt x="124725" y="635329"/>
                </a:cubicBezTo>
                <a:cubicBezTo>
                  <a:pt x="121545" y="642529"/>
                  <a:pt x="118845" y="648728"/>
                  <a:pt x="116072" y="653553"/>
                </a:cubicBezTo>
                <a:lnTo>
                  <a:pt x="18843" y="822537"/>
                </a:lnTo>
                <a:cubicBezTo>
                  <a:pt x="16069" y="827399"/>
                  <a:pt x="9893" y="829032"/>
                  <a:pt x="5049" y="826248"/>
                </a:cubicBezTo>
                <a:cubicBezTo>
                  <a:pt x="204" y="823465"/>
                  <a:pt x="-1423" y="817266"/>
                  <a:pt x="1351" y="812405"/>
                </a:cubicBezTo>
                <a:lnTo>
                  <a:pt x="98580" y="643383"/>
                </a:lnTo>
                <a:cubicBezTo>
                  <a:pt x="100799" y="639523"/>
                  <a:pt x="103350" y="633770"/>
                  <a:pt x="106272" y="627090"/>
                </a:cubicBezTo>
                <a:cubicBezTo>
                  <a:pt x="125502" y="583330"/>
                  <a:pt x="165479" y="492359"/>
                  <a:pt x="306486" y="529661"/>
                </a:cubicBezTo>
                <a:lnTo>
                  <a:pt x="434445" y="529661"/>
                </a:lnTo>
                <a:cubicBezTo>
                  <a:pt x="491951" y="529661"/>
                  <a:pt x="522609" y="553044"/>
                  <a:pt x="534439" y="579470"/>
                </a:cubicBezTo>
                <a:lnTo>
                  <a:pt x="693233" y="487461"/>
                </a:lnTo>
                <a:cubicBezTo>
                  <a:pt x="754142" y="452165"/>
                  <a:pt x="797667" y="467345"/>
                  <a:pt x="818050" y="493326"/>
                </a:cubicBezTo>
                <a:cubicBezTo>
                  <a:pt x="826223" y="503755"/>
                  <a:pt x="829514" y="517191"/>
                  <a:pt x="827036" y="530107"/>
                </a:cubicBezTo>
                <a:close/>
                <a:moveTo>
                  <a:pt x="354857" y="225358"/>
                </a:moveTo>
                <a:cubicBezTo>
                  <a:pt x="354857" y="137952"/>
                  <a:pt x="425714" y="66835"/>
                  <a:pt x="512809" y="66835"/>
                </a:cubicBezTo>
                <a:cubicBezTo>
                  <a:pt x="599901" y="66835"/>
                  <a:pt x="670761" y="137948"/>
                  <a:pt x="670761" y="225358"/>
                </a:cubicBezTo>
                <a:cubicBezTo>
                  <a:pt x="670761" y="269488"/>
                  <a:pt x="653121" y="310426"/>
                  <a:pt x="621132" y="340716"/>
                </a:cubicBezTo>
                <a:cubicBezTo>
                  <a:pt x="610518" y="350774"/>
                  <a:pt x="604343" y="362910"/>
                  <a:pt x="602641" y="376866"/>
                </a:cubicBezTo>
                <a:cubicBezTo>
                  <a:pt x="613699" y="381171"/>
                  <a:pt x="621613" y="391897"/>
                  <a:pt x="621613" y="404517"/>
                </a:cubicBezTo>
                <a:cubicBezTo>
                  <a:pt x="621613" y="412014"/>
                  <a:pt x="618839" y="418843"/>
                  <a:pt x="614254" y="424077"/>
                </a:cubicBezTo>
                <a:cubicBezTo>
                  <a:pt x="618839" y="429310"/>
                  <a:pt x="621613" y="436176"/>
                  <a:pt x="621613" y="443637"/>
                </a:cubicBezTo>
                <a:cubicBezTo>
                  <a:pt x="621613" y="460005"/>
                  <a:pt x="608337" y="473329"/>
                  <a:pt x="592028" y="473329"/>
                </a:cubicBezTo>
                <a:lnTo>
                  <a:pt x="581303" y="473329"/>
                </a:lnTo>
                <a:lnTo>
                  <a:pt x="575756" y="488546"/>
                </a:lnTo>
                <a:cubicBezTo>
                  <a:pt x="570135" y="503949"/>
                  <a:pt x="555971" y="513896"/>
                  <a:pt x="539625" y="513896"/>
                </a:cubicBezTo>
                <a:lnTo>
                  <a:pt x="486001" y="513896"/>
                </a:lnTo>
                <a:cubicBezTo>
                  <a:pt x="469692" y="513896"/>
                  <a:pt x="455491" y="503949"/>
                  <a:pt x="449871" y="488546"/>
                </a:cubicBezTo>
                <a:lnTo>
                  <a:pt x="444323" y="473329"/>
                </a:lnTo>
                <a:lnTo>
                  <a:pt x="433599" y="473329"/>
                </a:lnTo>
                <a:cubicBezTo>
                  <a:pt x="417290" y="473329"/>
                  <a:pt x="404014" y="460005"/>
                  <a:pt x="404014" y="443637"/>
                </a:cubicBezTo>
                <a:cubicBezTo>
                  <a:pt x="404014" y="436139"/>
                  <a:pt x="406787" y="429310"/>
                  <a:pt x="411373" y="424077"/>
                </a:cubicBezTo>
                <a:cubicBezTo>
                  <a:pt x="406787" y="418844"/>
                  <a:pt x="404014" y="411978"/>
                  <a:pt x="404014" y="404517"/>
                </a:cubicBezTo>
                <a:cubicBezTo>
                  <a:pt x="404014" y="391898"/>
                  <a:pt x="411928" y="381172"/>
                  <a:pt x="422985" y="376866"/>
                </a:cubicBezTo>
                <a:cubicBezTo>
                  <a:pt x="421284" y="362910"/>
                  <a:pt x="415108" y="350737"/>
                  <a:pt x="404494" y="340716"/>
                </a:cubicBezTo>
                <a:cubicBezTo>
                  <a:pt x="372506" y="310430"/>
                  <a:pt x="354865" y="269491"/>
                  <a:pt x="354865" y="225358"/>
                </a:cubicBezTo>
                <a:close/>
                <a:moveTo>
                  <a:pt x="559776" y="473366"/>
                </a:moveTo>
                <a:lnTo>
                  <a:pt x="465843" y="473366"/>
                </a:lnTo>
                <a:lnTo>
                  <a:pt x="468839" y="481605"/>
                </a:lnTo>
                <a:cubicBezTo>
                  <a:pt x="471538" y="489028"/>
                  <a:pt x="478121" y="493630"/>
                  <a:pt x="485998" y="493630"/>
                </a:cubicBezTo>
                <a:lnTo>
                  <a:pt x="539622" y="493630"/>
                </a:lnTo>
                <a:cubicBezTo>
                  <a:pt x="547499" y="493630"/>
                  <a:pt x="554081" y="489028"/>
                  <a:pt x="556781" y="481605"/>
                </a:cubicBezTo>
                <a:close/>
                <a:moveTo>
                  <a:pt x="601380" y="443674"/>
                </a:moveTo>
                <a:cubicBezTo>
                  <a:pt x="601380" y="438478"/>
                  <a:pt x="597165" y="434246"/>
                  <a:pt x="591987" y="434246"/>
                </a:cubicBezTo>
                <a:lnTo>
                  <a:pt x="433600" y="434246"/>
                </a:lnTo>
                <a:cubicBezTo>
                  <a:pt x="428422" y="434246"/>
                  <a:pt x="424206" y="438477"/>
                  <a:pt x="424206" y="443674"/>
                </a:cubicBezTo>
                <a:cubicBezTo>
                  <a:pt x="424206" y="448870"/>
                  <a:pt x="428422" y="453101"/>
                  <a:pt x="433600" y="453101"/>
                </a:cubicBezTo>
                <a:lnTo>
                  <a:pt x="591987" y="453101"/>
                </a:lnTo>
                <a:cubicBezTo>
                  <a:pt x="597165" y="453101"/>
                  <a:pt x="601380" y="448870"/>
                  <a:pt x="601380" y="443674"/>
                </a:cubicBezTo>
                <a:close/>
                <a:moveTo>
                  <a:pt x="601380" y="404517"/>
                </a:moveTo>
                <a:cubicBezTo>
                  <a:pt x="601380" y="399321"/>
                  <a:pt x="597165" y="395090"/>
                  <a:pt x="591987" y="395090"/>
                </a:cubicBezTo>
                <a:lnTo>
                  <a:pt x="433600" y="395090"/>
                </a:lnTo>
                <a:cubicBezTo>
                  <a:pt x="428422" y="395090"/>
                  <a:pt x="424206" y="399321"/>
                  <a:pt x="424206" y="404517"/>
                </a:cubicBezTo>
                <a:cubicBezTo>
                  <a:pt x="424206" y="409713"/>
                  <a:pt x="428422" y="413944"/>
                  <a:pt x="433600" y="413944"/>
                </a:cubicBezTo>
                <a:lnTo>
                  <a:pt x="591987" y="413944"/>
                </a:lnTo>
                <a:cubicBezTo>
                  <a:pt x="597165" y="413981"/>
                  <a:pt x="601380" y="409713"/>
                  <a:pt x="601380" y="404517"/>
                </a:cubicBezTo>
                <a:close/>
                <a:moveTo>
                  <a:pt x="375056" y="225367"/>
                </a:moveTo>
                <a:cubicBezTo>
                  <a:pt x="375056" y="263855"/>
                  <a:pt x="390440" y="299560"/>
                  <a:pt x="418324" y="325987"/>
                </a:cubicBezTo>
                <a:cubicBezTo>
                  <a:pt x="432636" y="339535"/>
                  <a:pt x="440883" y="355939"/>
                  <a:pt x="443065" y="374831"/>
                </a:cubicBezTo>
                <a:lnTo>
                  <a:pt x="582518" y="374831"/>
                </a:lnTo>
                <a:cubicBezTo>
                  <a:pt x="584663" y="355939"/>
                  <a:pt x="592947" y="339535"/>
                  <a:pt x="607259" y="325987"/>
                </a:cubicBezTo>
                <a:cubicBezTo>
                  <a:pt x="635180" y="299599"/>
                  <a:pt x="650527" y="263856"/>
                  <a:pt x="650527" y="225367"/>
                </a:cubicBezTo>
                <a:cubicBezTo>
                  <a:pt x="650527" y="149132"/>
                  <a:pt x="588731" y="87111"/>
                  <a:pt x="512769" y="87111"/>
                </a:cubicBezTo>
                <a:cubicBezTo>
                  <a:pt x="436846" y="87111"/>
                  <a:pt x="375048" y="149130"/>
                  <a:pt x="375048" y="225367"/>
                </a:cubicBezTo>
                <a:close/>
                <a:moveTo>
                  <a:pt x="512814" y="49846"/>
                </a:moveTo>
                <a:cubicBezTo>
                  <a:pt x="518398" y="49846"/>
                  <a:pt x="522910" y="45318"/>
                  <a:pt x="522910" y="39713"/>
                </a:cubicBezTo>
                <a:lnTo>
                  <a:pt x="522910" y="10132"/>
                </a:lnTo>
                <a:cubicBezTo>
                  <a:pt x="522910" y="4528"/>
                  <a:pt x="518398" y="0"/>
                  <a:pt x="512814" y="0"/>
                </a:cubicBezTo>
                <a:cubicBezTo>
                  <a:pt x="507230" y="0"/>
                  <a:pt x="502718" y="4528"/>
                  <a:pt x="502718" y="10132"/>
                </a:cubicBezTo>
                <a:lnTo>
                  <a:pt x="502718" y="39750"/>
                </a:lnTo>
                <a:cubicBezTo>
                  <a:pt x="502718" y="45318"/>
                  <a:pt x="507230" y="49846"/>
                  <a:pt x="512814" y="49846"/>
                </a:cubicBezTo>
                <a:close/>
                <a:moveTo>
                  <a:pt x="643576" y="104220"/>
                </a:moveTo>
                <a:cubicBezTo>
                  <a:pt x="646165" y="104220"/>
                  <a:pt x="648754" y="103218"/>
                  <a:pt x="650714" y="101251"/>
                </a:cubicBezTo>
                <a:lnTo>
                  <a:pt x="671571" y="80318"/>
                </a:lnTo>
                <a:cubicBezTo>
                  <a:pt x="675528" y="76347"/>
                  <a:pt x="675528" y="69963"/>
                  <a:pt x="671571" y="65992"/>
                </a:cubicBezTo>
                <a:cubicBezTo>
                  <a:pt x="667614" y="62020"/>
                  <a:pt x="661253" y="62020"/>
                  <a:pt x="657296" y="65992"/>
                </a:cubicBezTo>
                <a:lnTo>
                  <a:pt x="636439" y="86924"/>
                </a:lnTo>
                <a:cubicBezTo>
                  <a:pt x="632482" y="90896"/>
                  <a:pt x="632482" y="97279"/>
                  <a:pt x="636439" y="101251"/>
                </a:cubicBezTo>
                <a:cubicBezTo>
                  <a:pt x="638436" y="103255"/>
                  <a:pt x="641025" y="104220"/>
                  <a:pt x="643576" y="104220"/>
                </a:cubicBezTo>
                <a:close/>
                <a:moveTo>
                  <a:pt x="697754" y="235492"/>
                </a:moveTo>
                <a:lnTo>
                  <a:pt x="727266" y="235492"/>
                </a:lnTo>
                <a:cubicBezTo>
                  <a:pt x="732850" y="235492"/>
                  <a:pt x="737362" y="230964"/>
                  <a:pt x="737362" y="225360"/>
                </a:cubicBezTo>
                <a:cubicBezTo>
                  <a:pt x="737362" y="219756"/>
                  <a:pt x="732850" y="215228"/>
                  <a:pt x="727266" y="215228"/>
                </a:cubicBezTo>
                <a:lnTo>
                  <a:pt x="697754" y="215228"/>
                </a:lnTo>
                <a:cubicBezTo>
                  <a:pt x="692170" y="215228"/>
                  <a:pt x="687659" y="219756"/>
                  <a:pt x="687659" y="225360"/>
                </a:cubicBezTo>
                <a:cubicBezTo>
                  <a:pt x="687659" y="230964"/>
                  <a:pt x="692207" y="235492"/>
                  <a:pt x="697754" y="235492"/>
                </a:cubicBezTo>
                <a:close/>
                <a:moveTo>
                  <a:pt x="374873" y="101246"/>
                </a:moveTo>
                <a:cubicBezTo>
                  <a:pt x="376833" y="103213"/>
                  <a:pt x="379422" y="104215"/>
                  <a:pt x="382011" y="104215"/>
                </a:cubicBezTo>
                <a:cubicBezTo>
                  <a:pt x="384599" y="104215"/>
                  <a:pt x="387188" y="103213"/>
                  <a:pt x="389148" y="101246"/>
                </a:cubicBezTo>
                <a:cubicBezTo>
                  <a:pt x="393105" y="97275"/>
                  <a:pt x="393105" y="90891"/>
                  <a:pt x="389148" y="86920"/>
                </a:cubicBezTo>
                <a:lnTo>
                  <a:pt x="368291" y="65987"/>
                </a:lnTo>
                <a:cubicBezTo>
                  <a:pt x="364334" y="62016"/>
                  <a:pt x="357973" y="62016"/>
                  <a:pt x="354016" y="65987"/>
                </a:cubicBezTo>
                <a:cubicBezTo>
                  <a:pt x="350059" y="69958"/>
                  <a:pt x="350059" y="76342"/>
                  <a:pt x="354016" y="80313"/>
                </a:cubicBezTo>
                <a:close/>
                <a:moveTo>
                  <a:pt x="361153" y="387697"/>
                </a:moveTo>
                <a:cubicBezTo>
                  <a:pt x="363742" y="387697"/>
                  <a:pt x="366331" y="386694"/>
                  <a:pt x="368291" y="384727"/>
                </a:cubicBezTo>
                <a:lnTo>
                  <a:pt x="389148" y="363795"/>
                </a:lnTo>
                <a:cubicBezTo>
                  <a:pt x="393105" y="359823"/>
                  <a:pt x="393105" y="353440"/>
                  <a:pt x="389148" y="349468"/>
                </a:cubicBezTo>
                <a:cubicBezTo>
                  <a:pt x="385191" y="345497"/>
                  <a:pt x="378830" y="345497"/>
                  <a:pt x="374873" y="349468"/>
                </a:cubicBezTo>
                <a:lnTo>
                  <a:pt x="354016" y="370401"/>
                </a:lnTo>
                <a:cubicBezTo>
                  <a:pt x="350059" y="374372"/>
                  <a:pt x="350059" y="380756"/>
                  <a:pt x="354016" y="384727"/>
                </a:cubicBezTo>
                <a:cubicBezTo>
                  <a:pt x="355976" y="386694"/>
                  <a:pt x="358565" y="387697"/>
                  <a:pt x="361153" y="387697"/>
                </a:cubicBezTo>
                <a:close/>
                <a:moveTo>
                  <a:pt x="298322" y="235483"/>
                </a:moveTo>
                <a:lnTo>
                  <a:pt x="327833" y="235483"/>
                </a:lnTo>
                <a:cubicBezTo>
                  <a:pt x="333417" y="235483"/>
                  <a:pt x="337929" y="230955"/>
                  <a:pt x="337929" y="225350"/>
                </a:cubicBezTo>
                <a:cubicBezTo>
                  <a:pt x="337929" y="219746"/>
                  <a:pt x="333417" y="215218"/>
                  <a:pt x="327833" y="215218"/>
                </a:cubicBezTo>
                <a:lnTo>
                  <a:pt x="298322" y="215218"/>
                </a:lnTo>
                <a:cubicBezTo>
                  <a:pt x="292737" y="215218"/>
                  <a:pt x="288226" y="219746"/>
                  <a:pt x="288226" y="225350"/>
                </a:cubicBezTo>
                <a:cubicBezTo>
                  <a:pt x="288226" y="230955"/>
                  <a:pt x="292737" y="235483"/>
                  <a:pt x="298322" y="235483"/>
                </a:cubicBezTo>
                <a:close/>
                <a:moveTo>
                  <a:pt x="650760" y="349463"/>
                </a:moveTo>
                <a:cubicBezTo>
                  <a:pt x="646803" y="345491"/>
                  <a:pt x="640442" y="345491"/>
                  <a:pt x="636485" y="349463"/>
                </a:cubicBezTo>
                <a:cubicBezTo>
                  <a:pt x="632528" y="353434"/>
                  <a:pt x="632528" y="359817"/>
                  <a:pt x="636485" y="363789"/>
                </a:cubicBezTo>
                <a:lnTo>
                  <a:pt x="657342" y="384722"/>
                </a:lnTo>
                <a:cubicBezTo>
                  <a:pt x="659302" y="386689"/>
                  <a:pt x="661891" y="387691"/>
                  <a:pt x="664480" y="387691"/>
                </a:cubicBezTo>
                <a:cubicBezTo>
                  <a:pt x="667069" y="387691"/>
                  <a:pt x="669657" y="386689"/>
                  <a:pt x="671617" y="384722"/>
                </a:cubicBezTo>
                <a:cubicBezTo>
                  <a:pt x="675574" y="380750"/>
                  <a:pt x="675574" y="374367"/>
                  <a:pt x="671617" y="370395"/>
                </a:cubicBezTo>
                <a:close/>
                <a:moveTo>
                  <a:pt x="408568" y="209648"/>
                </a:moveTo>
                <a:cubicBezTo>
                  <a:pt x="410380" y="200852"/>
                  <a:pt x="415521" y="193280"/>
                  <a:pt x="422990" y="188344"/>
                </a:cubicBezTo>
                <a:cubicBezTo>
                  <a:pt x="430498" y="183408"/>
                  <a:pt x="439447" y="181700"/>
                  <a:pt x="448212" y="183519"/>
                </a:cubicBezTo>
                <a:cubicBezTo>
                  <a:pt x="456977" y="185338"/>
                  <a:pt x="464522" y="190497"/>
                  <a:pt x="469440" y="197994"/>
                </a:cubicBezTo>
                <a:lnTo>
                  <a:pt x="483974" y="220188"/>
                </a:lnTo>
                <a:lnTo>
                  <a:pt x="559934" y="165444"/>
                </a:lnTo>
                <a:cubicBezTo>
                  <a:pt x="567219" y="160210"/>
                  <a:pt x="576094" y="158095"/>
                  <a:pt x="584933" y="159542"/>
                </a:cubicBezTo>
                <a:cubicBezTo>
                  <a:pt x="593771" y="160990"/>
                  <a:pt x="601538" y="165815"/>
                  <a:pt x="606789" y="173127"/>
                </a:cubicBezTo>
                <a:cubicBezTo>
                  <a:pt x="612041" y="180438"/>
                  <a:pt x="614111" y="189346"/>
                  <a:pt x="612669" y="198216"/>
                </a:cubicBezTo>
                <a:cubicBezTo>
                  <a:pt x="611227" y="207087"/>
                  <a:pt x="606419" y="214881"/>
                  <a:pt x="599134" y="220151"/>
                </a:cubicBezTo>
                <a:lnTo>
                  <a:pt x="494804" y="295347"/>
                </a:lnTo>
                <a:cubicBezTo>
                  <a:pt x="489035" y="299504"/>
                  <a:pt x="482305" y="301694"/>
                  <a:pt x="475352" y="301694"/>
                </a:cubicBezTo>
                <a:cubicBezTo>
                  <a:pt x="473281" y="301694"/>
                  <a:pt x="471210" y="301508"/>
                  <a:pt x="469139" y="301100"/>
                </a:cubicBezTo>
                <a:cubicBezTo>
                  <a:pt x="460042" y="299430"/>
                  <a:pt x="452276" y="294233"/>
                  <a:pt x="447209" y="286476"/>
                </a:cubicBezTo>
                <a:lnTo>
                  <a:pt x="413445" y="234960"/>
                </a:lnTo>
                <a:cubicBezTo>
                  <a:pt x="408489" y="227463"/>
                  <a:pt x="406751" y="218481"/>
                  <a:pt x="408564" y="209647"/>
                </a:cubicBezTo>
                <a:close/>
                <a:moveTo>
                  <a:pt x="430277" y="223826"/>
                </a:moveTo>
                <a:lnTo>
                  <a:pt x="464041" y="275343"/>
                </a:lnTo>
                <a:cubicBezTo>
                  <a:pt x="466075" y="278423"/>
                  <a:pt x="469181" y="280502"/>
                  <a:pt x="472805" y="281170"/>
                </a:cubicBezTo>
                <a:cubicBezTo>
                  <a:pt x="476429" y="281838"/>
                  <a:pt x="480054" y="281021"/>
                  <a:pt x="483049" y="278868"/>
                </a:cubicBezTo>
                <a:lnTo>
                  <a:pt x="587407" y="203636"/>
                </a:lnTo>
                <a:cubicBezTo>
                  <a:pt x="590291" y="201557"/>
                  <a:pt x="592214" y="198439"/>
                  <a:pt x="592769" y="194914"/>
                </a:cubicBezTo>
                <a:cubicBezTo>
                  <a:pt x="593361" y="191388"/>
                  <a:pt x="592510" y="187825"/>
                  <a:pt x="590439" y="184929"/>
                </a:cubicBezTo>
                <a:cubicBezTo>
                  <a:pt x="588368" y="182034"/>
                  <a:pt x="585262" y="180104"/>
                  <a:pt x="581748" y="179511"/>
                </a:cubicBezTo>
                <a:cubicBezTo>
                  <a:pt x="578235" y="178917"/>
                  <a:pt x="574685" y="179770"/>
                  <a:pt x="571800" y="181849"/>
                </a:cubicBezTo>
                <a:lnTo>
                  <a:pt x="487297" y="242755"/>
                </a:lnTo>
                <a:cubicBezTo>
                  <a:pt x="485078" y="244351"/>
                  <a:pt x="482268" y="244982"/>
                  <a:pt x="479568" y="244500"/>
                </a:cubicBezTo>
                <a:cubicBezTo>
                  <a:pt x="476868" y="243980"/>
                  <a:pt x="474465" y="242421"/>
                  <a:pt x="472985" y="240120"/>
                </a:cubicBezTo>
                <a:lnTo>
                  <a:pt x="452646" y="209092"/>
                </a:lnTo>
                <a:cubicBezTo>
                  <a:pt x="448615" y="202931"/>
                  <a:pt x="440294" y="201186"/>
                  <a:pt x="434155" y="205232"/>
                </a:cubicBezTo>
                <a:cubicBezTo>
                  <a:pt x="431160" y="207199"/>
                  <a:pt x="429126" y="210205"/>
                  <a:pt x="428423" y="213731"/>
                </a:cubicBezTo>
                <a:cubicBezTo>
                  <a:pt x="427647" y="217257"/>
                  <a:pt x="428312" y="220857"/>
                  <a:pt x="430272" y="223827"/>
                </a:cubicBezTo>
                <a:close/>
              </a:path>
            </a:pathLst>
          </a:custGeom>
          <a:solidFill>
            <a:srgbClr val="000000"/>
          </a:solidFill>
          <a:ln w="9438" cap="flat">
            <a:noFill/>
            <a:prstDash val="solid"/>
            <a:miter/>
          </a:ln>
        </p:spPr>
        <p:txBody>
          <a:bodyPr/>
          <a:lstStyle/>
          <a:p>
            <a:endParaRPr lang="en-US"/>
          </a:p>
        </p:txBody>
      </p:sp>
      <p:grpSp>
        <p:nvGrpSpPr>
          <p:cNvPr id="46" name="Group 45">
            <a:extLst>
              <a:ext uri="{FF2B5EF4-FFF2-40B4-BE49-F238E27FC236}">
                <a16:creationId xmlns:a16="http://schemas.microsoft.com/office/drawing/2014/main" id="{6426E361-92DE-F853-4113-2908967EA34A}"/>
              </a:ext>
              <a:ext uri="{C183D7F6-B498-43B3-948B-1728B52AA6E4}">
                <adec:decorative xmlns:adec="http://schemas.microsoft.com/office/drawing/2017/decorative" val="1"/>
              </a:ext>
            </a:extLst>
          </p:cNvPr>
          <p:cNvGrpSpPr>
            <a:grpSpLocks noChangeAspect="1"/>
          </p:cNvGrpSpPr>
          <p:nvPr/>
        </p:nvGrpSpPr>
        <p:grpSpPr>
          <a:xfrm>
            <a:off x="1939935" y="2206420"/>
            <a:ext cx="559704" cy="561541"/>
            <a:chOff x="3666571" y="4495948"/>
            <a:chExt cx="891664" cy="894591"/>
          </a:xfrm>
        </p:grpSpPr>
        <p:sp>
          <p:nvSpPr>
            <p:cNvPr id="36" name="Freeform 35">
              <a:extLst>
                <a:ext uri="{FF2B5EF4-FFF2-40B4-BE49-F238E27FC236}">
                  <a16:creationId xmlns:a16="http://schemas.microsoft.com/office/drawing/2014/main" id="{97A1B8F7-BED5-DE0B-ABEE-E8D36D08672D}"/>
                </a:ext>
              </a:extLst>
            </p:cNvPr>
            <p:cNvSpPr/>
            <p:nvPr/>
          </p:nvSpPr>
          <p:spPr>
            <a:xfrm>
              <a:off x="3666571" y="4495948"/>
              <a:ext cx="891664" cy="842689"/>
            </a:xfrm>
            <a:custGeom>
              <a:avLst/>
              <a:gdLst>
                <a:gd name="csX0" fmla="*/ 588252 w 891664"/>
                <a:gd name="csY0" fmla="*/ 23414 h 842689"/>
                <a:gd name="csX1" fmla="*/ 586181 w 891664"/>
                <a:gd name="csY1" fmla="*/ 22745 h 842689"/>
                <a:gd name="csX2" fmla="*/ 370725 w 891664"/>
                <a:gd name="csY2" fmla="*/ 6340 h 842689"/>
                <a:gd name="csX3" fmla="*/ 71691 w 891664"/>
                <a:gd name="csY3" fmla="*/ 690333 h 842689"/>
                <a:gd name="csX4" fmla="*/ 29273 w 891664"/>
                <a:gd name="csY4" fmla="*/ 732904 h 842689"/>
                <a:gd name="csX5" fmla="*/ 29273 w 891664"/>
                <a:gd name="csY5" fmla="*/ 746043 h 842689"/>
                <a:gd name="csX6" fmla="*/ 42365 w 891664"/>
                <a:gd name="csY6" fmla="*/ 746043 h 842689"/>
                <a:gd name="csX7" fmla="*/ 90108 w 891664"/>
                <a:gd name="csY7" fmla="*/ 698127 h 842689"/>
                <a:gd name="csX8" fmla="*/ 91254 w 891664"/>
                <a:gd name="csY8" fmla="*/ 686398 h 842689"/>
                <a:gd name="csX9" fmla="*/ 19400 w 891664"/>
                <a:gd name="csY9" fmla="*/ 421991 h 842689"/>
                <a:gd name="csX10" fmla="*/ 70139 w 891664"/>
                <a:gd name="csY10" fmla="*/ 421991 h 842689"/>
                <a:gd name="csX11" fmla="*/ 79347 w 891664"/>
                <a:gd name="csY11" fmla="*/ 413566 h 842689"/>
                <a:gd name="csX12" fmla="*/ 198947 w 891664"/>
                <a:gd name="csY12" fmla="*/ 173616 h 842689"/>
                <a:gd name="csX13" fmla="*/ 199576 w 891664"/>
                <a:gd name="csY13" fmla="*/ 160514 h 842689"/>
                <a:gd name="csX14" fmla="*/ 186521 w 891664"/>
                <a:gd name="csY14" fmla="*/ 159883 h 842689"/>
                <a:gd name="csX15" fmla="*/ 61781 w 891664"/>
                <a:gd name="csY15" fmla="*/ 403472 h 842689"/>
                <a:gd name="csX16" fmla="*/ 20879 w 891664"/>
                <a:gd name="csY16" fmla="*/ 403472 h 842689"/>
                <a:gd name="csX17" fmla="*/ 364882 w 891664"/>
                <a:gd name="csY17" fmla="*/ 26273 h 842689"/>
                <a:gd name="csX18" fmla="*/ 372020 w 891664"/>
                <a:gd name="csY18" fmla="*/ 50695 h 842689"/>
                <a:gd name="csX19" fmla="*/ 380895 w 891664"/>
                <a:gd name="csY19" fmla="*/ 57375 h 842689"/>
                <a:gd name="csX20" fmla="*/ 389771 w 891664"/>
                <a:gd name="csY20" fmla="*/ 45499 h 842689"/>
                <a:gd name="csX21" fmla="*/ 383225 w 891664"/>
                <a:gd name="csY21" fmla="*/ 23155 h 842689"/>
                <a:gd name="csX22" fmla="*/ 572315 w 891664"/>
                <a:gd name="csY22" fmla="*/ 37779 h 842689"/>
                <a:gd name="csX23" fmla="*/ 554711 w 891664"/>
                <a:gd name="csY23" fmla="*/ 84210 h 842689"/>
                <a:gd name="csX24" fmla="*/ 555007 w 891664"/>
                <a:gd name="csY24" fmla="*/ 91484 h 842689"/>
                <a:gd name="csX25" fmla="*/ 560480 w 891664"/>
                <a:gd name="csY25" fmla="*/ 96309 h 842689"/>
                <a:gd name="csX26" fmla="*/ 811401 w 891664"/>
                <a:gd name="csY26" fmla="*/ 405554 h 842689"/>
                <a:gd name="csX27" fmla="*/ 821608 w 891664"/>
                <a:gd name="csY27" fmla="*/ 413719 h 842689"/>
                <a:gd name="csX28" fmla="*/ 829744 w 891664"/>
                <a:gd name="csY28" fmla="*/ 403475 h 842689"/>
                <a:gd name="csX29" fmla="*/ 575386 w 891664"/>
                <a:gd name="csY29" fmla="*/ 81831 h 842689"/>
                <a:gd name="csX30" fmla="*/ 589846 w 891664"/>
                <a:gd name="csY30" fmla="*/ 43677 h 842689"/>
                <a:gd name="csX31" fmla="*/ 870683 w 891664"/>
                <a:gd name="csY31" fmla="*/ 490874 h 842689"/>
                <a:gd name="csX32" fmla="*/ 849789 w 891664"/>
                <a:gd name="csY32" fmla="*/ 487237 h 842689"/>
                <a:gd name="csX33" fmla="*/ 846608 w 891664"/>
                <a:gd name="csY33" fmla="*/ 505535 h 842689"/>
                <a:gd name="csX34" fmla="*/ 868391 w 891664"/>
                <a:gd name="csY34" fmla="*/ 509320 h 842689"/>
                <a:gd name="csX35" fmla="*/ 647424 w 891664"/>
                <a:gd name="csY35" fmla="*/ 825245 h 842689"/>
                <a:gd name="csX36" fmla="*/ 651788 w 891664"/>
                <a:gd name="csY36" fmla="*/ 842688 h 842689"/>
                <a:gd name="csX37" fmla="*/ 887770 w 891664"/>
                <a:gd name="csY37" fmla="*/ 503714 h 842689"/>
                <a:gd name="csX38" fmla="*/ 887991 w 891664"/>
                <a:gd name="csY38" fmla="*/ 502043 h 842689"/>
                <a:gd name="csX39" fmla="*/ 588220 w 891664"/>
                <a:gd name="csY39" fmla="*/ 23444 h 8426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891664" h="842689">
                  <a:moveTo>
                    <a:pt x="588252" y="23414"/>
                  </a:moveTo>
                  <a:cubicBezTo>
                    <a:pt x="587623" y="23042"/>
                    <a:pt x="586884" y="22857"/>
                    <a:pt x="586181" y="22745"/>
                  </a:cubicBezTo>
                  <a:cubicBezTo>
                    <a:pt x="519540" y="31"/>
                    <a:pt x="441398" y="-6130"/>
                    <a:pt x="370725" y="6340"/>
                  </a:cubicBezTo>
                  <a:cubicBezTo>
                    <a:pt x="62338" y="54664"/>
                    <a:pt x="-104381" y="425185"/>
                    <a:pt x="71691" y="690333"/>
                  </a:cubicBezTo>
                  <a:lnTo>
                    <a:pt x="29273" y="732904"/>
                  </a:lnTo>
                  <a:cubicBezTo>
                    <a:pt x="25649" y="736542"/>
                    <a:pt x="25649" y="742406"/>
                    <a:pt x="29273" y="746043"/>
                  </a:cubicBezTo>
                  <a:cubicBezTo>
                    <a:pt x="32897" y="749680"/>
                    <a:pt x="38741" y="749680"/>
                    <a:pt x="42365" y="746043"/>
                  </a:cubicBezTo>
                  <a:lnTo>
                    <a:pt x="90108" y="698127"/>
                  </a:lnTo>
                  <a:cubicBezTo>
                    <a:pt x="93252" y="694972"/>
                    <a:pt x="93695" y="690073"/>
                    <a:pt x="91254" y="686398"/>
                  </a:cubicBezTo>
                  <a:cubicBezTo>
                    <a:pt x="39074" y="608864"/>
                    <a:pt x="13815" y="515704"/>
                    <a:pt x="19400" y="421991"/>
                  </a:cubicBezTo>
                  <a:lnTo>
                    <a:pt x="70139" y="421991"/>
                  </a:lnTo>
                  <a:cubicBezTo>
                    <a:pt x="74909" y="421991"/>
                    <a:pt x="78903" y="418317"/>
                    <a:pt x="79347" y="413566"/>
                  </a:cubicBezTo>
                  <a:cubicBezTo>
                    <a:pt x="87705" y="321409"/>
                    <a:pt x="130160" y="236192"/>
                    <a:pt x="198947" y="173616"/>
                  </a:cubicBezTo>
                  <a:cubicBezTo>
                    <a:pt x="202719" y="170164"/>
                    <a:pt x="203015" y="164300"/>
                    <a:pt x="199576" y="160514"/>
                  </a:cubicBezTo>
                  <a:cubicBezTo>
                    <a:pt x="196137" y="156728"/>
                    <a:pt x="190293" y="156431"/>
                    <a:pt x="186521" y="159883"/>
                  </a:cubicBezTo>
                  <a:cubicBezTo>
                    <a:pt x="116405" y="223646"/>
                    <a:pt x="72289" y="309902"/>
                    <a:pt x="61781" y="403472"/>
                  </a:cubicBezTo>
                  <a:lnTo>
                    <a:pt x="20879" y="403472"/>
                  </a:lnTo>
                  <a:cubicBezTo>
                    <a:pt x="40035" y="214554"/>
                    <a:pt x="181861" y="61609"/>
                    <a:pt x="364882" y="26273"/>
                  </a:cubicBezTo>
                  <a:lnTo>
                    <a:pt x="372020" y="50695"/>
                  </a:lnTo>
                  <a:cubicBezTo>
                    <a:pt x="373203" y="54740"/>
                    <a:pt x="376901" y="57375"/>
                    <a:pt x="380895" y="57375"/>
                  </a:cubicBezTo>
                  <a:cubicBezTo>
                    <a:pt x="386960" y="57450"/>
                    <a:pt x="391583" y="51289"/>
                    <a:pt x="389771" y="45499"/>
                  </a:cubicBezTo>
                  <a:lnTo>
                    <a:pt x="383225" y="23155"/>
                  </a:lnTo>
                  <a:cubicBezTo>
                    <a:pt x="445502" y="13653"/>
                    <a:pt x="513438" y="19072"/>
                    <a:pt x="572315" y="37779"/>
                  </a:cubicBezTo>
                  <a:lnTo>
                    <a:pt x="554711" y="84210"/>
                  </a:lnTo>
                  <a:cubicBezTo>
                    <a:pt x="553824" y="86585"/>
                    <a:pt x="553935" y="89220"/>
                    <a:pt x="555007" y="91484"/>
                  </a:cubicBezTo>
                  <a:cubicBezTo>
                    <a:pt x="556080" y="93785"/>
                    <a:pt x="558077" y="95530"/>
                    <a:pt x="560480" y="96309"/>
                  </a:cubicBezTo>
                  <a:cubicBezTo>
                    <a:pt x="696866" y="141330"/>
                    <a:pt x="795354" y="262699"/>
                    <a:pt x="811401" y="405554"/>
                  </a:cubicBezTo>
                  <a:cubicBezTo>
                    <a:pt x="811956" y="410676"/>
                    <a:pt x="816652" y="414313"/>
                    <a:pt x="821608" y="413719"/>
                  </a:cubicBezTo>
                  <a:cubicBezTo>
                    <a:pt x="826674" y="413125"/>
                    <a:pt x="830335" y="408560"/>
                    <a:pt x="829744" y="403475"/>
                  </a:cubicBezTo>
                  <a:cubicBezTo>
                    <a:pt x="813250" y="256649"/>
                    <a:pt x="713845" y="131420"/>
                    <a:pt x="575386" y="81831"/>
                  </a:cubicBezTo>
                  <a:lnTo>
                    <a:pt x="589846" y="43677"/>
                  </a:lnTo>
                  <a:cubicBezTo>
                    <a:pt x="768323" y="106402"/>
                    <a:pt x="892212" y="293015"/>
                    <a:pt x="870683" y="490874"/>
                  </a:cubicBezTo>
                  <a:lnTo>
                    <a:pt x="849789" y="487237"/>
                  </a:lnTo>
                  <a:cubicBezTo>
                    <a:pt x="837733" y="485418"/>
                    <a:pt x="834663" y="503122"/>
                    <a:pt x="846608" y="505535"/>
                  </a:cubicBezTo>
                  <a:lnTo>
                    <a:pt x="868391" y="509320"/>
                  </a:lnTo>
                  <a:cubicBezTo>
                    <a:pt x="849049" y="642636"/>
                    <a:pt x="768094" y="760255"/>
                    <a:pt x="647424" y="825245"/>
                  </a:cubicBezTo>
                  <a:cubicBezTo>
                    <a:pt x="638993" y="829698"/>
                    <a:pt x="642395" y="842838"/>
                    <a:pt x="651788" y="842688"/>
                  </a:cubicBezTo>
                  <a:cubicBezTo>
                    <a:pt x="783033" y="777551"/>
                    <a:pt x="869384" y="646350"/>
                    <a:pt x="887770" y="503714"/>
                  </a:cubicBezTo>
                  <a:cubicBezTo>
                    <a:pt x="887954" y="503157"/>
                    <a:pt x="887954" y="502600"/>
                    <a:pt x="887991" y="502043"/>
                  </a:cubicBezTo>
                  <a:cubicBezTo>
                    <a:pt x="915912" y="290227"/>
                    <a:pt x="781636" y="87019"/>
                    <a:pt x="588220" y="23444"/>
                  </a:cubicBezTo>
                  <a:close/>
                </a:path>
              </a:pathLst>
            </a:custGeom>
            <a:solidFill>
              <a:srgbClr val="000000"/>
            </a:solidFill>
            <a:ln w="9438" cap="flat">
              <a:noFill/>
              <a:prstDash val="solid"/>
              <a:miter/>
            </a:ln>
          </p:spPr>
          <p:txBody>
            <a:bodyPr/>
            <a:lstStyle/>
            <a:p>
              <a:endParaRPr lang="en-US"/>
            </a:p>
          </p:txBody>
        </p:sp>
        <p:sp>
          <p:nvSpPr>
            <p:cNvPr id="37" name="Freeform 36">
              <a:extLst>
                <a:ext uri="{FF2B5EF4-FFF2-40B4-BE49-F238E27FC236}">
                  <a16:creationId xmlns:a16="http://schemas.microsoft.com/office/drawing/2014/main" id="{6F1631BE-B952-E978-7B9B-30B0F87B0FC1}"/>
                </a:ext>
              </a:extLst>
            </p:cNvPr>
            <p:cNvSpPr/>
            <p:nvPr/>
          </p:nvSpPr>
          <p:spPr>
            <a:xfrm>
              <a:off x="3748796" y="5063944"/>
              <a:ext cx="198445" cy="224177"/>
            </a:xfrm>
            <a:custGeom>
              <a:avLst/>
              <a:gdLst>
                <a:gd name="csX0" fmla="*/ 6070 w 198445"/>
                <a:gd name="csY0" fmla="*/ 561 h 224177"/>
                <a:gd name="csX1" fmla="*/ 560 w 198445"/>
                <a:gd name="csY1" fmla="*/ 12475 h 224177"/>
                <a:gd name="csX2" fmla="*/ 189242 w 198445"/>
                <a:gd name="csY2" fmla="*/ 224177 h 224177"/>
                <a:gd name="csX3" fmla="*/ 193532 w 198445"/>
                <a:gd name="csY3" fmla="*/ 206659 h 224177"/>
                <a:gd name="csX4" fmla="*/ 17943 w 198445"/>
                <a:gd name="csY4" fmla="*/ 6092 h 224177"/>
                <a:gd name="csX5" fmla="*/ 6072 w 198445"/>
                <a:gd name="csY5" fmla="*/ 562 h 224177"/>
              </a:gdLst>
              <a:ahLst/>
              <a:cxnLst>
                <a:cxn ang="0">
                  <a:pos x="csX0" y="csY0"/>
                </a:cxn>
                <a:cxn ang="0">
                  <a:pos x="csX1" y="csY1"/>
                </a:cxn>
                <a:cxn ang="0">
                  <a:pos x="csX2" y="csY2"/>
                </a:cxn>
                <a:cxn ang="0">
                  <a:pos x="csX3" y="csY3"/>
                </a:cxn>
                <a:cxn ang="0">
                  <a:pos x="csX4" y="csY4"/>
                </a:cxn>
                <a:cxn ang="0">
                  <a:pos x="csX5" y="csY5"/>
                </a:cxn>
              </a:cxnLst>
              <a:rect l="l" t="t" r="r" b="b"/>
              <a:pathLst>
                <a:path w="198445" h="224177">
                  <a:moveTo>
                    <a:pt x="6070" y="561"/>
                  </a:moveTo>
                  <a:cubicBezTo>
                    <a:pt x="1262" y="2343"/>
                    <a:pt x="-1178" y="7650"/>
                    <a:pt x="560" y="12475"/>
                  </a:cubicBezTo>
                  <a:cubicBezTo>
                    <a:pt x="34472" y="103518"/>
                    <a:pt x="100932" y="182608"/>
                    <a:pt x="189242" y="224177"/>
                  </a:cubicBezTo>
                  <a:cubicBezTo>
                    <a:pt x="198673" y="224252"/>
                    <a:pt x="202112" y="211113"/>
                    <a:pt x="193532" y="206659"/>
                  </a:cubicBezTo>
                  <a:cubicBezTo>
                    <a:pt x="111951" y="163828"/>
                    <a:pt x="49563" y="92565"/>
                    <a:pt x="17943" y="6092"/>
                  </a:cubicBezTo>
                  <a:cubicBezTo>
                    <a:pt x="16168" y="1267"/>
                    <a:pt x="10879" y="-1183"/>
                    <a:pt x="6072" y="562"/>
                  </a:cubicBezTo>
                  <a:close/>
                </a:path>
              </a:pathLst>
            </a:custGeom>
            <a:solidFill>
              <a:srgbClr val="000000"/>
            </a:solidFill>
            <a:ln w="9438" cap="flat">
              <a:noFill/>
              <a:prstDash val="solid"/>
              <a:miter/>
            </a:ln>
          </p:spPr>
          <p:txBody>
            <a:bodyPr/>
            <a:lstStyle/>
            <a:p>
              <a:endParaRPr lang="en-US"/>
            </a:p>
          </p:txBody>
        </p:sp>
        <p:sp>
          <p:nvSpPr>
            <p:cNvPr id="38" name="Freeform 37">
              <a:extLst>
                <a:ext uri="{FF2B5EF4-FFF2-40B4-BE49-F238E27FC236}">
                  <a16:creationId xmlns:a16="http://schemas.microsoft.com/office/drawing/2014/main" id="{10684623-03E2-3B8F-5B10-218CF36E0010}"/>
                </a:ext>
              </a:extLst>
            </p:cNvPr>
            <p:cNvSpPr/>
            <p:nvPr/>
          </p:nvSpPr>
          <p:spPr>
            <a:xfrm>
              <a:off x="3812389" y="5118249"/>
              <a:ext cx="638621" cy="272290"/>
            </a:xfrm>
            <a:custGeom>
              <a:avLst/>
              <a:gdLst>
                <a:gd name="csX0" fmla="*/ 637403 w 638621"/>
                <a:gd name="csY0" fmla="*/ 13812 h 272290"/>
                <a:gd name="csX1" fmla="*/ 621279 w 638621"/>
                <a:gd name="csY1" fmla="*/ 4756 h 272290"/>
                <a:gd name="csX2" fmla="*/ 424313 w 638621"/>
                <a:gd name="csY2" fmla="*/ 172514 h 272290"/>
                <a:gd name="csX3" fmla="*/ 418654 w 638621"/>
                <a:gd name="csY3" fmla="*/ 184094 h 272290"/>
                <a:gd name="csX4" fmla="*/ 434002 w 638621"/>
                <a:gd name="csY4" fmla="*/ 231973 h 272290"/>
                <a:gd name="csX5" fmla="*/ 309223 w 638621"/>
                <a:gd name="csY5" fmla="*/ 253389 h 272290"/>
                <a:gd name="csX6" fmla="*/ 309223 w 638621"/>
                <a:gd name="csY6" fmla="*/ 202727 h 272290"/>
                <a:gd name="csX7" fmla="*/ 299978 w 638621"/>
                <a:gd name="csY7" fmla="*/ 193448 h 272290"/>
                <a:gd name="csX8" fmla="*/ 290732 w 638621"/>
                <a:gd name="csY8" fmla="*/ 202727 h 272290"/>
                <a:gd name="csX9" fmla="*/ 290732 w 638621"/>
                <a:gd name="csY9" fmla="*/ 253389 h 272290"/>
                <a:gd name="csX10" fmla="*/ 62259 w 638621"/>
                <a:gd name="csY10" fmla="*/ 181088 h 272290"/>
                <a:gd name="csX11" fmla="*/ 50572 w 638621"/>
                <a:gd name="csY11" fmla="*/ 182239 h 272290"/>
                <a:gd name="csX12" fmla="*/ 2718 w 638621"/>
                <a:gd name="csY12" fmla="*/ 230266 h 272290"/>
                <a:gd name="csX13" fmla="*/ 2718 w 638621"/>
                <a:gd name="csY13" fmla="*/ 243404 h 272290"/>
                <a:gd name="csX14" fmla="*/ 15809 w 638621"/>
                <a:gd name="csY14" fmla="*/ 243404 h 272290"/>
                <a:gd name="csX15" fmla="*/ 58338 w 638621"/>
                <a:gd name="csY15" fmla="*/ 200722 h 272290"/>
                <a:gd name="csX16" fmla="*/ 451713 w 638621"/>
                <a:gd name="csY16" fmla="*/ 244851 h 272290"/>
                <a:gd name="csX17" fmla="*/ 454413 w 638621"/>
                <a:gd name="csY17" fmla="*/ 235053 h 272290"/>
                <a:gd name="csX18" fmla="*/ 438955 w 638621"/>
                <a:gd name="csY18" fmla="*/ 186841 h 272290"/>
                <a:gd name="csX19" fmla="*/ 637436 w 638621"/>
                <a:gd name="csY19" fmla="*/ 13848 h 27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38621" h="272290">
                  <a:moveTo>
                    <a:pt x="637403" y="13812"/>
                  </a:moveTo>
                  <a:cubicBezTo>
                    <a:pt x="643061" y="3048"/>
                    <a:pt x="627529" y="-5822"/>
                    <a:pt x="621279" y="4756"/>
                  </a:cubicBezTo>
                  <a:cubicBezTo>
                    <a:pt x="577752" y="82771"/>
                    <a:pt x="507823" y="142337"/>
                    <a:pt x="424313" y="172514"/>
                  </a:cubicBezTo>
                  <a:cubicBezTo>
                    <a:pt x="419616" y="174221"/>
                    <a:pt x="417138" y="179343"/>
                    <a:pt x="418654" y="184094"/>
                  </a:cubicBezTo>
                  <a:lnTo>
                    <a:pt x="434002" y="231973"/>
                  </a:lnTo>
                  <a:cubicBezTo>
                    <a:pt x="393803" y="245297"/>
                    <a:pt x="351903" y="252498"/>
                    <a:pt x="309223" y="253389"/>
                  </a:cubicBezTo>
                  <a:lnTo>
                    <a:pt x="309223" y="202727"/>
                  </a:lnTo>
                  <a:cubicBezTo>
                    <a:pt x="309223" y="197605"/>
                    <a:pt x="305081" y="193448"/>
                    <a:pt x="299978" y="193448"/>
                  </a:cubicBezTo>
                  <a:cubicBezTo>
                    <a:pt x="294874" y="193448"/>
                    <a:pt x="290732" y="197605"/>
                    <a:pt x="290732" y="202727"/>
                  </a:cubicBezTo>
                  <a:lnTo>
                    <a:pt x="290732" y="253389"/>
                  </a:lnTo>
                  <a:cubicBezTo>
                    <a:pt x="208930" y="251644"/>
                    <a:pt x="130120" y="226777"/>
                    <a:pt x="62259" y="181088"/>
                  </a:cubicBezTo>
                  <a:cubicBezTo>
                    <a:pt x="58598" y="178601"/>
                    <a:pt x="53679" y="179084"/>
                    <a:pt x="50572" y="182239"/>
                  </a:cubicBezTo>
                  <a:lnTo>
                    <a:pt x="2718" y="230266"/>
                  </a:lnTo>
                  <a:cubicBezTo>
                    <a:pt x="-906" y="233903"/>
                    <a:pt x="-906" y="239767"/>
                    <a:pt x="2718" y="243404"/>
                  </a:cubicBezTo>
                  <a:cubicBezTo>
                    <a:pt x="6342" y="247042"/>
                    <a:pt x="12185" y="247042"/>
                    <a:pt x="15809" y="243404"/>
                  </a:cubicBezTo>
                  <a:lnTo>
                    <a:pt x="58338" y="200722"/>
                  </a:lnTo>
                  <a:cubicBezTo>
                    <a:pt x="172466" y="275472"/>
                    <a:pt x="324085" y="294214"/>
                    <a:pt x="451713" y="244851"/>
                  </a:cubicBezTo>
                  <a:cubicBezTo>
                    <a:pt x="454450" y="242439"/>
                    <a:pt x="455485" y="238505"/>
                    <a:pt x="454413" y="235053"/>
                  </a:cubicBezTo>
                  <a:lnTo>
                    <a:pt x="438955" y="186841"/>
                  </a:lnTo>
                  <a:cubicBezTo>
                    <a:pt x="522940" y="154254"/>
                    <a:pt x="593205" y="93125"/>
                    <a:pt x="637436" y="13848"/>
                  </a:cubicBezTo>
                  <a:close/>
                </a:path>
              </a:pathLst>
            </a:custGeom>
            <a:solidFill>
              <a:srgbClr val="000000"/>
            </a:solidFill>
            <a:ln w="9438" cap="flat">
              <a:noFill/>
              <a:prstDash val="solid"/>
              <a:miter/>
            </a:ln>
          </p:spPr>
          <p:txBody>
            <a:bodyPr/>
            <a:lstStyle/>
            <a:p>
              <a:endParaRPr lang="en-US"/>
            </a:p>
          </p:txBody>
        </p:sp>
        <p:sp>
          <p:nvSpPr>
            <p:cNvPr id="39" name="Freeform 38">
              <a:extLst>
                <a:ext uri="{FF2B5EF4-FFF2-40B4-BE49-F238E27FC236}">
                  <a16:creationId xmlns:a16="http://schemas.microsoft.com/office/drawing/2014/main" id="{AF0CBF30-6BEB-C58F-57CD-88DBA3A7ED24}"/>
                </a:ext>
              </a:extLst>
            </p:cNvPr>
            <p:cNvSpPr/>
            <p:nvPr/>
          </p:nvSpPr>
          <p:spPr>
            <a:xfrm>
              <a:off x="3785043" y="4690913"/>
              <a:ext cx="662399" cy="580057"/>
            </a:xfrm>
            <a:custGeom>
              <a:avLst/>
              <a:gdLst>
                <a:gd name="csX0" fmla="*/ 83837 w 662399"/>
                <a:gd name="csY0" fmla="*/ 46836 h 580057"/>
                <a:gd name="csX1" fmla="*/ 70857 w 662399"/>
                <a:gd name="csY1" fmla="*/ 48320 h 580057"/>
                <a:gd name="csX2" fmla="*/ 0 w 662399"/>
                <a:gd name="csY2" fmla="*/ 252232 h 580057"/>
                <a:gd name="csX3" fmla="*/ 627907 w 662399"/>
                <a:gd name="csY3" fmla="*/ 382022 h 580057"/>
                <a:gd name="csX4" fmla="*/ 649653 w 662399"/>
                <a:gd name="csY4" fmla="*/ 391004 h 580057"/>
                <a:gd name="csX5" fmla="*/ 661708 w 662399"/>
                <a:gd name="csY5" fmla="*/ 385956 h 580057"/>
                <a:gd name="csX6" fmla="*/ 656679 w 662399"/>
                <a:gd name="csY6" fmla="*/ 373857 h 580057"/>
                <a:gd name="csX7" fmla="*/ 634749 w 662399"/>
                <a:gd name="csY7" fmla="*/ 364801 h 580057"/>
                <a:gd name="csX8" fmla="*/ 539300 w 662399"/>
                <a:gd name="csY8" fmla="*/ 2224 h 580057"/>
                <a:gd name="csX9" fmla="*/ 526282 w 662399"/>
                <a:gd name="csY9" fmla="*/ 3264 h 580057"/>
                <a:gd name="csX10" fmla="*/ 527318 w 662399"/>
                <a:gd name="csY10" fmla="*/ 16328 h 580057"/>
                <a:gd name="csX11" fmla="*/ 635898 w 662399"/>
                <a:gd name="csY11" fmla="*/ 242958 h 580057"/>
                <a:gd name="csX12" fmla="*/ 590115 w 662399"/>
                <a:gd name="csY12" fmla="*/ 242958 h 580057"/>
                <a:gd name="csX13" fmla="*/ 580870 w 662399"/>
                <a:gd name="csY13" fmla="*/ 252236 h 580057"/>
                <a:gd name="csX14" fmla="*/ 590115 w 662399"/>
                <a:gd name="csY14" fmla="*/ 261515 h 580057"/>
                <a:gd name="csX15" fmla="*/ 635824 w 662399"/>
                <a:gd name="csY15" fmla="*/ 261515 h 580057"/>
                <a:gd name="csX16" fmla="*/ 409310 w 662399"/>
                <a:gd name="csY16" fmla="*/ 550940 h 580057"/>
                <a:gd name="csX17" fmla="*/ 401248 w 662399"/>
                <a:gd name="csY17" fmla="*/ 510893 h 580057"/>
                <a:gd name="csX18" fmla="*/ 582272 w 662399"/>
                <a:gd name="csY18" fmla="*/ 335334 h 580057"/>
                <a:gd name="csX19" fmla="*/ 576355 w 662399"/>
                <a:gd name="csY19" fmla="*/ 323642 h 580057"/>
                <a:gd name="csX20" fmla="*/ 564706 w 662399"/>
                <a:gd name="csY20" fmla="*/ 329581 h 580057"/>
                <a:gd name="csX21" fmla="*/ 388226 w 662399"/>
                <a:gd name="csY21" fmla="*/ 495192 h 580057"/>
                <a:gd name="csX22" fmla="*/ 381421 w 662399"/>
                <a:gd name="csY22" fmla="*/ 506029 h 580057"/>
                <a:gd name="csX23" fmla="*/ 391333 w 662399"/>
                <a:gd name="csY23" fmla="*/ 555392 h 580057"/>
                <a:gd name="csX24" fmla="*/ 250318 w 662399"/>
                <a:gd name="csY24" fmla="*/ 552423 h 580057"/>
                <a:gd name="csX25" fmla="*/ 259896 w 662399"/>
                <a:gd name="csY25" fmla="*/ 520504 h 580057"/>
                <a:gd name="csX26" fmla="*/ 253720 w 662399"/>
                <a:gd name="csY26" fmla="*/ 508923 h 580057"/>
                <a:gd name="csX27" fmla="*/ 242181 w 662399"/>
                <a:gd name="csY27" fmla="*/ 515121 h 580057"/>
                <a:gd name="csX28" fmla="*/ 232566 w 662399"/>
                <a:gd name="csY28" fmla="*/ 547152 h 580057"/>
                <a:gd name="csX29" fmla="*/ 85265 w 662399"/>
                <a:gd name="csY29" fmla="*/ 59830 h 580057"/>
                <a:gd name="csX30" fmla="*/ 83786 w 662399"/>
                <a:gd name="csY30" fmla="*/ 46803 h 580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662399" h="580057">
                  <a:moveTo>
                    <a:pt x="83837" y="46836"/>
                  </a:moveTo>
                  <a:cubicBezTo>
                    <a:pt x="79843" y="43644"/>
                    <a:pt x="74037" y="44312"/>
                    <a:pt x="70857" y="48320"/>
                  </a:cubicBezTo>
                  <a:cubicBezTo>
                    <a:pt x="24482" y="106926"/>
                    <a:pt x="0" y="177408"/>
                    <a:pt x="0" y="252232"/>
                  </a:cubicBezTo>
                  <a:cubicBezTo>
                    <a:pt x="9504" y="613811"/>
                    <a:pt x="482679" y="704075"/>
                    <a:pt x="627907" y="382022"/>
                  </a:cubicBezTo>
                  <a:lnTo>
                    <a:pt x="649653" y="391004"/>
                  </a:lnTo>
                  <a:cubicBezTo>
                    <a:pt x="654275" y="392934"/>
                    <a:pt x="659786" y="390744"/>
                    <a:pt x="661708" y="385956"/>
                  </a:cubicBezTo>
                  <a:cubicBezTo>
                    <a:pt x="663631" y="381205"/>
                    <a:pt x="661413" y="375787"/>
                    <a:pt x="656679" y="373857"/>
                  </a:cubicBezTo>
                  <a:lnTo>
                    <a:pt x="634749" y="364801"/>
                  </a:lnTo>
                  <a:cubicBezTo>
                    <a:pt x="681975" y="239571"/>
                    <a:pt x="642626" y="88327"/>
                    <a:pt x="539300" y="2224"/>
                  </a:cubicBezTo>
                  <a:cubicBezTo>
                    <a:pt x="535417" y="-1116"/>
                    <a:pt x="529574" y="-633"/>
                    <a:pt x="526282" y="3264"/>
                  </a:cubicBezTo>
                  <a:cubicBezTo>
                    <a:pt x="522954" y="7161"/>
                    <a:pt x="523435" y="13025"/>
                    <a:pt x="527318" y="16328"/>
                  </a:cubicBezTo>
                  <a:cubicBezTo>
                    <a:pt x="594070" y="73411"/>
                    <a:pt x="633304" y="155582"/>
                    <a:pt x="635898" y="242958"/>
                  </a:cubicBezTo>
                  <a:lnTo>
                    <a:pt x="590115" y="242958"/>
                  </a:lnTo>
                  <a:cubicBezTo>
                    <a:pt x="585012" y="242958"/>
                    <a:pt x="580870" y="247114"/>
                    <a:pt x="580870" y="252236"/>
                  </a:cubicBezTo>
                  <a:cubicBezTo>
                    <a:pt x="580870" y="257358"/>
                    <a:pt x="585012" y="261515"/>
                    <a:pt x="590115" y="261515"/>
                  </a:cubicBezTo>
                  <a:lnTo>
                    <a:pt x="635824" y="261515"/>
                  </a:lnTo>
                  <a:cubicBezTo>
                    <a:pt x="631756" y="399809"/>
                    <a:pt x="537005" y="515566"/>
                    <a:pt x="409310" y="550940"/>
                  </a:cubicBezTo>
                  <a:lnTo>
                    <a:pt x="401248" y="510893"/>
                  </a:lnTo>
                  <a:cubicBezTo>
                    <a:pt x="485973" y="486397"/>
                    <a:pt x="554874" y="419850"/>
                    <a:pt x="582272" y="335334"/>
                  </a:cubicBezTo>
                  <a:cubicBezTo>
                    <a:pt x="583862" y="330472"/>
                    <a:pt x="581200" y="325239"/>
                    <a:pt x="576355" y="323642"/>
                  </a:cubicBezTo>
                  <a:cubicBezTo>
                    <a:pt x="571473" y="322046"/>
                    <a:pt x="566296" y="324719"/>
                    <a:pt x="564706" y="329581"/>
                  </a:cubicBezTo>
                  <a:cubicBezTo>
                    <a:pt x="538337" y="410863"/>
                    <a:pt x="470698" y="474326"/>
                    <a:pt x="388226" y="495192"/>
                  </a:cubicBezTo>
                  <a:cubicBezTo>
                    <a:pt x="383455" y="496416"/>
                    <a:pt x="380460" y="501167"/>
                    <a:pt x="381421" y="506029"/>
                  </a:cubicBezTo>
                  <a:lnTo>
                    <a:pt x="391333" y="555392"/>
                  </a:lnTo>
                  <a:cubicBezTo>
                    <a:pt x="345993" y="565302"/>
                    <a:pt x="294956" y="564188"/>
                    <a:pt x="250318" y="552423"/>
                  </a:cubicBezTo>
                  <a:lnTo>
                    <a:pt x="259896" y="520504"/>
                  </a:lnTo>
                  <a:cubicBezTo>
                    <a:pt x="261375" y="515604"/>
                    <a:pt x="258601" y="510408"/>
                    <a:pt x="253720" y="508923"/>
                  </a:cubicBezTo>
                  <a:cubicBezTo>
                    <a:pt x="248838" y="507438"/>
                    <a:pt x="243661" y="510222"/>
                    <a:pt x="242181" y="515121"/>
                  </a:cubicBezTo>
                  <a:lnTo>
                    <a:pt x="232566" y="547152"/>
                  </a:lnTo>
                  <a:cubicBezTo>
                    <a:pt x="32277" y="485281"/>
                    <a:pt x="-50458" y="227066"/>
                    <a:pt x="85265" y="59830"/>
                  </a:cubicBezTo>
                  <a:cubicBezTo>
                    <a:pt x="88445" y="55822"/>
                    <a:pt x="87780" y="49994"/>
                    <a:pt x="83786" y="46803"/>
                  </a:cubicBezTo>
                  <a:close/>
                </a:path>
              </a:pathLst>
            </a:custGeom>
            <a:solidFill>
              <a:srgbClr val="000000"/>
            </a:solidFill>
            <a:ln w="9438" cap="flat">
              <a:noFill/>
              <a:prstDash val="solid"/>
              <a:miter/>
            </a:ln>
          </p:spPr>
          <p:txBody>
            <a:bodyPr/>
            <a:lstStyle/>
            <a:p>
              <a:endParaRPr lang="en-US"/>
            </a:p>
          </p:txBody>
        </p:sp>
        <p:sp>
          <p:nvSpPr>
            <p:cNvPr id="40" name="Freeform 39">
              <a:extLst>
                <a:ext uri="{FF2B5EF4-FFF2-40B4-BE49-F238E27FC236}">
                  <a16:creationId xmlns:a16="http://schemas.microsoft.com/office/drawing/2014/main" id="{D6185978-09F2-8D46-7BDD-B7623CAC1D9F}"/>
                </a:ext>
              </a:extLst>
            </p:cNvPr>
            <p:cNvSpPr/>
            <p:nvPr/>
          </p:nvSpPr>
          <p:spPr>
            <a:xfrm>
              <a:off x="3844355" y="4789162"/>
              <a:ext cx="471821" cy="363775"/>
            </a:xfrm>
            <a:custGeom>
              <a:avLst/>
              <a:gdLst>
                <a:gd name="csX0" fmla="*/ 45419 w 471821"/>
                <a:gd name="csY0" fmla="*/ 4038 h 363775"/>
                <a:gd name="csX1" fmla="*/ 35952 w 471821"/>
                <a:gd name="csY1" fmla="*/ 288712 h 363775"/>
                <a:gd name="csX2" fmla="*/ 43940 w 471821"/>
                <a:gd name="csY2" fmla="*/ 293351 h 363775"/>
                <a:gd name="csX3" fmla="*/ 51928 w 471821"/>
                <a:gd name="csY3" fmla="*/ 279395 h 363775"/>
                <a:gd name="csX4" fmla="*/ 56181 w 471821"/>
                <a:gd name="csY4" fmla="*/ 21478 h 363775"/>
                <a:gd name="csX5" fmla="*/ 91978 w 471821"/>
                <a:gd name="csY5" fmla="*/ 41075 h 363775"/>
                <a:gd name="csX6" fmla="*/ 144973 w 471821"/>
                <a:gd name="csY6" fmla="*/ 323373 h 363775"/>
                <a:gd name="csX7" fmla="*/ 128110 w 471821"/>
                <a:gd name="csY7" fmla="*/ 349354 h 363775"/>
                <a:gd name="csX8" fmla="*/ 130810 w 471821"/>
                <a:gd name="csY8" fmla="*/ 362196 h 363775"/>
                <a:gd name="csX9" fmla="*/ 143606 w 471821"/>
                <a:gd name="csY9" fmla="*/ 359487 h 363775"/>
                <a:gd name="csX10" fmla="*/ 160358 w 471821"/>
                <a:gd name="csY10" fmla="*/ 333692 h 363775"/>
                <a:gd name="csX11" fmla="*/ 471557 w 471821"/>
                <a:gd name="csY11" fmla="*/ 201298 h 363775"/>
                <a:gd name="csX12" fmla="*/ 462534 w 471821"/>
                <a:gd name="csY12" fmla="*/ 189941 h 363775"/>
                <a:gd name="csX13" fmla="*/ 426736 w 471821"/>
                <a:gd name="csY13" fmla="*/ 189941 h 363775"/>
                <a:gd name="csX14" fmla="*/ 426736 w 471821"/>
                <a:gd name="csY14" fmla="*/ 208499 h 363775"/>
                <a:gd name="csX15" fmla="*/ 450515 w 471821"/>
                <a:gd name="csY15" fmla="*/ 208499 h 363775"/>
                <a:gd name="csX16" fmla="*/ 77485 w 471821"/>
                <a:gd name="csY16" fmla="*/ 154013 h 363775"/>
                <a:gd name="csX17" fmla="*/ 113098 w 471821"/>
                <a:gd name="csY17" fmla="*/ 42742 h 363775"/>
                <a:gd name="csX18" fmla="*/ 113727 w 471821"/>
                <a:gd name="csY18" fmla="*/ 34094 h 363775"/>
                <a:gd name="csX19" fmla="*/ 109733 w 471821"/>
                <a:gd name="csY19" fmla="*/ 29714 h 363775"/>
                <a:gd name="csX20" fmla="*/ 57515 w 471821"/>
                <a:gd name="csY20" fmla="*/ 1135 h 363775"/>
                <a:gd name="csX21" fmla="*/ 45423 w 471821"/>
                <a:gd name="csY21" fmla="*/ 4105 h 363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471821" h="363775">
                  <a:moveTo>
                    <a:pt x="45419" y="4038"/>
                  </a:moveTo>
                  <a:cubicBezTo>
                    <a:pt x="-11532" y="87102"/>
                    <a:pt x="-15193" y="202049"/>
                    <a:pt x="35952" y="288712"/>
                  </a:cubicBezTo>
                  <a:cubicBezTo>
                    <a:pt x="37653" y="291681"/>
                    <a:pt x="40760" y="293351"/>
                    <a:pt x="43940" y="293351"/>
                  </a:cubicBezTo>
                  <a:cubicBezTo>
                    <a:pt x="50818" y="293500"/>
                    <a:pt x="55589" y="285372"/>
                    <a:pt x="51928" y="279395"/>
                  </a:cubicBezTo>
                  <a:cubicBezTo>
                    <a:pt x="5849" y="201268"/>
                    <a:pt x="7476" y="97974"/>
                    <a:pt x="56181" y="21478"/>
                  </a:cubicBezTo>
                  <a:lnTo>
                    <a:pt x="91978" y="41075"/>
                  </a:lnTo>
                  <a:cubicBezTo>
                    <a:pt x="31366" y="132155"/>
                    <a:pt x="58251" y="262573"/>
                    <a:pt x="144973" y="323373"/>
                  </a:cubicBezTo>
                  <a:lnTo>
                    <a:pt x="128110" y="349354"/>
                  </a:lnTo>
                  <a:cubicBezTo>
                    <a:pt x="125337" y="353659"/>
                    <a:pt x="126520" y="359412"/>
                    <a:pt x="130810" y="362196"/>
                  </a:cubicBezTo>
                  <a:cubicBezTo>
                    <a:pt x="135026" y="364980"/>
                    <a:pt x="140795" y="363829"/>
                    <a:pt x="143606" y="359487"/>
                  </a:cubicBezTo>
                  <a:lnTo>
                    <a:pt x="160358" y="333692"/>
                  </a:lnTo>
                  <a:cubicBezTo>
                    <a:pt x="278699" y="407329"/>
                    <a:pt x="441934" y="339148"/>
                    <a:pt x="471557" y="201298"/>
                  </a:cubicBezTo>
                  <a:cubicBezTo>
                    <a:pt x="472999" y="195694"/>
                    <a:pt x="468340" y="189793"/>
                    <a:pt x="462534" y="189941"/>
                  </a:cubicBezTo>
                  <a:lnTo>
                    <a:pt x="426736" y="189941"/>
                  </a:lnTo>
                  <a:cubicBezTo>
                    <a:pt x="414532" y="190238"/>
                    <a:pt x="414532" y="208202"/>
                    <a:pt x="426736" y="208499"/>
                  </a:cubicBezTo>
                  <a:lnTo>
                    <a:pt x="450515" y="208499"/>
                  </a:lnTo>
                  <a:cubicBezTo>
                    <a:pt x="382802" y="417275"/>
                    <a:pt x="82730" y="374585"/>
                    <a:pt x="77485" y="154013"/>
                  </a:cubicBezTo>
                  <a:cubicBezTo>
                    <a:pt x="77448" y="113817"/>
                    <a:pt x="89911" y="75441"/>
                    <a:pt x="113098" y="42742"/>
                  </a:cubicBezTo>
                  <a:cubicBezTo>
                    <a:pt x="114726" y="40218"/>
                    <a:pt x="114948" y="36803"/>
                    <a:pt x="113727" y="34094"/>
                  </a:cubicBezTo>
                  <a:cubicBezTo>
                    <a:pt x="112951" y="32238"/>
                    <a:pt x="111471" y="30716"/>
                    <a:pt x="109733" y="29714"/>
                  </a:cubicBezTo>
                  <a:lnTo>
                    <a:pt x="57515" y="1135"/>
                  </a:lnTo>
                  <a:cubicBezTo>
                    <a:pt x="53336" y="-1166"/>
                    <a:pt x="48085" y="133"/>
                    <a:pt x="45423" y="4105"/>
                  </a:cubicBezTo>
                  <a:close/>
                </a:path>
              </a:pathLst>
            </a:custGeom>
            <a:solidFill>
              <a:srgbClr val="000000"/>
            </a:solidFill>
            <a:ln w="9438" cap="flat">
              <a:noFill/>
              <a:prstDash val="solid"/>
              <a:miter/>
            </a:ln>
          </p:spPr>
          <p:txBody>
            <a:bodyPr/>
            <a:lstStyle/>
            <a:p>
              <a:endParaRPr lang="en-US"/>
            </a:p>
          </p:txBody>
        </p:sp>
        <p:sp>
          <p:nvSpPr>
            <p:cNvPr id="41" name="Freeform 40">
              <a:extLst>
                <a:ext uri="{FF2B5EF4-FFF2-40B4-BE49-F238E27FC236}">
                  <a16:creationId xmlns:a16="http://schemas.microsoft.com/office/drawing/2014/main" id="{827EBA43-A0FF-09AB-7CD7-816F87110125}"/>
                </a:ext>
              </a:extLst>
            </p:cNvPr>
            <p:cNvSpPr/>
            <p:nvPr/>
          </p:nvSpPr>
          <p:spPr>
            <a:xfrm>
              <a:off x="3919038" y="4578583"/>
              <a:ext cx="338333" cy="137241"/>
            </a:xfrm>
            <a:custGeom>
              <a:avLst/>
              <a:gdLst>
                <a:gd name="csX0" fmla="*/ 221033 w 338333"/>
                <a:gd name="csY0" fmla="*/ 16 h 137241"/>
                <a:gd name="csX1" fmla="*/ 211270 w 338333"/>
                <a:gd name="csY1" fmla="*/ 8738 h 137241"/>
                <a:gd name="csX2" fmla="*/ 209643 w 338333"/>
                <a:gd name="csY2" fmla="*/ 36500 h 137241"/>
                <a:gd name="csX3" fmla="*/ 34536 w 338333"/>
                <a:gd name="csY3" fmla="*/ 77364 h 137241"/>
                <a:gd name="csX4" fmla="*/ 16230 w 338333"/>
                <a:gd name="csY4" fmla="*/ 56208 h 137241"/>
                <a:gd name="csX5" fmla="*/ 3176 w 338333"/>
                <a:gd name="csY5" fmla="*/ 55280 h 137241"/>
                <a:gd name="csX6" fmla="*/ 2251 w 338333"/>
                <a:gd name="csY6" fmla="*/ 68382 h 137241"/>
                <a:gd name="csX7" fmla="*/ 25549 w 338333"/>
                <a:gd name="csY7" fmla="*/ 95290 h 137241"/>
                <a:gd name="csX8" fmla="*/ 37199 w 338333"/>
                <a:gd name="csY8" fmla="*/ 97220 h 137241"/>
                <a:gd name="csX9" fmla="*/ 217740 w 338333"/>
                <a:gd name="csY9" fmla="*/ 55651 h 137241"/>
                <a:gd name="csX10" fmla="*/ 316152 w 338333"/>
                <a:gd name="csY10" fmla="*/ 80333 h 137241"/>
                <a:gd name="csX11" fmla="*/ 296108 w 338333"/>
                <a:gd name="csY11" fmla="*/ 116112 h 137241"/>
                <a:gd name="csX12" fmla="*/ 136717 w 338333"/>
                <a:gd name="csY12" fmla="*/ 101525 h 137241"/>
                <a:gd name="csX13" fmla="*/ 140600 w 338333"/>
                <a:gd name="csY13" fmla="*/ 119675 h 137241"/>
                <a:gd name="csX14" fmla="*/ 296223 w 338333"/>
                <a:gd name="csY14" fmla="*/ 136414 h 137241"/>
                <a:gd name="csX15" fmla="*/ 308094 w 338333"/>
                <a:gd name="csY15" fmla="*/ 132517 h 137241"/>
                <a:gd name="csX16" fmla="*/ 337161 w 338333"/>
                <a:gd name="csY16" fmla="*/ 80593 h 137241"/>
                <a:gd name="csX17" fmla="*/ 338086 w 338333"/>
                <a:gd name="csY17" fmla="*/ 74024 h 137241"/>
                <a:gd name="csX18" fmla="*/ 333056 w 338333"/>
                <a:gd name="csY18" fmla="*/ 67677 h 137241"/>
                <a:gd name="csX19" fmla="*/ 227951 w 338333"/>
                <a:gd name="csY19" fmla="*/ 37985 h 137241"/>
                <a:gd name="csX20" fmla="*/ 229578 w 338333"/>
                <a:gd name="csY20" fmla="*/ 9889 h 137241"/>
                <a:gd name="csX21" fmla="*/ 220887 w 338333"/>
                <a:gd name="csY21" fmla="*/ 91 h 1372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38333" h="137241">
                  <a:moveTo>
                    <a:pt x="221033" y="16"/>
                  </a:moveTo>
                  <a:cubicBezTo>
                    <a:pt x="216003" y="-281"/>
                    <a:pt x="211565" y="3616"/>
                    <a:pt x="211270" y="8738"/>
                  </a:cubicBezTo>
                  <a:lnTo>
                    <a:pt x="209643" y="36500"/>
                  </a:lnTo>
                  <a:cubicBezTo>
                    <a:pt x="148734" y="33383"/>
                    <a:pt x="87600" y="47672"/>
                    <a:pt x="34536" y="77364"/>
                  </a:cubicBezTo>
                  <a:lnTo>
                    <a:pt x="16230" y="56208"/>
                  </a:lnTo>
                  <a:cubicBezTo>
                    <a:pt x="12902" y="52348"/>
                    <a:pt x="7059" y="51940"/>
                    <a:pt x="3176" y="55280"/>
                  </a:cubicBezTo>
                  <a:cubicBezTo>
                    <a:pt x="-670" y="58621"/>
                    <a:pt x="-1077" y="64485"/>
                    <a:pt x="2251" y="68382"/>
                  </a:cubicBezTo>
                  <a:lnTo>
                    <a:pt x="25549" y="95290"/>
                  </a:lnTo>
                  <a:cubicBezTo>
                    <a:pt x="28471" y="98668"/>
                    <a:pt x="33426" y="99447"/>
                    <a:pt x="37199" y="97220"/>
                  </a:cubicBezTo>
                  <a:cubicBezTo>
                    <a:pt x="91302" y="65190"/>
                    <a:pt x="155019" y="50566"/>
                    <a:pt x="217740" y="55651"/>
                  </a:cubicBezTo>
                  <a:cubicBezTo>
                    <a:pt x="251800" y="58323"/>
                    <a:pt x="284787" y="66600"/>
                    <a:pt x="316152" y="80333"/>
                  </a:cubicBezTo>
                  <a:lnTo>
                    <a:pt x="296108" y="116112"/>
                  </a:lnTo>
                  <a:cubicBezTo>
                    <a:pt x="246368" y="95068"/>
                    <a:pt x="189639" y="90057"/>
                    <a:pt x="136717" y="101525"/>
                  </a:cubicBezTo>
                  <a:cubicBezTo>
                    <a:pt x="124957" y="104346"/>
                    <a:pt x="128544" y="121938"/>
                    <a:pt x="140600" y="119675"/>
                  </a:cubicBezTo>
                  <a:cubicBezTo>
                    <a:pt x="192522" y="108392"/>
                    <a:pt x="248035" y="114219"/>
                    <a:pt x="296223" y="136414"/>
                  </a:cubicBezTo>
                  <a:cubicBezTo>
                    <a:pt x="300513" y="138381"/>
                    <a:pt x="305764" y="136748"/>
                    <a:pt x="308094" y="132517"/>
                  </a:cubicBezTo>
                  <a:lnTo>
                    <a:pt x="337161" y="80593"/>
                  </a:lnTo>
                  <a:cubicBezTo>
                    <a:pt x="338234" y="78589"/>
                    <a:pt x="338641" y="76213"/>
                    <a:pt x="338086" y="74024"/>
                  </a:cubicBezTo>
                  <a:cubicBezTo>
                    <a:pt x="337494" y="71277"/>
                    <a:pt x="335534" y="68939"/>
                    <a:pt x="333056" y="67677"/>
                  </a:cubicBezTo>
                  <a:cubicBezTo>
                    <a:pt x="299663" y="51754"/>
                    <a:pt x="264419" y="41844"/>
                    <a:pt x="227951" y="37985"/>
                  </a:cubicBezTo>
                  <a:lnTo>
                    <a:pt x="229578" y="9889"/>
                  </a:lnTo>
                  <a:cubicBezTo>
                    <a:pt x="229874" y="4767"/>
                    <a:pt x="225991" y="387"/>
                    <a:pt x="220887" y="91"/>
                  </a:cubicBezTo>
                  <a:close/>
                </a:path>
              </a:pathLst>
            </a:custGeom>
            <a:solidFill>
              <a:srgbClr val="000000"/>
            </a:solidFill>
            <a:ln w="9438" cap="flat">
              <a:noFill/>
              <a:prstDash val="solid"/>
              <a:miter/>
            </a:ln>
          </p:spPr>
          <p:txBody>
            <a:bodyPr/>
            <a:lstStyle/>
            <a:p>
              <a:endParaRPr lang="en-US"/>
            </a:p>
          </p:txBody>
        </p:sp>
        <p:sp>
          <p:nvSpPr>
            <p:cNvPr id="42" name="Freeform 41">
              <a:extLst>
                <a:ext uri="{FF2B5EF4-FFF2-40B4-BE49-F238E27FC236}">
                  <a16:creationId xmlns:a16="http://schemas.microsoft.com/office/drawing/2014/main" id="{7080D48A-982A-1EFB-C38C-F30381D8ABD2}"/>
                </a:ext>
              </a:extLst>
            </p:cNvPr>
            <p:cNvSpPr/>
            <p:nvPr/>
          </p:nvSpPr>
          <p:spPr>
            <a:xfrm>
              <a:off x="3988072" y="4733630"/>
              <a:ext cx="366180" cy="175999"/>
            </a:xfrm>
            <a:custGeom>
              <a:avLst/>
              <a:gdLst>
                <a:gd name="csX0" fmla="*/ 365419 w 366180"/>
                <a:gd name="csY0" fmla="*/ 94601 h 175999"/>
                <a:gd name="csX1" fmla="*/ 353252 w 366180"/>
                <a:gd name="csY1" fmla="*/ 89776 h 175999"/>
                <a:gd name="csX2" fmla="*/ 307801 w 366180"/>
                <a:gd name="csY2" fmla="*/ 109558 h 175999"/>
                <a:gd name="csX3" fmla="*/ 3921 w 366180"/>
                <a:gd name="csY3" fmla="*/ 38112 h 175999"/>
                <a:gd name="csX4" fmla="*/ 1702 w 366180"/>
                <a:gd name="csY4" fmla="*/ 51028 h 175999"/>
                <a:gd name="csX5" fmla="*/ 14572 w 366180"/>
                <a:gd name="csY5" fmla="*/ 53255 h 175999"/>
                <a:gd name="csX6" fmla="*/ 307537 w 366180"/>
                <a:gd name="csY6" fmla="*/ 157439 h 175999"/>
                <a:gd name="csX7" fmla="*/ 278987 w 366180"/>
                <a:gd name="csY7" fmla="*/ 157439 h 175999"/>
                <a:gd name="csX8" fmla="*/ 278987 w 366180"/>
                <a:gd name="csY8" fmla="*/ 175996 h 175999"/>
                <a:gd name="csX9" fmla="*/ 319371 w 366180"/>
                <a:gd name="csY9" fmla="*/ 175996 h 175999"/>
                <a:gd name="csX10" fmla="*/ 328394 w 366180"/>
                <a:gd name="csY10" fmla="*/ 164750 h 175999"/>
                <a:gd name="csX11" fmla="*/ 315931 w 366180"/>
                <a:gd name="csY11" fmla="*/ 126225 h 175999"/>
                <a:gd name="csX12" fmla="*/ 360606 w 366180"/>
                <a:gd name="csY12" fmla="*/ 106776 h 175999"/>
                <a:gd name="csX13" fmla="*/ 365413 w 366180"/>
                <a:gd name="csY13" fmla="*/ 94565 h 175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66180" h="175999">
                  <a:moveTo>
                    <a:pt x="365419" y="94601"/>
                  </a:moveTo>
                  <a:cubicBezTo>
                    <a:pt x="363385" y="89888"/>
                    <a:pt x="357949" y="87735"/>
                    <a:pt x="353252" y="89776"/>
                  </a:cubicBezTo>
                  <a:lnTo>
                    <a:pt x="307801" y="109558"/>
                  </a:lnTo>
                  <a:cubicBezTo>
                    <a:pt x="251182" y="1774"/>
                    <a:pt x="103734" y="-35121"/>
                    <a:pt x="3921" y="38112"/>
                  </a:cubicBezTo>
                  <a:cubicBezTo>
                    <a:pt x="-258" y="41081"/>
                    <a:pt x="-1257" y="46871"/>
                    <a:pt x="1702" y="51028"/>
                  </a:cubicBezTo>
                  <a:cubicBezTo>
                    <a:pt x="4661" y="55222"/>
                    <a:pt x="10430" y="56187"/>
                    <a:pt x="14572" y="53255"/>
                  </a:cubicBezTo>
                  <a:cubicBezTo>
                    <a:pt x="119299" y="-23313"/>
                    <a:pt x="273814" y="32990"/>
                    <a:pt x="307537" y="157439"/>
                  </a:cubicBezTo>
                  <a:lnTo>
                    <a:pt x="278987" y="157439"/>
                  </a:lnTo>
                  <a:cubicBezTo>
                    <a:pt x="266820" y="157736"/>
                    <a:pt x="266783" y="175700"/>
                    <a:pt x="278987" y="175996"/>
                  </a:cubicBezTo>
                  <a:lnTo>
                    <a:pt x="319371" y="175996"/>
                  </a:lnTo>
                  <a:cubicBezTo>
                    <a:pt x="325103" y="176145"/>
                    <a:pt x="329763" y="170318"/>
                    <a:pt x="328394" y="164750"/>
                  </a:cubicBezTo>
                  <a:cubicBezTo>
                    <a:pt x="325473" y="151351"/>
                    <a:pt x="321257" y="138473"/>
                    <a:pt x="315931" y="126225"/>
                  </a:cubicBezTo>
                  <a:lnTo>
                    <a:pt x="360606" y="106776"/>
                  </a:lnTo>
                  <a:cubicBezTo>
                    <a:pt x="365302" y="104735"/>
                    <a:pt x="367447" y="99279"/>
                    <a:pt x="365413" y="94565"/>
                  </a:cubicBezTo>
                  <a:close/>
                </a:path>
              </a:pathLst>
            </a:custGeom>
            <a:solidFill>
              <a:srgbClr val="000000"/>
            </a:solidFill>
            <a:ln w="9438" cap="flat">
              <a:noFill/>
              <a:prstDash val="solid"/>
              <a:miter/>
            </a:ln>
          </p:spPr>
          <p:txBody>
            <a:bodyPr/>
            <a:lstStyle/>
            <a:p>
              <a:endParaRPr lang="en-US"/>
            </a:p>
          </p:txBody>
        </p:sp>
        <p:sp>
          <p:nvSpPr>
            <p:cNvPr id="43" name="Freeform 42">
              <a:extLst>
                <a:ext uri="{FF2B5EF4-FFF2-40B4-BE49-F238E27FC236}">
                  <a16:creationId xmlns:a16="http://schemas.microsoft.com/office/drawing/2014/main" id="{D068C29C-20DA-2467-AB8C-0B247DC0A703}"/>
                </a:ext>
              </a:extLst>
            </p:cNvPr>
            <p:cNvSpPr/>
            <p:nvPr/>
          </p:nvSpPr>
          <p:spPr>
            <a:xfrm>
              <a:off x="4004823" y="4787978"/>
              <a:ext cx="214976" cy="273192"/>
            </a:xfrm>
            <a:custGeom>
              <a:avLst/>
              <a:gdLst>
                <a:gd name="csX0" fmla="*/ 198517 w 214976"/>
                <a:gd name="csY0" fmla="*/ 132751 h 273192"/>
                <a:gd name="csX1" fmla="*/ 204361 w 214976"/>
                <a:gd name="csY1" fmla="*/ 133233 h 273192"/>
                <a:gd name="csX2" fmla="*/ 214974 w 214976"/>
                <a:gd name="csY2" fmla="*/ 124066 h 273192"/>
                <a:gd name="csX3" fmla="*/ 214974 w 214976"/>
                <a:gd name="csY3" fmla="*/ 95153 h 273192"/>
                <a:gd name="csX4" fmla="*/ 191898 w 214976"/>
                <a:gd name="csY4" fmla="*/ 72030 h 273192"/>
                <a:gd name="csX5" fmla="*/ 164088 w 214976"/>
                <a:gd name="csY5" fmla="*/ 72030 h 273192"/>
                <a:gd name="csX6" fmla="*/ 114014 w 214976"/>
                <a:gd name="csY6" fmla="*/ 434 h 273192"/>
                <a:gd name="csX7" fmla="*/ 50924 w 214976"/>
                <a:gd name="csY7" fmla="*/ 72030 h 273192"/>
                <a:gd name="csX8" fmla="*/ 23076 w 214976"/>
                <a:gd name="csY8" fmla="*/ 72030 h 273192"/>
                <a:gd name="csX9" fmla="*/ 0 w 214976"/>
                <a:gd name="csY9" fmla="*/ 95153 h 273192"/>
                <a:gd name="csX10" fmla="*/ 0 w 214976"/>
                <a:gd name="csY10" fmla="*/ 155205 h 273192"/>
                <a:gd name="csX11" fmla="*/ 18491 w 214976"/>
                <a:gd name="csY11" fmla="*/ 155205 h 273192"/>
                <a:gd name="csX12" fmla="*/ 18491 w 214976"/>
                <a:gd name="csY12" fmla="*/ 95153 h 273192"/>
                <a:gd name="csX13" fmla="*/ 23076 w 214976"/>
                <a:gd name="csY13" fmla="*/ 90588 h 273192"/>
                <a:gd name="csX14" fmla="*/ 64200 w 214976"/>
                <a:gd name="csY14" fmla="*/ 90588 h 273192"/>
                <a:gd name="csX15" fmla="*/ 72373 w 214976"/>
                <a:gd name="csY15" fmla="*/ 76966 h 273192"/>
                <a:gd name="csX16" fmla="*/ 111980 w 214976"/>
                <a:gd name="csY16" fmla="*/ 18844 h 273192"/>
                <a:gd name="csX17" fmla="*/ 142601 w 214976"/>
                <a:gd name="csY17" fmla="*/ 76966 h 273192"/>
                <a:gd name="csX18" fmla="*/ 150774 w 214976"/>
                <a:gd name="csY18" fmla="*/ 90588 h 273192"/>
                <a:gd name="csX19" fmla="*/ 191898 w 214976"/>
                <a:gd name="csY19" fmla="*/ 90588 h 273192"/>
                <a:gd name="csX20" fmla="*/ 196484 w 214976"/>
                <a:gd name="csY20" fmla="*/ 95153 h 273192"/>
                <a:gd name="csX21" fmla="*/ 196484 w 214976"/>
                <a:gd name="csY21" fmla="*/ 114230 h 273192"/>
                <a:gd name="csX22" fmla="*/ 196484 w 214976"/>
                <a:gd name="csY22" fmla="*/ 230956 h 273192"/>
                <a:gd name="csX23" fmla="*/ 196484 w 214976"/>
                <a:gd name="csY23" fmla="*/ 250033 h 273192"/>
                <a:gd name="csX24" fmla="*/ 191898 w 214976"/>
                <a:gd name="csY24" fmla="*/ 254635 h 273192"/>
                <a:gd name="csX25" fmla="*/ 23078 w 214976"/>
                <a:gd name="csY25" fmla="*/ 254635 h 273192"/>
                <a:gd name="csX26" fmla="*/ 18492 w 214976"/>
                <a:gd name="csY26" fmla="*/ 250033 h 273192"/>
                <a:gd name="csX27" fmla="*/ 18492 w 214976"/>
                <a:gd name="csY27" fmla="*/ 204307 h 273192"/>
                <a:gd name="csX28" fmla="*/ 1 w 214976"/>
                <a:gd name="csY28" fmla="*/ 204307 h 273192"/>
                <a:gd name="csX29" fmla="*/ 1 w 214976"/>
                <a:gd name="csY29" fmla="*/ 250033 h 273192"/>
                <a:gd name="csX30" fmla="*/ 23078 w 214976"/>
                <a:gd name="csY30" fmla="*/ 273192 h 273192"/>
                <a:gd name="csX31" fmla="*/ 191898 w 214976"/>
                <a:gd name="csY31" fmla="*/ 273192 h 273192"/>
                <a:gd name="csX32" fmla="*/ 214975 w 214976"/>
                <a:gd name="csY32" fmla="*/ 250033 h 273192"/>
                <a:gd name="csX33" fmla="*/ 214975 w 214976"/>
                <a:gd name="csY33" fmla="*/ 221120 h 273192"/>
                <a:gd name="csX34" fmla="*/ 211757 w 214976"/>
                <a:gd name="csY34" fmla="*/ 214105 h 273192"/>
                <a:gd name="csX35" fmla="*/ 198518 w 214976"/>
                <a:gd name="csY35" fmla="*/ 212435 h 273192"/>
                <a:gd name="csX36" fmla="*/ 198518 w 214976"/>
                <a:gd name="csY36" fmla="*/ 132749 h 2731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14976" h="273192">
                  <a:moveTo>
                    <a:pt x="198517" y="132751"/>
                  </a:moveTo>
                  <a:cubicBezTo>
                    <a:pt x="200256" y="132751"/>
                    <a:pt x="202105" y="132899"/>
                    <a:pt x="204361" y="133233"/>
                  </a:cubicBezTo>
                  <a:cubicBezTo>
                    <a:pt x="209760" y="134161"/>
                    <a:pt x="215085" y="129559"/>
                    <a:pt x="214974" y="124066"/>
                  </a:cubicBezTo>
                  <a:lnTo>
                    <a:pt x="214974" y="95153"/>
                  </a:lnTo>
                  <a:cubicBezTo>
                    <a:pt x="214974" y="82385"/>
                    <a:pt x="204619" y="72030"/>
                    <a:pt x="191898" y="72030"/>
                  </a:cubicBezTo>
                  <a:lnTo>
                    <a:pt x="164088" y="72030"/>
                  </a:lnTo>
                  <a:cubicBezTo>
                    <a:pt x="172630" y="38960"/>
                    <a:pt x="148112" y="3553"/>
                    <a:pt x="114014" y="434"/>
                  </a:cubicBezTo>
                  <a:cubicBezTo>
                    <a:pt x="74629" y="-4502"/>
                    <a:pt x="41124" y="33467"/>
                    <a:pt x="50924" y="72030"/>
                  </a:cubicBezTo>
                  <a:lnTo>
                    <a:pt x="23076" y="72030"/>
                  </a:lnTo>
                  <a:cubicBezTo>
                    <a:pt x="10354" y="72030"/>
                    <a:pt x="0" y="82423"/>
                    <a:pt x="0" y="95153"/>
                  </a:cubicBezTo>
                  <a:lnTo>
                    <a:pt x="0" y="155205"/>
                  </a:lnTo>
                  <a:cubicBezTo>
                    <a:pt x="333" y="167416"/>
                    <a:pt x="18158" y="167453"/>
                    <a:pt x="18491" y="155205"/>
                  </a:cubicBezTo>
                  <a:lnTo>
                    <a:pt x="18491" y="95153"/>
                  </a:lnTo>
                  <a:cubicBezTo>
                    <a:pt x="18491" y="92629"/>
                    <a:pt x="20524" y="90588"/>
                    <a:pt x="23076" y="90588"/>
                  </a:cubicBezTo>
                  <a:lnTo>
                    <a:pt x="64200" y="90588"/>
                  </a:lnTo>
                  <a:cubicBezTo>
                    <a:pt x="70931" y="90810"/>
                    <a:pt x="75701" y="82868"/>
                    <a:pt x="72373" y="76966"/>
                  </a:cubicBezTo>
                  <a:cubicBezTo>
                    <a:pt x="57359" y="49315"/>
                    <a:pt x="80842" y="14872"/>
                    <a:pt x="111980" y="18844"/>
                  </a:cubicBezTo>
                  <a:cubicBezTo>
                    <a:pt x="139125" y="21590"/>
                    <a:pt x="155840" y="52952"/>
                    <a:pt x="142601" y="76966"/>
                  </a:cubicBezTo>
                  <a:cubicBezTo>
                    <a:pt x="139273" y="82868"/>
                    <a:pt x="144044" y="90773"/>
                    <a:pt x="150774" y="90588"/>
                  </a:cubicBezTo>
                  <a:lnTo>
                    <a:pt x="191898" y="90588"/>
                  </a:lnTo>
                  <a:cubicBezTo>
                    <a:pt x="194413" y="90588"/>
                    <a:pt x="196484" y="92629"/>
                    <a:pt x="196484" y="95153"/>
                  </a:cubicBezTo>
                  <a:lnTo>
                    <a:pt x="196484" y="114230"/>
                  </a:lnTo>
                  <a:cubicBezTo>
                    <a:pt x="122003" y="119500"/>
                    <a:pt x="122040" y="225720"/>
                    <a:pt x="196484" y="230956"/>
                  </a:cubicBezTo>
                  <a:lnTo>
                    <a:pt x="196484" y="250033"/>
                  </a:lnTo>
                  <a:cubicBezTo>
                    <a:pt x="196484" y="252556"/>
                    <a:pt x="194450" y="254635"/>
                    <a:pt x="191898" y="254635"/>
                  </a:cubicBezTo>
                  <a:lnTo>
                    <a:pt x="23078" y="254635"/>
                  </a:lnTo>
                  <a:cubicBezTo>
                    <a:pt x="20563" y="254635"/>
                    <a:pt x="18492" y="252594"/>
                    <a:pt x="18492" y="250033"/>
                  </a:cubicBezTo>
                  <a:lnTo>
                    <a:pt x="18492" y="204307"/>
                  </a:lnTo>
                  <a:cubicBezTo>
                    <a:pt x="18233" y="192095"/>
                    <a:pt x="297" y="192058"/>
                    <a:pt x="1" y="204307"/>
                  </a:cubicBezTo>
                  <a:lnTo>
                    <a:pt x="1" y="250033"/>
                  </a:lnTo>
                  <a:cubicBezTo>
                    <a:pt x="1" y="262801"/>
                    <a:pt x="10357" y="273192"/>
                    <a:pt x="23078" y="273192"/>
                  </a:cubicBezTo>
                  <a:lnTo>
                    <a:pt x="191898" y="273192"/>
                  </a:lnTo>
                  <a:cubicBezTo>
                    <a:pt x="204620" y="273192"/>
                    <a:pt x="214975" y="262800"/>
                    <a:pt x="214975" y="250033"/>
                  </a:cubicBezTo>
                  <a:lnTo>
                    <a:pt x="214975" y="221120"/>
                  </a:lnTo>
                  <a:cubicBezTo>
                    <a:pt x="214975" y="218410"/>
                    <a:pt x="213791" y="215849"/>
                    <a:pt x="211757" y="214105"/>
                  </a:cubicBezTo>
                  <a:cubicBezTo>
                    <a:pt x="208244" y="210542"/>
                    <a:pt x="202586" y="212472"/>
                    <a:pt x="198518" y="212435"/>
                  </a:cubicBezTo>
                  <a:cubicBezTo>
                    <a:pt x="145820" y="210245"/>
                    <a:pt x="145894" y="134939"/>
                    <a:pt x="198518" y="132749"/>
                  </a:cubicBezTo>
                  <a:close/>
                </a:path>
              </a:pathLst>
            </a:custGeom>
            <a:solidFill>
              <a:srgbClr val="000000"/>
            </a:solidFill>
            <a:ln w="9438" cap="flat">
              <a:noFill/>
              <a:prstDash val="solid"/>
              <a:miter/>
            </a:ln>
          </p:spPr>
          <p:txBody>
            <a:bodyPr/>
            <a:lstStyle/>
            <a:p>
              <a:endParaRPr lang="en-US"/>
            </a:p>
          </p:txBody>
        </p:sp>
      </p:grpSp>
      <p:sp>
        <p:nvSpPr>
          <p:cNvPr id="50" name="Freeform 49">
            <a:extLst>
              <a:ext uri="{FF2B5EF4-FFF2-40B4-BE49-F238E27FC236}">
                <a16:creationId xmlns:a16="http://schemas.microsoft.com/office/drawing/2014/main" id="{888D34E1-BF1C-8679-9ED2-F34F527BD32A}"/>
              </a:ext>
              <a:ext uri="{C183D7F6-B498-43B3-948B-1728B52AA6E4}">
                <adec:decorative xmlns:adec="http://schemas.microsoft.com/office/drawing/2017/decorative" val="1"/>
              </a:ext>
            </a:extLst>
          </p:cNvPr>
          <p:cNvSpPr>
            <a:spLocks noChangeAspect="1"/>
          </p:cNvSpPr>
          <p:nvPr/>
        </p:nvSpPr>
        <p:spPr>
          <a:xfrm>
            <a:off x="9686849" y="2188643"/>
            <a:ext cx="592951" cy="597095"/>
          </a:xfrm>
          <a:custGeom>
            <a:avLst/>
            <a:gdLst>
              <a:gd name="csX0" fmla="*/ 518268 w 868140"/>
              <a:gd name="csY0" fmla="*/ 45655 h 874206"/>
              <a:gd name="csX1" fmla="*/ 545376 w 868140"/>
              <a:gd name="csY1" fmla="*/ 54785 h 874206"/>
              <a:gd name="csX2" fmla="*/ 571040 w 868140"/>
              <a:gd name="csY2" fmla="*/ 67628 h 874206"/>
              <a:gd name="csX3" fmla="*/ 575256 w 868140"/>
              <a:gd name="csY3" fmla="*/ 68518 h 874206"/>
              <a:gd name="csX4" fmla="*/ 579102 w 868140"/>
              <a:gd name="csY4" fmla="*/ 66514 h 874206"/>
              <a:gd name="csX5" fmla="*/ 588607 w 868140"/>
              <a:gd name="csY5" fmla="*/ 57050 h 874206"/>
              <a:gd name="csX6" fmla="*/ 606653 w 868140"/>
              <a:gd name="csY6" fmla="*/ 49515 h 874206"/>
              <a:gd name="csX7" fmla="*/ 624663 w 868140"/>
              <a:gd name="csY7" fmla="*/ 57013 h 874206"/>
              <a:gd name="csX8" fmla="*/ 656504 w 868140"/>
              <a:gd name="csY8" fmla="*/ 88932 h 874206"/>
              <a:gd name="csX9" fmla="*/ 663974 w 868140"/>
              <a:gd name="csY9" fmla="*/ 107082 h 874206"/>
              <a:gd name="csX10" fmla="*/ 656504 w 868140"/>
              <a:gd name="csY10" fmla="*/ 125231 h 874206"/>
              <a:gd name="csX11" fmla="*/ 647037 w 868140"/>
              <a:gd name="csY11" fmla="*/ 134696 h 874206"/>
              <a:gd name="csX12" fmla="*/ 645040 w 868140"/>
              <a:gd name="csY12" fmla="*/ 138630 h 874206"/>
              <a:gd name="csX13" fmla="*/ 645927 w 868140"/>
              <a:gd name="csY13" fmla="*/ 142861 h 874206"/>
              <a:gd name="csX14" fmla="*/ 658723 w 868140"/>
              <a:gd name="csY14" fmla="*/ 168619 h 874206"/>
              <a:gd name="csX15" fmla="*/ 667821 w 868140"/>
              <a:gd name="csY15" fmla="*/ 195787 h 874206"/>
              <a:gd name="csX16" fmla="*/ 670150 w 868140"/>
              <a:gd name="csY16" fmla="*/ 199424 h 874206"/>
              <a:gd name="csX17" fmla="*/ 674255 w 868140"/>
              <a:gd name="csY17" fmla="*/ 200761 h 874206"/>
              <a:gd name="csX18" fmla="*/ 687643 w 868140"/>
              <a:gd name="csY18" fmla="*/ 200761 h 874206"/>
              <a:gd name="csX19" fmla="*/ 705689 w 868140"/>
              <a:gd name="csY19" fmla="*/ 208295 h 874206"/>
              <a:gd name="csX20" fmla="*/ 713197 w 868140"/>
              <a:gd name="csY20" fmla="*/ 226407 h 874206"/>
              <a:gd name="csX21" fmla="*/ 713197 w 868140"/>
              <a:gd name="csY21" fmla="*/ 271502 h 874206"/>
              <a:gd name="csX22" fmla="*/ 705689 w 868140"/>
              <a:gd name="csY22" fmla="*/ 289576 h 874206"/>
              <a:gd name="csX23" fmla="*/ 687605 w 868140"/>
              <a:gd name="csY23" fmla="*/ 297148 h 874206"/>
              <a:gd name="csX24" fmla="*/ 674254 w 868140"/>
              <a:gd name="csY24" fmla="*/ 297148 h 874206"/>
              <a:gd name="csX25" fmla="*/ 670112 w 868140"/>
              <a:gd name="csY25" fmla="*/ 298521 h 874206"/>
              <a:gd name="csX26" fmla="*/ 667820 w 868140"/>
              <a:gd name="csY26" fmla="*/ 302121 h 874206"/>
              <a:gd name="csX27" fmla="*/ 658722 w 868140"/>
              <a:gd name="csY27" fmla="*/ 329327 h 874206"/>
              <a:gd name="csX28" fmla="*/ 645926 w 868140"/>
              <a:gd name="csY28" fmla="*/ 355084 h 874206"/>
              <a:gd name="csX29" fmla="*/ 645039 w 868140"/>
              <a:gd name="csY29" fmla="*/ 359316 h 874206"/>
              <a:gd name="csX30" fmla="*/ 647036 w 868140"/>
              <a:gd name="csY30" fmla="*/ 363176 h 874206"/>
              <a:gd name="csX31" fmla="*/ 656466 w 868140"/>
              <a:gd name="csY31" fmla="*/ 372714 h 874206"/>
              <a:gd name="csX32" fmla="*/ 663973 w 868140"/>
              <a:gd name="csY32" fmla="*/ 390826 h 874206"/>
              <a:gd name="csX33" fmla="*/ 656503 w 868140"/>
              <a:gd name="csY33" fmla="*/ 408900 h 874206"/>
              <a:gd name="csX34" fmla="*/ 624698 w 868140"/>
              <a:gd name="csY34" fmla="*/ 440857 h 874206"/>
              <a:gd name="csX35" fmla="*/ 606614 w 868140"/>
              <a:gd name="csY35" fmla="*/ 448354 h 874206"/>
              <a:gd name="csX36" fmla="*/ 588530 w 868140"/>
              <a:gd name="csY36" fmla="*/ 440857 h 874206"/>
              <a:gd name="csX37" fmla="*/ 579099 w 868140"/>
              <a:gd name="csY37" fmla="*/ 431355 h 874206"/>
              <a:gd name="csX38" fmla="*/ 575179 w 868140"/>
              <a:gd name="csY38" fmla="*/ 429351 h 874206"/>
              <a:gd name="csX39" fmla="*/ 570964 w 868140"/>
              <a:gd name="csY39" fmla="*/ 430242 h 874206"/>
              <a:gd name="csX40" fmla="*/ 545299 w 868140"/>
              <a:gd name="csY40" fmla="*/ 443084 h 874206"/>
              <a:gd name="csX41" fmla="*/ 518228 w 868140"/>
              <a:gd name="csY41" fmla="*/ 452214 h 874206"/>
              <a:gd name="csX42" fmla="*/ 514604 w 868140"/>
              <a:gd name="csY42" fmla="*/ 454553 h 874206"/>
              <a:gd name="csX43" fmla="*/ 513273 w 868140"/>
              <a:gd name="csY43" fmla="*/ 458672 h 874206"/>
              <a:gd name="csX44" fmla="*/ 513273 w 868140"/>
              <a:gd name="csY44" fmla="*/ 472108 h 874206"/>
              <a:gd name="csX45" fmla="*/ 505765 w 868140"/>
              <a:gd name="csY45" fmla="*/ 490183 h 874206"/>
              <a:gd name="csX46" fmla="*/ 487681 w 868140"/>
              <a:gd name="csY46" fmla="*/ 497755 h 874206"/>
              <a:gd name="csX47" fmla="*/ 442748 w 868140"/>
              <a:gd name="csY47" fmla="*/ 497755 h 874206"/>
              <a:gd name="csX48" fmla="*/ 424664 w 868140"/>
              <a:gd name="csY48" fmla="*/ 490220 h 874206"/>
              <a:gd name="csX49" fmla="*/ 417157 w 868140"/>
              <a:gd name="csY49" fmla="*/ 472070 h 874206"/>
              <a:gd name="csX50" fmla="*/ 417157 w 868140"/>
              <a:gd name="csY50" fmla="*/ 458671 h 874206"/>
              <a:gd name="csX51" fmla="*/ 415788 w 868140"/>
              <a:gd name="csY51" fmla="*/ 454515 h 874206"/>
              <a:gd name="csX52" fmla="*/ 412201 w 868140"/>
              <a:gd name="csY52" fmla="*/ 452213 h 874206"/>
              <a:gd name="csX53" fmla="*/ 385093 w 868140"/>
              <a:gd name="csY53" fmla="*/ 443083 h 874206"/>
              <a:gd name="csX54" fmla="*/ 359429 w 868140"/>
              <a:gd name="csY54" fmla="*/ 430241 h 874206"/>
              <a:gd name="csX55" fmla="*/ 355213 w 868140"/>
              <a:gd name="csY55" fmla="*/ 429350 h 874206"/>
              <a:gd name="csX56" fmla="*/ 351367 w 868140"/>
              <a:gd name="csY56" fmla="*/ 431354 h 874206"/>
              <a:gd name="csX57" fmla="*/ 341862 w 868140"/>
              <a:gd name="csY57" fmla="*/ 440819 h 874206"/>
              <a:gd name="csX58" fmla="*/ 323816 w 868140"/>
              <a:gd name="csY58" fmla="*/ 448353 h 874206"/>
              <a:gd name="csX59" fmla="*/ 305806 w 868140"/>
              <a:gd name="csY59" fmla="*/ 440856 h 874206"/>
              <a:gd name="csX60" fmla="*/ 273965 w 868140"/>
              <a:gd name="csY60" fmla="*/ 408937 h 874206"/>
              <a:gd name="csX61" fmla="*/ 266495 w 868140"/>
              <a:gd name="csY61" fmla="*/ 390787 h 874206"/>
              <a:gd name="csX62" fmla="*/ 273965 w 868140"/>
              <a:gd name="csY62" fmla="*/ 372637 h 874206"/>
              <a:gd name="csX63" fmla="*/ 283432 w 868140"/>
              <a:gd name="csY63" fmla="*/ 363173 h 874206"/>
              <a:gd name="csX64" fmla="*/ 285429 w 868140"/>
              <a:gd name="csY64" fmla="*/ 359239 h 874206"/>
              <a:gd name="csX65" fmla="*/ 284542 w 868140"/>
              <a:gd name="csY65" fmla="*/ 355007 h 874206"/>
              <a:gd name="csX66" fmla="*/ 271746 w 868140"/>
              <a:gd name="csY66" fmla="*/ 329250 h 874206"/>
              <a:gd name="csX67" fmla="*/ 262648 w 868140"/>
              <a:gd name="csY67" fmla="*/ 302081 h 874206"/>
              <a:gd name="csX68" fmla="*/ 260319 w 868140"/>
              <a:gd name="csY68" fmla="*/ 298444 h 874206"/>
              <a:gd name="csX69" fmla="*/ 256214 w 868140"/>
              <a:gd name="csY69" fmla="*/ 297108 h 874206"/>
              <a:gd name="csX70" fmla="*/ 242826 w 868140"/>
              <a:gd name="csY70" fmla="*/ 297108 h 874206"/>
              <a:gd name="csX71" fmla="*/ 224742 w 868140"/>
              <a:gd name="csY71" fmla="*/ 289574 h 874206"/>
              <a:gd name="csX72" fmla="*/ 217234 w 868140"/>
              <a:gd name="csY72" fmla="*/ 271424 h 874206"/>
              <a:gd name="csX73" fmla="*/ 217234 w 868140"/>
              <a:gd name="csY73" fmla="*/ 226329 h 874206"/>
              <a:gd name="csX74" fmla="*/ 224742 w 868140"/>
              <a:gd name="csY74" fmla="*/ 208179 h 874206"/>
              <a:gd name="csX75" fmla="*/ 242826 w 868140"/>
              <a:gd name="csY75" fmla="*/ 200645 h 874206"/>
              <a:gd name="csX76" fmla="*/ 256177 w 868140"/>
              <a:gd name="csY76" fmla="*/ 200645 h 874206"/>
              <a:gd name="csX77" fmla="*/ 260319 w 868140"/>
              <a:gd name="csY77" fmla="*/ 199271 h 874206"/>
              <a:gd name="csX78" fmla="*/ 262612 w 868140"/>
              <a:gd name="csY78" fmla="*/ 195671 h 874206"/>
              <a:gd name="csX79" fmla="*/ 271709 w 868140"/>
              <a:gd name="csY79" fmla="*/ 168466 h 874206"/>
              <a:gd name="csX80" fmla="*/ 284505 w 868140"/>
              <a:gd name="csY80" fmla="*/ 142708 h 874206"/>
              <a:gd name="csX81" fmla="*/ 285393 w 868140"/>
              <a:gd name="csY81" fmla="*/ 138477 h 874206"/>
              <a:gd name="csX82" fmla="*/ 283396 w 868140"/>
              <a:gd name="csY82" fmla="*/ 134617 h 874206"/>
              <a:gd name="csX83" fmla="*/ 273965 w 868140"/>
              <a:gd name="csY83" fmla="*/ 125078 h 874206"/>
              <a:gd name="csX84" fmla="*/ 266458 w 868140"/>
              <a:gd name="csY84" fmla="*/ 106967 h 874206"/>
              <a:gd name="csX85" fmla="*/ 273928 w 868140"/>
              <a:gd name="csY85" fmla="*/ 88892 h 874206"/>
              <a:gd name="csX86" fmla="*/ 305733 w 868140"/>
              <a:gd name="csY86" fmla="*/ 56936 h 874206"/>
              <a:gd name="csX87" fmla="*/ 323817 w 868140"/>
              <a:gd name="csY87" fmla="*/ 49438 h 874206"/>
              <a:gd name="csX88" fmla="*/ 341901 w 868140"/>
              <a:gd name="csY88" fmla="*/ 56936 h 874206"/>
              <a:gd name="csX89" fmla="*/ 351332 w 868140"/>
              <a:gd name="csY89" fmla="*/ 66437 h 874206"/>
              <a:gd name="csX90" fmla="*/ 355252 w 868140"/>
              <a:gd name="csY90" fmla="*/ 68441 h 874206"/>
              <a:gd name="csX91" fmla="*/ 359468 w 868140"/>
              <a:gd name="csY91" fmla="*/ 67551 h 874206"/>
              <a:gd name="csX92" fmla="*/ 385132 w 868140"/>
              <a:gd name="csY92" fmla="*/ 54708 h 874206"/>
              <a:gd name="csX93" fmla="*/ 412203 w 868140"/>
              <a:gd name="csY93" fmla="*/ 45578 h 874206"/>
              <a:gd name="csX94" fmla="*/ 415827 w 868140"/>
              <a:gd name="csY94" fmla="*/ 43240 h 874206"/>
              <a:gd name="csX95" fmla="*/ 417159 w 868140"/>
              <a:gd name="csY95" fmla="*/ 39120 h 874206"/>
              <a:gd name="csX96" fmla="*/ 417159 w 868140"/>
              <a:gd name="csY96" fmla="*/ 25684 h 874206"/>
              <a:gd name="csX97" fmla="*/ 424666 w 868140"/>
              <a:gd name="csY97" fmla="*/ 7534 h 874206"/>
              <a:gd name="csX98" fmla="*/ 442750 w 868140"/>
              <a:gd name="csY98" fmla="*/ 0 h 874206"/>
              <a:gd name="csX99" fmla="*/ 487683 w 868140"/>
              <a:gd name="csY99" fmla="*/ 0 h 874206"/>
              <a:gd name="csX100" fmla="*/ 505729 w 868140"/>
              <a:gd name="csY100" fmla="*/ 7534 h 874206"/>
              <a:gd name="csX101" fmla="*/ 513237 w 868140"/>
              <a:gd name="csY101" fmla="*/ 25646 h 874206"/>
              <a:gd name="csX102" fmla="*/ 513237 w 868140"/>
              <a:gd name="csY102" fmla="*/ 39045 h 874206"/>
              <a:gd name="csX103" fmla="*/ 514568 w 868140"/>
              <a:gd name="csY103" fmla="*/ 43165 h 874206"/>
              <a:gd name="csX104" fmla="*/ 518192 w 868140"/>
              <a:gd name="csY104" fmla="*/ 45503 h 874206"/>
              <a:gd name="csX105" fmla="*/ 508579 w 868140"/>
              <a:gd name="csY105" fmla="*/ 373903 h 874206"/>
              <a:gd name="csX106" fmla="*/ 508579 w 868140"/>
              <a:gd name="csY106" fmla="*/ 211855 h 874206"/>
              <a:gd name="csX107" fmla="*/ 518046 w 868140"/>
              <a:gd name="csY107" fmla="*/ 202353 h 874206"/>
              <a:gd name="csX108" fmla="*/ 567971 w 868140"/>
              <a:gd name="csY108" fmla="*/ 202353 h 874206"/>
              <a:gd name="csX109" fmla="*/ 577438 w 868140"/>
              <a:gd name="csY109" fmla="*/ 211855 h 874206"/>
              <a:gd name="csX110" fmla="*/ 577438 w 868140"/>
              <a:gd name="csY110" fmla="*/ 318376 h 874206"/>
              <a:gd name="csX111" fmla="*/ 597038 w 868140"/>
              <a:gd name="csY111" fmla="*/ 248934 h 874206"/>
              <a:gd name="csX112" fmla="*/ 558430 w 868140"/>
              <a:gd name="csY112" fmla="*/ 155403 h 874206"/>
              <a:gd name="csX113" fmla="*/ 465236 w 868140"/>
              <a:gd name="csY113" fmla="*/ 116655 h 874206"/>
              <a:gd name="csX114" fmla="*/ 372042 w 868140"/>
              <a:gd name="csY114" fmla="*/ 155403 h 874206"/>
              <a:gd name="csX115" fmla="*/ 333434 w 868140"/>
              <a:gd name="csY115" fmla="*/ 248934 h 874206"/>
              <a:gd name="csX116" fmla="*/ 353034 w 868140"/>
              <a:gd name="csY116" fmla="*/ 318376 h 874206"/>
              <a:gd name="csX117" fmla="*/ 353034 w 868140"/>
              <a:gd name="csY117" fmla="*/ 250752 h 874206"/>
              <a:gd name="csX118" fmla="*/ 362501 w 868140"/>
              <a:gd name="csY118" fmla="*/ 241251 h 874206"/>
              <a:gd name="csX119" fmla="*/ 412426 w 868140"/>
              <a:gd name="csY119" fmla="*/ 241251 h 874206"/>
              <a:gd name="csX120" fmla="*/ 421893 w 868140"/>
              <a:gd name="csY120" fmla="*/ 250752 h 874206"/>
              <a:gd name="csX121" fmla="*/ 421893 w 868140"/>
              <a:gd name="csY121" fmla="*/ 373901 h 874206"/>
              <a:gd name="csX122" fmla="*/ 430768 w 868140"/>
              <a:gd name="csY122" fmla="*/ 376647 h 874206"/>
              <a:gd name="csX123" fmla="*/ 430768 w 868140"/>
              <a:gd name="csY123" fmla="*/ 236909 h 874206"/>
              <a:gd name="csX124" fmla="*/ 440236 w 868140"/>
              <a:gd name="csY124" fmla="*/ 227408 h 874206"/>
              <a:gd name="csX125" fmla="*/ 490161 w 868140"/>
              <a:gd name="csY125" fmla="*/ 227408 h 874206"/>
              <a:gd name="csX126" fmla="*/ 499628 w 868140"/>
              <a:gd name="csY126" fmla="*/ 236909 h 874206"/>
              <a:gd name="csX127" fmla="*/ 499628 w 868140"/>
              <a:gd name="csY127" fmla="*/ 376685 h 874206"/>
              <a:gd name="csX128" fmla="*/ 508503 w 868140"/>
              <a:gd name="csY128" fmla="*/ 373939 h 874206"/>
              <a:gd name="csX129" fmla="*/ 558504 w 868140"/>
              <a:gd name="csY129" fmla="*/ 342429 h 874206"/>
              <a:gd name="csX130" fmla="*/ 558504 w 868140"/>
              <a:gd name="csY130" fmla="*/ 221399 h 874206"/>
              <a:gd name="csX131" fmla="*/ 527514 w 868140"/>
              <a:gd name="csY131" fmla="*/ 221399 h 874206"/>
              <a:gd name="csX132" fmla="*/ 527514 w 868140"/>
              <a:gd name="csY132" fmla="*/ 365556 h 874206"/>
              <a:gd name="csX133" fmla="*/ 558467 w 868140"/>
              <a:gd name="csY133" fmla="*/ 342470 h 874206"/>
              <a:gd name="csX134" fmla="*/ 480769 w 868140"/>
              <a:gd name="csY134" fmla="*/ 380287 h 874206"/>
              <a:gd name="csX135" fmla="*/ 480769 w 868140"/>
              <a:gd name="csY135" fmla="*/ 246373 h 874206"/>
              <a:gd name="csX136" fmla="*/ 449779 w 868140"/>
              <a:gd name="csY136" fmla="*/ 246373 h 874206"/>
              <a:gd name="csX137" fmla="*/ 449779 w 868140"/>
              <a:gd name="csY137" fmla="*/ 380287 h 874206"/>
              <a:gd name="csX138" fmla="*/ 465274 w 868140"/>
              <a:gd name="csY138" fmla="*/ 381178 h 874206"/>
              <a:gd name="csX139" fmla="*/ 480769 w 868140"/>
              <a:gd name="csY139" fmla="*/ 380287 h 874206"/>
              <a:gd name="csX140" fmla="*/ 403034 w 868140"/>
              <a:gd name="csY140" fmla="*/ 365515 h 874206"/>
              <a:gd name="csX141" fmla="*/ 403034 w 868140"/>
              <a:gd name="csY141" fmla="*/ 260219 h 874206"/>
              <a:gd name="csX142" fmla="*/ 372044 w 868140"/>
              <a:gd name="csY142" fmla="*/ 260219 h 874206"/>
              <a:gd name="csX143" fmla="*/ 372044 w 868140"/>
              <a:gd name="csY143" fmla="*/ 342392 h 874206"/>
              <a:gd name="csX144" fmla="*/ 372118 w 868140"/>
              <a:gd name="csY144" fmla="*/ 342466 h 874206"/>
              <a:gd name="csX145" fmla="*/ 403034 w 868140"/>
              <a:gd name="csY145" fmla="*/ 365552 h 874206"/>
              <a:gd name="csX146" fmla="*/ 465311 w 868140"/>
              <a:gd name="csY146" fmla="*/ 97659 h 874206"/>
              <a:gd name="csX147" fmla="*/ 571893 w 868140"/>
              <a:gd name="csY147" fmla="*/ 141974 h 874206"/>
              <a:gd name="csX148" fmla="*/ 616050 w 868140"/>
              <a:gd name="csY148" fmla="*/ 248942 h 874206"/>
              <a:gd name="csX149" fmla="*/ 571893 w 868140"/>
              <a:gd name="csY149" fmla="*/ 355910 h 874206"/>
              <a:gd name="csX150" fmla="*/ 465311 w 868140"/>
              <a:gd name="csY150" fmla="*/ 400226 h 874206"/>
              <a:gd name="csX151" fmla="*/ 358728 w 868140"/>
              <a:gd name="csY151" fmla="*/ 355910 h 874206"/>
              <a:gd name="csX152" fmla="*/ 314572 w 868140"/>
              <a:gd name="csY152" fmla="*/ 248942 h 874206"/>
              <a:gd name="csX153" fmla="*/ 358728 w 868140"/>
              <a:gd name="csY153" fmla="*/ 141974 h 874206"/>
              <a:gd name="csX154" fmla="*/ 465311 w 868140"/>
              <a:gd name="csY154" fmla="*/ 97659 h 874206"/>
              <a:gd name="csX155" fmla="*/ 14214 w 868140"/>
              <a:gd name="csY155" fmla="*/ 626882 h 874206"/>
              <a:gd name="csX156" fmla="*/ 63622 w 868140"/>
              <a:gd name="csY156" fmla="*/ 598229 h 874206"/>
              <a:gd name="csX157" fmla="*/ 85145 w 868140"/>
              <a:gd name="csY157" fmla="*/ 595408 h 874206"/>
              <a:gd name="csX158" fmla="*/ 102378 w 868140"/>
              <a:gd name="csY158" fmla="*/ 608658 h 874206"/>
              <a:gd name="csX159" fmla="*/ 109811 w 868140"/>
              <a:gd name="csY159" fmla="*/ 621574 h 874206"/>
              <a:gd name="csX160" fmla="*/ 211916 w 868140"/>
              <a:gd name="csY160" fmla="*/ 582974 h 874206"/>
              <a:gd name="csX161" fmla="*/ 274637 w 868140"/>
              <a:gd name="csY161" fmla="*/ 533426 h 874206"/>
              <a:gd name="csX162" fmla="*/ 375482 w 868140"/>
              <a:gd name="csY162" fmla="*/ 532053 h 874206"/>
              <a:gd name="csX163" fmla="*/ 404772 w 868140"/>
              <a:gd name="csY163" fmla="*/ 535059 h 874206"/>
              <a:gd name="csX164" fmla="*/ 433876 w 868140"/>
              <a:gd name="csY164" fmla="*/ 530568 h 874206"/>
              <a:gd name="csX165" fmla="*/ 543602 w 868140"/>
              <a:gd name="csY165" fmla="*/ 500765 h 874206"/>
              <a:gd name="csX166" fmla="*/ 579437 w 868140"/>
              <a:gd name="csY166" fmla="*/ 505553 h 874206"/>
              <a:gd name="csX167" fmla="*/ 601552 w 868140"/>
              <a:gd name="csY167" fmla="*/ 534392 h 874206"/>
              <a:gd name="csX168" fmla="*/ 596781 w 868140"/>
              <a:gd name="csY168" fmla="*/ 570394 h 874206"/>
              <a:gd name="csX169" fmla="*/ 568084 w 868140"/>
              <a:gd name="csY169" fmla="*/ 592588 h 874206"/>
              <a:gd name="csX170" fmla="*/ 465203 w 868140"/>
              <a:gd name="csY170" fmla="*/ 620240 h 874206"/>
              <a:gd name="csX171" fmla="*/ 504774 w 868140"/>
              <a:gd name="csY171" fmla="*/ 635717 h 874206"/>
              <a:gd name="csX172" fmla="*/ 507621 w 868140"/>
              <a:gd name="csY172" fmla="*/ 636978 h 874206"/>
              <a:gd name="csX173" fmla="*/ 524891 w 868140"/>
              <a:gd name="csY173" fmla="*/ 631226 h 874206"/>
              <a:gd name="csX174" fmla="*/ 548189 w 868140"/>
              <a:gd name="csY174" fmla="*/ 618532 h 874206"/>
              <a:gd name="csX175" fmla="*/ 721336 w 868140"/>
              <a:gd name="csY175" fmla="*/ 518206 h 874206"/>
              <a:gd name="csX176" fmla="*/ 758133 w 868140"/>
              <a:gd name="csY176" fmla="*/ 513344 h 874206"/>
              <a:gd name="csX177" fmla="*/ 787681 w 868140"/>
              <a:gd name="csY177" fmla="*/ 536021 h 874206"/>
              <a:gd name="csX178" fmla="*/ 787755 w 868140"/>
              <a:gd name="csY178" fmla="*/ 536207 h 874206"/>
              <a:gd name="csX179" fmla="*/ 795336 w 868140"/>
              <a:gd name="csY179" fmla="*/ 531827 h 874206"/>
              <a:gd name="csX180" fmla="*/ 832133 w 868140"/>
              <a:gd name="csY180" fmla="*/ 526965 h 874206"/>
              <a:gd name="csX181" fmla="*/ 861681 w 868140"/>
              <a:gd name="csY181" fmla="*/ 549642 h 874206"/>
              <a:gd name="csX182" fmla="*/ 861977 w 868140"/>
              <a:gd name="csY182" fmla="*/ 550199 h 874206"/>
              <a:gd name="csX183" fmla="*/ 866489 w 868140"/>
              <a:gd name="csY183" fmla="*/ 586424 h 874206"/>
              <a:gd name="csX184" fmla="*/ 844041 w 868140"/>
              <a:gd name="csY184" fmla="*/ 616153 h 874206"/>
              <a:gd name="csX185" fmla="*/ 558177 w 868140"/>
              <a:gd name="csY185" fmla="*/ 787141 h 874206"/>
              <a:gd name="csX186" fmla="*/ 528110 w 868140"/>
              <a:gd name="csY186" fmla="*/ 798239 h 874206"/>
              <a:gd name="csX187" fmla="*/ 497120 w 868140"/>
              <a:gd name="csY187" fmla="*/ 799761 h 874206"/>
              <a:gd name="csX188" fmla="*/ 234290 w 868140"/>
              <a:gd name="csY188" fmla="*/ 787847 h 874206"/>
              <a:gd name="csX189" fmla="*/ 210030 w 868140"/>
              <a:gd name="csY189" fmla="*/ 795753 h 874206"/>
              <a:gd name="csX190" fmla="*/ 214135 w 868140"/>
              <a:gd name="csY190" fmla="*/ 802879 h 874206"/>
              <a:gd name="csX191" fmla="*/ 216945 w 868140"/>
              <a:gd name="csY191" fmla="*/ 824479 h 874206"/>
              <a:gd name="csX192" fmla="*/ 203706 w 868140"/>
              <a:gd name="csY192" fmla="*/ 841775 h 874206"/>
              <a:gd name="csX193" fmla="*/ 154299 w 868140"/>
              <a:gd name="csY193" fmla="*/ 870391 h 874206"/>
              <a:gd name="csX194" fmla="*/ 132813 w 868140"/>
              <a:gd name="csY194" fmla="*/ 873248 h 874206"/>
              <a:gd name="csX195" fmla="*/ 115542 w 868140"/>
              <a:gd name="csY195" fmla="*/ 859999 h 874206"/>
              <a:gd name="csX196" fmla="*/ 3819 w 868140"/>
              <a:gd name="csY196" fmla="*/ 665741 h 874206"/>
              <a:gd name="csX197" fmla="*/ 972 w 868140"/>
              <a:gd name="csY197" fmla="*/ 644140 h 874206"/>
              <a:gd name="csX198" fmla="*/ 14174 w 868140"/>
              <a:gd name="csY198" fmla="*/ 626845 h 874206"/>
              <a:gd name="csX199" fmla="*/ 119386 w 868140"/>
              <a:gd name="csY199" fmla="*/ 638202 h 874206"/>
              <a:gd name="csX200" fmla="*/ 200376 w 868140"/>
              <a:gd name="csY200" fmla="*/ 778976 h 874206"/>
              <a:gd name="csX201" fmla="*/ 230035 w 868140"/>
              <a:gd name="csY201" fmla="*/ 769326 h 874206"/>
              <a:gd name="csX202" fmla="*/ 233363 w 868140"/>
              <a:gd name="csY202" fmla="*/ 768880 h 874206"/>
              <a:gd name="csX203" fmla="*/ 497926 w 868140"/>
              <a:gd name="csY203" fmla="*/ 780868 h 874206"/>
              <a:gd name="csX204" fmla="*/ 524886 w 868140"/>
              <a:gd name="csY204" fmla="*/ 779569 h 874206"/>
              <a:gd name="csX205" fmla="*/ 548517 w 868140"/>
              <a:gd name="csY205" fmla="*/ 770922 h 874206"/>
              <a:gd name="csX206" fmla="*/ 834382 w 868140"/>
              <a:gd name="csY206" fmla="*/ 599933 h 874206"/>
              <a:gd name="csX207" fmla="*/ 848249 w 868140"/>
              <a:gd name="csY207" fmla="*/ 581561 h 874206"/>
              <a:gd name="csX208" fmla="*/ 845624 w 868140"/>
              <a:gd name="csY208" fmla="*/ 559552 h 874206"/>
              <a:gd name="csX209" fmla="*/ 845402 w 868140"/>
              <a:gd name="csY209" fmla="*/ 559143 h 874206"/>
              <a:gd name="csX210" fmla="*/ 827392 w 868140"/>
              <a:gd name="csY210" fmla="*/ 545300 h 874206"/>
              <a:gd name="csX211" fmla="*/ 804907 w 868140"/>
              <a:gd name="csY211" fmla="*/ 548232 h 874206"/>
              <a:gd name="csX212" fmla="*/ 632613 w 868140"/>
              <a:gd name="csY212" fmla="*/ 648035 h 874206"/>
              <a:gd name="csX213" fmla="*/ 497259 w 868140"/>
              <a:gd name="csY213" fmla="*/ 653120 h 874206"/>
              <a:gd name="csX214" fmla="*/ 421151 w 868140"/>
              <a:gd name="csY214" fmla="*/ 631927 h 874206"/>
              <a:gd name="csX215" fmla="*/ 411609 w 868140"/>
              <a:gd name="csY215" fmla="*/ 624875 h 874206"/>
              <a:gd name="csX216" fmla="*/ 418303 w 868140"/>
              <a:gd name="csY216" fmla="*/ 613258 h 874206"/>
              <a:gd name="csX217" fmla="*/ 563304 w 868140"/>
              <a:gd name="csY217" fmla="*/ 574249 h 874206"/>
              <a:gd name="csX218" fmla="*/ 580537 w 868140"/>
              <a:gd name="csY218" fmla="*/ 560963 h 874206"/>
              <a:gd name="csX219" fmla="*/ 583385 w 868140"/>
              <a:gd name="csY219" fmla="*/ 539288 h 874206"/>
              <a:gd name="csX220" fmla="*/ 570109 w 868140"/>
              <a:gd name="csY220" fmla="*/ 521955 h 874206"/>
              <a:gd name="csX221" fmla="*/ 548549 w 868140"/>
              <a:gd name="csY221" fmla="*/ 519097 h 874206"/>
              <a:gd name="csX222" fmla="*/ 438823 w 868140"/>
              <a:gd name="csY222" fmla="*/ 548901 h 874206"/>
              <a:gd name="csX223" fmla="*/ 405281 w 868140"/>
              <a:gd name="csY223" fmla="*/ 553948 h 874206"/>
              <a:gd name="csX224" fmla="*/ 371517 w 868140"/>
              <a:gd name="csY224" fmla="*/ 550571 h 874206"/>
              <a:gd name="csX225" fmla="*/ 280357 w 868140"/>
              <a:gd name="csY225" fmla="*/ 551462 h 874206"/>
              <a:gd name="csX226" fmla="*/ 226956 w 868140"/>
              <a:gd name="csY226" fmla="*/ 594701 h 874206"/>
              <a:gd name="csX227" fmla="*/ 221816 w 868140"/>
              <a:gd name="csY227" fmla="*/ 599414 h 874206"/>
              <a:gd name="csX228" fmla="*/ 119380 w 868140"/>
              <a:gd name="csY228" fmla="*/ 638125 h 874206"/>
              <a:gd name="csX229" fmla="*/ 73085 w 868140"/>
              <a:gd name="csY229" fmla="*/ 614633 h 874206"/>
              <a:gd name="csX230" fmla="*/ 23678 w 868140"/>
              <a:gd name="csY230" fmla="*/ 643286 h 874206"/>
              <a:gd name="csX231" fmla="*/ 19277 w 868140"/>
              <a:gd name="csY231" fmla="*/ 649076 h 874206"/>
              <a:gd name="csX232" fmla="*/ 20164 w 868140"/>
              <a:gd name="csY232" fmla="*/ 656276 h 874206"/>
              <a:gd name="csX233" fmla="*/ 131926 w 868140"/>
              <a:gd name="csY233" fmla="*/ 850534 h 874206"/>
              <a:gd name="csX234" fmla="*/ 137695 w 868140"/>
              <a:gd name="csY234" fmla="*/ 854951 h 874206"/>
              <a:gd name="csX235" fmla="*/ 144943 w 868140"/>
              <a:gd name="csY235" fmla="*/ 854023 h 874206"/>
              <a:gd name="csX236" fmla="*/ 194351 w 868140"/>
              <a:gd name="csY236" fmla="*/ 825407 h 874206"/>
              <a:gd name="csX237" fmla="*/ 198715 w 868140"/>
              <a:gd name="csY237" fmla="*/ 819617 h 874206"/>
              <a:gd name="csX238" fmla="*/ 197827 w 868140"/>
              <a:gd name="csY238" fmla="*/ 812417 h 874206"/>
              <a:gd name="csX239" fmla="*/ 86066 w 868140"/>
              <a:gd name="csY239" fmla="*/ 618197 h 874206"/>
              <a:gd name="csX240" fmla="*/ 80297 w 868140"/>
              <a:gd name="csY240" fmla="*/ 613780 h 874206"/>
              <a:gd name="csX241" fmla="*/ 73122 w 868140"/>
              <a:gd name="csY241" fmla="*/ 614671 h 874206"/>
              <a:gd name="csX242" fmla="*/ 771448 w 868140"/>
              <a:gd name="csY242" fmla="*/ 545710 h 874206"/>
              <a:gd name="csX243" fmla="*/ 771374 w 868140"/>
              <a:gd name="csY243" fmla="*/ 545562 h 874206"/>
              <a:gd name="csX244" fmla="*/ 753365 w 868140"/>
              <a:gd name="csY244" fmla="*/ 531718 h 874206"/>
              <a:gd name="csX245" fmla="*/ 730880 w 868140"/>
              <a:gd name="csY245" fmla="*/ 534650 h 874206"/>
              <a:gd name="csX246" fmla="*/ 558585 w 868140"/>
              <a:gd name="csY246" fmla="*/ 634454 h 874206"/>
              <a:gd name="csX247" fmla="*/ 534769 w 868140"/>
              <a:gd name="csY247" fmla="*/ 647704 h 874206"/>
              <a:gd name="csX248" fmla="*/ 622268 w 868140"/>
              <a:gd name="csY248" fmla="*/ 632190 h 874206"/>
              <a:gd name="csX249" fmla="*/ 771491 w 868140"/>
              <a:gd name="csY249" fmla="*/ 545748 h 874206"/>
              <a:gd name="csX250" fmla="*/ 538127 w 868140"/>
              <a:gd name="csY250" fmla="*/ 72271 h 874206"/>
              <a:gd name="csX251" fmla="*/ 513497 w 868140"/>
              <a:gd name="csY251" fmla="*/ 63957 h 874206"/>
              <a:gd name="csX252" fmla="*/ 499667 w 868140"/>
              <a:gd name="csY252" fmla="*/ 54826 h 874206"/>
              <a:gd name="csX253" fmla="*/ 494341 w 868140"/>
              <a:gd name="csY253" fmla="*/ 39127 h 874206"/>
              <a:gd name="csX254" fmla="*/ 494341 w 868140"/>
              <a:gd name="csY254" fmla="*/ 25728 h 874206"/>
              <a:gd name="csX255" fmla="*/ 492381 w 868140"/>
              <a:gd name="csY255" fmla="*/ 21052 h 874206"/>
              <a:gd name="csX256" fmla="*/ 487722 w 868140"/>
              <a:gd name="csY256" fmla="*/ 19084 h 874206"/>
              <a:gd name="csX257" fmla="*/ 442789 w 868140"/>
              <a:gd name="csY257" fmla="*/ 19084 h 874206"/>
              <a:gd name="csX258" fmla="*/ 438129 w 868140"/>
              <a:gd name="csY258" fmla="*/ 21052 h 874206"/>
              <a:gd name="csX259" fmla="*/ 436169 w 868140"/>
              <a:gd name="csY259" fmla="*/ 25728 h 874206"/>
              <a:gd name="csX260" fmla="*/ 436169 w 868140"/>
              <a:gd name="csY260" fmla="*/ 39164 h 874206"/>
              <a:gd name="csX261" fmla="*/ 430844 w 868140"/>
              <a:gd name="csY261" fmla="*/ 54863 h 874206"/>
              <a:gd name="csX262" fmla="*/ 417013 w 868140"/>
              <a:gd name="csY262" fmla="*/ 63994 h 874206"/>
              <a:gd name="csX263" fmla="*/ 392420 w 868140"/>
              <a:gd name="csY263" fmla="*/ 72270 h 874206"/>
              <a:gd name="csX264" fmla="*/ 369047 w 868140"/>
              <a:gd name="csY264" fmla="*/ 83925 h 874206"/>
              <a:gd name="csX265" fmla="*/ 352887 w 868140"/>
              <a:gd name="csY265" fmla="*/ 87302 h 874206"/>
              <a:gd name="csX266" fmla="*/ 338020 w 868140"/>
              <a:gd name="csY266" fmla="*/ 79991 h 874206"/>
              <a:gd name="csX267" fmla="*/ 328590 w 868140"/>
              <a:gd name="csY267" fmla="*/ 70489 h 874206"/>
              <a:gd name="csX268" fmla="*/ 323856 w 868140"/>
              <a:gd name="csY268" fmla="*/ 68559 h 874206"/>
              <a:gd name="csX269" fmla="*/ 319196 w 868140"/>
              <a:gd name="csY269" fmla="*/ 70489 h 874206"/>
              <a:gd name="csX270" fmla="*/ 287392 w 868140"/>
              <a:gd name="csY270" fmla="*/ 102409 h 874206"/>
              <a:gd name="csX271" fmla="*/ 285469 w 868140"/>
              <a:gd name="csY271" fmla="*/ 107122 h 874206"/>
              <a:gd name="csX272" fmla="*/ 287392 w 868140"/>
              <a:gd name="csY272" fmla="*/ 111799 h 874206"/>
              <a:gd name="csX273" fmla="*/ 296822 w 868140"/>
              <a:gd name="csY273" fmla="*/ 121337 h 874206"/>
              <a:gd name="csX274" fmla="*/ 304145 w 868140"/>
              <a:gd name="csY274" fmla="*/ 136183 h 874206"/>
              <a:gd name="csX275" fmla="*/ 300779 w 868140"/>
              <a:gd name="csY275" fmla="*/ 152439 h 874206"/>
              <a:gd name="csX276" fmla="*/ 289167 w 868140"/>
              <a:gd name="csY276" fmla="*/ 175859 h 874206"/>
              <a:gd name="csX277" fmla="*/ 280883 w 868140"/>
              <a:gd name="csY277" fmla="*/ 200578 h 874206"/>
              <a:gd name="csX278" fmla="*/ 271823 w 868140"/>
              <a:gd name="csY278" fmla="*/ 214458 h 874206"/>
              <a:gd name="csX279" fmla="*/ 256180 w 868140"/>
              <a:gd name="csY279" fmla="*/ 219803 h 874206"/>
              <a:gd name="csX280" fmla="*/ 242829 w 868140"/>
              <a:gd name="csY280" fmla="*/ 219803 h 874206"/>
              <a:gd name="csX281" fmla="*/ 238169 w 868140"/>
              <a:gd name="csY281" fmla="*/ 221770 h 874206"/>
              <a:gd name="csX282" fmla="*/ 236209 w 868140"/>
              <a:gd name="csY282" fmla="*/ 226447 h 874206"/>
              <a:gd name="csX283" fmla="*/ 236209 w 868140"/>
              <a:gd name="csY283" fmla="*/ 271542 h 874206"/>
              <a:gd name="csX284" fmla="*/ 238132 w 868140"/>
              <a:gd name="csY284" fmla="*/ 276218 h 874206"/>
              <a:gd name="csX285" fmla="*/ 242866 w 868140"/>
              <a:gd name="csY285" fmla="*/ 278185 h 874206"/>
              <a:gd name="csX286" fmla="*/ 256254 w 868140"/>
              <a:gd name="csY286" fmla="*/ 278185 h 874206"/>
              <a:gd name="csX287" fmla="*/ 271896 w 868140"/>
              <a:gd name="csY287" fmla="*/ 283530 h 874206"/>
              <a:gd name="csX288" fmla="*/ 280994 w 868140"/>
              <a:gd name="csY288" fmla="*/ 297411 h 874206"/>
              <a:gd name="csX289" fmla="*/ 289241 w 868140"/>
              <a:gd name="csY289" fmla="*/ 322093 h 874206"/>
              <a:gd name="csX290" fmla="*/ 300853 w 868140"/>
              <a:gd name="csY290" fmla="*/ 345550 h 874206"/>
              <a:gd name="csX291" fmla="*/ 304219 w 868140"/>
              <a:gd name="csY291" fmla="*/ 361769 h 874206"/>
              <a:gd name="csX292" fmla="*/ 296933 w 868140"/>
              <a:gd name="csY292" fmla="*/ 376689 h 874206"/>
              <a:gd name="csX293" fmla="*/ 287466 w 868140"/>
              <a:gd name="csY293" fmla="*/ 386153 h 874206"/>
              <a:gd name="csX294" fmla="*/ 285543 w 868140"/>
              <a:gd name="csY294" fmla="*/ 390904 h 874206"/>
              <a:gd name="csX295" fmla="*/ 287466 w 868140"/>
              <a:gd name="csY295" fmla="*/ 395581 h 874206"/>
              <a:gd name="csX296" fmla="*/ 319270 w 868140"/>
              <a:gd name="csY296" fmla="*/ 427500 h 874206"/>
              <a:gd name="csX297" fmla="*/ 323967 w 868140"/>
              <a:gd name="csY297" fmla="*/ 429430 h 874206"/>
              <a:gd name="csX298" fmla="*/ 328627 w 868140"/>
              <a:gd name="csY298" fmla="*/ 427500 h 874206"/>
              <a:gd name="csX299" fmla="*/ 338131 w 868140"/>
              <a:gd name="csY299" fmla="*/ 418036 h 874206"/>
              <a:gd name="csX300" fmla="*/ 352924 w 868140"/>
              <a:gd name="csY300" fmla="*/ 410687 h 874206"/>
              <a:gd name="csX301" fmla="*/ 369121 w 868140"/>
              <a:gd name="csY301" fmla="*/ 414064 h 874206"/>
              <a:gd name="csX302" fmla="*/ 392456 w 868140"/>
              <a:gd name="csY302" fmla="*/ 425719 h 874206"/>
              <a:gd name="csX303" fmla="*/ 417086 w 868140"/>
              <a:gd name="csY303" fmla="*/ 434033 h 874206"/>
              <a:gd name="csX304" fmla="*/ 430917 w 868140"/>
              <a:gd name="csY304" fmla="*/ 443126 h 874206"/>
              <a:gd name="csX305" fmla="*/ 436242 w 868140"/>
              <a:gd name="csY305" fmla="*/ 458825 h 874206"/>
              <a:gd name="csX306" fmla="*/ 436242 w 868140"/>
              <a:gd name="csY306" fmla="*/ 472224 h 874206"/>
              <a:gd name="csX307" fmla="*/ 438165 w 868140"/>
              <a:gd name="csY307" fmla="*/ 476901 h 874206"/>
              <a:gd name="csX308" fmla="*/ 442899 w 868140"/>
              <a:gd name="csY308" fmla="*/ 478868 h 874206"/>
              <a:gd name="csX309" fmla="*/ 487831 w 868140"/>
              <a:gd name="csY309" fmla="*/ 478868 h 874206"/>
              <a:gd name="csX310" fmla="*/ 492491 w 868140"/>
              <a:gd name="csY310" fmla="*/ 476938 h 874206"/>
              <a:gd name="csX311" fmla="*/ 494451 w 868140"/>
              <a:gd name="csY311" fmla="*/ 472187 h 874206"/>
              <a:gd name="csX312" fmla="*/ 494451 w 868140"/>
              <a:gd name="csY312" fmla="*/ 458751 h 874206"/>
              <a:gd name="csX313" fmla="*/ 499776 w 868140"/>
              <a:gd name="csY313" fmla="*/ 443052 h 874206"/>
              <a:gd name="csX314" fmla="*/ 513607 w 868140"/>
              <a:gd name="csY314" fmla="*/ 433921 h 874206"/>
              <a:gd name="csX315" fmla="*/ 538200 w 868140"/>
              <a:gd name="csY315" fmla="*/ 425645 h 874206"/>
              <a:gd name="csX316" fmla="*/ 561573 w 868140"/>
              <a:gd name="csY316" fmla="*/ 413990 h 874206"/>
              <a:gd name="csX317" fmla="*/ 577734 w 868140"/>
              <a:gd name="csY317" fmla="*/ 410613 h 874206"/>
              <a:gd name="csX318" fmla="*/ 592600 w 868140"/>
              <a:gd name="csY318" fmla="*/ 417924 h 874206"/>
              <a:gd name="csX319" fmla="*/ 602031 w 868140"/>
              <a:gd name="csY319" fmla="*/ 427426 h 874206"/>
              <a:gd name="csX320" fmla="*/ 606764 w 868140"/>
              <a:gd name="csY320" fmla="*/ 429356 h 874206"/>
              <a:gd name="csX321" fmla="*/ 611424 w 868140"/>
              <a:gd name="csY321" fmla="*/ 427426 h 874206"/>
              <a:gd name="csX322" fmla="*/ 643228 w 868140"/>
              <a:gd name="csY322" fmla="*/ 395507 h 874206"/>
              <a:gd name="csX323" fmla="*/ 645151 w 868140"/>
              <a:gd name="csY323" fmla="*/ 390793 h 874206"/>
              <a:gd name="csX324" fmla="*/ 643228 w 868140"/>
              <a:gd name="csY324" fmla="*/ 386116 h 874206"/>
              <a:gd name="csX325" fmla="*/ 633798 w 868140"/>
              <a:gd name="csY325" fmla="*/ 376578 h 874206"/>
              <a:gd name="csX326" fmla="*/ 626476 w 868140"/>
              <a:gd name="csY326" fmla="*/ 361732 h 874206"/>
              <a:gd name="csX327" fmla="*/ 629841 w 868140"/>
              <a:gd name="csY327" fmla="*/ 345476 h 874206"/>
              <a:gd name="csX328" fmla="*/ 641453 w 868140"/>
              <a:gd name="csY328" fmla="*/ 322056 h 874206"/>
              <a:gd name="csX329" fmla="*/ 649737 w 868140"/>
              <a:gd name="csY329" fmla="*/ 297337 h 874206"/>
              <a:gd name="csX330" fmla="*/ 658798 w 868140"/>
              <a:gd name="csY330" fmla="*/ 283457 h 874206"/>
              <a:gd name="csX331" fmla="*/ 674441 w 868140"/>
              <a:gd name="csY331" fmla="*/ 278112 h 874206"/>
              <a:gd name="csX332" fmla="*/ 687791 w 868140"/>
              <a:gd name="csY332" fmla="*/ 278112 h 874206"/>
              <a:gd name="csX333" fmla="*/ 692451 w 868140"/>
              <a:gd name="csY333" fmla="*/ 276182 h 874206"/>
              <a:gd name="csX334" fmla="*/ 694411 w 868140"/>
              <a:gd name="csY334" fmla="*/ 271431 h 874206"/>
              <a:gd name="csX335" fmla="*/ 694411 w 868140"/>
              <a:gd name="csY335" fmla="*/ 226336 h 874206"/>
              <a:gd name="csX336" fmla="*/ 692451 w 868140"/>
              <a:gd name="csY336" fmla="*/ 221660 h 874206"/>
              <a:gd name="csX337" fmla="*/ 687791 w 868140"/>
              <a:gd name="csY337" fmla="*/ 219693 h 874206"/>
              <a:gd name="csX338" fmla="*/ 674404 w 868140"/>
              <a:gd name="csY338" fmla="*/ 219693 h 874206"/>
              <a:gd name="csX339" fmla="*/ 658761 w 868140"/>
              <a:gd name="csY339" fmla="*/ 214348 h 874206"/>
              <a:gd name="csX340" fmla="*/ 649663 w 868140"/>
              <a:gd name="csY340" fmla="*/ 200467 h 874206"/>
              <a:gd name="csX341" fmla="*/ 641417 w 868140"/>
              <a:gd name="csY341" fmla="*/ 175785 h 874206"/>
              <a:gd name="csX342" fmla="*/ 629804 w 868140"/>
              <a:gd name="csY342" fmla="*/ 152328 h 874206"/>
              <a:gd name="csX343" fmla="*/ 626439 w 868140"/>
              <a:gd name="csY343" fmla="*/ 136109 h 874206"/>
              <a:gd name="csX344" fmla="*/ 633724 w 868140"/>
              <a:gd name="csY344" fmla="*/ 121189 h 874206"/>
              <a:gd name="csX345" fmla="*/ 643191 w 868140"/>
              <a:gd name="csY345" fmla="*/ 111725 h 874206"/>
              <a:gd name="csX346" fmla="*/ 645114 w 868140"/>
              <a:gd name="csY346" fmla="*/ 106974 h 874206"/>
              <a:gd name="csX347" fmla="*/ 643191 w 868140"/>
              <a:gd name="csY347" fmla="*/ 102297 h 874206"/>
              <a:gd name="csX348" fmla="*/ 611387 w 868140"/>
              <a:gd name="csY348" fmla="*/ 70378 h 874206"/>
              <a:gd name="csX349" fmla="*/ 606690 w 868140"/>
              <a:gd name="csY349" fmla="*/ 68448 h 874206"/>
              <a:gd name="csX350" fmla="*/ 602031 w 868140"/>
              <a:gd name="csY350" fmla="*/ 70378 h 874206"/>
              <a:gd name="csX351" fmla="*/ 592526 w 868140"/>
              <a:gd name="csY351" fmla="*/ 79842 h 874206"/>
              <a:gd name="csX352" fmla="*/ 577734 w 868140"/>
              <a:gd name="csY352" fmla="*/ 87191 h 874206"/>
              <a:gd name="csX353" fmla="*/ 561536 w 868140"/>
              <a:gd name="csY353" fmla="*/ 83814 h 874206"/>
              <a:gd name="csX354" fmla="*/ 538201 w 868140"/>
              <a:gd name="csY354" fmla="*/ 72159 h 874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Lst>
            <a:rect l="l" t="t" r="r" b="b"/>
            <a:pathLst>
              <a:path w="868140" h="874206">
                <a:moveTo>
                  <a:pt x="518268" y="45655"/>
                </a:moveTo>
                <a:cubicBezTo>
                  <a:pt x="527587" y="48105"/>
                  <a:pt x="536685" y="51148"/>
                  <a:pt x="545376" y="54785"/>
                </a:cubicBezTo>
                <a:cubicBezTo>
                  <a:pt x="554214" y="58460"/>
                  <a:pt x="562831" y="62765"/>
                  <a:pt x="571040" y="67628"/>
                </a:cubicBezTo>
                <a:cubicBezTo>
                  <a:pt x="572372" y="68407"/>
                  <a:pt x="573851" y="68704"/>
                  <a:pt x="575256" y="68518"/>
                </a:cubicBezTo>
                <a:cubicBezTo>
                  <a:pt x="576624" y="68333"/>
                  <a:pt x="577993" y="67665"/>
                  <a:pt x="579102" y="66514"/>
                </a:cubicBezTo>
                <a:lnTo>
                  <a:pt x="588607" y="57050"/>
                </a:lnTo>
                <a:cubicBezTo>
                  <a:pt x="593562" y="52039"/>
                  <a:pt x="600107" y="49515"/>
                  <a:pt x="606653" y="49515"/>
                </a:cubicBezTo>
                <a:cubicBezTo>
                  <a:pt x="613162" y="49515"/>
                  <a:pt x="619707" y="52039"/>
                  <a:pt x="624663" y="57013"/>
                </a:cubicBezTo>
                <a:lnTo>
                  <a:pt x="656504" y="88932"/>
                </a:lnTo>
                <a:cubicBezTo>
                  <a:pt x="661496" y="93942"/>
                  <a:pt x="663974" y="100512"/>
                  <a:pt x="663974" y="107082"/>
                </a:cubicBezTo>
                <a:cubicBezTo>
                  <a:pt x="663974" y="113651"/>
                  <a:pt x="661459" y="120220"/>
                  <a:pt x="656504" y="125231"/>
                </a:cubicBezTo>
                <a:lnTo>
                  <a:pt x="647037" y="134696"/>
                </a:lnTo>
                <a:cubicBezTo>
                  <a:pt x="645890" y="135883"/>
                  <a:pt x="645225" y="137257"/>
                  <a:pt x="645040" y="138630"/>
                </a:cubicBezTo>
                <a:cubicBezTo>
                  <a:pt x="644855" y="140003"/>
                  <a:pt x="645188" y="141525"/>
                  <a:pt x="645927" y="142861"/>
                </a:cubicBezTo>
                <a:cubicBezTo>
                  <a:pt x="650772" y="151175"/>
                  <a:pt x="655099" y="159823"/>
                  <a:pt x="658723" y="168619"/>
                </a:cubicBezTo>
                <a:cubicBezTo>
                  <a:pt x="662310" y="177341"/>
                  <a:pt x="665380" y="186434"/>
                  <a:pt x="667821" y="195787"/>
                </a:cubicBezTo>
                <a:cubicBezTo>
                  <a:pt x="668227" y="197309"/>
                  <a:pt x="669041" y="198571"/>
                  <a:pt x="670150" y="199424"/>
                </a:cubicBezTo>
                <a:cubicBezTo>
                  <a:pt x="671223" y="200241"/>
                  <a:pt x="672665" y="200761"/>
                  <a:pt x="674255" y="200761"/>
                </a:cubicBezTo>
                <a:lnTo>
                  <a:pt x="687643" y="200761"/>
                </a:lnTo>
                <a:cubicBezTo>
                  <a:pt x="694669" y="200761"/>
                  <a:pt x="701068" y="203656"/>
                  <a:pt x="705689" y="208295"/>
                </a:cubicBezTo>
                <a:cubicBezTo>
                  <a:pt x="710312" y="212897"/>
                  <a:pt x="713197" y="219356"/>
                  <a:pt x="713197" y="226407"/>
                </a:cubicBezTo>
                <a:lnTo>
                  <a:pt x="713197" y="271502"/>
                </a:lnTo>
                <a:cubicBezTo>
                  <a:pt x="713197" y="278554"/>
                  <a:pt x="710312" y="284938"/>
                  <a:pt x="705689" y="289576"/>
                </a:cubicBezTo>
                <a:cubicBezTo>
                  <a:pt x="701030" y="294253"/>
                  <a:pt x="694632" y="297148"/>
                  <a:pt x="687605" y="297148"/>
                </a:cubicBezTo>
                <a:lnTo>
                  <a:pt x="674254" y="297148"/>
                </a:lnTo>
                <a:cubicBezTo>
                  <a:pt x="672664" y="297148"/>
                  <a:pt x="671222" y="297667"/>
                  <a:pt x="670112" y="298521"/>
                </a:cubicBezTo>
                <a:cubicBezTo>
                  <a:pt x="669040" y="299375"/>
                  <a:pt x="668189" y="300637"/>
                  <a:pt x="667820" y="302121"/>
                </a:cubicBezTo>
                <a:cubicBezTo>
                  <a:pt x="665379" y="311474"/>
                  <a:pt x="662346" y="320567"/>
                  <a:pt x="658722" y="329327"/>
                </a:cubicBezTo>
                <a:cubicBezTo>
                  <a:pt x="655061" y="338197"/>
                  <a:pt x="650734" y="346846"/>
                  <a:pt x="645926" y="355084"/>
                </a:cubicBezTo>
                <a:cubicBezTo>
                  <a:pt x="645149" y="356421"/>
                  <a:pt x="644854" y="357905"/>
                  <a:pt x="645039" y="359316"/>
                </a:cubicBezTo>
                <a:cubicBezTo>
                  <a:pt x="645223" y="360689"/>
                  <a:pt x="645889" y="362062"/>
                  <a:pt x="647036" y="363176"/>
                </a:cubicBezTo>
                <a:lnTo>
                  <a:pt x="656466" y="372714"/>
                </a:lnTo>
                <a:cubicBezTo>
                  <a:pt x="661458" y="377687"/>
                  <a:pt x="663973" y="384256"/>
                  <a:pt x="663973" y="390826"/>
                </a:cubicBezTo>
                <a:cubicBezTo>
                  <a:pt x="663973" y="397358"/>
                  <a:pt x="661458" y="403927"/>
                  <a:pt x="656503" y="408900"/>
                </a:cubicBezTo>
                <a:lnTo>
                  <a:pt x="624698" y="440857"/>
                </a:lnTo>
                <a:cubicBezTo>
                  <a:pt x="619706" y="445867"/>
                  <a:pt x="613160" y="448354"/>
                  <a:pt x="606614" y="448354"/>
                </a:cubicBezTo>
                <a:cubicBezTo>
                  <a:pt x="600068" y="448354"/>
                  <a:pt x="593523" y="445830"/>
                  <a:pt x="588530" y="440857"/>
                </a:cubicBezTo>
                <a:lnTo>
                  <a:pt x="579099" y="431355"/>
                </a:lnTo>
                <a:cubicBezTo>
                  <a:pt x="577916" y="430205"/>
                  <a:pt x="576548" y="429537"/>
                  <a:pt x="575179" y="429351"/>
                </a:cubicBezTo>
                <a:cubicBezTo>
                  <a:pt x="573811" y="429166"/>
                  <a:pt x="572295" y="429500"/>
                  <a:pt x="570964" y="430242"/>
                </a:cubicBezTo>
                <a:cubicBezTo>
                  <a:pt x="562680" y="435104"/>
                  <a:pt x="554063" y="439446"/>
                  <a:pt x="545299" y="443084"/>
                </a:cubicBezTo>
                <a:cubicBezTo>
                  <a:pt x="536608" y="446684"/>
                  <a:pt x="527548" y="449765"/>
                  <a:pt x="518228" y="452214"/>
                </a:cubicBezTo>
                <a:cubicBezTo>
                  <a:pt x="516712" y="452623"/>
                  <a:pt x="515454" y="453476"/>
                  <a:pt x="514604" y="454553"/>
                </a:cubicBezTo>
                <a:cubicBezTo>
                  <a:pt x="513790" y="455629"/>
                  <a:pt x="513273" y="457076"/>
                  <a:pt x="513273" y="458672"/>
                </a:cubicBezTo>
                <a:lnTo>
                  <a:pt x="513273" y="472108"/>
                </a:lnTo>
                <a:cubicBezTo>
                  <a:pt x="513273" y="479160"/>
                  <a:pt x="510388" y="485544"/>
                  <a:pt x="505765" y="490183"/>
                </a:cubicBezTo>
                <a:cubicBezTo>
                  <a:pt x="501106" y="494860"/>
                  <a:pt x="494708" y="497755"/>
                  <a:pt x="487681" y="497755"/>
                </a:cubicBezTo>
                <a:lnTo>
                  <a:pt x="442748" y="497755"/>
                </a:lnTo>
                <a:cubicBezTo>
                  <a:pt x="435722" y="497755"/>
                  <a:pt x="429287" y="494860"/>
                  <a:pt x="424664" y="490220"/>
                </a:cubicBezTo>
                <a:cubicBezTo>
                  <a:pt x="420041" y="485544"/>
                  <a:pt x="417157" y="479122"/>
                  <a:pt x="417157" y="472070"/>
                </a:cubicBezTo>
                <a:lnTo>
                  <a:pt x="417157" y="458671"/>
                </a:lnTo>
                <a:cubicBezTo>
                  <a:pt x="417157" y="457076"/>
                  <a:pt x="416639" y="455628"/>
                  <a:pt x="415788" y="454515"/>
                </a:cubicBezTo>
                <a:cubicBezTo>
                  <a:pt x="414938" y="453438"/>
                  <a:pt x="413680" y="452585"/>
                  <a:pt x="412201" y="452213"/>
                </a:cubicBezTo>
                <a:cubicBezTo>
                  <a:pt x="402882" y="449764"/>
                  <a:pt x="393821" y="446720"/>
                  <a:pt x="385093" y="443083"/>
                </a:cubicBezTo>
                <a:cubicBezTo>
                  <a:pt x="376255" y="439409"/>
                  <a:pt x="367638" y="435066"/>
                  <a:pt x="359429" y="430241"/>
                </a:cubicBezTo>
                <a:cubicBezTo>
                  <a:pt x="358097" y="429461"/>
                  <a:pt x="356618" y="429165"/>
                  <a:pt x="355213" y="429350"/>
                </a:cubicBezTo>
                <a:cubicBezTo>
                  <a:pt x="353844" y="429536"/>
                  <a:pt x="352476" y="430204"/>
                  <a:pt x="351367" y="431354"/>
                </a:cubicBezTo>
                <a:lnTo>
                  <a:pt x="341862" y="440819"/>
                </a:lnTo>
                <a:cubicBezTo>
                  <a:pt x="336907" y="445829"/>
                  <a:pt x="330362" y="448353"/>
                  <a:pt x="323816" y="448353"/>
                </a:cubicBezTo>
                <a:cubicBezTo>
                  <a:pt x="317307" y="448353"/>
                  <a:pt x="310762" y="445866"/>
                  <a:pt x="305806" y="440856"/>
                </a:cubicBezTo>
                <a:lnTo>
                  <a:pt x="273965" y="408937"/>
                </a:lnTo>
                <a:cubicBezTo>
                  <a:pt x="268973" y="403926"/>
                  <a:pt x="266495" y="397356"/>
                  <a:pt x="266495" y="390787"/>
                </a:cubicBezTo>
                <a:cubicBezTo>
                  <a:pt x="266495" y="384217"/>
                  <a:pt x="269010" y="377648"/>
                  <a:pt x="273965" y="372637"/>
                </a:cubicBezTo>
                <a:lnTo>
                  <a:pt x="283432" y="363173"/>
                </a:lnTo>
                <a:cubicBezTo>
                  <a:pt x="284579" y="361985"/>
                  <a:pt x="285244" y="360612"/>
                  <a:pt x="285429" y="359239"/>
                </a:cubicBezTo>
                <a:cubicBezTo>
                  <a:pt x="285614" y="357865"/>
                  <a:pt x="285281" y="356344"/>
                  <a:pt x="284542" y="355007"/>
                </a:cubicBezTo>
                <a:cubicBezTo>
                  <a:pt x="279697" y="346694"/>
                  <a:pt x="275370" y="338045"/>
                  <a:pt x="271746" y="329250"/>
                </a:cubicBezTo>
                <a:cubicBezTo>
                  <a:pt x="268159" y="320528"/>
                  <a:pt x="265089" y="311435"/>
                  <a:pt x="262648" y="302081"/>
                </a:cubicBezTo>
                <a:cubicBezTo>
                  <a:pt x="262242" y="300560"/>
                  <a:pt x="261391" y="299298"/>
                  <a:pt x="260319" y="298444"/>
                </a:cubicBezTo>
                <a:cubicBezTo>
                  <a:pt x="259246" y="297628"/>
                  <a:pt x="257804" y="297108"/>
                  <a:pt x="256214" y="297108"/>
                </a:cubicBezTo>
                <a:lnTo>
                  <a:pt x="242826" y="297108"/>
                </a:lnTo>
                <a:cubicBezTo>
                  <a:pt x="235799" y="297108"/>
                  <a:pt x="229364" y="294213"/>
                  <a:pt x="224742" y="289574"/>
                </a:cubicBezTo>
                <a:cubicBezTo>
                  <a:pt x="220119" y="284897"/>
                  <a:pt x="217234" y="278476"/>
                  <a:pt x="217234" y="271424"/>
                </a:cubicBezTo>
                <a:lnTo>
                  <a:pt x="217234" y="226329"/>
                </a:lnTo>
                <a:cubicBezTo>
                  <a:pt x="217234" y="219277"/>
                  <a:pt x="220119" y="212819"/>
                  <a:pt x="224742" y="208179"/>
                </a:cubicBezTo>
                <a:cubicBezTo>
                  <a:pt x="229364" y="203540"/>
                  <a:pt x="235762" y="200645"/>
                  <a:pt x="242826" y="200645"/>
                </a:cubicBezTo>
                <a:lnTo>
                  <a:pt x="256177" y="200645"/>
                </a:lnTo>
                <a:cubicBezTo>
                  <a:pt x="257767" y="200645"/>
                  <a:pt x="259209" y="200125"/>
                  <a:pt x="260319" y="199271"/>
                </a:cubicBezTo>
                <a:cubicBezTo>
                  <a:pt x="261391" y="198418"/>
                  <a:pt x="262242" y="197156"/>
                  <a:pt x="262612" y="195671"/>
                </a:cubicBezTo>
                <a:cubicBezTo>
                  <a:pt x="265052" y="186318"/>
                  <a:pt x="268085" y="177225"/>
                  <a:pt x="271709" y="168466"/>
                </a:cubicBezTo>
                <a:cubicBezTo>
                  <a:pt x="275370" y="159595"/>
                  <a:pt x="279697" y="150947"/>
                  <a:pt x="284505" y="142708"/>
                </a:cubicBezTo>
                <a:cubicBezTo>
                  <a:pt x="285282" y="141372"/>
                  <a:pt x="285577" y="139887"/>
                  <a:pt x="285393" y="138477"/>
                </a:cubicBezTo>
                <a:cubicBezTo>
                  <a:pt x="285208" y="137104"/>
                  <a:pt x="284542" y="135730"/>
                  <a:pt x="283396" y="134617"/>
                </a:cubicBezTo>
                <a:lnTo>
                  <a:pt x="273965" y="125078"/>
                </a:lnTo>
                <a:cubicBezTo>
                  <a:pt x="268973" y="120105"/>
                  <a:pt x="266458" y="113536"/>
                  <a:pt x="266458" y="106967"/>
                </a:cubicBezTo>
                <a:cubicBezTo>
                  <a:pt x="266458" y="100434"/>
                  <a:pt x="268936" y="93865"/>
                  <a:pt x="273928" y="88892"/>
                </a:cubicBezTo>
                <a:lnTo>
                  <a:pt x="305733" y="56936"/>
                </a:lnTo>
                <a:cubicBezTo>
                  <a:pt x="310725" y="51925"/>
                  <a:pt x="317271" y="49438"/>
                  <a:pt x="323817" y="49438"/>
                </a:cubicBezTo>
                <a:cubicBezTo>
                  <a:pt x="330363" y="49438"/>
                  <a:pt x="336908" y="51962"/>
                  <a:pt x="341901" y="56936"/>
                </a:cubicBezTo>
                <a:lnTo>
                  <a:pt x="351332" y="66437"/>
                </a:lnTo>
                <a:cubicBezTo>
                  <a:pt x="352478" y="67551"/>
                  <a:pt x="353883" y="68256"/>
                  <a:pt x="355252" y="68441"/>
                </a:cubicBezTo>
                <a:cubicBezTo>
                  <a:pt x="356620" y="68627"/>
                  <a:pt x="358136" y="68293"/>
                  <a:pt x="359468" y="67551"/>
                </a:cubicBezTo>
                <a:cubicBezTo>
                  <a:pt x="367751" y="62689"/>
                  <a:pt x="376369" y="58346"/>
                  <a:pt x="385132" y="54708"/>
                </a:cubicBezTo>
                <a:cubicBezTo>
                  <a:pt x="393823" y="51108"/>
                  <a:pt x="402884" y="48028"/>
                  <a:pt x="412203" y="45578"/>
                </a:cubicBezTo>
                <a:cubicBezTo>
                  <a:pt x="413719" y="45170"/>
                  <a:pt x="414977" y="44316"/>
                  <a:pt x="415827" y="43240"/>
                </a:cubicBezTo>
                <a:cubicBezTo>
                  <a:pt x="416641" y="42164"/>
                  <a:pt x="417159" y="40716"/>
                  <a:pt x="417159" y="39120"/>
                </a:cubicBezTo>
                <a:lnTo>
                  <a:pt x="417159" y="25684"/>
                </a:lnTo>
                <a:cubicBezTo>
                  <a:pt x="417159" y="18632"/>
                  <a:pt x="420043" y="12174"/>
                  <a:pt x="424666" y="7534"/>
                </a:cubicBezTo>
                <a:cubicBezTo>
                  <a:pt x="429288" y="2895"/>
                  <a:pt x="435687" y="0"/>
                  <a:pt x="442750" y="0"/>
                </a:cubicBezTo>
                <a:lnTo>
                  <a:pt x="487683" y="0"/>
                </a:lnTo>
                <a:cubicBezTo>
                  <a:pt x="494709" y="0"/>
                  <a:pt x="501107" y="2895"/>
                  <a:pt x="505729" y="7534"/>
                </a:cubicBezTo>
                <a:cubicBezTo>
                  <a:pt x="510352" y="12137"/>
                  <a:pt x="513237" y="18595"/>
                  <a:pt x="513237" y="25646"/>
                </a:cubicBezTo>
                <a:lnTo>
                  <a:pt x="513237" y="39045"/>
                </a:lnTo>
                <a:cubicBezTo>
                  <a:pt x="513237" y="40641"/>
                  <a:pt x="513717" y="42089"/>
                  <a:pt x="514568" y="43165"/>
                </a:cubicBezTo>
                <a:cubicBezTo>
                  <a:pt x="515418" y="44278"/>
                  <a:pt x="516676" y="45132"/>
                  <a:pt x="518192" y="45503"/>
                </a:cubicBezTo>
                <a:close/>
                <a:moveTo>
                  <a:pt x="508579" y="373903"/>
                </a:moveTo>
                <a:lnTo>
                  <a:pt x="508579" y="211855"/>
                </a:lnTo>
                <a:cubicBezTo>
                  <a:pt x="508579" y="206622"/>
                  <a:pt x="512832" y="202353"/>
                  <a:pt x="518046" y="202353"/>
                </a:cubicBezTo>
                <a:lnTo>
                  <a:pt x="567971" y="202353"/>
                </a:lnTo>
                <a:cubicBezTo>
                  <a:pt x="573185" y="202353"/>
                  <a:pt x="577438" y="206622"/>
                  <a:pt x="577438" y="211855"/>
                </a:cubicBezTo>
                <a:lnTo>
                  <a:pt x="577438" y="318376"/>
                </a:lnTo>
                <a:cubicBezTo>
                  <a:pt x="589864" y="298185"/>
                  <a:pt x="597038" y="274395"/>
                  <a:pt x="597038" y="248934"/>
                </a:cubicBezTo>
                <a:cubicBezTo>
                  <a:pt x="597038" y="212412"/>
                  <a:pt x="582283" y="179343"/>
                  <a:pt x="558430" y="155403"/>
                </a:cubicBezTo>
                <a:cubicBezTo>
                  <a:pt x="534577" y="131463"/>
                  <a:pt x="501626" y="116655"/>
                  <a:pt x="465236" y="116655"/>
                </a:cubicBezTo>
                <a:cubicBezTo>
                  <a:pt x="428846" y="116655"/>
                  <a:pt x="395896" y="131464"/>
                  <a:pt x="372042" y="155403"/>
                </a:cubicBezTo>
                <a:cubicBezTo>
                  <a:pt x="348188" y="179342"/>
                  <a:pt x="333434" y="212412"/>
                  <a:pt x="333434" y="248934"/>
                </a:cubicBezTo>
                <a:cubicBezTo>
                  <a:pt x="333434" y="274395"/>
                  <a:pt x="340608" y="298185"/>
                  <a:pt x="353034" y="318376"/>
                </a:cubicBezTo>
                <a:lnTo>
                  <a:pt x="353034" y="250752"/>
                </a:lnTo>
                <a:cubicBezTo>
                  <a:pt x="353034" y="245519"/>
                  <a:pt x="357287" y="241251"/>
                  <a:pt x="362501" y="241251"/>
                </a:cubicBezTo>
                <a:lnTo>
                  <a:pt x="412426" y="241251"/>
                </a:lnTo>
                <a:cubicBezTo>
                  <a:pt x="417640" y="241251"/>
                  <a:pt x="421893" y="245519"/>
                  <a:pt x="421893" y="250752"/>
                </a:cubicBezTo>
                <a:lnTo>
                  <a:pt x="421893" y="373901"/>
                </a:lnTo>
                <a:cubicBezTo>
                  <a:pt x="424814" y="374940"/>
                  <a:pt x="427773" y="375831"/>
                  <a:pt x="430768" y="376647"/>
                </a:cubicBezTo>
                <a:lnTo>
                  <a:pt x="430768" y="236909"/>
                </a:lnTo>
                <a:cubicBezTo>
                  <a:pt x="430768" y="231676"/>
                  <a:pt x="435021" y="227408"/>
                  <a:pt x="440236" y="227408"/>
                </a:cubicBezTo>
                <a:lnTo>
                  <a:pt x="490161" y="227408"/>
                </a:lnTo>
                <a:cubicBezTo>
                  <a:pt x="495375" y="227408"/>
                  <a:pt x="499628" y="231676"/>
                  <a:pt x="499628" y="236909"/>
                </a:cubicBezTo>
                <a:lnTo>
                  <a:pt x="499628" y="376685"/>
                </a:lnTo>
                <a:cubicBezTo>
                  <a:pt x="502623" y="375869"/>
                  <a:pt x="505582" y="374941"/>
                  <a:pt x="508503" y="373939"/>
                </a:cubicBezTo>
                <a:close/>
                <a:moveTo>
                  <a:pt x="558504" y="342429"/>
                </a:moveTo>
                <a:lnTo>
                  <a:pt x="558504" y="221399"/>
                </a:lnTo>
                <a:lnTo>
                  <a:pt x="527514" y="221399"/>
                </a:lnTo>
                <a:lnTo>
                  <a:pt x="527514" y="365556"/>
                </a:lnTo>
                <a:cubicBezTo>
                  <a:pt x="538941" y="359395"/>
                  <a:pt x="549370" y="351600"/>
                  <a:pt x="558467" y="342470"/>
                </a:cubicBezTo>
                <a:close/>
                <a:moveTo>
                  <a:pt x="480769" y="380287"/>
                </a:moveTo>
                <a:lnTo>
                  <a:pt x="480769" y="246373"/>
                </a:lnTo>
                <a:lnTo>
                  <a:pt x="449779" y="246373"/>
                </a:lnTo>
                <a:lnTo>
                  <a:pt x="449779" y="380287"/>
                </a:lnTo>
                <a:cubicBezTo>
                  <a:pt x="454845" y="380881"/>
                  <a:pt x="460022" y="381178"/>
                  <a:pt x="465274" y="381178"/>
                </a:cubicBezTo>
                <a:cubicBezTo>
                  <a:pt x="470525" y="381178"/>
                  <a:pt x="475703" y="380881"/>
                  <a:pt x="480769" y="380287"/>
                </a:cubicBezTo>
                <a:close/>
                <a:moveTo>
                  <a:pt x="403034" y="365515"/>
                </a:moveTo>
                <a:lnTo>
                  <a:pt x="403034" y="260219"/>
                </a:lnTo>
                <a:lnTo>
                  <a:pt x="372044" y="260219"/>
                </a:lnTo>
                <a:lnTo>
                  <a:pt x="372044" y="342392"/>
                </a:lnTo>
                <a:lnTo>
                  <a:pt x="372118" y="342466"/>
                </a:lnTo>
                <a:cubicBezTo>
                  <a:pt x="381215" y="351597"/>
                  <a:pt x="391644" y="359390"/>
                  <a:pt x="403034" y="365552"/>
                </a:cubicBezTo>
                <a:close/>
                <a:moveTo>
                  <a:pt x="465311" y="97659"/>
                </a:moveTo>
                <a:cubicBezTo>
                  <a:pt x="506952" y="97659"/>
                  <a:pt x="544636" y="114621"/>
                  <a:pt x="571893" y="141974"/>
                </a:cubicBezTo>
                <a:cubicBezTo>
                  <a:pt x="599149" y="169328"/>
                  <a:pt x="616050" y="207186"/>
                  <a:pt x="616050" y="248942"/>
                </a:cubicBezTo>
                <a:cubicBezTo>
                  <a:pt x="616050" y="290733"/>
                  <a:pt x="599149" y="328554"/>
                  <a:pt x="571893" y="355910"/>
                </a:cubicBezTo>
                <a:cubicBezTo>
                  <a:pt x="543565" y="384340"/>
                  <a:pt x="505364" y="400226"/>
                  <a:pt x="465311" y="400226"/>
                </a:cubicBezTo>
                <a:cubicBezTo>
                  <a:pt x="425519" y="400226"/>
                  <a:pt x="387280" y="384600"/>
                  <a:pt x="358728" y="355910"/>
                </a:cubicBezTo>
                <a:cubicBezTo>
                  <a:pt x="330363" y="326514"/>
                  <a:pt x="314572" y="290216"/>
                  <a:pt x="314572" y="248942"/>
                </a:cubicBezTo>
                <a:cubicBezTo>
                  <a:pt x="314572" y="207188"/>
                  <a:pt x="331473" y="169330"/>
                  <a:pt x="358728" y="141974"/>
                </a:cubicBezTo>
                <a:cubicBezTo>
                  <a:pt x="385984" y="114621"/>
                  <a:pt x="423705" y="97659"/>
                  <a:pt x="465311" y="97659"/>
                </a:cubicBezTo>
                <a:close/>
                <a:moveTo>
                  <a:pt x="14214" y="626882"/>
                </a:moveTo>
                <a:lnTo>
                  <a:pt x="63622" y="598229"/>
                </a:lnTo>
                <a:cubicBezTo>
                  <a:pt x="70390" y="594295"/>
                  <a:pt x="78156" y="593515"/>
                  <a:pt x="85145" y="595408"/>
                </a:cubicBezTo>
                <a:cubicBezTo>
                  <a:pt x="92134" y="597264"/>
                  <a:pt x="98458" y="601866"/>
                  <a:pt x="102378" y="608658"/>
                </a:cubicBezTo>
                <a:lnTo>
                  <a:pt x="109811" y="621574"/>
                </a:lnTo>
                <a:lnTo>
                  <a:pt x="211916" y="582974"/>
                </a:lnTo>
                <a:cubicBezTo>
                  <a:pt x="226782" y="557068"/>
                  <a:pt x="249120" y="541554"/>
                  <a:pt x="274637" y="533426"/>
                </a:cubicBezTo>
                <a:cubicBezTo>
                  <a:pt x="306219" y="523405"/>
                  <a:pt x="342646" y="524890"/>
                  <a:pt x="375482" y="532053"/>
                </a:cubicBezTo>
                <a:cubicBezTo>
                  <a:pt x="385689" y="534280"/>
                  <a:pt x="395342" y="535282"/>
                  <a:pt x="404772" y="535059"/>
                </a:cubicBezTo>
                <a:cubicBezTo>
                  <a:pt x="414202" y="534837"/>
                  <a:pt x="423780" y="533315"/>
                  <a:pt x="433876" y="530568"/>
                </a:cubicBezTo>
                <a:lnTo>
                  <a:pt x="543602" y="500765"/>
                </a:lnTo>
                <a:cubicBezTo>
                  <a:pt x="556138" y="497387"/>
                  <a:pt x="568971" y="499503"/>
                  <a:pt x="579437" y="505553"/>
                </a:cubicBezTo>
                <a:cubicBezTo>
                  <a:pt x="589977" y="511640"/>
                  <a:pt x="598150" y="521772"/>
                  <a:pt x="601552" y="534392"/>
                </a:cubicBezTo>
                <a:cubicBezTo>
                  <a:pt x="604917" y="547011"/>
                  <a:pt x="602809" y="559890"/>
                  <a:pt x="596781" y="570394"/>
                </a:cubicBezTo>
                <a:cubicBezTo>
                  <a:pt x="590716" y="580972"/>
                  <a:pt x="580658" y="589211"/>
                  <a:pt x="568084" y="592588"/>
                </a:cubicBezTo>
                <a:lnTo>
                  <a:pt x="465203" y="620240"/>
                </a:lnTo>
                <a:cubicBezTo>
                  <a:pt x="479515" y="624582"/>
                  <a:pt x="492385" y="630261"/>
                  <a:pt x="504774" y="635717"/>
                </a:cubicBezTo>
                <a:lnTo>
                  <a:pt x="507621" y="636978"/>
                </a:lnTo>
                <a:cubicBezTo>
                  <a:pt x="513094" y="635717"/>
                  <a:pt x="518827" y="633824"/>
                  <a:pt x="524891" y="631226"/>
                </a:cubicBezTo>
                <a:cubicBezTo>
                  <a:pt x="532214" y="628071"/>
                  <a:pt x="539980" y="623877"/>
                  <a:pt x="548189" y="618532"/>
                </a:cubicBezTo>
                <a:lnTo>
                  <a:pt x="721336" y="518206"/>
                </a:lnTo>
                <a:cubicBezTo>
                  <a:pt x="732875" y="511489"/>
                  <a:pt x="746151" y="510152"/>
                  <a:pt x="758133" y="513344"/>
                </a:cubicBezTo>
                <a:cubicBezTo>
                  <a:pt x="770189" y="516573"/>
                  <a:pt x="780988" y="524405"/>
                  <a:pt x="787681" y="536021"/>
                </a:cubicBezTo>
                <a:lnTo>
                  <a:pt x="787755" y="536207"/>
                </a:lnTo>
                <a:lnTo>
                  <a:pt x="795336" y="531827"/>
                </a:lnTo>
                <a:cubicBezTo>
                  <a:pt x="806875" y="525110"/>
                  <a:pt x="820151" y="523773"/>
                  <a:pt x="832133" y="526965"/>
                </a:cubicBezTo>
                <a:cubicBezTo>
                  <a:pt x="844188" y="530194"/>
                  <a:pt x="854988" y="538026"/>
                  <a:pt x="861681" y="549642"/>
                </a:cubicBezTo>
                <a:lnTo>
                  <a:pt x="861977" y="550199"/>
                </a:lnTo>
                <a:cubicBezTo>
                  <a:pt x="868375" y="561668"/>
                  <a:pt x="869632" y="574621"/>
                  <a:pt x="866489" y="586424"/>
                </a:cubicBezTo>
                <a:cubicBezTo>
                  <a:pt x="863308" y="598449"/>
                  <a:pt x="855505" y="609324"/>
                  <a:pt x="844041" y="616153"/>
                </a:cubicBezTo>
                <a:lnTo>
                  <a:pt x="558177" y="787141"/>
                </a:lnTo>
                <a:cubicBezTo>
                  <a:pt x="548451" y="792969"/>
                  <a:pt x="538429" y="796383"/>
                  <a:pt x="528110" y="798239"/>
                </a:cubicBezTo>
                <a:cubicBezTo>
                  <a:pt x="518162" y="799984"/>
                  <a:pt x="507845" y="800243"/>
                  <a:pt x="497120" y="799761"/>
                </a:cubicBezTo>
                <a:lnTo>
                  <a:pt x="234290" y="787847"/>
                </a:lnTo>
                <a:lnTo>
                  <a:pt x="210030" y="795753"/>
                </a:lnTo>
                <a:lnTo>
                  <a:pt x="214135" y="802879"/>
                </a:lnTo>
                <a:cubicBezTo>
                  <a:pt x="218055" y="809671"/>
                  <a:pt x="218831" y="817465"/>
                  <a:pt x="216945" y="824479"/>
                </a:cubicBezTo>
                <a:cubicBezTo>
                  <a:pt x="215096" y="831494"/>
                  <a:pt x="210511" y="837840"/>
                  <a:pt x="203706" y="841775"/>
                </a:cubicBezTo>
                <a:lnTo>
                  <a:pt x="154299" y="870391"/>
                </a:lnTo>
                <a:cubicBezTo>
                  <a:pt x="147531" y="874325"/>
                  <a:pt x="139802" y="875104"/>
                  <a:pt x="132813" y="873248"/>
                </a:cubicBezTo>
                <a:cubicBezTo>
                  <a:pt x="125786" y="871393"/>
                  <a:pt x="119462" y="866790"/>
                  <a:pt x="115542" y="859999"/>
                </a:cubicBezTo>
                <a:lnTo>
                  <a:pt x="3819" y="665741"/>
                </a:lnTo>
                <a:cubicBezTo>
                  <a:pt x="-101" y="658949"/>
                  <a:pt x="-915" y="651154"/>
                  <a:pt x="972" y="644140"/>
                </a:cubicBezTo>
                <a:cubicBezTo>
                  <a:pt x="2821" y="637125"/>
                  <a:pt x="7406" y="630779"/>
                  <a:pt x="14174" y="626845"/>
                </a:cubicBezTo>
                <a:close/>
                <a:moveTo>
                  <a:pt x="119386" y="638202"/>
                </a:moveTo>
                <a:lnTo>
                  <a:pt x="200376" y="778976"/>
                </a:lnTo>
                <a:lnTo>
                  <a:pt x="230035" y="769326"/>
                </a:lnTo>
                <a:cubicBezTo>
                  <a:pt x="231070" y="768992"/>
                  <a:pt x="232217" y="768843"/>
                  <a:pt x="233363" y="768880"/>
                </a:cubicBezTo>
                <a:lnTo>
                  <a:pt x="497926" y="780868"/>
                </a:lnTo>
                <a:cubicBezTo>
                  <a:pt x="507319" y="781277"/>
                  <a:pt x="516269" y="781054"/>
                  <a:pt x="524886" y="779569"/>
                </a:cubicBezTo>
                <a:cubicBezTo>
                  <a:pt x="533096" y="778122"/>
                  <a:pt x="540973" y="775413"/>
                  <a:pt x="548517" y="770922"/>
                </a:cubicBezTo>
                <a:lnTo>
                  <a:pt x="834382" y="599933"/>
                </a:lnTo>
                <a:cubicBezTo>
                  <a:pt x="841445" y="595702"/>
                  <a:pt x="846253" y="588984"/>
                  <a:pt x="848249" y="581561"/>
                </a:cubicBezTo>
                <a:cubicBezTo>
                  <a:pt x="850135" y="574361"/>
                  <a:pt x="849433" y="566492"/>
                  <a:pt x="845624" y="559552"/>
                </a:cubicBezTo>
                <a:lnTo>
                  <a:pt x="845402" y="559143"/>
                </a:lnTo>
                <a:cubicBezTo>
                  <a:pt x="841334" y="552091"/>
                  <a:pt x="834714" y="547267"/>
                  <a:pt x="827392" y="545300"/>
                </a:cubicBezTo>
                <a:cubicBezTo>
                  <a:pt x="820033" y="543333"/>
                  <a:pt x="811934" y="544149"/>
                  <a:pt x="804907" y="548232"/>
                </a:cubicBezTo>
                <a:cubicBezTo>
                  <a:pt x="747475" y="581487"/>
                  <a:pt x="690041" y="614742"/>
                  <a:pt x="632613" y="648035"/>
                </a:cubicBezTo>
                <a:cubicBezTo>
                  <a:pt x="580358" y="682107"/>
                  <a:pt x="549700" y="676131"/>
                  <a:pt x="497259" y="653120"/>
                </a:cubicBezTo>
                <a:cubicBezTo>
                  <a:pt x="475107" y="643359"/>
                  <a:pt x="451291" y="632818"/>
                  <a:pt x="421151" y="631927"/>
                </a:cubicBezTo>
                <a:cubicBezTo>
                  <a:pt x="416824" y="632113"/>
                  <a:pt x="412756" y="629292"/>
                  <a:pt x="411609" y="624875"/>
                </a:cubicBezTo>
                <a:cubicBezTo>
                  <a:pt x="410278" y="619828"/>
                  <a:pt x="413274" y="614595"/>
                  <a:pt x="418303" y="613258"/>
                </a:cubicBezTo>
                <a:lnTo>
                  <a:pt x="563304" y="574249"/>
                </a:lnTo>
                <a:cubicBezTo>
                  <a:pt x="570848" y="572245"/>
                  <a:pt x="576913" y="567272"/>
                  <a:pt x="580537" y="560963"/>
                </a:cubicBezTo>
                <a:cubicBezTo>
                  <a:pt x="584161" y="554653"/>
                  <a:pt x="585419" y="546896"/>
                  <a:pt x="583385" y="539288"/>
                </a:cubicBezTo>
                <a:cubicBezTo>
                  <a:pt x="581351" y="531716"/>
                  <a:pt x="576432" y="525629"/>
                  <a:pt x="570109" y="521955"/>
                </a:cubicBezTo>
                <a:cubicBezTo>
                  <a:pt x="563822" y="518318"/>
                  <a:pt x="556092" y="517056"/>
                  <a:pt x="548549" y="519097"/>
                </a:cubicBezTo>
                <a:lnTo>
                  <a:pt x="438823" y="548901"/>
                </a:lnTo>
                <a:cubicBezTo>
                  <a:pt x="427470" y="551981"/>
                  <a:pt x="416449" y="553688"/>
                  <a:pt x="405281" y="553948"/>
                </a:cubicBezTo>
                <a:cubicBezTo>
                  <a:pt x="394149" y="554208"/>
                  <a:pt x="383017" y="553095"/>
                  <a:pt x="371517" y="550571"/>
                </a:cubicBezTo>
                <a:cubicBezTo>
                  <a:pt x="341487" y="544001"/>
                  <a:pt x="308500" y="542554"/>
                  <a:pt x="280357" y="551462"/>
                </a:cubicBezTo>
                <a:cubicBezTo>
                  <a:pt x="258316" y="558439"/>
                  <a:pt x="239159" y="571987"/>
                  <a:pt x="226956" y="594701"/>
                </a:cubicBezTo>
                <a:cubicBezTo>
                  <a:pt x="225920" y="596779"/>
                  <a:pt x="224145" y="598524"/>
                  <a:pt x="221816" y="599414"/>
                </a:cubicBezTo>
                <a:lnTo>
                  <a:pt x="119380" y="638125"/>
                </a:lnTo>
                <a:close/>
                <a:moveTo>
                  <a:pt x="73085" y="614633"/>
                </a:moveTo>
                <a:lnTo>
                  <a:pt x="23678" y="643286"/>
                </a:lnTo>
                <a:cubicBezTo>
                  <a:pt x="21422" y="644548"/>
                  <a:pt x="19906" y="646700"/>
                  <a:pt x="19277" y="649076"/>
                </a:cubicBezTo>
                <a:cubicBezTo>
                  <a:pt x="18648" y="651414"/>
                  <a:pt x="18907" y="654049"/>
                  <a:pt x="20164" y="656276"/>
                </a:cubicBezTo>
                <a:lnTo>
                  <a:pt x="131926" y="850534"/>
                </a:lnTo>
                <a:cubicBezTo>
                  <a:pt x="133220" y="852761"/>
                  <a:pt x="135328" y="854320"/>
                  <a:pt x="137695" y="854951"/>
                </a:cubicBezTo>
                <a:cubicBezTo>
                  <a:pt x="140061" y="855582"/>
                  <a:pt x="142687" y="855322"/>
                  <a:pt x="144943" y="854023"/>
                </a:cubicBezTo>
                <a:lnTo>
                  <a:pt x="194351" y="825407"/>
                </a:lnTo>
                <a:cubicBezTo>
                  <a:pt x="196570" y="824145"/>
                  <a:pt x="198086" y="821993"/>
                  <a:pt x="198715" y="819617"/>
                </a:cubicBezTo>
                <a:cubicBezTo>
                  <a:pt x="199343" y="817242"/>
                  <a:pt x="199085" y="814644"/>
                  <a:pt x="197827" y="812417"/>
                </a:cubicBezTo>
                <a:cubicBezTo>
                  <a:pt x="160587" y="747725"/>
                  <a:pt x="123309" y="682921"/>
                  <a:pt x="86066" y="618197"/>
                </a:cubicBezTo>
                <a:cubicBezTo>
                  <a:pt x="84809" y="615933"/>
                  <a:pt x="82664" y="614411"/>
                  <a:pt x="80297" y="613780"/>
                </a:cubicBezTo>
                <a:cubicBezTo>
                  <a:pt x="77930" y="613149"/>
                  <a:pt x="75341" y="613409"/>
                  <a:pt x="73122" y="614671"/>
                </a:cubicBezTo>
                <a:close/>
                <a:moveTo>
                  <a:pt x="771448" y="545710"/>
                </a:moveTo>
                <a:lnTo>
                  <a:pt x="771374" y="545562"/>
                </a:lnTo>
                <a:cubicBezTo>
                  <a:pt x="767306" y="538510"/>
                  <a:pt x="760687" y="533685"/>
                  <a:pt x="753365" y="531718"/>
                </a:cubicBezTo>
                <a:cubicBezTo>
                  <a:pt x="746005" y="529751"/>
                  <a:pt x="737907" y="530568"/>
                  <a:pt x="730880" y="534650"/>
                </a:cubicBezTo>
                <a:lnTo>
                  <a:pt x="558585" y="634454"/>
                </a:lnTo>
                <a:cubicBezTo>
                  <a:pt x="550190" y="639947"/>
                  <a:pt x="542276" y="644290"/>
                  <a:pt x="534769" y="647704"/>
                </a:cubicBezTo>
                <a:cubicBezTo>
                  <a:pt x="559769" y="655535"/>
                  <a:pt x="586063" y="655795"/>
                  <a:pt x="622268" y="632190"/>
                </a:cubicBezTo>
                <a:lnTo>
                  <a:pt x="771491" y="545748"/>
                </a:lnTo>
                <a:close/>
                <a:moveTo>
                  <a:pt x="538127" y="72271"/>
                </a:moveTo>
                <a:cubicBezTo>
                  <a:pt x="530176" y="68967"/>
                  <a:pt x="521930" y="66184"/>
                  <a:pt x="513497" y="63957"/>
                </a:cubicBezTo>
                <a:cubicBezTo>
                  <a:pt x="507802" y="62472"/>
                  <a:pt x="503031" y="59206"/>
                  <a:pt x="499667" y="54826"/>
                </a:cubicBezTo>
                <a:cubicBezTo>
                  <a:pt x="496301" y="50447"/>
                  <a:pt x="494341" y="44990"/>
                  <a:pt x="494341" y="39127"/>
                </a:cubicBezTo>
                <a:lnTo>
                  <a:pt x="494341" y="25728"/>
                </a:lnTo>
                <a:cubicBezTo>
                  <a:pt x="494341" y="23909"/>
                  <a:pt x="493565" y="22239"/>
                  <a:pt x="492381" y="21052"/>
                </a:cubicBezTo>
                <a:cubicBezTo>
                  <a:pt x="491198" y="19827"/>
                  <a:pt x="489534" y="19084"/>
                  <a:pt x="487722" y="19084"/>
                </a:cubicBezTo>
                <a:lnTo>
                  <a:pt x="442789" y="19084"/>
                </a:lnTo>
                <a:cubicBezTo>
                  <a:pt x="440977" y="19084"/>
                  <a:pt x="439313" y="19864"/>
                  <a:pt x="438129" y="21052"/>
                </a:cubicBezTo>
                <a:cubicBezTo>
                  <a:pt x="436946" y="22239"/>
                  <a:pt x="436169" y="23909"/>
                  <a:pt x="436169" y="25728"/>
                </a:cubicBezTo>
                <a:lnTo>
                  <a:pt x="436169" y="39164"/>
                </a:lnTo>
                <a:cubicBezTo>
                  <a:pt x="436169" y="45028"/>
                  <a:pt x="434209" y="50484"/>
                  <a:pt x="430844" y="54863"/>
                </a:cubicBezTo>
                <a:cubicBezTo>
                  <a:pt x="427479" y="59243"/>
                  <a:pt x="422708" y="62509"/>
                  <a:pt x="417013" y="63994"/>
                </a:cubicBezTo>
                <a:cubicBezTo>
                  <a:pt x="408618" y="66184"/>
                  <a:pt x="400372" y="68967"/>
                  <a:pt x="392420" y="72270"/>
                </a:cubicBezTo>
                <a:cubicBezTo>
                  <a:pt x="384284" y="75648"/>
                  <a:pt x="376444" y="79582"/>
                  <a:pt x="369047" y="83925"/>
                </a:cubicBezTo>
                <a:cubicBezTo>
                  <a:pt x="364018" y="86894"/>
                  <a:pt x="358323" y="87971"/>
                  <a:pt x="352887" y="87302"/>
                </a:cubicBezTo>
                <a:cubicBezTo>
                  <a:pt x="347413" y="86597"/>
                  <a:pt x="342162" y="84111"/>
                  <a:pt x="338020" y="79991"/>
                </a:cubicBezTo>
                <a:lnTo>
                  <a:pt x="328590" y="70489"/>
                </a:lnTo>
                <a:cubicBezTo>
                  <a:pt x="327259" y="69190"/>
                  <a:pt x="325557" y="68559"/>
                  <a:pt x="323856" y="68559"/>
                </a:cubicBezTo>
                <a:cubicBezTo>
                  <a:pt x="322155" y="68559"/>
                  <a:pt x="320454" y="69227"/>
                  <a:pt x="319196" y="70489"/>
                </a:cubicBezTo>
                <a:lnTo>
                  <a:pt x="287392" y="102409"/>
                </a:lnTo>
                <a:cubicBezTo>
                  <a:pt x="286098" y="103670"/>
                  <a:pt x="285469" y="105378"/>
                  <a:pt x="285469" y="107122"/>
                </a:cubicBezTo>
                <a:cubicBezTo>
                  <a:pt x="285469" y="108829"/>
                  <a:pt x="286135" y="110537"/>
                  <a:pt x="287392" y="111799"/>
                </a:cubicBezTo>
                <a:lnTo>
                  <a:pt x="296822" y="121337"/>
                </a:lnTo>
                <a:cubicBezTo>
                  <a:pt x="300964" y="125457"/>
                  <a:pt x="303442" y="130690"/>
                  <a:pt x="304145" y="136183"/>
                </a:cubicBezTo>
                <a:cubicBezTo>
                  <a:pt x="304810" y="141676"/>
                  <a:pt x="303738" y="147392"/>
                  <a:pt x="300779" y="152439"/>
                </a:cubicBezTo>
                <a:cubicBezTo>
                  <a:pt x="296416" y="159937"/>
                  <a:pt x="292496" y="167768"/>
                  <a:pt x="289167" y="175859"/>
                </a:cubicBezTo>
                <a:cubicBezTo>
                  <a:pt x="285875" y="183876"/>
                  <a:pt x="283065" y="192152"/>
                  <a:pt x="280883" y="200578"/>
                </a:cubicBezTo>
                <a:cubicBezTo>
                  <a:pt x="279441" y="206256"/>
                  <a:pt x="276149" y="211082"/>
                  <a:pt x="271823" y="214458"/>
                </a:cubicBezTo>
                <a:cubicBezTo>
                  <a:pt x="267422" y="217836"/>
                  <a:pt x="262022" y="219803"/>
                  <a:pt x="256180" y="219803"/>
                </a:cubicBezTo>
                <a:lnTo>
                  <a:pt x="242829" y="219803"/>
                </a:lnTo>
                <a:cubicBezTo>
                  <a:pt x="241017" y="219803"/>
                  <a:pt x="239353" y="220582"/>
                  <a:pt x="238169" y="221770"/>
                </a:cubicBezTo>
                <a:cubicBezTo>
                  <a:pt x="236986" y="222958"/>
                  <a:pt x="236209" y="224628"/>
                  <a:pt x="236209" y="226447"/>
                </a:cubicBezTo>
                <a:lnTo>
                  <a:pt x="236209" y="271542"/>
                </a:lnTo>
                <a:cubicBezTo>
                  <a:pt x="236209" y="273397"/>
                  <a:pt x="236949" y="275068"/>
                  <a:pt x="238132" y="276218"/>
                </a:cubicBezTo>
                <a:cubicBezTo>
                  <a:pt x="239390" y="277406"/>
                  <a:pt x="241054" y="278185"/>
                  <a:pt x="242866" y="278185"/>
                </a:cubicBezTo>
                <a:lnTo>
                  <a:pt x="256254" y="278185"/>
                </a:lnTo>
                <a:cubicBezTo>
                  <a:pt x="262097" y="278185"/>
                  <a:pt x="267533" y="280152"/>
                  <a:pt x="271896" y="283530"/>
                </a:cubicBezTo>
                <a:cubicBezTo>
                  <a:pt x="276223" y="286870"/>
                  <a:pt x="279515" y="291695"/>
                  <a:pt x="280994" y="297411"/>
                </a:cubicBezTo>
                <a:cubicBezTo>
                  <a:pt x="283176" y="305836"/>
                  <a:pt x="285950" y="314112"/>
                  <a:pt x="289241" y="322093"/>
                </a:cubicBezTo>
                <a:cubicBezTo>
                  <a:pt x="292606" y="330258"/>
                  <a:pt x="296526" y="338126"/>
                  <a:pt x="300853" y="345550"/>
                </a:cubicBezTo>
                <a:cubicBezTo>
                  <a:pt x="303812" y="350597"/>
                  <a:pt x="304884" y="356313"/>
                  <a:pt x="304219" y="361769"/>
                </a:cubicBezTo>
                <a:cubicBezTo>
                  <a:pt x="303516" y="367262"/>
                  <a:pt x="301038" y="372532"/>
                  <a:pt x="296933" y="376689"/>
                </a:cubicBezTo>
                <a:lnTo>
                  <a:pt x="287466" y="386153"/>
                </a:lnTo>
                <a:cubicBezTo>
                  <a:pt x="286172" y="387489"/>
                  <a:pt x="285543" y="389197"/>
                  <a:pt x="285543" y="390904"/>
                </a:cubicBezTo>
                <a:cubicBezTo>
                  <a:pt x="285543" y="392611"/>
                  <a:pt x="286209" y="394319"/>
                  <a:pt x="287466" y="395581"/>
                </a:cubicBezTo>
                <a:lnTo>
                  <a:pt x="319270" y="427500"/>
                </a:lnTo>
                <a:cubicBezTo>
                  <a:pt x="320528" y="428799"/>
                  <a:pt x="322229" y="429430"/>
                  <a:pt x="323967" y="429430"/>
                </a:cubicBezTo>
                <a:cubicBezTo>
                  <a:pt x="325668" y="429430"/>
                  <a:pt x="327369" y="428762"/>
                  <a:pt x="328627" y="427500"/>
                </a:cubicBezTo>
                <a:lnTo>
                  <a:pt x="338131" y="418036"/>
                </a:lnTo>
                <a:cubicBezTo>
                  <a:pt x="342236" y="413879"/>
                  <a:pt x="347450" y="411392"/>
                  <a:pt x="352924" y="410687"/>
                </a:cubicBezTo>
                <a:cubicBezTo>
                  <a:pt x="358397" y="410019"/>
                  <a:pt x="364092" y="411095"/>
                  <a:pt x="369121" y="414064"/>
                </a:cubicBezTo>
                <a:cubicBezTo>
                  <a:pt x="376591" y="418444"/>
                  <a:pt x="384395" y="422378"/>
                  <a:pt x="392456" y="425719"/>
                </a:cubicBezTo>
                <a:cubicBezTo>
                  <a:pt x="400444" y="429022"/>
                  <a:pt x="408691" y="431843"/>
                  <a:pt x="417086" y="434033"/>
                </a:cubicBezTo>
                <a:cubicBezTo>
                  <a:pt x="422744" y="435480"/>
                  <a:pt x="427552" y="438783"/>
                  <a:pt x="430917" y="443126"/>
                </a:cubicBezTo>
                <a:cubicBezTo>
                  <a:pt x="434282" y="447542"/>
                  <a:pt x="436242" y="452962"/>
                  <a:pt x="436242" y="458825"/>
                </a:cubicBezTo>
                <a:lnTo>
                  <a:pt x="436242" y="472224"/>
                </a:lnTo>
                <a:cubicBezTo>
                  <a:pt x="436242" y="474080"/>
                  <a:pt x="436982" y="475750"/>
                  <a:pt x="438165" y="476901"/>
                </a:cubicBezTo>
                <a:cubicBezTo>
                  <a:pt x="439423" y="478088"/>
                  <a:pt x="441087" y="478868"/>
                  <a:pt x="442899" y="478868"/>
                </a:cubicBezTo>
                <a:lnTo>
                  <a:pt x="487831" y="478868"/>
                </a:lnTo>
                <a:cubicBezTo>
                  <a:pt x="489680" y="478868"/>
                  <a:pt x="491345" y="478125"/>
                  <a:pt x="492491" y="476938"/>
                </a:cubicBezTo>
                <a:cubicBezTo>
                  <a:pt x="493712" y="475713"/>
                  <a:pt x="494451" y="474043"/>
                  <a:pt x="494451" y="472187"/>
                </a:cubicBezTo>
                <a:lnTo>
                  <a:pt x="494451" y="458751"/>
                </a:lnTo>
                <a:cubicBezTo>
                  <a:pt x="494451" y="452887"/>
                  <a:pt x="496411" y="447431"/>
                  <a:pt x="499776" y="443052"/>
                </a:cubicBezTo>
                <a:cubicBezTo>
                  <a:pt x="503142" y="438672"/>
                  <a:pt x="507912" y="435406"/>
                  <a:pt x="513607" y="433921"/>
                </a:cubicBezTo>
                <a:cubicBezTo>
                  <a:pt x="522002" y="431731"/>
                  <a:pt x="530249" y="428948"/>
                  <a:pt x="538200" y="425645"/>
                </a:cubicBezTo>
                <a:cubicBezTo>
                  <a:pt x="546336" y="422267"/>
                  <a:pt x="554176" y="418333"/>
                  <a:pt x="561573" y="413990"/>
                </a:cubicBezTo>
                <a:cubicBezTo>
                  <a:pt x="566603" y="411021"/>
                  <a:pt x="572298" y="409945"/>
                  <a:pt x="577734" y="410613"/>
                </a:cubicBezTo>
                <a:cubicBezTo>
                  <a:pt x="583207" y="411318"/>
                  <a:pt x="588458" y="413805"/>
                  <a:pt x="592600" y="417924"/>
                </a:cubicBezTo>
                <a:lnTo>
                  <a:pt x="602031" y="427426"/>
                </a:lnTo>
                <a:cubicBezTo>
                  <a:pt x="603362" y="428725"/>
                  <a:pt x="605063" y="429356"/>
                  <a:pt x="606764" y="429356"/>
                </a:cubicBezTo>
                <a:cubicBezTo>
                  <a:pt x="608465" y="429356"/>
                  <a:pt x="610166" y="428688"/>
                  <a:pt x="611424" y="427426"/>
                </a:cubicBezTo>
                <a:lnTo>
                  <a:pt x="643228" y="395507"/>
                </a:lnTo>
                <a:cubicBezTo>
                  <a:pt x="644523" y="394245"/>
                  <a:pt x="645151" y="392537"/>
                  <a:pt x="645151" y="390793"/>
                </a:cubicBezTo>
                <a:cubicBezTo>
                  <a:pt x="645151" y="389086"/>
                  <a:pt x="644486" y="387378"/>
                  <a:pt x="643228" y="386116"/>
                </a:cubicBezTo>
                <a:lnTo>
                  <a:pt x="633798" y="376578"/>
                </a:lnTo>
                <a:cubicBezTo>
                  <a:pt x="629656" y="372458"/>
                  <a:pt x="627178" y="367225"/>
                  <a:pt x="626476" y="361732"/>
                </a:cubicBezTo>
                <a:cubicBezTo>
                  <a:pt x="625810" y="356239"/>
                  <a:pt x="626882" y="350523"/>
                  <a:pt x="629841" y="345476"/>
                </a:cubicBezTo>
                <a:cubicBezTo>
                  <a:pt x="634205" y="337978"/>
                  <a:pt x="638125" y="330147"/>
                  <a:pt x="641453" y="322056"/>
                </a:cubicBezTo>
                <a:cubicBezTo>
                  <a:pt x="644745" y="314040"/>
                  <a:pt x="647555" y="305763"/>
                  <a:pt x="649737" y="297337"/>
                </a:cubicBezTo>
                <a:cubicBezTo>
                  <a:pt x="651180" y="291659"/>
                  <a:pt x="654471" y="286833"/>
                  <a:pt x="658798" y="283457"/>
                </a:cubicBezTo>
                <a:cubicBezTo>
                  <a:pt x="663199" y="280079"/>
                  <a:pt x="668598" y="278112"/>
                  <a:pt x="674441" y="278112"/>
                </a:cubicBezTo>
                <a:lnTo>
                  <a:pt x="687791" y="278112"/>
                </a:lnTo>
                <a:cubicBezTo>
                  <a:pt x="689640" y="278112"/>
                  <a:pt x="691305" y="277370"/>
                  <a:pt x="692451" y="276182"/>
                </a:cubicBezTo>
                <a:cubicBezTo>
                  <a:pt x="693671" y="274957"/>
                  <a:pt x="694411" y="273287"/>
                  <a:pt x="694411" y="271431"/>
                </a:cubicBezTo>
                <a:lnTo>
                  <a:pt x="694411" y="226336"/>
                </a:lnTo>
                <a:cubicBezTo>
                  <a:pt x="694411" y="224518"/>
                  <a:pt x="693634" y="222848"/>
                  <a:pt x="692451" y="221660"/>
                </a:cubicBezTo>
                <a:cubicBezTo>
                  <a:pt x="691268" y="220435"/>
                  <a:pt x="689603" y="219693"/>
                  <a:pt x="687791" y="219693"/>
                </a:cubicBezTo>
                <a:lnTo>
                  <a:pt x="674404" y="219693"/>
                </a:lnTo>
                <a:cubicBezTo>
                  <a:pt x="668561" y="219693"/>
                  <a:pt x="663124" y="217726"/>
                  <a:pt x="658761" y="214348"/>
                </a:cubicBezTo>
                <a:cubicBezTo>
                  <a:pt x="654397" y="210971"/>
                  <a:pt x="651143" y="206183"/>
                  <a:pt x="649663" y="200467"/>
                </a:cubicBezTo>
                <a:cubicBezTo>
                  <a:pt x="647481" y="192042"/>
                  <a:pt x="644708" y="183766"/>
                  <a:pt x="641417" y="175785"/>
                </a:cubicBezTo>
                <a:cubicBezTo>
                  <a:pt x="638051" y="167620"/>
                  <a:pt x="634131" y="159752"/>
                  <a:pt x="629804" y="152328"/>
                </a:cubicBezTo>
                <a:cubicBezTo>
                  <a:pt x="626845" y="147281"/>
                  <a:pt x="625773" y="141565"/>
                  <a:pt x="626439" y="136109"/>
                </a:cubicBezTo>
                <a:cubicBezTo>
                  <a:pt x="627141" y="130616"/>
                  <a:pt x="629619" y="125346"/>
                  <a:pt x="633724" y="121189"/>
                </a:cubicBezTo>
                <a:lnTo>
                  <a:pt x="643191" y="111725"/>
                </a:lnTo>
                <a:cubicBezTo>
                  <a:pt x="644486" y="110389"/>
                  <a:pt x="645114" y="108681"/>
                  <a:pt x="645114" y="106974"/>
                </a:cubicBezTo>
                <a:cubicBezTo>
                  <a:pt x="645114" y="105267"/>
                  <a:pt x="644449" y="103559"/>
                  <a:pt x="643191" y="102297"/>
                </a:cubicBezTo>
                <a:lnTo>
                  <a:pt x="611387" y="70378"/>
                </a:lnTo>
                <a:cubicBezTo>
                  <a:pt x="610130" y="69079"/>
                  <a:pt x="608428" y="68448"/>
                  <a:pt x="606690" y="68448"/>
                </a:cubicBezTo>
                <a:cubicBezTo>
                  <a:pt x="604989" y="68448"/>
                  <a:pt x="603288" y="69116"/>
                  <a:pt x="602031" y="70378"/>
                </a:cubicBezTo>
                <a:lnTo>
                  <a:pt x="592526" y="79842"/>
                </a:lnTo>
                <a:cubicBezTo>
                  <a:pt x="588422" y="83999"/>
                  <a:pt x="583207" y="86486"/>
                  <a:pt x="577734" y="87191"/>
                </a:cubicBezTo>
                <a:cubicBezTo>
                  <a:pt x="572261" y="87859"/>
                  <a:pt x="566602" y="86783"/>
                  <a:pt x="561536" y="83814"/>
                </a:cubicBezTo>
                <a:cubicBezTo>
                  <a:pt x="554103" y="79434"/>
                  <a:pt x="546300" y="75537"/>
                  <a:pt x="538201" y="72159"/>
                </a:cubicBezTo>
                <a:close/>
              </a:path>
            </a:pathLst>
          </a:custGeom>
          <a:solidFill>
            <a:srgbClr val="000000"/>
          </a:solidFill>
          <a:ln w="9438" cap="flat">
            <a:noFill/>
            <a:prstDash val="solid"/>
            <a:miter/>
          </a:ln>
        </p:spPr>
        <p:txBody>
          <a:bodyPr/>
          <a:lstStyle/>
          <a:p>
            <a:endParaRPr lang="en-US"/>
          </a:p>
        </p:txBody>
      </p:sp>
      <p:sp>
        <p:nvSpPr>
          <p:cNvPr id="14" name="Round Same Side Corner Rectangle 13">
            <a:extLst>
              <a:ext uri="{FF2B5EF4-FFF2-40B4-BE49-F238E27FC236}">
                <a16:creationId xmlns:a16="http://schemas.microsoft.com/office/drawing/2014/main" id="{0CC02C0E-CED3-F2D5-5108-2E2CD7E86C25}"/>
              </a:ext>
              <a:ext uri="{C183D7F6-B498-43B3-948B-1728B52AA6E4}">
                <adec:decorative xmlns:adec="http://schemas.microsoft.com/office/drawing/2017/decorative" val="1"/>
              </a:ext>
            </a:extLst>
          </p:cNvPr>
          <p:cNvSpPr/>
          <p:nvPr/>
        </p:nvSpPr>
        <p:spPr>
          <a:xfrm>
            <a:off x="371475"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 Same Side Corner Rectangle 14">
            <a:extLst>
              <a:ext uri="{FF2B5EF4-FFF2-40B4-BE49-F238E27FC236}">
                <a16:creationId xmlns:a16="http://schemas.microsoft.com/office/drawing/2014/main" id="{C71B07A3-F13E-7CAA-88FF-22D7ABC37D73}"/>
              </a:ext>
              <a:ext uri="{C183D7F6-B498-43B3-948B-1728B52AA6E4}">
                <adec:decorative xmlns:adec="http://schemas.microsoft.com/office/drawing/2017/decorative" val="1"/>
              </a:ext>
            </a:extLst>
          </p:cNvPr>
          <p:cNvSpPr/>
          <p:nvPr/>
        </p:nvSpPr>
        <p:spPr>
          <a:xfrm>
            <a:off x="4253243"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a:extLst>
              <a:ext uri="{FF2B5EF4-FFF2-40B4-BE49-F238E27FC236}">
                <a16:creationId xmlns:a16="http://schemas.microsoft.com/office/drawing/2014/main" id="{29B6908E-FECE-C490-54F8-F211BB70D3C2}"/>
              </a:ext>
              <a:ext uri="{C183D7F6-B498-43B3-948B-1728B52AA6E4}">
                <adec:decorative xmlns:adec="http://schemas.microsoft.com/office/drawing/2017/decorative" val="1"/>
              </a:ext>
            </a:extLst>
          </p:cNvPr>
          <p:cNvSpPr/>
          <p:nvPr/>
        </p:nvSpPr>
        <p:spPr>
          <a:xfrm>
            <a:off x="8135012"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38398757-1A63-4AD1-72B1-22D19E78621F}"/>
              </a:ext>
              <a:ext uri="{C183D7F6-B498-43B3-948B-1728B52AA6E4}">
                <adec:decorative xmlns:adec="http://schemas.microsoft.com/office/drawing/2017/decorative" val="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191775" y="488586"/>
            <a:ext cx="1621796" cy="425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2827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A586F-8C70-6B65-0682-17CFFB6F7B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138170-7519-80D5-F83F-0C3FB55EC04F}"/>
              </a:ext>
            </a:extLst>
          </p:cNvPr>
          <p:cNvSpPr>
            <a:spLocks noGrp="1"/>
          </p:cNvSpPr>
          <p:nvPr>
            <p:ph type="title"/>
          </p:nvPr>
        </p:nvSpPr>
        <p:spPr>
          <a:xfrm>
            <a:off x="360363" y="360363"/>
            <a:ext cx="11460162" cy="1169551"/>
          </a:xfrm>
        </p:spPr>
        <p:txBody>
          <a:bodyPr/>
          <a:lstStyle/>
          <a:p>
            <a:r>
              <a:rPr lang="en-US" sz="1200" cap="all">
                <a:solidFill>
                  <a:prstClr val="black">
                    <a:lumMod val="50000"/>
                    <a:lumOff val="50000"/>
                  </a:prstClr>
                </a:solidFill>
              </a:rPr>
              <a:t>CASE STUDY: </a:t>
            </a:r>
            <a:r>
              <a:rPr lang="en-US" sz="1200" cap="all" err="1">
                <a:solidFill>
                  <a:prstClr val="black">
                    <a:lumMod val="50000"/>
                    <a:lumOff val="50000"/>
                  </a:prstClr>
                </a:solidFill>
              </a:rPr>
              <a:t>ZipHQ</a:t>
            </a:r>
            <a:br>
              <a:rPr lang="en-US"/>
            </a:br>
            <a:r>
              <a:rPr lang="en-US"/>
              <a:t>We Helped </a:t>
            </a:r>
            <a:r>
              <a:rPr lang="en-US" err="1"/>
              <a:t>ZipHQ</a:t>
            </a:r>
            <a:r>
              <a:rPr lang="en-US"/>
              <a:t> Achieve WCAG 2.2 AA </a:t>
            </a:r>
            <a:br>
              <a:rPr lang="en-US"/>
            </a:br>
            <a:r>
              <a:rPr lang="en-US"/>
              <a:t>and Win Enterprise Deals</a:t>
            </a:r>
          </a:p>
        </p:txBody>
      </p:sp>
      <p:pic>
        <p:nvPicPr>
          <p:cNvPr id="5" name="Picture 4" descr="ZipHQ logo">
            <a:extLst>
              <a:ext uri="{FF2B5EF4-FFF2-40B4-BE49-F238E27FC236}">
                <a16:creationId xmlns:a16="http://schemas.microsoft.com/office/drawing/2014/main" id="{1AECD3B9-CD93-4059-38A7-C98FDEEC7E4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85898" y="488586"/>
            <a:ext cx="645739" cy="42581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8704B47-534E-5C8C-5955-407849828CE7}"/>
              </a:ext>
            </a:extLst>
          </p:cNvPr>
          <p:cNvSpPr/>
          <p:nvPr/>
        </p:nvSpPr>
        <p:spPr>
          <a:xfrm>
            <a:off x="371475"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mj-lt"/>
                <a:ea typeface="+mn-ea"/>
                <a:cs typeface="+mn-cs"/>
              </a:rPr>
              <a:t>Challenge</a:t>
            </a:r>
          </a:p>
        </p:txBody>
      </p:sp>
      <p:sp>
        <p:nvSpPr>
          <p:cNvPr id="6" name="TextBox 5">
            <a:extLst>
              <a:ext uri="{FF2B5EF4-FFF2-40B4-BE49-F238E27FC236}">
                <a16:creationId xmlns:a16="http://schemas.microsoft.com/office/drawing/2014/main" id="{1F49133E-3FAA-E356-322A-6E0B1641F539}"/>
              </a:ext>
            </a:extLst>
          </p:cNvPr>
          <p:cNvSpPr txBox="1"/>
          <p:nvPr/>
        </p:nvSpPr>
        <p:spPr>
          <a:xfrm>
            <a:off x="371475" y="3606876"/>
            <a:ext cx="36311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err="1">
                <a:solidFill>
                  <a:srgbClr val="282828"/>
                </a:solidFill>
                <a:latin typeface="+mj-lt"/>
              </a:rPr>
              <a:t>ZipHQ</a:t>
            </a:r>
            <a:r>
              <a:rPr lang="en-US" sz="1400">
                <a:solidFill>
                  <a:srgbClr val="282828"/>
                </a:solidFill>
                <a:latin typeface="+mj-lt"/>
              </a:rPr>
              <a:t> needed to achieve WCAG 2.2 AA certification for their procurement SaaS platform to meet enterprise client requirements.</a:t>
            </a:r>
          </a:p>
        </p:txBody>
      </p:sp>
      <p:sp>
        <p:nvSpPr>
          <p:cNvPr id="8" name="Rectangle 7">
            <a:extLst>
              <a:ext uri="{FF2B5EF4-FFF2-40B4-BE49-F238E27FC236}">
                <a16:creationId xmlns:a16="http://schemas.microsoft.com/office/drawing/2014/main" id="{A6EE9378-4218-FE34-8F4F-59621797EE1B}"/>
              </a:ext>
            </a:extLst>
          </p:cNvPr>
          <p:cNvSpPr/>
          <p:nvPr/>
        </p:nvSpPr>
        <p:spPr>
          <a:xfrm>
            <a:off x="4253243"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Solution</a:t>
            </a:r>
          </a:p>
        </p:txBody>
      </p:sp>
      <p:sp>
        <p:nvSpPr>
          <p:cNvPr id="21" name="TextBox 20">
            <a:extLst>
              <a:ext uri="{FF2B5EF4-FFF2-40B4-BE49-F238E27FC236}">
                <a16:creationId xmlns:a16="http://schemas.microsoft.com/office/drawing/2014/main" id="{A6D44956-6714-AF73-6ABD-F1393968B17D}"/>
              </a:ext>
            </a:extLst>
          </p:cNvPr>
          <p:cNvSpPr txBox="1"/>
          <p:nvPr/>
        </p:nvSpPr>
        <p:spPr>
          <a:xfrm>
            <a:off x="4247688" y="3606876"/>
            <a:ext cx="3696625"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err="1">
                <a:solidFill>
                  <a:srgbClr val="282828"/>
                </a:solidFill>
                <a:latin typeface="+mj-lt"/>
              </a:rPr>
              <a:t>IAccessible</a:t>
            </a:r>
            <a:r>
              <a:rPr lang="en-US" sz="1400">
                <a:solidFill>
                  <a:srgbClr val="282828"/>
                </a:solidFill>
                <a:latin typeface="+mj-lt"/>
              </a:rPr>
              <a:t> performed comprehensive WCAG audits, prioritized issues by impact, and guided development team through remediation process.</a:t>
            </a:r>
          </a:p>
        </p:txBody>
      </p:sp>
      <p:sp>
        <p:nvSpPr>
          <p:cNvPr id="9" name="Rectangle 8">
            <a:extLst>
              <a:ext uri="{FF2B5EF4-FFF2-40B4-BE49-F238E27FC236}">
                <a16:creationId xmlns:a16="http://schemas.microsoft.com/office/drawing/2014/main" id="{F13D9B79-5929-E7A5-5CD1-4E0ED7F17394}"/>
              </a:ext>
            </a:extLst>
          </p:cNvPr>
          <p:cNvSpPr/>
          <p:nvPr/>
        </p:nvSpPr>
        <p:spPr>
          <a:xfrm>
            <a:off x="8135012"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Outcome</a:t>
            </a:r>
          </a:p>
        </p:txBody>
      </p:sp>
      <p:sp>
        <p:nvSpPr>
          <p:cNvPr id="24" name="TextBox 23">
            <a:extLst>
              <a:ext uri="{FF2B5EF4-FFF2-40B4-BE49-F238E27FC236}">
                <a16:creationId xmlns:a16="http://schemas.microsoft.com/office/drawing/2014/main" id="{FEEAC91B-F87C-B54B-DF81-9DF17164A889}"/>
              </a:ext>
            </a:extLst>
          </p:cNvPr>
          <p:cNvSpPr txBox="1"/>
          <p:nvPr/>
        </p:nvSpPr>
        <p:spPr>
          <a:xfrm>
            <a:off x="8130998" y="3606876"/>
            <a:ext cx="36895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a:solidFill>
                  <a:srgbClr val="282828"/>
                </a:solidFill>
                <a:latin typeface="+mj-lt"/>
              </a:rPr>
              <a:t>Achieved WCAG 2.2 AA compliance, published an Accessibility Conformance Report (ACR) in VPAT 2.1 format. Unlocked new enterprise contracts requiring accessibility compliance.</a:t>
            </a:r>
          </a:p>
        </p:txBody>
      </p:sp>
      <p:sp>
        <p:nvSpPr>
          <p:cNvPr id="3" name="Slide Number Placeholder 2">
            <a:extLst>
              <a:ext uri="{FF2B5EF4-FFF2-40B4-BE49-F238E27FC236}">
                <a16:creationId xmlns:a16="http://schemas.microsoft.com/office/drawing/2014/main" id="{78441723-8A63-4695-43D9-736AD7D492C7}"/>
              </a:ext>
              <a:ext uri="{C183D7F6-B498-43B3-948B-1728B52AA6E4}">
                <adec:decorative xmlns:adec="http://schemas.microsoft.com/office/drawing/2017/decorative" val="1"/>
              </a:ext>
            </a:extLst>
          </p:cNvPr>
          <p:cNvSpPr>
            <a:spLocks noGrp="1"/>
          </p:cNvSpPr>
          <p:nvPr>
            <p:ph type="sldNum" sz="quarter" idx="12"/>
          </p:nvPr>
        </p:nvSpPr>
        <p:spPr>
          <a:xfrm>
            <a:off x="11515345" y="6446330"/>
            <a:ext cx="305179" cy="123111"/>
          </a:xfrm>
        </p:spPr>
        <p:txBody>
          <a:bodyPr/>
          <a:lstStyle/>
          <a:p>
            <a:fld id="{EFBDB023-C1A5-4ABF-B6D8-70426759D17D}" type="slidenum">
              <a:rPr lang="en-IN" smtClean="0"/>
              <a:pPr/>
              <a:t>23</a:t>
            </a:fld>
            <a:endParaRPr lang="en-IN"/>
          </a:p>
        </p:txBody>
      </p:sp>
      <p:sp>
        <p:nvSpPr>
          <p:cNvPr id="30" name="Freeform 29">
            <a:extLst>
              <a:ext uri="{FF2B5EF4-FFF2-40B4-BE49-F238E27FC236}">
                <a16:creationId xmlns:a16="http://schemas.microsoft.com/office/drawing/2014/main" id="{87B0BABE-2AD7-D2F9-3C26-02779BABDF90}"/>
              </a:ext>
              <a:ext uri="{C183D7F6-B498-43B3-948B-1728B52AA6E4}">
                <adec:decorative xmlns:adec="http://schemas.microsoft.com/office/drawing/2017/decorative" val="1"/>
              </a:ext>
            </a:extLst>
          </p:cNvPr>
          <p:cNvSpPr>
            <a:spLocks noChangeAspect="1"/>
          </p:cNvSpPr>
          <p:nvPr/>
        </p:nvSpPr>
        <p:spPr>
          <a:xfrm>
            <a:off x="5818841" y="2203462"/>
            <a:ext cx="565428" cy="567456"/>
          </a:xfrm>
          <a:custGeom>
            <a:avLst/>
            <a:gdLst>
              <a:gd name="csX0" fmla="*/ 827038 w 827843"/>
              <a:gd name="csY0" fmla="*/ 530109 h 830812"/>
              <a:gd name="csX1" fmla="*/ 805108 w 827843"/>
              <a:gd name="csY1" fmla="*/ 560914 h 830812"/>
              <a:gd name="csX2" fmla="*/ 528597 w 827843"/>
              <a:gd name="csY2" fmla="*/ 721138 h 830812"/>
              <a:gd name="csX3" fmla="*/ 444242 w 827843"/>
              <a:gd name="csY3" fmla="*/ 743815 h 830812"/>
              <a:gd name="csX4" fmla="*/ 357853 w 827843"/>
              <a:gd name="csY4" fmla="*/ 743815 h 830812"/>
              <a:gd name="csX5" fmla="*/ 314806 w 827843"/>
              <a:gd name="csY5" fmla="*/ 768682 h 830812"/>
              <a:gd name="csX6" fmla="*/ 282004 w 827843"/>
              <a:gd name="csY6" fmla="*/ 825728 h 830812"/>
              <a:gd name="csX7" fmla="*/ 273239 w 827843"/>
              <a:gd name="csY7" fmla="*/ 830813 h 830812"/>
              <a:gd name="csX8" fmla="*/ 268210 w 827843"/>
              <a:gd name="csY8" fmla="*/ 829440 h 830812"/>
              <a:gd name="csX9" fmla="*/ 264512 w 827843"/>
              <a:gd name="csY9" fmla="*/ 815596 h 830812"/>
              <a:gd name="csX10" fmla="*/ 297314 w 827843"/>
              <a:gd name="csY10" fmla="*/ 758550 h 830812"/>
              <a:gd name="csX11" fmla="*/ 357852 w 827843"/>
              <a:gd name="csY11" fmla="*/ 723550 h 830812"/>
              <a:gd name="csX12" fmla="*/ 444241 w 827843"/>
              <a:gd name="csY12" fmla="*/ 723550 h 830812"/>
              <a:gd name="csX13" fmla="*/ 518501 w 827843"/>
              <a:gd name="csY13" fmla="*/ 703582 h 830812"/>
              <a:gd name="csX14" fmla="*/ 795011 w 827843"/>
              <a:gd name="csY14" fmla="*/ 543359 h 830812"/>
              <a:gd name="csX15" fmla="*/ 807216 w 827843"/>
              <a:gd name="csY15" fmla="*/ 526285 h 830812"/>
              <a:gd name="csX16" fmla="*/ 802186 w 827843"/>
              <a:gd name="csY16" fmla="*/ 505872 h 830812"/>
              <a:gd name="csX17" fmla="*/ 703300 w 827843"/>
              <a:gd name="csY17" fmla="*/ 505019 h 830812"/>
              <a:gd name="csX18" fmla="*/ 539876 w 827843"/>
              <a:gd name="csY18" fmla="*/ 599699 h 830812"/>
              <a:gd name="csX19" fmla="*/ 529078 w 827843"/>
              <a:gd name="csY19" fmla="*/ 633696 h 830812"/>
              <a:gd name="csX20" fmla="*/ 494759 w 827843"/>
              <a:gd name="csY20" fmla="*/ 649396 h 830812"/>
              <a:gd name="csX21" fmla="*/ 355372 w 827843"/>
              <a:gd name="csY21" fmla="*/ 649396 h 830812"/>
              <a:gd name="csX22" fmla="*/ 345277 w 827843"/>
              <a:gd name="csY22" fmla="*/ 639263 h 830812"/>
              <a:gd name="csX23" fmla="*/ 355372 w 827843"/>
              <a:gd name="csY23" fmla="*/ 629131 h 830812"/>
              <a:gd name="csX24" fmla="*/ 494759 w 827843"/>
              <a:gd name="csY24" fmla="*/ 629131 h 830812"/>
              <a:gd name="csX25" fmla="*/ 513841 w 827843"/>
              <a:gd name="csY25" fmla="*/ 620446 h 830812"/>
              <a:gd name="csX26" fmla="*/ 519647 w 827843"/>
              <a:gd name="csY26" fmla="*/ 600255 h 830812"/>
              <a:gd name="csX27" fmla="*/ 519093 w 827843"/>
              <a:gd name="csY27" fmla="*/ 597101 h 830812"/>
              <a:gd name="csX28" fmla="*/ 518908 w 827843"/>
              <a:gd name="csY28" fmla="*/ 596210 h 830812"/>
              <a:gd name="csX29" fmla="*/ 434479 w 827843"/>
              <a:gd name="csY29" fmla="*/ 549890 h 830812"/>
              <a:gd name="csX30" fmla="*/ 305156 w 827843"/>
              <a:gd name="csY30" fmla="*/ 549964 h 830812"/>
              <a:gd name="csX31" fmla="*/ 302530 w 827843"/>
              <a:gd name="csY31" fmla="*/ 549630 h 830812"/>
              <a:gd name="csX32" fmla="*/ 124725 w 827843"/>
              <a:gd name="csY32" fmla="*/ 635329 h 830812"/>
              <a:gd name="csX33" fmla="*/ 116072 w 827843"/>
              <a:gd name="csY33" fmla="*/ 653553 h 830812"/>
              <a:gd name="csX34" fmla="*/ 18843 w 827843"/>
              <a:gd name="csY34" fmla="*/ 822537 h 830812"/>
              <a:gd name="csX35" fmla="*/ 5049 w 827843"/>
              <a:gd name="csY35" fmla="*/ 826248 h 830812"/>
              <a:gd name="csX36" fmla="*/ 1351 w 827843"/>
              <a:gd name="csY36" fmla="*/ 812405 h 830812"/>
              <a:gd name="csX37" fmla="*/ 98580 w 827843"/>
              <a:gd name="csY37" fmla="*/ 643383 h 830812"/>
              <a:gd name="csX38" fmla="*/ 106272 w 827843"/>
              <a:gd name="csY38" fmla="*/ 627090 h 830812"/>
              <a:gd name="csX39" fmla="*/ 306486 w 827843"/>
              <a:gd name="csY39" fmla="*/ 529661 h 830812"/>
              <a:gd name="csX40" fmla="*/ 434445 w 827843"/>
              <a:gd name="csY40" fmla="*/ 529661 h 830812"/>
              <a:gd name="csX41" fmla="*/ 534439 w 827843"/>
              <a:gd name="csY41" fmla="*/ 579470 h 830812"/>
              <a:gd name="csX42" fmla="*/ 693233 w 827843"/>
              <a:gd name="csY42" fmla="*/ 487461 h 830812"/>
              <a:gd name="csX43" fmla="*/ 818050 w 827843"/>
              <a:gd name="csY43" fmla="*/ 493326 h 830812"/>
              <a:gd name="csX44" fmla="*/ 827036 w 827843"/>
              <a:gd name="csY44" fmla="*/ 530107 h 830812"/>
              <a:gd name="csX45" fmla="*/ 354857 w 827843"/>
              <a:gd name="csY45" fmla="*/ 225358 h 830812"/>
              <a:gd name="csX46" fmla="*/ 512809 w 827843"/>
              <a:gd name="csY46" fmla="*/ 66835 h 830812"/>
              <a:gd name="csX47" fmla="*/ 670761 w 827843"/>
              <a:gd name="csY47" fmla="*/ 225358 h 830812"/>
              <a:gd name="csX48" fmla="*/ 621132 w 827843"/>
              <a:gd name="csY48" fmla="*/ 340716 h 830812"/>
              <a:gd name="csX49" fmla="*/ 602641 w 827843"/>
              <a:gd name="csY49" fmla="*/ 376866 h 830812"/>
              <a:gd name="csX50" fmla="*/ 621613 w 827843"/>
              <a:gd name="csY50" fmla="*/ 404517 h 830812"/>
              <a:gd name="csX51" fmla="*/ 614254 w 827843"/>
              <a:gd name="csY51" fmla="*/ 424077 h 830812"/>
              <a:gd name="csX52" fmla="*/ 621613 w 827843"/>
              <a:gd name="csY52" fmla="*/ 443637 h 830812"/>
              <a:gd name="csX53" fmla="*/ 592028 w 827843"/>
              <a:gd name="csY53" fmla="*/ 473329 h 830812"/>
              <a:gd name="csX54" fmla="*/ 581303 w 827843"/>
              <a:gd name="csY54" fmla="*/ 473329 h 830812"/>
              <a:gd name="csX55" fmla="*/ 575756 w 827843"/>
              <a:gd name="csY55" fmla="*/ 488546 h 830812"/>
              <a:gd name="csX56" fmla="*/ 539625 w 827843"/>
              <a:gd name="csY56" fmla="*/ 513896 h 830812"/>
              <a:gd name="csX57" fmla="*/ 486001 w 827843"/>
              <a:gd name="csY57" fmla="*/ 513896 h 830812"/>
              <a:gd name="csX58" fmla="*/ 449871 w 827843"/>
              <a:gd name="csY58" fmla="*/ 488546 h 830812"/>
              <a:gd name="csX59" fmla="*/ 444323 w 827843"/>
              <a:gd name="csY59" fmla="*/ 473329 h 830812"/>
              <a:gd name="csX60" fmla="*/ 433599 w 827843"/>
              <a:gd name="csY60" fmla="*/ 473329 h 830812"/>
              <a:gd name="csX61" fmla="*/ 404014 w 827843"/>
              <a:gd name="csY61" fmla="*/ 443637 h 830812"/>
              <a:gd name="csX62" fmla="*/ 411373 w 827843"/>
              <a:gd name="csY62" fmla="*/ 424077 h 830812"/>
              <a:gd name="csX63" fmla="*/ 404014 w 827843"/>
              <a:gd name="csY63" fmla="*/ 404517 h 830812"/>
              <a:gd name="csX64" fmla="*/ 422985 w 827843"/>
              <a:gd name="csY64" fmla="*/ 376866 h 830812"/>
              <a:gd name="csX65" fmla="*/ 404494 w 827843"/>
              <a:gd name="csY65" fmla="*/ 340716 h 830812"/>
              <a:gd name="csX66" fmla="*/ 354865 w 827843"/>
              <a:gd name="csY66" fmla="*/ 225358 h 830812"/>
              <a:gd name="csX67" fmla="*/ 559776 w 827843"/>
              <a:gd name="csY67" fmla="*/ 473366 h 830812"/>
              <a:gd name="csX68" fmla="*/ 465843 w 827843"/>
              <a:gd name="csY68" fmla="*/ 473366 h 830812"/>
              <a:gd name="csX69" fmla="*/ 468839 w 827843"/>
              <a:gd name="csY69" fmla="*/ 481605 h 830812"/>
              <a:gd name="csX70" fmla="*/ 485998 w 827843"/>
              <a:gd name="csY70" fmla="*/ 493630 h 830812"/>
              <a:gd name="csX71" fmla="*/ 539622 w 827843"/>
              <a:gd name="csY71" fmla="*/ 493630 h 830812"/>
              <a:gd name="csX72" fmla="*/ 556781 w 827843"/>
              <a:gd name="csY72" fmla="*/ 481605 h 830812"/>
              <a:gd name="csX73" fmla="*/ 601380 w 827843"/>
              <a:gd name="csY73" fmla="*/ 443674 h 830812"/>
              <a:gd name="csX74" fmla="*/ 591987 w 827843"/>
              <a:gd name="csY74" fmla="*/ 434246 h 830812"/>
              <a:gd name="csX75" fmla="*/ 433600 w 827843"/>
              <a:gd name="csY75" fmla="*/ 434246 h 830812"/>
              <a:gd name="csX76" fmla="*/ 424206 w 827843"/>
              <a:gd name="csY76" fmla="*/ 443674 h 830812"/>
              <a:gd name="csX77" fmla="*/ 433600 w 827843"/>
              <a:gd name="csY77" fmla="*/ 453101 h 830812"/>
              <a:gd name="csX78" fmla="*/ 591987 w 827843"/>
              <a:gd name="csY78" fmla="*/ 453101 h 830812"/>
              <a:gd name="csX79" fmla="*/ 601380 w 827843"/>
              <a:gd name="csY79" fmla="*/ 443674 h 830812"/>
              <a:gd name="csX80" fmla="*/ 601380 w 827843"/>
              <a:gd name="csY80" fmla="*/ 404517 h 830812"/>
              <a:gd name="csX81" fmla="*/ 591987 w 827843"/>
              <a:gd name="csY81" fmla="*/ 395090 h 830812"/>
              <a:gd name="csX82" fmla="*/ 433600 w 827843"/>
              <a:gd name="csY82" fmla="*/ 395090 h 830812"/>
              <a:gd name="csX83" fmla="*/ 424206 w 827843"/>
              <a:gd name="csY83" fmla="*/ 404517 h 830812"/>
              <a:gd name="csX84" fmla="*/ 433600 w 827843"/>
              <a:gd name="csY84" fmla="*/ 413944 h 830812"/>
              <a:gd name="csX85" fmla="*/ 591987 w 827843"/>
              <a:gd name="csY85" fmla="*/ 413944 h 830812"/>
              <a:gd name="csX86" fmla="*/ 601380 w 827843"/>
              <a:gd name="csY86" fmla="*/ 404517 h 830812"/>
              <a:gd name="csX87" fmla="*/ 375056 w 827843"/>
              <a:gd name="csY87" fmla="*/ 225367 h 830812"/>
              <a:gd name="csX88" fmla="*/ 418324 w 827843"/>
              <a:gd name="csY88" fmla="*/ 325987 h 830812"/>
              <a:gd name="csX89" fmla="*/ 443065 w 827843"/>
              <a:gd name="csY89" fmla="*/ 374831 h 830812"/>
              <a:gd name="csX90" fmla="*/ 582518 w 827843"/>
              <a:gd name="csY90" fmla="*/ 374831 h 830812"/>
              <a:gd name="csX91" fmla="*/ 607259 w 827843"/>
              <a:gd name="csY91" fmla="*/ 325987 h 830812"/>
              <a:gd name="csX92" fmla="*/ 650527 w 827843"/>
              <a:gd name="csY92" fmla="*/ 225367 h 830812"/>
              <a:gd name="csX93" fmla="*/ 512769 w 827843"/>
              <a:gd name="csY93" fmla="*/ 87111 h 830812"/>
              <a:gd name="csX94" fmla="*/ 375048 w 827843"/>
              <a:gd name="csY94" fmla="*/ 225367 h 830812"/>
              <a:gd name="csX95" fmla="*/ 512814 w 827843"/>
              <a:gd name="csY95" fmla="*/ 49846 h 830812"/>
              <a:gd name="csX96" fmla="*/ 522910 w 827843"/>
              <a:gd name="csY96" fmla="*/ 39713 h 830812"/>
              <a:gd name="csX97" fmla="*/ 522910 w 827843"/>
              <a:gd name="csY97" fmla="*/ 10132 h 830812"/>
              <a:gd name="csX98" fmla="*/ 512814 w 827843"/>
              <a:gd name="csY98" fmla="*/ 0 h 830812"/>
              <a:gd name="csX99" fmla="*/ 502718 w 827843"/>
              <a:gd name="csY99" fmla="*/ 10132 h 830812"/>
              <a:gd name="csX100" fmla="*/ 502718 w 827843"/>
              <a:gd name="csY100" fmla="*/ 39750 h 830812"/>
              <a:gd name="csX101" fmla="*/ 512814 w 827843"/>
              <a:gd name="csY101" fmla="*/ 49846 h 830812"/>
              <a:gd name="csX102" fmla="*/ 643576 w 827843"/>
              <a:gd name="csY102" fmla="*/ 104220 h 830812"/>
              <a:gd name="csX103" fmla="*/ 650714 w 827843"/>
              <a:gd name="csY103" fmla="*/ 101251 h 830812"/>
              <a:gd name="csX104" fmla="*/ 671571 w 827843"/>
              <a:gd name="csY104" fmla="*/ 80318 h 830812"/>
              <a:gd name="csX105" fmla="*/ 671571 w 827843"/>
              <a:gd name="csY105" fmla="*/ 65992 h 830812"/>
              <a:gd name="csX106" fmla="*/ 657296 w 827843"/>
              <a:gd name="csY106" fmla="*/ 65992 h 830812"/>
              <a:gd name="csX107" fmla="*/ 636439 w 827843"/>
              <a:gd name="csY107" fmla="*/ 86924 h 830812"/>
              <a:gd name="csX108" fmla="*/ 636439 w 827843"/>
              <a:gd name="csY108" fmla="*/ 101251 h 830812"/>
              <a:gd name="csX109" fmla="*/ 643576 w 827843"/>
              <a:gd name="csY109" fmla="*/ 104220 h 830812"/>
              <a:gd name="csX110" fmla="*/ 697754 w 827843"/>
              <a:gd name="csY110" fmla="*/ 235492 h 830812"/>
              <a:gd name="csX111" fmla="*/ 727266 w 827843"/>
              <a:gd name="csY111" fmla="*/ 235492 h 830812"/>
              <a:gd name="csX112" fmla="*/ 737362 w 827843"/>
              <a:gd name="csY112" fmla="*/ 225360 h 830812"/>
              <a:gd name="csX113" fmla="*/ 727266 w 827843"/>
              <a:gd name="csY113" fmla="*/ 215228 h 830812"/>
              <a:gd name="csX114" fmla="*/ 697754 w 827843"/>
              <a:gd name="csY114" fmla="*/ 215228 h 830812"/>
              <a:gd name="csX115" fmla="*/ 687659 w 827843"/>
              <a:gd name="csY115" fmla="*/ 225360 h 830812"/>
              <a:gd name="csX116" fmla="*/ 697754 w 827843"/>
              <a:gd name="csY116" fmla="*/ 235492 h 830812"/>
              <a:gd name="csX117" fmla="*/ 374873 w 827843"/>
              <a:gd name="csY117" fmla="*/ 101246 h 830812"/>
              <a:gd name="csX118" fmla="*/ 382011 w 827843"/>
              <a:gd name="csY118" fmla="*/ 104215 h 830812"/>
              <a:gd name="csX119" fmla="*/ 389148 w 827843"/>
              <a:gd name="csY119" fmla="*/ 101246 h 830812"/>
              <a:gd name="csX120" fmla="*/ 389148 w 827843"/>
              <a:gd name="csY120" fmla="*/ 86920 h 830812"/>
              <a:gd name="csX121" fmla="*/ 368291 w 827843"/>
              <a:gd name="csY121" fmla="*/ 65987 h 830812"/>
              <a:gd name="csX122" fmla="*/ 354016 w 827843"/>
              <a:gd name="csY122" fmla="*/ 65987 h 830812"/>
              <a:gd name="csX123" fmla="*/ 354016 w 827843"/>
              <a:gd name="csY123" fmla="*/ 80313 h 830812"/>
              <a:gd name="csX124" fmla="*/ 361153 w 827843"/>
              <a:gd name="csY124" fmla="*/ 387697 h 830812"/>
              <a:gd name="csX125" fmla="*/ 368291 w 827843"/>
              <a:gd name="csY125" fmla="*/ 384727 h 830812"/>
              <a:gd name="csX126" fmla="*/ 389148 w 827843"/>
              <a:gd name="csY126" fmla="*/ 363795 h 830812"/>
              <a:gd name="csX127" fmla="*/ 389148 w 827843"/>
              <a:gd name="csY127" fmla="*/ 349468 h 830812"/>
              <a:gd name="csX128" fmla="*/ 374873 w 827843"/>
              <a:gd name="csY128" fmla="*/ 349468 h 830812"/>
              <a:gd name="csX129" fmla="*/ 354016 w 827843"/>
              <a:gd name="csY129" fmla="*/ 370401 h 830812"/>
              <a:gd name="csX130" fmla="*/ 354016 w 827843"/>
              <a:gd name="csY130" fmla="*/ 384727 h 830812"/>
              <a:gd name="csX131" fmla="*/ 361153 w 827843"/>
              <a:gd name="csY131" fmla="*/ 387697 h 830812"/>
              <a:gd name="csX132" fmla="*/ 298322 w 827843"/>
              <a:gd name="csY132" fmla="*/ 235483 h 830812"/>
              <a:gd name="csX133" fmla="*/ 327833 w 827843"/>
              <a:gd name="csY133" fmla="*/ 235483 h 830812"/>
              <a:gd name="csX134" fmla="*/ 337929 w 827843"/>
              <a:gd name="csY134" fmla="*/ 225350 h 830812"/>
              <a:gd name="csX135" fmla="*/ 327833 w 827843"/>
              <a:gd name="csY135" fmla="*/ 215218 h 830812"/>
              <a:gd name="csX136" fmla="*/ 298322 w 827843"/>
              <a:gd name="csY136" fmla="*/ 215218 h 830812"/>
              <a:gd name="csX137" fmla="*/ 288226 w 827843"/>
              <a:gd name="csY137" fmla="*/ 225350 h 830812"/>
              <a:gd name="csX138" fmla="*/ 298322 w 827843"/>
              <a:gd name="csY138" fmla="*/ 235483 h 830812"/>
              <a:gd name="csX139" fmla="*/ 650760 w 827843"/>
              <a:gd name="csY139" fmla="*/ 349463 h 830812"/>
              <a:gd name="csX140" fmla="*/ 636485 w 827843"/>
              <a:gd name="csY140" fmla="*/ 349463 h 830812"/>
              <a:gd name="csX141" fmla="*/ 636485 w 827843"/>
              <a:gd name="csY141" fmla="*/ 363789 h 830812"/>
              <a:gd name="csX142" fmla="*/ 657342 w 827843"/>
              <a:gd name="csY142" fmla="*/ 384722 h 830812"/>
              <a:gd name="csX143" fmla="*/ 664480 w 827843"/>
              <a:gd name="csY143" fmla="*/ 387691 h 830812"/>
              <a:gd name="csX144" fmla="*/ 671617 w 827843"/>
              <a:gd name="csY144" fmla="*/ 384722 h 830812"/>
              <a:gd name="csX145" fmla="*/ 671617 w 827843"/>
              <a:gd name="csY145" fmla="*/ 370395 h 830812"/>
              <a:gd name="csX146" fmla="*/ 408568 w 827843"/>
              <a:gd name="csY146" fmla="*/ 209648 h 830812"/>
              <a:gd name="csX147" fmla="*/ 422990 w 827843"/>
              <a:gd name="csY147" fmla="*/ 188344 h 830812"/>
              <a:gd name="csX148" fmla="*/ 448212 w 827843"/>
              <a:gd name="csY148" fmla="*/ 183519 h 830812"/>
              <a:gd name="csX149" fmla="*/ 469440 w 827843"/>
              <a:gd name="csY149" fmla="*/ 197994 h 830812"/>
              <a:gd name="csX150" fmla="*/ 483974 w 827843"/>
              <a:gd name="csY150" fmla="*/ 220188 h 830812"/>
              <a:gd name="csX151" fmla="*/ 559934 w 827843"/>
              <a:gd name="csY151" fmla="*/ 165444 h 830812"/>
              <a:gd name="csX152" fmla="*/ 584933 w 827843"/>
              <a:gd name="csY152" fmla="*/ 159542 h 830812"/>
              <a:gd name="csX153" fmla="*/ 606789 w 827843"/>
              <a:gd name="csY153" fmla="*/ 173127 h 830812"/>
              <a:gd name="csX154" fmla="*/ 612669 w 827843"/>
              <a:gd name="csY154" fmla="*/ 198216 h 830812"/>
              <a:gd name="csX155" fmla="*/ 599134 w 827843"/>
              <a:gd name="csY155" fmla="*/ 220151 h 830812"/>
              <a:gd name="csX156" fmla="*/ 494804 w 827843"/>
              <a:gd name="csY156" fmla="*/ 295347 h 830812"/>
              <a:gd name="csX157" fmla="*/ 475352 w 827843"/>
              <a:gd name="csY157" fmla="*/ 301694 h 830812"/>
              <a:gd name="csX158" fmla="*/ 469139 w 827843"/>
              <a:gd name="csY158" fmla="*/ 301100 h 830812"/>
              <a:gd name="csX159" fmla="*/ 447209 w 827843"/>
              <a:gd name="csY159" fmla="*/ 286476 h 830812"/>
              <a:gd name="csX160" fmla="*/ 413445 w 827843"/>
              <a:gd name="csY160" fmla="*/ 234960 h 830812"/>
              <a:gd name="csX161" fmla="*/ 408564 w 827843"/>
              <a:gd name="csY161" fmla="*/ 209647 h 830812"/>
              <a:gd name="csX162" fmla="*/ 430277 w 827843"/>
              <a:gd name="csY162" fmla="*/ 223826 h 830812"/>
              <a:gd name="csX163" fmla="*/ 464041 w 827843"/>
              <a:gd name="csY163" fmla="*/ 275343 h 830812"/>
              <a:gd name="csX164" fmla="*/ 472805 w 827843"/>
              <a:gd name="csY164" fmla="*/ 281170 h 830812"/>
              <a:gd name="csX165" fmla="*/ 483049 w 827843"/>
              <a:gd name="csY165" fmla="*/ 278868 h 830812"/>
              <a:gd name="csX166" fmla="*/ 587407 w 827843"/>
              <a:gd name="csY166" fmla="*/ 203636 h 830812"/>
              <a:gd name="csX167" fmla="*/ 592769 w 827843"/>
              <a:gd name="csY167" fmla="*/ 194914 h 830812"/>
              <a:gd name="csX168" fmla="*/ 590439 w 827843"/>
              <a:gd name="csY168" fmla="*/ 184929 h 830812"/>
              <a:gd name="csX169" fmla="*/ 581748 w 827843"/>
              <a:gd name="csY169" fmla="*/ 179511 h 830812"/>
              <a:gd name="csX170" fmla="*/ 571800 w 827843"/>
              <a:gd name="csY170" fmla="*/ 181849 h 830812"/>
              <a:gd name="csX171" fmla="*/ 487297 w 827843"/>
              <a:gd name="csY171" fmla="*/ 242755 h 830812"/>
              <a:gd name="csX172" fmla="*/ 479568 w 827843"/>
              <a:gd name="csY172" fmla="*/ 244500 h 830812"/>
              <a:gd name="csX173" fmla="*/ 472985 w 827843"/>
              <a:gd name="csY173" fmla="*/ 240120 h 830812"/>
              <a:gd name="csX174" fmla="*/ 452646 w 827843"/>
              <a:gd name="csY174" fmla="*/ 209092 h 830812"/>
              <a:gd name="csX175" fmla="*/ 434155 w 827843"/>
              <a:gd name="csY175" fmla="*/ 205232 h 830812"/>
              <a:gd name="csX176" fmla="*/ 428423 w 827843"/>
              <a:gd name="csY176" fmla="*/ 213731 h 830812"/>
              <a:gd name="csX177" fmla="*/ 430272 w 827843"/>
              <a:gd name="csY177" fmla="*/ 223827 h 830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Lst>
            <a:rect l="l" t="t" r="r" b="b"/>
            <a:pathLst>
              <a:path w="827843" h="830812">
                <a:moveTo>
                  <a:pt x="827038" y="530109"/>
                </a:moveTo>
                <a:cubicBezTo>
                  <a:pt x="824560" y="543062"/>
                  <a:pt x="816572" y="554271"/>
                  <a:pt x="805108" y="560914"/>
                </a:cubicBezTo>
                <a:lnTo>
                  <a:pt x="528597" y="721138"/>
                </a:lnTo>
                <a:cubicBezTo>
                  <a:pt x="501896" y="736615"/>
                  <a:pt x="475085" y="743815"/>
                  <a:pt x="444242" y="743815"/>
                </a:cubicBezTo>
                <a:lnTo>
                  <a:pt x="357853" y="743815"/>
                </a:lnTo>
                <a:cubicBezTo>
                  <a:pt x="336515" y="743815"/>
                  <a:pt x="328415" y="745003"/>
                  <a:pt x="314806" y="768682"/>
                </a:cubicBezTo>
                <a:lnTo>
                  <a:pt x="282004" y="825728"/>
                </a:lnTo>
                <a:cubicBezTo>
                  <a:pt x="280118" y="828994"/>
                  <a:pt x="276752" y="830813"/>
                  <a:pt x="273239" y="830813"/>
                </a:cubicBezTo>
                <a:cubicBezTo>
                  <a:pt x="271538" y="830813"/>
                  <a:pt x="269800" y="830368"/>
                  <a:pt x="268210" y="829440"/>
                </a:cubicBezTo>
                <a:cubicBezTo>
                  <a:pt x="263365" y="826656"/>
                  <a:pt x="261738" y="820458"/>
                  <a:pt x="264512" y="815596"/>
                </a:cubicBezTo>
                <a:lnTo>
                  <a:pt x="297314" y="758550"/>
                </a:lnTo>
                <a:cubicBezTo>
                  <a:pt x="316101" y="725926"/>
                  <a:pt x="332705" y="723550"/>
                  <a:pt x="357852" y="723550"/>
                </a:cubicBezTo>
                <a:lnTo>
                  <a:pt x="444241" y="723550"/>
                </a:lnTo>
                <a:cubicBezTo>
                  <a:pt x="471755" y="723550"/>
                  <a:pt x="494647" y="717389"/>
                  <a:pt x="518501" y="703582"/>
                </a:cubicBezTo>
                <a:lnTo>
                  <a:pt x="795011" y="543359"/>
                </a:lnTo>
                <a:cubicBezTo>
                  <a:pt x="801372" y="539684"/>
                  <a:pt x="805810" y="533449"/>
                  <a:pt x="807216" y="526285"/>
                </a:cubicBezTo>
                <a:cubicBezTo>
                  <a:pt x="808584" y="519122"/>
                  <a:pt x="806772" y="511699"/>
                  <a:pt x="802186" y="505872"/>
                </a:cubicBezTo>
                <a:cubicBezTo>
                  <a:pt x="787023" y="486573"/>
                  <a:pt x="753075" y="476180"/>
                  <a:pt x="703300" y="505019"/>
                </a:cubicBezTo>
                <a:lnTo>
                  <a:pt x="539876" y="599699"/>
                </a:lnTo>
                <a:cubicBezTo>
                  <a:pt x="541023" y="612059"/>
                  <a:pt x="537140" y="624344"/>
                  <a:pt x="529078" y="633696"/>
                </a:cubicBezTo>
                <a:cubicBezTo>
                  <a:pt x="520498" y="643681"/>
                  <a:pt x="507961" y="649396"/>
                  <a:pt x="494759" y="649396"/>
                </a:cubicBezTo>
                <a:lnTo>
                  <a:pt x="355372" y="649396"/>
                </a:lnTo>
                <a:cubicBezTo>
                  <a:pt x="349788" y="649396"/>
                  <a:pt x="345277" y="644868"/>
                  <a:pt x="345277" y="639263"/>
                </a:cubicBezTo>
                <a:cubicBezTo>
                  <a:pt x="345277" y="633659"/>
                  <a:pt x="349788" y="629131"/>
                  <a:pt x="355372" y="629131"/>
                </a:cubicBezTo>
                <a:lnTo>
                  <a:pt x="494759" y="629131"/>
                </a:lnTo>
                <a:cubicBezTo>
                  <a:pt x="502118" y="629131"/>
                  <a:pt x="509071" y="625976"/>
                  <a:pt x="513841" y="620446"/>
                </a:cubicBezTo>
                <a:cubicBezTo>
                  <a:pt x="518612" y="614916"/>
                  <a:pt x="520720" y="607567"/>
                  <a:pt x="519647" y="600255"/>
                </a:cubicBezTo>
                <a:cubicBezTo>
                  <a:pt x="519499" y="599216"/>
                  <a:pt x="519315" y="598177"/>
                  <a:pt x="519093" y="597101"/>
                </a:cubicBezTo>
                <a:cubicBezTo>
                  <a:pt x="519019" y="596804"/>
                  <a:pt x="518945" y="596507"/>
                  <a:pt x="518908" y="596210"/>
                </a:cubicBezTo>
                <a:cubicBezTo>
                  <a:pt x="513398" y="573124"/>
                  <a:pt x="488768" y="549890"/>
                  <a:pt x="434479" y="549890"/>
                </a:cubicBezTo>
                <a:lnTo>
                  <a:pt x="305156" y="549964"/>
                </a:lnTo>
                <a:cubicBezTo>
                  <a:pt x="304268" y="549964"/>
                  <a:pt x="303381" y="549853"/>
                  <a:pt x="302530" y="549630"/>
                </a:cubicBezTo>
                <a:cubicBezTo>
                  <a:pt x="177202" y="515930"/>
                  <a:pt x="144360" y="590643"/>
                  <a:pt x="124725" y="635329"/>
                </a:cubicBezTo>
                <a:cubicBezTo>
                  <a:pt x="121545" y="642529"/>
                  <a:pt x="118845" y="648728"/>
                  <a:pt x="116072" y="653553"/>
                </a:cubicBezTo>
                <a:lnTo>
                  <a:pt x="18843" y="822537"/>
                </a:lnTo>
                <a:cubicBezTo>
                  <a:pt x="16069" y="827399"/>
                  <a:pt x="9893" y="829032"/>
                  <a:pt x="5049" y="826248"/>
                </a:cubicBezTo>
                <a:cubicBezTo>
                  <a:pt x="204" y="823465"/>
                  <a:pt x="-1423" y="817266"/>
                  <a:pt x="1351" y="812405"/>
                </a:cubicBezTo>
                <a:lnTo>
                  <a:pt x="98580" y="643383"/>
                </a:lnTo>
                <a:cubicBezTo>
                  <a:pt x="100799" y="639523"/>
                  <a:pt x="103350" y="633770"/>
                  <a:pt x="106272" y="627090"/>
                </a:cubicBezTo>
                <a:cubicBezTo>
                  <a:pt x="125502" y="583330"/>
                  <a:pt x="165479" y="492359"/>
                  <a:pt x="306486" y="529661"/>
                </a:cubicBezTo>
                <a:lnTo>
                  <a:pt x="434445" y="529661"/>
                </a:lnTo>
                <a:cubicBezTo>
                  <a:pt x="491951" y="529661"/>
                  <a:pt x="522609" y="553044"/>
                  <a:pt x="534439" y="579470"/>
                </a:cubicBezTo>
                <a:lnTo>
                  <a:pt x="693233" y="487461"/>
                </a:lnTo>
                <a:cubicBezTo>
                  <a:pt x="754142" y="452165"/>
                  <a:pt x="797667" y="467345"/>
                  <a:pt x="818050" y="493326"/>
                </a:cubicBezTo>
                <a:cubicBezTo>
                  <a:pt x="826223" y="503755"/>
                  <a:pt x="829514" y="517191"/>
                  <a:pt x="827036" y="530107"/>
                </a:cubicBezTo>
                <a:close/>
                <a:moveTo>
                  <a:pt x="354857" y="225358"/>
                </a:moveTo>
                <a:cubicBezTo>
                  <a:pt x="354857" y="137952"/>
                  <a:pt x="425714" y="66835"/>
                  <a:pt x="512809" y="66835"/>
                </a:cubicBezTo>
                <a:cubicBezTo>
                  <a:pt x="599901" y="66835"/>
                  <a:pt x="670761" y="137948"/>
                  <a:pt x="670761" y="225358"/>
                </a:cubicBezTo>
                <a:cubicBezTo>
                  <a:pt x="670761" y="269488"/>
                  <a:pt x="653121" y="310426"/>
                  <a:pt x="621132" y="340716"/>
                </a:cubicBezTo>
                <a:cubicBezTo>
                  <a:pt x="610518" y="350774"/>
                  <a:pt x="604343" y="362910"/>
                  <a:pt x="602641" y="376866"/>
                </a:cubicBezTo>
                <a:cubicBezTo>
                  <a:pt x="613699" y="381171"/>
                  <a:pt x="621613" y="391897"/>
                  <a:pt x="621613" y="404517"/>
                </a:cubicBezTo>
                <a:cubicBezTo>
                  <a:pt x="621613" y="412014"/>
                  <a:pt x="618839" y="418843"/>
                  <a:pt x="614254" y="424077"/>
                </a:cubicBezTo>
                <a:cubicBezTo>
                  <a:pt x="618839" y="429310"/>
                  <a:pt x="621613" y="436176"/>
                  <a:pt x="621613" y="443637"/>
                </a:cubicBezTo>
                <a:cubicBezTo>
                  <a:pt x="621613" y="460005"/>
                  <a:pt x="608337" y="473329"/>
                  <a:pt x="592028" y="473329"/>
                </a:cubicBezTo>
                <a:lnTo>
                  <a:pt x="581303" y="473329"/>
                </a:lnTo>
                <a:lnTo>
                  <a:pt x="575756" y="488546"/>
                </a:lnTo>
                <a:cubicBezTo>
                  <a:pt x="570135" y="503949"/>
                  <a:pt x="555971" y="513896"/>
                  <a:pt x="539625" y="513896"/>
                </a:cubicBezTo>
                <a:lnTo>
                  <a:pt x="486001" y="513896"/>
                </a:lnTo>
                <a:cubicBezTo>
                  <a:pt x="469692" y="513896"/>
                  <a:pt x="455491" y="503949"/>
                  <a:pt x="449871" y="488546"/>
                </a:cubicBezTo>
                <a:lnTo>
                  <a:pt x="444323" y="473329"/>
                </a:lnTo>
                <a:lnTo>
                  <a:pt x="433599" y="473329"/>
                </a:lnTo>
                <a:cubicBezTo>
                  <a:pt x="417290" y="473329"/>
                  <a:pt x="404014" y="460005"/>
                  <a:pt x="404014" y="443637"/>
                </a:cubicBezTo>
                <a:cubicBezTo>
                  <a:pt x="404014" y="436139"/>
                  <a:pt x="406787" y="429310"/>
                  <a:pt x="411373" y="424077"/>
                </a:cubicBezTo>
                <a:cubicBezTo>
                  <a:pt x="406787" y="418844"/>
                  <a:pt x="404014" y="411978"/>
                  <a:pt x="404014" y="404517"/>
                </a:cubicBezTo>
                <a:cubicBezTo>
                  <a:pt x="404014" y="391898"/>
                  <a:pt x="411928" y="381172"/>
                  <a:pt x="422985" y="376866"/>
                </a:cubicBezTo>
                <a:cubicBezTo>
                  <a:pt x="421284" y="362910"/>
                  <a:pt x="415108" y="350737"/>
                  <a:pt x="404494" y="340716"/>
                </a:cubicBezTo>
                <a:cubicBezTo>
                  <a:pt x="372506" y="310430"/>
                  <a:pt x="354865" y="269491"/>
                  <a:pt x="354865" y="225358"/>
                </a:cubicBezTo>
                <a:close/>
                <a:moveTo>
                  <a:pt x="559776" y="473366"/>
                </a:moveTo>
                <a:lnTo>
                  <a:pt x="465843" y="473366"/>
                </a:lnTo>
                <a:lnTo>
                  <a:pt x="468839" y="481605"/>
                </a:lnTo>
                <a:cubicBezTo>
                  <a:pt x="471538" y="489028"/>
                  <a:pt x="478121" y="493630"/>
                  <a:pt x="485998" y="493630"/>
                </a:cubicBezTo>
                <a:lnTo>
                  <a:pt x="539622" y="493630"/>
                </a:lnTo>
                <a:cubicBezTo>
                  <a:pt x="547499" y="493630"/>
                  <a:pt x="554081" y="489028"/>
                  <a:pt x="556781" y="481605"/>
                </a:cubicBezTo>
                <a:close/>
                <a:moveTo>
                  <a:pt x="601380" y="443674"/>
                </a:moveTo>
                <a:cubicBezTo>
                  <a:pt x="601380" y="438478"/>
                  <a:pt x="597165" y="434246"/>
                  <a:pt x="591987" y="434246"/>
                </a:cubicBezTo>
                <a:lnTo>
                  <a:pt x="433600" y="434246"/>
                </a:lnTo>
                <a:cubicBezTo>
                  <a:pt x="428422" y="434246"/>
                  <a:pt x="424206" y="438477"/>
                  <a:pt x="424206" y="443674"/>
                </a:cubicBezTo>
                <a:cubicBezTo>
                  <a:pt x="424206" y="448870"/>
                  <a:pt x="428422" y="453101"/>
                  <a:pt x="433600" y="453101"/>
                </a:cubicBezTo>
                <a:lnTo>
                  <a:pt x="591987" y="453101"/>
                </a:lnTo>
                <a:cubicBezTo>
                  <a:pt x="597165" y="453101"/>
                  <a:pt x="601380" y="448870"/>
                  <a:pt x="601380" y="443674"/>
                </a:cubicBezTo>
                <a:close/>
                <a:moveTo>
                  <a:pt x="601380" y="404517"/>
                </a:moveTo>
                <a:cubicBezTo>
                  <a:pt x="601380" y="399321"/>
                  <a:pt x="597165" y="395090"/>
                  <a:pt x="591987" y="395090"/>
                </a:cubicBezTo>
                <a:lnTo>
                  <a:pt x="433600" y="395090"/>
                </a:lnTo>
                <a:cubicBezTo>
                  <a:pt x="428422" y="395090"/>
                  <a:pt x="424206" y="399321"/>
                  <a:pt x="424206" y="404517"/>
                </a:cubicBezTo>
                <a:cubicBezTo>
                  <a:pt x="424206" y="409713"/>
                  <a:pt x="428422" y="413944"/>
                  <a:pt x="433600" y="413944"/>
                </a:cubicBezTo>
                <a:lnTo>
                  <a:pt x="591987" y="413944"/>
                </a:lnTo>
                <a:cubicBezTo>
                  <a:pt x="597165" y="413981"/>
                  <a:pt x="601380" y="409713"/>
                  <a:pt x="601380" y="404517"/>
                </a:cubicBezTo>
                <a:close/>
                <a:moveTo>
                  <a:pt x="375056" y="225367"/>
                </a:moveTo>
                <a:cubicBezTo>
                  <a:pt x="375056" y="263855"/>
                  <a:pt x="390440" y="299560"/>
                  <a:pt x="418324" y="325987"/>
                </a:cubicBezTo>
                <a:cubicBezTo>
                  <a:pt x="432636" y="339535"/>
                  <a:pt x="440883" y="355939"/>
                  <a:pt x="443065" y="374831"/>
                </a:cubicBezTo>
                <a:lnTo>
                  <a:pt x="582518" y="374831"/>
                </a:lnTo>
                <a:cubicBezTo>
                  <a:pt x="584663" y="355939"/>
                  <a:pt x="592947" y="339535"/>
                  <a:pt x="607259" y="325987"/>
                </a:cubicBezTo>
                <a:cubicBezTo>
                  <a:pt x="635180" y="299599"/>
                  <a:pt x="650527" y="263856"/>
                  <a:pt x="650527" y="225367"/>
                </a:cubicBezTo>
                <a:cubicBezTo>
                  <a:pt x="650527" y="149132"/>
                  <a:pt x="588731" y="87111"/>
                  <a:pt x="512769" y="87111"/>
                </a:cubicBezTo>
                <a:cubicBezTo>
                  <a:pt x="436846" y="87111"/>
                  <a:pt x="375048" y="149130"/>
                  <a:pt x="375048" y="225367"/>
                </a:cubicBezTo>
                <a:close/>
                <a:moveTo>
                  <a:pt x="512814" y="49846"/>
                </a:moveTo>
                <a:cubicBezTo>
                  <a:pt x="518398" y="49846"/>
                  <a:pt x="522910" y="45318"/>
                  <a:pt x="522910" y="39713"/>
                </a:cubicBezTo>
                <a:lnTo>
                  <a:pt x="522910" y="10132"/>
                </a:lnTo>
                <a:cubicBezTo>
                  <a:pt x="522910" y="4528"/>
                  <a:pt x="518398" y="0"/>
                  <a:pt x="512814" y="0"/>
                </a:cubicBezTo>
                <a:cubicBezTo>
                  <a:pt x="507230" y="0"/>
                  <a:pt x="502718" y="4528"/>
                  <a:pt x="502718" y="10132"/>
                </a:cubicBezTo>
                <a:lnTo>
                  <a:pt x="502718" y="39750"/>
                </a:lnTo>
                <a:cubicBezTo>
                  <a:pt x="502718" y="45318"/>
                  <a:pt x="507230" y="49846"/>
                  <a:pt x="512814" y="49846"/>
                </a:cubicBezTo>
                <a:close/>
                <a:moveTo>
                  <a:pt x="643576" y="104220"/>
                </a:moveTo>
                <a:cubicBezTo>
                  <a:pt x="646165" y="104220"/>
                  <a:pt x="648754" y="103218"/>
                  <a:pt x="650714" y="101251"/>
                </a:cubicBezTo>
                <a:lnTo>
                  <a:pt x="671571" y="80318"/>
                </a:lnTo>
                <a:cubicBezTo>
                  <a:pt x="675528" y="76347"/>
                  <a:pt x="675528" y="69963"/>
                  <a:pt x="671571" y="65992"/>
                </a:cubicBezTo>
                <a:cubicBezTo>
                  <a:pt x="667614" y="62020"/>
                  <a:pt x="661253" y="62020"/>
                  <a:pt x="657296" y="65992"/>
                </a:cubicBezTo>
                <a:lnTo>
                  <a:pt x="636439" y="86924"/>
                </a:lnTo>
                <a:cubicBezTo>
                  <a:pt x="632482" y="90896"/>
                  <a:pt x="632482" y="97279"/>
                  <a:pt x="636439" y="101251"/>
                </a:cubicBezTo>
                <a:cubicBezTo>
                  <a:pt x="638436" y="103255"/>
                  <a:pt x="641025" y="104220"/>
                  <a:pt x="643576" y="104220"/>
                </a:cubicBezTo>
                <a:close/>
                <a:moveTo>
                  <a:pt x="697754" y="235492"/>
                </a:moveTo>
                <a:lnTo>
                  <a:pt x="727266" y="235492"/>
                </a:lnTo>
                <a:cubicBezTo>
                  <a:pt x="732850" y="235492"/>
                  <a:pt x="737362" y="230964"/>
                  <a:pt x="737362" y="225360"/>
                </a:cubicBezTo>
                <a:cubicBezTo>
                  <a:pt x="737362" y="219756"/>
                  <a:pt x="732850" y="215228"/>
                  <a:pt x="727266" y="215228"/>
                </a:cubicBezTo>
                <a:lnTo>
                  <a:pt x="697754" y="215228"/>
                </a:lnTo>
                <a:cubicBezTo>
                  <a:pt x="692170" y="215228"/>
                  <a:pt x="687659" y="219756"/>
                  <a:pt x="687659" y="225360"/>
                </a:cubicBezTo>
                <a:cubicBezTo>
                  <a:pt x="687659" y="230964"/>
                  <a:pt x="692207" y="235492"/>
                  <a:pt x="697754" y="235492"/>
                </a:cubicBezTo>
                <a:close/>
                <a:moveTo>
                  <a:pt x="374873" y="101246"/>
                </a:moveTo>
                <a:cubicBezTo>
                  <a:pt x="376833" y="103213"/>
                  <a:pt x="379422" y="104215"/>
                  <a:pt x="382011" y="104215"/>
                </a:cubicBezTo>
                <a:cubicBezTo>
                  <a:pt x="384599" y="104215"/>
                  <a:pt x="387188" y="103213"/>
                  <a:pt x="389148" y="101246"/>
                </a:cubicBezTo>
                <a:cubicBezTo>
                  <a:pt x="393105" y="97275"/>
                  <a:pt x="393105" y="90891"/>
                  <a:pt x="389148" y="86920"/>
                </a:cubicBezTo>
                <a:lnTo>
                  <a:pt x="368291" y="65987"/>
                </a:lnTo>
                <a:cubicBezTo>
                  <a:pt x="364334" y="62016"/>
                  <a:pt x="357973" y="62016"/>
                  <a:pt x="354016" y="65987"/>
                </a:cubicBezTo>
                <a:cubicBezTo>
                  <a:pt x="350059" y="69958"/>
                  <a:pt x="350059" y="76342"/>
                  <a:pt x="354016" y="80313"/>
                </a:cubicBezTo>
                <a:close/>
                <a:moveTo>
                  <a:pt x="361153" y="387697"/>
                </a:moveTo>
                <a:cubicBezTo>
                  <a:pt x="363742" y="387697"/>
                  <a:pt x="366331" y="386694"/>
                  <a:pt x="368291" y="384727"/>
                </a:cubicBezTo>
                <a:lnTo>
                  <a:pt x="389148" y="363795"/>
                </a:lnTo>
                <a:cubicBezTo>
                  <a:pt x="393105" y="359823"/>
                  <a:pt x="393105" y="353440"/>
                  <a:pt x="389148" y="349468"/>
                </a:cubicBezTo>
                <a:cubicBezTo>
                  <a:pt x="385191" y="345497"/>
                  <a:pt x="378830" y="345497"/>
                  <a:pt x="374873" y="349468"/>
                </a:cubicBezTo>
                <a:lnTo>
                  <a:pt x="354016" y="370401"/>
                </a:lnTo>
                <a:cubicBezTo>
                  <a:pt x="350059" y="374372"/>
                  <a:pt x="350059" y="380756"/>
                  <a:pt x="354016" y="384727"/>
                </a:cubicBezTo>
                <a:cubicBezTo>
                  <a:pt x="355976" y="386694"/>
                  <a:pt x="358565" y="387697"/>
                  <a:pt x="361153" y="387697"/>
                </a:cubicBezTo>
                <a:close/>
                <a:moveTo>
                  <a:pt x="298322" y="235483"/>
                </a:moveTo>
                <a:lnTo>
                  <a:pt x="327833" y="235483"/>
                </a:lnTo>
                <a:cubicBezTo>
                  <a:pt x="333417" y="235483"/>
                  <a:pt x="337929" y="230955"/>
                  <a:pt x="337929" y="225350"/>
                </a:cubicBezTo>
                <a:cubicBezTo>
                  <a:pt x="337929" y="219746"/>
                  <a:pt x="333417" y="215218"/>
                  <a:pt x="327833" y="215218"/>
                </a:cubicBezTo>
                <a:lnTo>
                  <a:pt x="298322" y="215218"/>
                </a:lnTo>
                <a:cubicBezTo>
                  <a:pt x="292737" y="215218"/>
                  <a:pt x="288226" y="219746"/>
                  <a:pt x="288226" y="225350"/>
                </a:cubicBezTo>
                <a:cubicBezTo>
                  <a:pt x="288226" y="230955"/>
                  <a:pt x="292737" y="235483"/>
                  <a:pt x="298322" y="235483"/>
                </a:cubicBezTo>
                <a:close/>
                <a:moveTo>
                  <a:pt x="650760" y="349463"/>
                </a:moveTo>
                <a:cubicBezTo>
                  <a:pt x="646803" y="345491"/>
                  <a:pt x="640442" y="345491"/>
                  <a:pt x="636485" y="349463"/>
                </a:cubicBezTo>
                <a:cubicBezTo>
                  <a:pt x="632528" y="353434"/>
                  <a:pt x="632528" y="359817"/>
                  <a:pt x="636485" y="363789"/>
                </a:cubicBezTo>
                <a:lnTo>
                  <a:pt x="657342" y="384722"/>
                </a:lnTo>
                <a:cubicBezTo>
                  <a:pt x="659302" y="386689"/>
                  <a:pt x="661891" y="387691"/>
                  <a:pt x="664480" y="387691"/>
                </a:cubicBezTo>
                <a:cubicBezTo>
                  <a:pt x="667069" y="387691"/>
                  <a:pt x="669657" y="386689"/>
                  <a:pt x="671617" y="384722"/>
                </a:cubicBezTo>
                <a:cubicBezTo>
                  <a:pt x="675574" y="380750"/>
                  <a:pt x="675574" y="374367"/>
                  <a:pt x="671617" y="370395"/>
                </a:cubicBezTo>
                <a:close/>
                <a:moveTo>
                  <a:pt x="408568" y="209648"/>
                </a:moveTo>
                <a:cubicBezTo>
                  <a:pt x="410380" y="200852"/>
                  <a:pt x="415521" y="193280"/>
                  <a:pt x="422990" y="188344"/>
                </a:cubicBezTo>
                <a:cubicBezTo>
                  <a:pt x="430498" y="183408"/>
                  <a:pt x="439447" y="181700"/>
                  <a:pt x="448212" y="183519"/>
                </a:cubicBezTo>
                <a:cubicBezTo>
                  <a:pt x="456977" y="185338"/>
                  <a:pt x="464522" y="190497"/>
                  <a:pt x="469440" y="197994"/>
                </a:cubicBezTo>
                <a:lnTo>
                  <a:pt x="483974" y="220188"/>
                </a:lnTo>
                <a:lnTo>
                  <a:pt x="559934" y="165444"/>
                </a:lnTo>
                <a:cubicBezTo>
                  <a:pt x="567219" y="160210"/>
                  <a:pt x="576094" y="158095"/>
                  <a:pt x="584933" y="159542"/>
                </a:cubicBezTo>
                <a:cubicBezTo>
                  <a:pt x="593771" y="160990"/>
                  <a:pt x="601538" y="165815"/>
                  <a:pt x="606789" y="173127"/>
                </a:cubicBezTo>
                <a:cubicBezTo>
                  <a:pt x="612041" y="180438"/>
                  <a:pt x="614111" y="189346"/>
                  <a:pt x="612669" y="198216"/>
                </a:cubicBezTo>
                <a:cubicBezTo>
                  <a:pt x="611227" y="207087"/>
                  <a:pt x="606419" y="214881"/>
                  <a:pt x="599134" y="220151"/>
                </a:cubicBezTo>
                <a:lnTo>
                  <a:pt x="494804" y="295347"/>
                </a:lnTo>
                <a:cubicBezTo>
                  <a:pt x="489035" y="299504"/>
                  <a:pt x="482305" y="301694"/>
                  <a:pt x="475352" y="301694"/>
                </a:cubicBezTo>
                <a:cubicBezTo>
                  <a:pt x="473281" y="301694"/>
                  <a:pt x="471210" y="301508"/>
                  <a:pt x="469139" y="301100"/>
                </a:cubicBezTo>
                <a:cubicBezTo>
                  <a:pt x="460042" y="299430"/>
                  <a:pt x="452276" y="294233"/>
                  <a:pt x="447209" y="286476"/>
                </a:cubicBezTo>
                <a:lnTo>
                  <a:pt x="413445" y="234960"/>
                </a:lnTo>
                <a:cubicBezTo>
                  <a:pt x="408489" y="227463"/>
                  <a:pt x="406751" y="218481"/>
                  <a:pt x="408564" y="209647"/>
                </a:cubicBezTo>
                <a:close/>
                <a:moveTo>
                  <a:pt x="430277" y="223826"/>
                </a:moveTo>
                <a:lnTo>
                  <a:pt x="464041" y="275343"/>
                </a:lnTo>
                <a:cubicBezTo>
                  <a:pt x="466075" y="278423"/>
                  <a:pt x="469181" y="280502"/>
                  <a:pt x="472805" y="281170"/>
                </a:cubicBezTo>
                <a:cubicBezTo>
                  <a:pt x="476429" y="281838"/>
                  <a:pt x="480054" y="281021"/>
                  <a:pt x="483049" y="278868"/>
                </a:cubicBezTo>
                <a:lnTo>
                  <a:pt x="587407" y="203636"/>
                </a:lnTo>
                <a:cubicBezTo>
                  <a:pt x="590291" y="201557"/>
                  <a:pt x="592214" y="198439"/>
                  <a:pt x="592769" y="194914"/>
                </a:cubicBezTo>
                <a:cubicBezTo>
                  <a:pt x="593361" y="191388"/>
                  <a:pt x="592510" y="187825"/>
                  <a:pt x="590439" y="184929"/>
                </a:cubicBezTo>
                <a:cubicBezTo>
                  <a:pt x="588368" y="182034"/>
                  <a:pt x="585262" y="180104"/>
                  <a:pt x="581748" y="179511"/>
                </a:cubicBezTo>
                <a:cubicBezTo>
                  <a:pt x="578235" y="178917"/>
                  <a:pt x="574685" y="179770"/>
                  <a:pt x="571800" y="181849"/>
                </a:cubicBezTo>
                <a:lnTo>
                  <a:pt x="487297" y="242755"/>
                </a:lnTo>
                <a:cubicBezTo>
                  <a:pt x="485078" y="244351"/>
                  <a:pt x="482268" y="244982"/>
                  <a:pt x="479568" y="244500"/>
                </a:cubicBezTo>
                <a:cubicBezTo>
                  <a:pt x="476868" y="243980"/>
                  <a:pt x="474465" y="242421"/>
                  <a:pt x="472985" y="240120"/>
                </a:cubicBezTo>
                <a:lnTo>
                  <a:pt x="452646" y="209092"/>
                </a:lnTo>
                <a:cubicBezTo>
                  <a:pt x="448615" y="202931"/>
                  <a:pt x="440294" y="201186"/>
                  <a:pt x="434155" y="205232"/>
                </a:cubicBezTo>
                <a:cubicBezTo>
                  <a:pt x="431160" y="207199"/>
                  <a:pt x="429126" y="210205"/>
                  <a:pt x="428423" y="213731"/>
                </a:cubicBezTo>
                <a:cubicBezTo>
                  <a:pt x="427647" y="217257"/>
                  <a:pt x="428312" y="220857"/>
                  <a:pt x="430272" y="223827"/>
                </a:cubicBezTo>
                <a:close/>
              </a:path>
            </a:pathLst>
          </a:custGeom>
          <a:solidFill>
            <a:srgbClr val="000000"/>
          </a:solidFill>
          <a:ln w="9438" cap="flat">
            <a:noFill/>
            <a:prstDash val="solid"/>
            <a:miter/>
          </a:ln>
        </p:spPr>
        <p:txBody>
          <a:bodyPr/>
          <a:lstStyle/>
          <a:p>
            <a:endParaRPr lang="en-US"/>
          </a:p>
        </p:txBody>
      </p:sp>
      <p:grpSp>
        <p:nvGrpSpPr>
          <p:cNvPr id="46" name="Group 45">
            <a:extLst>
              <a:ext uri="{FF2B5EF4-FFF2-40B4-BE49-F238E27FC236}">
                <a16:creationId xmlns:a16="http://schemas.microsoft.com/office/drawing/2014/main" id="{1BE4D232-09F5-9363-0D48-FE57343BCEC4}"/>
              </a:ext>
              <a:ext uri="{C183D7F6-B498-43B3-948B-1728B52AA6E4}">
                <adec:decorative xmlns:adec="http://schemas.microsoft.com/office/drawing/2017/decorative" val="1"/>
              </a:ext>
            </a:extLst>
          </p:cNvPr>
          <p:cNvGrpSpPr>
            <a:grpSpLocks noChangeAspect="1"/>
          </p:cNvGrpSpPr>
          <p:nvPr/>
        </p:nvGrpSpPr>
        <p:grpSpPr>
          <a:xfrm>
            <a:off x="1939935" y="2206420"/>
            <a:ext cx="559704" cy="561541"/>
            <a:chOff x="3666571" y="4495948"/>
            <a:chExt cx="891664" cy="894591"/>
          </a:xfrm>
        </p:grpSpPr>
        <p:sp>
          <p:nvSpPr>
            <p:cNvPr id="36" name="Freeform 35">
              <a:extLst>
                <a:ext uri="{FF2B5EF4-FFF2-40B4-BE49-F238E27FC236}">
                  <a16:creationId xmlns:a16="http://schemas.microsoft.com/office/drawing/2014/main" id="{B24F5951-7FA5-09DE-E9D6-6E3A37F77211}"/>
                </a:ext>
              </a:extLst>
            </p:cNvPr>
            <p:cNvSpPr/>
            <p:nvPr/>
          </p:nvSpPr>
          <p:spPr>
            <a:xfrm>
              <a:off x="3666571" y="4495948"/>
              <a:ext cx="891664" cy="842689"/>
            </a:xfrm>
            <a:custGeom>
              <a:avLst/>
              <a:gdLst>
                <a:gd name="csX0" fmla="*/ 588252 w 891664"/>
                <a:gd name="csY0" fmla="*/ 23414 h 842689"/>
                <a:gd name="csX1" fmla="*/ 586181 w 891664"/>
                <a:gd name="csY1" fmla="*/ 22745 h 842689"/>
                <a:gd name="csX2" fmla="*/ 370725 w 891664"/>
                <a:gd name="csY2" fmla="*/ 6340 h 842689"/>
                <a:gd name="csX3" fmla="*/ 71691 w 891664"/>
                <a:gd name="csY3" fmla="*/ 690333 h 842689"/>
                <a:gd name="csX4" fmla="*/ 29273 w 891664"/>
                <a:gd name="csY4" fmla="*/ 732904 h 842689"/>
                <a:gd name="csX5" fmla="*/ 29273 w 891664"/>
                <a:gd name="csY5" fmla="*/ 746043 h 842689"/>
                <a:gd name="csX6" fmla="*/ 42365 w 891664"/>
                <a:gd name="csY6" fmla="*/ 746043 h 842689"/>
                <a:gd name="csX7" fmla="*/ 90108 w 891664"/>
                <a:gd name="csY7" fmla="*/ 698127 h 842689"/>
                <a:gd name="csX8" fmla="*/ 91254 w 891664"/>
                <a:gd name="csY8" fmla="*/ 686398 h 842689"/>
                <a:gd name="csX9" fmla="*/ 19400 w 891664"/>
                <a:gd name="csY9" fmla="*/ 421991 h 842689"/>
                <a:gd name="csX10" fmla="*/ 70139 w 891664"/>
                <a:gd name="csY10" fmla="*/ 421991 h 842689"/>
                <a:gd name="csX11" fmla="*/ 79347 w 891664"/>
                <a:gd name="csY11" fmla="*/ 413566 h 842689"/>
                <a:gd name="csX12" fmla="*/ 198947 w 891664"/>
                <a:gd name="csY12" fmla="*/ 173616 h 842689"/>
                <a:gd name="csX13" fmla="*/ 199576 w 891664"/>
                <a:gd name="csY13" fmla="*/ 160514 h 842689"/>
                <a:gd name="csX14" fmla="*/ 186521 w 891664"/>
                <a:gd name="csY14" fmla="*/ 159883 h 842689"/>
                <a:gd name="csX15" fmla="*/ 61781 w 891664"/>
                <a:gd name="csY15" fmla="*/ 403472 h 842689"/>
                <a:gd name="csX16" fmla="*/ 20879 w 891664"/>
                <a:gd name="csY16" fmla="*/ 403472 h 842689"/>
                <a:gd name="csX17" fmla="*/ 364882 w 891664"/>
                <a:gd name="csY17" fmla="*/ 26273 h 842689"/>
                <a:gd name="csX18" fmla="*/ 372020 w 891664"/>
                <a:gd name="csY18" fmla="*/ 50695 h 842689"/>
                <a:gd name="csX19" fmla="*/ 380895 w 891664"/>
                <a:gd name="csY19" fmla="*/ 57375 h 842689"/>
                <a:gd name="csX20" fmla="*/ 389771 w 891664"/>
                <a:gd name="csY20" fmla="*/ 45499 h 842689"/>
                <a:gd name="csX21" fmla="*/ 383225 w 891664"/>
                <a:gd name="csY21" fmla="*/ 23155 h 842689"/>
                <a:gd name="csX22" fmla="*/ 572315 w 891664"/>
                <a:gd name="csY22" fmla="*/ 37779 h 842689"/>
                <a:gd name="csX23" fmla="*/ 554711 w 891664"/>
                <a:gd name="csY23" fmla="*/ 84210 h 842689"/>
                <a:gd name="csX24" fmla="*/ 555007 w 891664"/>
                <a:gd name="csY24" fmla="*/ 91484 h 842689"/>
                <a:gd name="csX25" fmla="*/ 560480 w 891664"/>
                <a:gd name="csY25" fmla="*/ 96309 h 842689"/>
                <a:gd name="csX26" fmla="*/ 811401 w 891664"/>
                <a:gd name="csY26" fmla="*/ 405554 h 842689"/>
                <a:gd name="csX27" fmla="*/ 821608 w 891664"/>
                <a:gd name="csY27" fmla="*/ 413719 h 842689"/>
                <a:gd name="csX28" fmla="*/ 829744 w 891664"/>
                <a:gd name="csY28" fmla="*/ 403475 h 842689"/>
                <a:gd name="csX29" fmla="*/ 575386 w 891664"/>
                <a:gd name="csY29" fmla="*/ 81831 h 842689"/>
                <a:gd name="csX30" fmla="*/ 589846 w 891664"/>
                <a:gd name="csY30" fmla="*/ 43677 h 842689"/>
                <a:gd name="csX31" fmla="*/ 870683 w 891664"/>
                <a:gd name="csY31" fmla="*/ 490874 h 842689"/>
                <a:gd name="csX32" fmla="*/ 849789 w 891664"/>
                <a:gd name="csY32" fmla="*/ 487237 h 842689"/>
                <a:gd name="csX33" fmla="*/ 846608 w 891664"/>
                <a:gd name="csY33" fmla="*/ 505535 h 842689"/>
                <a:gd name="csX34" fmla="*/ 868391 w 891664"/>
                <a:gd name="csY34" fmla="*/ 509320 h 842689"/>
                <a:gd name="csX35" fmla="*/ 647424 w 891664"/>
                <a:gd name="csY35" fmla="*/ 825245 h 842689"/>
                <a:gd name="csX36" fmla="*/ 651788 w 891664"/>
                <a:gd name="csY36" fmla="*/ 842688 h 842689"/>
                <a:gd name="csX37" fmla="*/ 887770 w 891664"/>
                <a:gd name="csY37" fmla="*/ 503714 h 842689"/>
                <a:gd name="csX38" fmla="*/ 887991 w 891664"/>
                <a:gd name="csY38" fmla="*/ 502043 h 842689"/>
                <a:gd name="csX39" fmla="*/ 588220 w 891664"/>
                <a:gd name="csY39" fmla="*/ 23444 h 8426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891664" h="842689">
                  <a:moveTo>
                    <a:pt x="588252" y="23414"/>
                  </a:moveTo>
                  <a:cubicBezTo>
                    <a:pt x="587623" y="23042"/>
                    <a:pt x="586884" y="22857"/>
                    <a:pt x="586181" y="22745"/>
                  </a:cubicBezTo>
                  <a:cubicBezTo>
                    <a:pt x="519540" y="31"/>
                    <a:pt x="441398" y="-6130"/>
                    <a:pt x="370725" y="6340"/>
                  </a:cubicBezTo>
                  <a:cubicBezTo>
                    <a:pt x="62338" y="54664"/>
                    <a:pt x="-104381" y="425185"/>
                    <a:pt x="71691" y="690333"/>
                  </a:cubicBezTo>
                  <a:lnTo>
                    <a:pt x="29273" y="732904"/>
                  </a:lnTo>
                  <a:cubicBezTo>
                    <a:pt x="25649" y="736542"/>
                    <a:pt x="25649" y="742406"/>
                    <a:pt x="29273" y="746043"/>
                  </a:cubicBezTo>
                  <a:cubicBezTo>
                    <a:pt x="32897" y="749680"/>
                    <a:pt x="38741" y="749680"/>
                    <a:pt x="42365" y="746043"/>
                  </a:cubicBezTo>
                  <a:lnTo>
                    <a:pt x="90108" y="698127"/>
                  </a:lnTo>
                  <a:cubicBezTo>
                    <a:pt x="93252" y="694972"/>
                    <a:pt x="93695" y="690073"/>
                    <a:pt x="91254" y="686398"/>
                  </a:cubicBezTo>
                  <a:cubicBezTo>
                    <a:pt x="39074" y="608864"/>
                    <a:pt x="13815" y="515704"/>
                    <a:pt x="19400" y="421991"/>
                  </a:cubicBezTo>
                  <a:lnTo>
                    <a:pt x="70139" y="421991"/>
                  </a:lnTo>
                  <a:cubicBezTo>
                    <a:pt x="74909" y="421991"/>
                    <a:pt x="78903" y="418317"/>
                    <a:pt x="79347" y="413566"/>
                  </a:cubicBezTo>
                  <a:cubicBezTo>
                    <a:pt x="87705" y="321409"/>
                    <a:pt x="130160" y="236192"/>
                    <a:pt x="198947" y="173616"/>
                  </a:cubicBezTo>
                  <a:cubicBezTo>
                    <a:pt x="202719" y="170164"/>
                    <a:pt x="203015" y="164300"/>
                    <a:pt x="199576" y="160514"/>
                  </a:cubicBezTo>
                  <a:cubicBezTo>
                    <a:pt x="196137" y="156728"/>
                    <a:pt x="190293" y="156431"/>
                    <a:pt x="186521" y="159883"/>
                  </a:cubicBezTo>
                  <a:cubicBezTo>
                    <a:pt x="116405" y="223646"/>
                    <a:pt x="72289" y="309902"/>
                    <a:pt x="61781" y="403472"/>
                  </a:cubicBezTo>
                  <a:lnTo>
                    <a:pt x="20879" y="403472"/>
                  </a:lnTo>
                  <a:cubicBezTo>
                    <a:pt x="40035" y="214554"/>
                    <a:pt x="181861" y="61609"/>
                    <a:pt x="364882" y="26273"/>
                  </a:cubicBezTo>
                  <a:lnTo>
                    <a:pt x="372020" y="50695"/>
                  </a:lnTo>
                  <a:cubicBezTo>
                    <a:pt x="373203" y="54740"/>
                    <a:pt x="376901" y="57375"/>
                    <a:pt x="380895" y="57375"/>
                  </a:cubicBezTo>
                  <a:cubicBezTo>
                    <a:pt x="386960" y="57450"/>
                    <a:pt x="391583" y="51289"/>
                    <a:pt x="389771" y="45499"/>
                  </a:cubicBezTo>
                  <a:lnTo>
                    <a:pt x="383225" y="23155"/>
                  </a:lnTo>
                  <a:cubicBezTo>
                    <a:pt x="445502" y="13653"/>
                    <a:pt x="513438" y="19072"/>
                    <a:pt x="572315" y="37779"/>
                  </a:cubicBezTo>
                  <a:lnTo>
                    <a:pt x="554711" y="84210"/>
                  </a:lnTo>
                  <a:cubicBezTo>
                    <a:pt x="553824" y="86585"/>
                    <a:pt x="553935" y="89220"/>
                    <a:pt x="555007" y="91484"/>
                  </a:cubicBezTo>
                  <a:cubicBezTo>
                    <a:pt x="556080" y="93785"/>
                    <a:pt x="558077" y="95530"/>
                    <a:pt x="560480" y="96309"/>
                  </a:cubicBezTo>
                  <a:cubicBezTo>
                    <a:pt x="696866" y="141330"/>
                    <a:pt x="795354" y="262699"/>
                    <a:pt x="811401" y="405554"/>
                  </a:cubicBezTo>
                  <a:cubicBezTo>
                    <a:pt x="811956" y="410676"/>
                    <a:pt x="816652" y="414313"/>
                    <a:pt x="821608" y="413719"/>
                  </a:cubicBezTo>
                  <a:cubicBezTo>
                    <a:pt x="826674" y="413125"/>
                    <a:pt x="830335" y="408560"/>
                    <a:pt x="829744" y="403475"/>
                  </a:cubicBezTo>
                  <a:cubicBezTo>
                    <a:pt x="813250" y="256649"/>
                    <a:pt x="713845" y="131420"/>
                    <a:pt x="575386" y="81831"/>
                  </a:cubicBezTo>
                  <a:lnTo>
                    <a:pt x="589846" y="43677"/>
                  </a:lnTo>
                  <a:cubicBezTo>
                    <a:pt x="768323" y="106402"/>
                    <a:pt x="892212" y="293015"/>
                    <a:pt x="870683" y="490874"/>
                  </a:cubicBezTo>
                  <a:lnTo>
                    <a:pt x="849789" y="487237"/>
                  </a:lnTo>
                  <a:cubicBezTo>
                    <a:pt x="837733" y="485418"/>
                    <a:pt x="834663" y="503122"/>
                    <a:pt x="846608" y="505535"/>
                  </a:cubicBezTo>
                  <a:lnTo>
                    <a:pt x="868391" y="509320"/>
                  </a:lnTo>
                  <a:cubicBezTo>
                    <a:pt x="849049" y="642636"/>
                    <a:pt x="768094" y="760255"/>
                    <a:pt x="647424" y="825245"/>
                  </a:cubicBezTo>
                  <a:cubicBezTo>
                    <a:pt x="638993" y="829698"/>
                    <a:pt x="642395" y="842838"/>
                    <a:pt x="651788" y="842688"/>
                  </a:cubicBezTo>
                  <a:cubicBezTo>
                    <a:pt x="783033" y="777551"/>
                    <a:pt x="869384" y="646350"/>
                    <a:pt x="887770" y="503714"/>
                  </a:cubicBezTo>
                  <a:cubicBezTo>
                    <a:pt x="887954" y="503157"/>
                    <a:pt x="887954" y="502600"/>
                    <a:pt x="887991" y="502043"/>
                  </a:cubicBezTo>
                  <a:cubicBezTo>
                    <a:pt x="915912" y="290227"/>
                    <a:pt x="781636" y="87019"/>
                    <a:pt x="588220" y="23444"/>
                  </a:cubicBezTo>
                  <a:close/>
                </a:path>
              </a:pathLst>
            </a:custGeom>
            <a:solidFill>
              <a:srgbClr val="000000"/>
            </a:solidFill>
            <a:ln w="9438" cap="flat">
              <a:noFill/>
              <a:prstDash val="solid"/>
              <a:miter/>
            </a:ln>
          </p:spPr>
          <p:txBody>
            <a:bodyPr/>
            <a:lstStyle/>
            <a:p>
              <a:endParaRPr lang="en-US"/>
            </a:p>
          </p:txBody>
        </p:sp>
        <p:sp>
          <p:nvSpPr>
            <p:cNvPr id="37" name="Freeform 36">
              <a:extLst>
                <a:ext uri="{FF2B5EF4-FFF2-40B4-BE49-F238E27FC236}">
                  <a16:creationId xmlns:a16="http://schemas.microsoft.com/office/drawing/2014/main" id="{7A97CE17-E1F5-C82E-5DE2-515C88B5B959}"/>
                </a:ext>
              </a:extLst>
            </p:cNvPr>
            <p:cNvSpPr/>
            <p:nvPr/>
          </p:nvSpPr>
          <p:spPr>
            <a:xfrm>
              <a:off x="3748796" y="5063944"/>
              <a:ext cx="198445" cy="224177"/>
            </a:xfrm>
            <a:custGeom>
              <a:avLst/>
              <a:gdLst>
                <a:gd name="csX0" fmla="*/ 6070 w 198445"/>
                <a:gd name="csY0" fmla="*/ 561 h 224177"/>
                <a:gd name="csX1" fmla="*/ 560 w 198445"/>
                <a:gd name="csY1" fmla="*/ 12475 h 224177"/>
                <a:gd name="csX2" fmla="*/ 189242 w 198445"/>
                <a:gd name="csY2" fmla="*/ 224177 h 224177"/>
                <a:gd name="csX3" fmla="*/ 193532 w 198445"/>
                <a:gd name="csY3" fmla="*/ 206659 h 224177"/>
                <a:gd name="csX4" fmla="*/ 17943 w 198445"/>
                <a:gd name="csY4" fmla="*/ 6092 h 224177"/>
                <a:gd name="csX5" fmla="*/ 6072 w 198445"/>
                <a:gd name="csY5" fmla="*/ 562 h 224177"/>
              </a:gdLst>
              <a:ahLst/>
              <a:cxnLst>
                <a:cxn ang="0">
                  <a:pos x="csX0" y="csY0"/>
                </a:cxn>
                <a:cxn ang="0">
                  <a:pos x="csX1" y="csY1"/>
                </a:cxn>
                <a:cxn ang="0">
                  <a:pos x="csX2" y="csY2"/>
                </a:cxn>
                <a:cxn ang="0">
                  <a:pos x="csX3" y="csY3"/>
                </a:cxn>
                <a:cxn ang="0">
                  <a:pos x="csX4" y="csY4"/>
                </a:cxn>
                <a:cxn ang="0">
                  <a:pos x="csX5" y="csY5"/>
                </a:cxn>
              </a:cxnLst>
              <a:rect l="l" t="t" r="r" b="b"/>
              <a:pathLst>
                <a:path w="198445" h="224177">
                  <a:moveTo>
                    <a:pt x="6070" y="561"/>
                  </a:moveTo>
                  <a:cubicBezTo>
                    <a:pt x="1262" y="2343"/>
                    <a:pt x="-1178" y="7650"/>
                    <a:pt x="560" y="12475"/>
                  </a:cubicBezTo>
                  <a:cubicBezTo>
                    <a:pt x="34472" y="103518"/>
                    <a:pt x="100932" y="182608"/>
                    <a:pt x="189242" y="224177"/>
                  </a:cubicBezTo>
                  <a:cubicBezTo>
                    <a:pt x="198673" y="224252"/>
                    <a:pt x="202112" y="211113"/>
                    <a:pt x="193532" y="206659"/>
                  </a:cubicBezTo>
                  <a:cubicBezTo>
                    <a:pt x="111951" y="163828"/>
                    <a:pt x="49563" y="92565"/>
                    <a:pt x="17943" y="6092"/>
                  </a:cubicBezTo>
                  <a:cubicBezTo>
                    <a:pt x="16168" y="1267"/>
                    <a:pt x="10879" y="-1183"/>
                    <a:pt x="6072" y="562"/>
                  </a:cubicBezTo>
                  <a:close/>
                </a:path>
              </a:pathLst>
            </a:custGeom>
            <a:solidFill>
              <a:srgbClr val="000000"/>
            </a:solidFill>
            <a:ln w="9438" cap="flat">
              <a:noFill/>
              <a:prstDash val="solid"/>
              <a:miter/>
            </a:ln>
          </p:spPr>
          <p:txBody>
            <a:bodyPr/>
            <a:lstStyle/>
            <a:p>
              <a:endParaRPr lang="en-US"/>
            </a:p>
          </p:txBody>
        </p:sp>
        <p:sp>
          <p:nvSpPr>
            <p:cNvPr id="38" name="Freeform 37">
              <a:extLst>
                <a:ext uri="{FF2B5EF4-FFF2-40B4-BE49-F238E27FC236}">
                  <a16:creationId xmlns:a16="http://schemas.microsoft.com/office/drawing/2014/main" id="{B25C5D23-EB72-7DD6-A4B1-5D5976543827}"/>
                </a:ext>
              </a:extLst>
            </p:cNvPr>
            <p:cNvSpPr/>
            <p:nvPr/>
          </p:nvSpPr>
          <p:spPr>
            <a:xfrm>
              <a:off x="3812389" y="5118249"/>
              <a:ext cx="638621" cy="272290"/>
            </a:xfrm>
            <a:custGeom>
              <a:avLst/>
              <a:gdLst>
                <a:gd name="csX0" fmla="*/ 637403 w 638621"/>
                <a:gd name="csY0" fmla="*/ 13812 h 272290"/>
                <a:gd name="csX1" fmla="*/ 621279 w 638621"/>
                <a:gd name="csY1" fmla="*/ 4756 h 272290"/>
                <a:gd name="csX2" fmla="*/ 424313 w 638621"/>
                <a:gd name="csY2" fmla="*/ 172514 h 272290"/>
                <a:gd name="csX3" fmla="*/ 418654 w 638621"/>
                <a:gd name="csY3" fmla="*/ 184094 h 272290"/>
                <a:gd name="csX4" fmla="*/ 434002 w 638621"/>
                <a:gd name="csY4" fmla="*/ 231973 h 272290"/>
                <a:gd name="csX5" fmla="*/ 309223 w 638621"/>
                <a:gd name="csY5" fmla="*/ 253389 h 272290"/>
                <a:gd name="csX6" fmla="*/ 309223 w 638621"/>
                <a:gd name="csY6" fmla="*/ 202727 h 272290"/>
                <a:gd name="csX7" fmla="*/ 299978 w 638621"/>
                <a:gd name="csY7" fmla="*/ 193448 h 272290"/>
                <a:gd name="csX8" fmla="*/ 290732 w 638621"/>
                <a:gd name="csY8" fmla="*/ 202727 h 272290"/>
                <a:gd name="csX9" fmla="*/ 290732 w 638621"/>
                <a:gd name="csY9" fmla="*/ 253389 h 272290"/>
                <a:gd name="csX10" fmla="*/ 62259 w 638621"/>
                <a:gd name="csY10" fmla="*/ 181088 h 272290"/>
                <a:gd name="csX11" fmla="*/ 50572 w 638621"/>
                <a:gd name="csY11" fmla="*/ 182239 h 272290"/>
                <a:gd name="csX12" fmla="*/ 2718 w 638621"/>
                <a:gd name="csY12" fmla="*/ 230266 h 272290"/>
                <a:gd name="csX13" fmla="*/ 2718 w 638621"/>
                <a:gd name="csY13" fmla="*/ 243404 h 272290"/>
                <a:gd name="csX14" fmla="*/ 15809 w 638621"/>
                <a:gd name="csY14" fmla="*/ 243404 h 272290"/>
                <a:gd name="csX15" fmla="*/ 58338 w 638621"/>
                <a:gd name="csY15" fmla="*/ 200722 h 272290"/>
                <a:gd name="csX16" fmla="*/ 451713 w 638621"/>
                <a:gd name="csY16" fmla="*/ 244851 h 272290"/>
                <a:gd name="csX17" fmla="*/ 454413 w 638621"/>
                <a:gd name="csY17" fmla="*/ 235053 h 272290"/>
                <a:gd name="csX18" fmla="*/ 438955 w 638621"/>
                <a:gd name="csY18" fmla="*/ 186841 h 272290"/>
                <a:gd name="csX19" fmla="*/ 637436 w 638621"/>
                <a:gd name="csY19" fmla="*/ 13848 h 27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38621" h="272290">
                  <a:moveTo>
                    <a:pt x="637403" y="13812"/>
                  </a:moveTo>
                  <a:cubicBezTo>
                    <a:pt x="643061" y="3048"/>
                    <a:pt x="627529" y="-5822"/>
                    <a:pt x="621279" y="4756"/>
                  </a:cubicBezTo>
                  <a:cubicBezTo>
                    <a:pt x="577752" y="82771"/>
                    <a:pt x="507823" y="142337"/>
                    <a:pt x="424313" y="172514"/>
                  </a:cubicBezTo>
                  <a:cubicBezTo>
                    <a:pt x="419616" y="174221"/>
                    <a:pt x="417138" y="179343"/>
                    <a:pt x="418654" y="184094"/>
                  </a:cubicBezTo>
                  <a:lnTo>
                    <a:pt x="434002" y="231973"/>
                  </a:lnTo>
                  <a:cubicBezTo>
                    <a:pt x="393803" y="245297"/>
                    <a:pt x="351903" y="252498"/>
                    <a:pt x="309223" y="253389"/>
                  </a:cubicBezTo>
                  <a:lnTo>
                    <a:pt x="309223" y="202727"/>
                  </a:lnTo>
                  <a:cubicBezTo>
                    <a:pt x="309223" y="197605"/>
                    <a:pt x="305081" y="193448"/>
                    <a:pt x="299978" y="193448"/>
                  </a:cubicBezTo>
                  <a:cubicBezTo>
                    <a:pt x="294874" y="193448"/>
                    <a:pt x="290732" y="197605"/>
                    <a:pt x="290732" y="202727"/>
                  </a:cubicBezTo>
                  <a:lnTo>
                    <a:pt x="290732" y="253389"/>
                  </a:lnTo>
                  <a:cubicBezTo>
                    <a:pt x="208930" y="251644"/>
                    <a:pt x="130120" y="226777"/>
                    <a:pt x="62259" y="181088"/>
                  </a:cubicBezTo>
                  <a:cubicBezTo>
                    <a:pt x="58598" y="178601"/>
                    <a:pt x="53679" y="179084"/>
                    <a:pt x="50572" y="182239"/>
                  </a:cubicBezTo>
                  <a:lnTo>
                    <a:pt x="2718" y="230266"/>
                  </a:lnTo>
                  <a:cubicBezTo>
                    <a:pt x="-906" y="233903"/>
                    <a:pt x="-906" y="239767"/>
                    <a:pt x="2718" y="243404"/>
                  </a:cubicBezTo>
                  <a:cubicBezTo>
                    <a:pt x="6342" y="247042"/>
                    <a:pt x="12185" y="247042"/>
                    <a:pt x="15809" y="243404"/>
                  </a:cubicBezTo>
                  <a:lnTo>
                    <a:pt x="58338" y="200722"/>
                  </a:lnTo>
                  <a:cubicBezTo>
                    <a:pt x="172466" y="275472"/>
                    <a:pt x="324085" y="294214"/>
                    <a:pt x="451713" y="244851"/>
                  </a:cubicBezTo>
                  <a:cubicBezTo>
                    <a:pt x="454450" y="242439"/>
                    <a:pt x="455485" y="238505"/>
                    <a:pt x="454413" y="235053"/>
                  </a:cubicBezTo>
                  <a:lnTo>
                    <a:pt x="438955" y="186841"/>
                  </a:lnTo>
                  <a:cubicBezTo>
                    <a:pt x="522940" y="154254"/>
                    <a:pt x="593205" y="93125"/>
                    <a:pt x="637436" y="13848"/>
                  </a:cubicBezTo>
                  <a:close/>
                </a:path>
              </a:pathLst>
            </a:custGeom>
            <a:solidFill>
              <a:srgbClr val="000000"/>
            </a:solidFill>
            <a:ln w="9438" cap="flat">
              <a:noFill/>
              <a:prstDash val="solid"/>
              <a:miter/>
            </a:ln>
          </p:spPr>
          <p:txBody>
            <a:bodyPr/>
            <a:lstStyle/>
            <a:p>
              <a:endParaRPr lang="en-US"/>
            </a:p>
          </p:txBody>
        </p:sp>
        <p:sp>
          <p:nvSpPr>
            <p:cNvPr id="39" name="Freeform 38">
              <a:extLst>
                <a:ext uri="{FF2B5EF4-FFF2-40B4-BE49-F238E27FC236}">
                  <a16:creationId xmlns:a16="http://schemas.microsoft.com/office/drawing/2014/main" id="{F9F6ABCF-7819-62BE-DAEF-5ECCCB8BC704}"/>
                </a:ext>
              </a:extLst>
            </p:cNvPr>
            <p:cNvSpPr/>
            <p:nvPr/>
          </p:nvSpPr>
          <p:spPr>
            <a:xfrm>
              <a:off x="3785043" y="4690913"/>
              <a:ext cx="662399" cy="580057"/>
            </a:xfrm>
            <a:custGeom>
              <a:avLst/>
              <a:gdLst>
                <a:gd name="csX0" fmla="*/ 83837 w 662399"/>
                <a:gd name="csY0" fmla="*/ 46836 h 580057"/>
                <a:gd name="csX1" fmla="*/ 70857 w 662399"/>
                <a:gd name="csY1" fmla="*/ 48320 h 580057"/>
                <a:gd name="csX2" fmla="*/ 0 w 662399"/>
                <a:gd name="csY2" fmla="*/ 252232 h 580057"/>
                <a:gd name="csX3" fmla="*/ 627907 w 662399"/>
                <a:gd name="csY3" fmla="*/ 382022 h 580057"/>
                <a:gd name="csX4" fmla="*/ 649653 w 662399"/>
                <a:gd name="csY4" fmla="*/ 391004 h 580057"/>
                <a:gd name="csX5" fmla="*/ 661708 w 662399"/>
                <a:gd name="csY5" fmla="*/ 385956 h 580057"/>
                <a:gd name="csX6" fmla="*/ 656679 w 662399"/>
                <a:gd name="csY6" fmla="*/ 373857 h 580057"/>
                <a:gd name="csX7" fmla="*/ 634749 w 662399"/>
                <a:gd name="csY7" fmla="*/ 364801 h 580057"/>
                <a:gd name="csX8" fmla="*/ 539300 w 662399"/>
                <a:gd name="csY8" fmla="*/ 2224 h 580057"/>
                <a:gd name="csX9" fmla="*/ 526282 w 662399"/>
                <a:gd name="csY9" fmla="*/ 3264 h 580057"/>
                <a:gd name="csX10" fmla="*/ 527318 w 662399"/>
                <a:gd name="csY10" fmla="*/ 16328 h 580057"/>
                <a:gd name="csX11" fmla="*/ 635898 w 662399"/>
                <a:gd name="csY11" fmla="*/ 242958 h 580057"/>
                <a:gd name="csX12" fmla="*/ 590115 w 662399"/>
                <a:gd name="csY12" fmla="*/ 242958 h 580057"/>
                <a:gd name="csX13" fmla="*/ 580870 w 662399"/>
                <a:gd name="csY13" fmla="*/ 252236 h 580057"/>
                <a:gd name="csX14" fmla="*/ 590115 w 662399"/>
                <a:gd name="csY14" fmla="*/ 261515 h 580057"/>
                <a:gd name="csX15" fmla="*/ 635824 w 662399"/>
                <a:gd name="csY15" fmla="*/ 261515 h 580057"/>
                <a:gd name="csX16" fmla="*/ 409310 w 662399"/>
                <a:gd name="csY16" fmla="*/ 550940 h 580057"/>
                <a:gd name="csX17" fmla="*/ 401248 w 662399"/>
                <a:gd name="csY17" fmla="*/ 510893 h 580057"/>
                <a:gd name="csX18" fmla="*/ 582272 w 662399"/>
                <a:gd name="csY18" fmla="*/ 335334 h 580057"/>
                <a:gd name="csX19" fmla="*/ 576355 w 662399"/>
                <a:gd name="csY19" fmla="*/ 323642 h 580057"/>
                <a:gd name="csX20" fmla="*/ 564706 w 662399"/>
                <a:gd name="csY20" fmla="*/ 329581 h 580057"/>
                <a:gd name="csX21" fmla="*/ 388226 w 662399"/>
                <a:gd name="csY21" fmla="*/ 495192 h 580057"/>
                <a:gd name="csX22" fmla="*/ 381421 w 662399"/>
                <a:gd name="csY22" fmla="*/ 506029 h 580057"/>
                <a:gd name="csX23" fmla="*/ 391333 w 662399"/>
                <a:gd name="csY23" fmla="*/ 555392 h 580057"/>
                <a:gd name="csX24" fmla="*/ 250318 w 662399"/>
                <a:gd name="csY24" fmla="*/ 552423 h 580057"/>
                <a:gd name="csX25" fmla="*/ 259896 w 662399"/>
                <a:gd name="csY25" fmla="*/ 520504 h 580057"/>
                <a:gd name="csX26" fmla="*/ 253720 w 662399"/>
                <a:gd name="csY26" fmla="*/ 508923 h 580057"/>
                <a:gd name="csX27" fmla="*/ 242181 w 662399"/>
                <a:gd name="csY27" fmla="*/ 515121 h 580057"/>
                <a:gd name="csX28" fmla="*/ 232566 w 662399"/>
                <a:gd name="csY28" fmla="*/ 547152 h 580057"/>
                <a:gd name="csX29" fmla="*/ 85265 w 662399"/>
                <a:gd name="csY29" fmla="*/ 59830 h 580057"/>
                <a:gd name="csX30" fmla="*/ 83786 w 662399"/>
                <a:gd name="csY30" fmla="*/ 46803 h 580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662399" h="580057">
                  <a:moveTo>
                    <a:pt x="83837" y="46836"/>
                  </a:moveTo>
                  <a:cubicBezTo>
                    <a:pt x="79843" y="43644"/>
                    <a:pt x="74037" y="44312"/>
                    <a:pt x="70857" y="48320"/>
                  </a:cubicBezTo>
                  <a:cubicBezTo>
                    <a:pt x="24482" y="106926"/>
                    <a:pt x="0" y="177408"/>
                    <a:pt x="0" y="252232"/>
                  </a:cubicBezTo>
                  <a:cubicBezTo>
                    <a:pt x="9504" y="613811"/>
                    <a:pt x="482679" y="704075"/>
                    <a:pt x="627907" y="382022"/>
                  </a:cubicBezTo>
                  <a:lnTo>
                    <a:pt x="649653" y="391004"/>
                  </a:lnTo>
                  <a:cubicBezTo>
                    <a:pt x="654275" y="392934"/>
                    <a:pt x="659786" y="390744"/>
                    <a:pt x="661708" y="385956"/>
                  </a:cubicBezTo>
                  <a:cubicBezTo>
                    <a:pt x="663631" y="381205"/>
                    <a:pt x="661413" y="375787"/>
                    <a:pt x="656679" y="373857"/>
                  </a:cubicBezTo>
                  <a:lnTo>
                    <a:pt x="634749" y="364801"/>
                  </a:lnTo>
                  <a:cubicBezTo>
                    <a:pt x="681975" y="239571"/>
                    <a:pt x="642626" y="88327"/>
                    <a:pt x="539300" y="2224"/>
                  </a:cubicBezTo>
                  <a:cubicBezTo>
                    <a:pt x="535417" y="-1116"/>
                    <a:pt x="529574" y="-633"/>
                    <a:pt x="526282" y="3264"/>
                  </a:cubicBezTo>
                  <a:cubicBezTo>
                    <a:pt x="522954" y="7161"/>
                    <a:pt x="523435" y="13025"/>
                    <a:pt x="527318" y="16328"/>
                  </a:cubicBezTo>
                  <a:cubicBezTo>
                    <a:pt x="594070" y="73411"/>
                    <a:pt x="633304" y="155582"/>
                    <a:pt x="635898" y="242958"/>
                  </a:cubicBezTo>
                  <a:lnTo>
                    <a:pt x="590115" y="242958"/>
                  </a:lnTo>
                  <a:cubicBezTo>
                    <a:pt x="585012" y="242958"/>
                    <a:pt x="580870" y="247114"/>
                    <a:pt x="580870" y="252236"/>
                  </a:cubicBezTo>
                  <a:cubicBezTo>
                    <a:pt x="580870" y="257358"/>
                    <a:pt x="585012" y="261515"/>
                    <a:pt x="590115" y="261515"/>
                  </a:cubicBezTo>
                  <a:lnTo>
                    <a:pt x="635824" y="261515"/>
                  </a:lnTo>
                  <a:cubicBezTo>
                    <a:pt x="631756" y="399809"/>
                    <a:pt x="537005" y="515566"/>
                    <a:pt x="409310" y="550940"/>
                  </a:cubicBezTo>
                  <a:lnTo>
                    <a:pt x="401248" y="510893"/>
                  </a:lnTo>
                  <a:cubicBezTo>
                    <a:pt x="485973" y="486397"/>
                    <a:pt x="554874" y="419850"/>
                    <a:pt x="582272" y="335334"/>
                  </a:cubicBezTo>
                  <a:cubicBezTo>
                    <a:pt x="583862" y="330472"/>
                    <a:pt x="581200" y="325239"/>
                    <a:pt x="576355" y="323642"/>
                  </a:cubicBezTo>
                  <a:cubicBezTo>
                    <a:pt x="571473" y="322046"/>
                    <a:pt x="566296" y="324719"/>
                    <a:pt x="564706" y="329581"/>
                  </a:cubicBezTo>
                  <a:cubicBezTo>
                    <a:pt x="538337" y="410863"/>
                    <a:pt x="470698" y="474326"/>
                    <a:pt x="388226" y="495192"/>
                  </a:cubicBezTo>
                  <a:cubicBezTo>
                    <a:pt x="383455" y="496416"/>
                    <a:pt x="380460" y="501167"/>
                    <a:pt x="381421" y="506029"/>
                  </a:cubicBezTo>
                  <a:lnTo>
                    <a:pt x="391333" y="555392"/>
                  </a:lnTo>
                  <a:cubicBezTo>
                    <a:pt x="345993" y="565302"/>
                    <a:pt x="294956" y="564188"/>
                    <a:pt x="250318" y="552423"/>
                  </a:cubicBezTo>
                  <a:lnTo>
                    <a:pt x="259896" y="520504"/>
                  </a:lnTo>
                  <a:cubicBezTo>
                    <a:pt x="261375" y="515604"/>
                    <a:pt x="258601" y="510408"/>
                    <a:pt x="253720" y="508923"/>
                  </a:cubicBezTo>
                  <a:cubicBezTo>
                    <a:pt x="248838" y="507438"/>
                    <a:pt x="243661" y="510222"/>
                    <a:pt x="242181" y="515121"/>
                  </a:cubicBezTo>
                  <a:lnTo>
                    <a:pt x="232566" y="547152"/>
                  </a:lnTo>
                  <a:cubicBezTo>
                    <a:pt x="32277" y="485281"/>
                    <a:pt x="-50458" y="227066"/>
                    <a:pt x="85265" y="59830"/>
                  </a:cubicBezTo>
                  <a:cubicBezTo>
                    <a:pt x="88445" y="55822"/>
                    <a:pt x="87780" y="49994"/>
                    <a:pt x="83786" y="46803"/>
                  </a:cubicBezTo>
                  <a:close/>
                </a:path>
              </a:pathLst>
            </a:custGeom>
            <a:solidFill>
              <a:srgbClr val="000000"/>
            </a:solidFill>
            <a:ln w="9438" cap="flat">
              <a:noFill/>
              <a:prstDash val="solid"/>
              <a:miter/>
            </a:ln>
          </p:spPr>
          <p:txBody>
            <a:bodyPr/>
            <a:lstStyle/>
            <a:p>
              <a:endParaRPr lang="en-US"/>
            </a:p>
          </p:txBody>
        </p:sp>
        <p:sp>
          <p:nvSpPr>
            <p:cNvPr id="40" name="Freeform 39">
              <a:extLst>
                <a:ext uri="{FF2B5EF4-FFF2-40B4-BE49-F238E27FC236}">
                  <a16:creationId xmlns:a16="http://schemas.microsoft.com/office/drawing/2014/main" id="{10A7B080-C42A-5613-523A-2EDC5A04CB9F}"/>
                </a:ext>
              </a:extLst>
            </p:cNvPr>
            <p:cNvSpPr/>
            <p:nvPr/>
          </p:nvSpPr>
          <p:spPr>
            <a:xfrm>
              <a:off x="3844355" y="4789162"/>
              <a:ext cx="471821" cy="363775"/>
            </a:xfrm>
            <a:custGeom>
              <a:avLst/>
              <a:gdLst>
                <a:gd name="csX0" fmla="*/ 45419 w 471821"/>
                <a:gd name="csY0" fmla="*/ 4038 h 363775"/>
                <a:gd name="csX1" fmla="*/ 35952 w 471821"/>
                <a:gd name="csY1" fmla="*/ 288712 h 363775"/>
                <a:gd name="csX2" fmla="*/ 43940 w 471821"/>
                <a:gd name="csY2" fmla="*/ 293351 h 363775"/>
                <a:gd name="csX3" fmla="*/ 51928 w 471821"/>
                <a:gd name="csY3" fmla="*/ 279395 h 363775"/>
                <a:gd name="csX4" fmla="*/ 56181 w 471821"/>
                <a:gd name="csY4" fmla="*/ 21478 h 363775"/>
                <a:gd name="csX5" fmla="*/ 91978 w 471821"/>
                <a:gd name="csY5" fmla="*/ 41075 h 363775"/>
                <a:gd name="csX6" fmla="*/ 144973 w 471821"/>
                <a:gd name="csY6" fmla="*/ 323373 h 363775"/>
                <a:gd name="csX7" fmla="*/ 128110 w 471821"/>
                <a:gd name="csY7" fmla="*/ 349354 h 363775"/>
                <a:gd name="csX8" fmla="*/ 130810 w 471821"/>
                <a:gd name="csY8" fmla="*/ 362196 h 363775"/>
                <a:gd name="csX9" fmla="*/ 143606 w 471821"/>
                <a:gd name="csY9" fmla="*/ 359487 h 363775"/>
                <a:gd name="csX10" fmla="*/ 160358 w 471821"/>
                <a:gd name="csY10" fmla="*/ 333692 h 363775"/>
                <a:gd name="csX11" fmla="*/ 471557 w 471821"/>
                <a:gd name="csY11" fmla="*/ 201298 h 363775"/>
                <a:gd name="csX12" fmla="*/ 462534 w 471821"/>
                <a:gd name="csY12" fmla="*/ 189941 h 363775"/>
                <a:gd name="csX13" fmla="*/ 426736 w 471821"/>
                <a:gd name="csY13" fmla="*/ 189941 h 363775"/>
                <a:gd name="csX14" fmla="*/ 426736 w 471821"/>
                <a:gd name="csY14" fmla="*/ 208499 h 363775"/>
                <a:gd name="csX15" fmla="*/ 450515 w 471821"/>
                <a:gd name="csY15" fmla="*/ 208499 h 363775"/>
                <a:gd name="csX16" fmla="*/ 77485 w 471821"/>
                <a:gd name="csY16" fmla="*/ 154013 h 363775"/>
                <a:gd name="csX17" fmla="*/ 113098 w 471821"/>
                <a:gd name="csY17" fmla="*/ 42742 h 363775"/>
                <a:gd name="csX18" fmla="*/ 113727 w 471821"/>
                <a:gd name="csY18" fmla="*/ 34094 h 363775"/>
                <a:gd name="csX19" fmla="*/ 109733 w 471821"/>
                <a:gd name="csY19" fmla="*/ 29714 h 363775"/>
                <a:gd name="csX20" fmla="*/ 57515 w 471821"/>
                <a:gd name="csY20" fmla="*/ 1135 h 363775"/>
                <a:gd name="csX21" fmla="*/ 45423 w 471821"/>
                <a:gd name="csY21" fmla="*/ 4105 h 363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471821" h="363775">
                  <a:moveTo>
                    <a:pt x="45419" y="4038"/>
                  </a:moveTo>
                  <a:cubicBezTo>
                    <a:pt x="-11532" y="87102"/>
                    <a:pt x="-15193" y="202049"/>
                    <a:pt x="35952" y="288712"/>
                  </a:cubicBezTo>
                  <a:cubicBezTo>
                    <a:pt x="37653" y="291681"/>
                    <a:pt x="40760" y="293351"/>
                    <a:pt x="43940" y="293351"/>
                  </a:cubicBezTo>
                  <a:cubicBezTo>
                    <a:pt x="50818" y="293500"/>
                    <a:pt x="55589" y="285372"/>
                    <a:pt x="51928" y="279395"/>
                  </a:cubicBezTo>
                  <a:cubicBezTo>
                    <a:pt x="5849" y="201268"/>
                    <a:pt x="7476" y="97974"/>
                    <a:pt x="56181" y="21478"/>
                  </a:cubicBezTo>
                  <a:lnTo>
                    <a:pt x="91978" y="41075"/>
                  </a:lnTo>
                  <a:cubicBezTo>
                    <a:pt x="31366" y="132155"/>
                    <a:pt x="58251" y="262573"/>
                    <a:pt x="144973" y="323373"/>
                  </a:cubicBezTo>
                  <a:lnTo>
                    <a:pt x="128110" y="349354"/>
                  </a:lnTo>
                  <a:cubicBezTo>
                    <a:pt x="125337" y="353659"/>
                    <a:pt x="126520" y="359412"/>
                    <a:pt x="130810" y="362196"/>
                  </a:cubicBezTo>
                  <a:cubicBezTo>
                    <a:pt x="135026" y="364980"/>
                    <a:pt x="140795" y="363829"/>
                    <a:pt x="143606" y="359487"/>
                  </a:cubicBezTo>
                  <a:lnTo>
                    <a:pt x="160358" y="333692"/>
                  </a:lnTo>
                  <a:cubicBezTo>
                    <a:pt x="278699" y="407329"/>
                    <a:pt x="441934" y="339148"/>
                    <a:pt x="471557" y="201298"/>
                  </a:cubicBezTo>
                  <a:cubicBezTo>
                    <a:pt x="472999" y="195694"/>
                    <a:pt x="468340" y="189793"/>
                    <a:pt x="462534" y="189941"/>
                  </a:cubicBezTo>
                  <a:lnTo>
                    <a:pt x="426736" y="189941"/>
                  </a:lnTo>
                  <a:cubicBezTo>
                    <a:pt x="414532" y="190238"/>
                    <a:pt x="414532" y="208202"/>
                    <a:pt x="426736" y="208499"/>
                  </a:cubicBezTo>
                  <a:lnTo>
                    <a:pt x="450515" y="208499"/>
                  </a:lnTo>
                  <a:cubicBezTo>
                    <a:pt x="382802" y="417275"/>
                    <a:pt x="82730" y="374585"/>
                    <a:pt x="77485" y="154013"/>
                  </a:cubicBezTo>
                  <a:cubicBezTo>
                    <a:pt x="77448" y="113817"/>
                    <a:pt x="89911" y="75441"/>
                    <a:pt x="113098" y="42742"/>
                  </a:cubicBezTo>
                  <a:cubicBezTo>
                    <a:pt x="114726" y="40218"/>
                    <a:pt x="114948" y="36803"/>
                    <a:pt x="113727" y="34094"/>
                  </a:cubicBezTo>
                  <a:cubicBezTo>
                    <a:pt x="112951" y="32238"/>
                    <a:pt x="111471" y="30716"/>
                    <a:pt x="109733" y="29714"/>
                  </a:cubicBezTo>
                  <a:lnTo>
                    <a:pt x="57515" y="1135"/>
                  </a:lnTo>
                  <a:cubicBezTo>
                    <a:pt x="53336" y="-1166"/>
                    <a:pt x="48085" y="133"/>
                    <a:pt x="45423" y="4105"/>
                  </a:cubicBezTo>
                  <a:close/>
                </a:path>
              </a:pathLst>
            </a:custGeom>
            <a:solidFill>
              <a:srgbClr val="000000"/>
            </a:solidFill>
            <a:ln w="9438" cap="flat">
              <a:noFill/>
              <a:prstDash val="solid"/>
              <a:miter/>
            </a:ln>
          </p:spPr>
          <p:txBody>
            <a:bodyPr/>
            <a:lstStyle/>
            <a:p>
              <a:endParaRPr lang="en-US"/>
            </a:p>
          </p:txBody>
        </p:sp>
        <p:sp>
          <p:nvSpPr>
            <p:cNvPr id="41" name="Freeform 40">
              <a:extLst>
                <a:ext uri="{FF2B5EF4-FFF2-40B4-BE49-F238E27FC236}">
                  <a16:creationId xmlns:a16="http://schemas.microsoft.com/office/drawing/2014/main" id="{AF079E95-8B1F-52CC-C2DA-F81CD2DA6988}"/>
                </a:ext>
              </a:extLst>
            </p:cNvPr>
            <p:cNvSpPr/>
            <p:nvPr/>
          </p:nvSpPr>
          <p:spPr>
            <a:xfrm>
              <a:off x="3919038" y="4578583"/>
              <a:ext cx="338333" cy="137241"/>
            </a:xfrm>
            <a:custGeom>
              <a:avLst/>
              <a:gdLst>
                <a:gd name="csX0" fmla="*/ 221033 w 338333"/>
                <a:gd name="csY0" fmla="*/ 16 h 137241"/>
                <a:gd name="csX1" fmla="*/ 211270 w 338333"/>
                <a:gd name="csY1" fmla="*/ 8738 h 137241"/>
                <a:gd name="csX2" fmla="*/ 209643 w 338333"/>
                <a:gd name="csY2" fmla="*/ 36500 h 137241"/>
                <a:gd name="csX3" fmla="*/ 34536 w 338333"/>
                <a:gd name="csY3" fmla="*/ 77364 h 137241"/>
                <a:gd name="csX4" fmla="*/ 16230 w 338333"/>
                <a:gd name="csY4" fmla="*/ 56208 h 137241"/>
                <a:gd name="csX5" fmla="*/ 3176 w 338333"/>
                <a:gd name="csY5" fmla="*/ 55280 h 137241"/>
                <a:gd name="csX6" fmla="*/ 2251 w 338333"/>
                <a:gd name="csY6" fmla="*/ 68382 h 137241"/>
                <a:gd name="csX7" fmla="*/ 25549 w 338333"/>
                <a:gd name="csY7" fmla="*/ 95290 h 137241"/>
                <a:gd name="csX8" fmla="*/ 37199 w 338333"/>
                <a:gd name="csY8" fmla="*/ 97220 h 137241"/>
                <a:gd name="csX9" fmla="*/ 217740 w 338333"/>
                <a:gd name="csY9" fmla="*/ 55651 h 137241"/>
                <a:gd name="csX10" fmla="*/ 316152 w 338333"/>
                <a:gd name="csY10" fmla="*/ 80333 h 137241"/>
                <a:gd name="csX11" fmla="*/ 296108 w 338333"/>
                <a:gd name="csY11" fmla="*/ 116112 h 137241"/>
                <a:gd name="csX12" fmla="*/ 136717 w 338333"/>
                <a:gd name="csY12" fmla="*/ 101525 h 137241"/>
                <a:gd name="csX13" fmla="*/ 140600 w 338333"/>
                <a:gd name="csY13" fmla="*/ 119675 h 137241"/>
                <a:gd name="csX14" fmla="*/ 296223 w 338333"/>
                <a:gd name="csY14" fmla="*/ 136414 h 137241"/>
                <a:gd name="csX15" fmla="*/ 308094 w 338333"/>
                <a:gd name="csY15" fmla="*/ 132517 h 137241"/>
                <a:gd name="csX16" fmla="*/ 337161 w 338333"/>
                <a:gd name="csY16" fmla="*/ 80593 h 137241"/>
                <a:gd name="csX17" fmla="*/ 338086 w 338333"/>
                <a:gd name="csY17" fmla="*/ 74024 h 137241"/>
                <a:gd name="csX18" fmla="*/ 333056 w 338333"/>
                <a:gd name="csY18" fmla="*/ 67677 h 137241"/>
                <a:gd name="csX19" fmla="*/ 227951 w 338333"/>
                <a:gd name="csY19" fmla="*/ 37985 h 137241"/>
                <a:gd name="csX20" fmla="*/ 229578 w 338333"/>
                <a:gd name="csY20" fmla="*/ 9889 h 137241"/>
                <a:gd name="csX21" fmla="*/ 220887 w 338333"/>
                <a:gd name="csY21" fmla="*/ 91 h 1372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38333" h="137241">
                  <a:moveTo>
                    <a:pt x="221033" y="16"/>
                  </a:moveTo>
                  <a:cubicBezTo>
                    <a:pt x="216003" y="-281"/>
                    <a:pt x="211565" y="3616"/>
                    <a:pt x="211270" y="8738"/>
                  </a:cubicBezTo>
                  <a:lnTo>
                    <a:pt x="209643" y="36500"/>
                  </a:lnTo>
                  <a:cubicBezTo>
                    <a:pt x="148734" y="33383"/>
                    <a:pt x="87600" y="47672"/>
                    <a:pt x="34536" y="77364"/>
                  </a:cubicBezTo>
                  <a:lnTo>
                    <a:pt x="16230" y="56208"/>
                  </a:lnTo>
                  <a:cubicBezTo>
                    <a:pt x="12902" y="52348"/>
                    <a:pt x="7059" y="51940"/>
                    <a:pt x="3176" y="55280"/>
                  </a:cubicBezTo>
                  <a:cubicBezTo>
                    <a:pt x="-670" y="58621"/>
                    <a:pt x="-1077" y="64485"/>
                    <a:pt x="2251" y="68382"/>
                  </a:cubicBezTo>
                  <a:lnTo>
                    <a:pt x="25549" y="95290"/>
                  </a:lnTo>
                  <a:cubicBezTo>
                    <a:pt x="28471" y="98668"/>
                    <a:pt x="33426" y="99447"/>
                    <a:pt x="37199" y="97220"/>
                  </a:cubicBezTo>
                  <a:cubicBezTo>
                    <a:pt x="91302" y="65190"/>
                    <a:pt x="155019" y="50566"/>
                    <a:pt x="217740" y="55651"/>
                  </a:cubicBezTo>
                  <a:cubicBezTo>
                    <a:pt x="251800" y="58323"/>
                    <a:pt x="284787" y="66600"/>
                    <a:pt x="316152" y="80333"/>
                  </a:cubicBezTo>
                  <a:lnTo>
                    <a:pt x="296108" y="116112"/>
                  </a:lnTo>
                  <a:cubicBezTo>
                    <a:pt x="246368" y="95068"/>
                    <a:pt x="189639" y="90057"/>
                    <a:pt x="136717" y="101525"/>
                  </a:cubicBezTo>
                  <a:cubicBezTo>
                    <a:pt x="124957" y="104346"/>
                    <a:pt x="128544" y="121938"/>
                    <a:pt x="140600" y="119675"/>
                  </a:cubicBezTo>
                  <a:cubicBezTo>
                    <a:pt x="192522" y="108392"/>
                    <a:pt x="248035" y="114219"/>
                    <a:pt x="296223" y="136414"/>
                  </a:cubicBezTo>
                  <a:cubicBezTo>
                    <a:pt x="300513" y="138381"/>
                    <a:pt x="305764" y="136748"/>
                    <a:pt x="308094" y="132517"/>
                  </a:cubicBezTo>
                  <a:lnTo>
                    <a:pt x="337161" y="80593"/>
                  </a:lnTo>
                  <a:cubicBezTo>
                    <a:pt x="338234" y="78589"/>
                    <a:pt x="338641" y="76213"/>
                    <a:pt x="338086" y="74024"/>
                  </a:cubicBezTo>
                  <a:cubicBezTo>
                    <a:pt x="337494" y="71277"/>
                    <a:pt x="335534" y="68939"/>
                    <a:pt x="333056" y="67677"/>
                  </a:cubicBezTo>
                  <a:cubicBezTo>
                    <a:pt x="299663" y="51754"/>
                    <a:pt x="264419" y="41844"/>
                    <a:pt x="227951" y="37985"/>
                  </a:cubicBezTo>
                  <a:lnTo>
                    <a:pt x="229578" y="9889"/>
                  </a:lnTo>
                  <a:cubicBezTo>
                    <a:pt x="229874" y="4767"/>
                    <a:pt x="225991" y="387"/>
                    <a:pt x="220887" y="91"/>
                  </a:cubicBezTo>
                  <a:close/>
                </a:path>
              </a:pathLst>
            </a:custGeom>
            <a:solidFill>
              <a:srgbClr val="000000"/>
            </a:solidFill>
            <a:ln w="9438" cap="flat">
              <a:noFill/>
              <a:prstDash val="solid"/>
              <a:miter/>
            </a:ln>
          </p:spPr>
          <p:txBody>
            <a:bodyPr/>
            <a:lstStyle/>
            <a:p>
              <a:endParaRPr lang="en-US"/>
            </a:p>
          </p:txBody>
        </p:sp>
        <p:sp>
          <p:nvSpPr>
            <p:cNvPr id="42" name="Freeform 41">
              <a:extLst>
                <a:ext uri="{FF2B5EF4-FFF2-40B4-BE49-F238E27FC236}">
                  <a16:creationId xmlns:a16="http://schemas.microsoft.com/office/drawing/2014/main" id="{D5282CAA-E562-CD31-3258-29C268558E28}"/>
                </a:ext>
              </a:extLst>
            </p:cNvPr>
            <p:cNvSpPr/>
            <p:nvPr/>
          </p:nvSpPr>
          <p:spPr>
            <a:xfrm>
              <a:off x="3988072" y="4733630"/>
              <a:ext cx="366180" cy="175999"/>
            </a:xfrm>
            <a:custGeom>
              <a:avLst/>
              <a:gdLst>
                <a:gd name="csX0" fmla="*/ 365419 w 366180"/>
                <a:gd name="csY0" fmla="*/ 94601 h 175999"/>
                <a:gd name="csX1" fmla="*/ 353252 w 366180"/>
                <a:gd name="csY1" fmla="*/ 89776 h 175999"/>
                <a:gd name="csX2" fmla="*/ 307801 w 366180"/>
                <a:gd name="csY2" fmla="*/ 109558 h 175999"/>
                <a:gd name="csX3" fmla="*/ 3921 w 366180"/>
                <a:gd name="csY3" fmla="*/ 38112 h 175999"/>
                <a:gd name="csX4" fmla="*/ 1702 w 366180"/>
                <a:gd name="csY4" fmla="*/ 51028 h 175999"/>
                <a:gd name="csX5" fmla="*/ 14572 w 366180"/>
                <a:gd name="csY5" fmla="*/ 53255 h 175999"/>
                <a:gd name="csX6" fmla="*/ 307537 w 366180"/>
                <a:gd name="csY6" fmla="*/ 157439 h 175999"/>
                <a:gd name="csX7" fmla="*/ 278987 w 366180"/>
                <a:gd name="csY7" fmla="*/ 157439 h 175999"/>
                <a:gd name="csX8" fmla="*/ 278987 w 366180"/>
                <a:gd name="csY8" fmla="*/ 175996 h 175999"/>
                <a:gd name="csX9" fmla="*/ 319371 w 366180"/>
                <a:gd name="csY9" fmla="*/ 175996 h 175999"/>
                <a:gd name="csX10" fmla="*/ 328394 w 366180"/>
                <a:gd name="csY10" fmla="*/ 164750 h 175999"/>
                <a:gd name="csX11" fmla="*/ 315931 w 366180"/>
                <a:gd name="csY11" fmla="*/ 126225 h 175999"/>
                <a:gd name="csX12" fmla="*/ 360606 w 366180"/>
                <a:gd name="csY12" fmla="*/ 106776 h 175999"/>
                <a:gd name="csX13" fmla="*/ 365413 w 366180"/>
                <a:gd name="csY13" fmla="*/ 94565 h 175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66180" h="175999">
                  <a:moveTo>
                    <a:pt x="365419" y="94601"/>
                  </a:moveTo>
                  <a:cubicBezTo>
                    <a:pt x="363385" y="89888"/>
                    <a:pt x="357949" y="87735"/>
                    <a:pt x="353252" y="89776"/>
                  </a:cubicBezTo>
                  <a:lnTo>
                    <a:pt x="307801" y="109558"/>
                  </a:lnTo>
                  <a:cubicBezTo>
                    <a:pt x="251182" y="1774"/>
                    <a:pt x="103734" y="-35121"/>
                    <a:pt x="3921" y="38112"/>
                  </a:cubicBezTo>
                  <a:cubicBezTo>
                    <a:pt x="-258" y="41081"/>
                    <a:pt x="-1257" y="46871"/>
                    <a:pt x="1702" y="51028"/>
                  </a:cubicBezTo>
                  <a:cubicBezTo>
                    <a:pt x="4661" y="55222"/>
                    <a:pt x="10430" y="56187"/>
                    <a:pt x="14572" y="53255"/>
                  </a:cubicBezTo>
                  <a:cubicBezTo>
                    <a:pt x="119299" y="-23313"/>
                    <a:pt x="273814" y="32990"/>
                    <a:pt x="307537" y="157439"/>
                  </a:cubicBezTo>
                  <a:lnTo>
                    <a:pt x="278987" y="157439"/>
                  </a:lnTo>
                  <a:cubicBezTo>
                    <a:pt x="266820" y="157736"/>
                    <a:pt x="266783" y="175700"/>
                    <a:pt x="278987" y="175996"/>
                  </a:cubicBezTo>
                  <a:lnTo>
                    <a:pt x="319371" y="175996"/>
                  </a:lnTo>
                  <a:cubicBezTo>
                    <a:pt x="325103" y="176145"/>
                    <a:pt x="329763" y="170318"/>
                    <a:pt x="328394" y="164750"/>
                  </a:cubicBezTo>
                  <a:cubicBezTo>
                    <a:pt x="325473" y="151351"/>
                    <a:pt x="321257" y="138473"/>
                    <a:pt x="315931" y="126225"/>
                  </a:cubicBezTo>
                  <a:lnTo>
                    <a:pt x="360606" y="106776"/>
                  </a:lnTo>
                  <a:cubicBezTo>
                    <a:pt x="365302" y="104735"/>
                    <a:pt x="367447" y="99279"/>
                    <a:pt x="365413" y="94565"/>
                  </a:cubicBezTo>
                  <a:close/>
                </a:path>
              </a:pathLst>
            </a:custGeom>
            <a:solidFill>
              <a:srgbClr val="000000"/>
            </a:solidFill>
            <a:ln w="9438" cap="flat">
              <a:noFill/>
              <a:prstDash val="solid"/>
              <a:miter/>
            </a:ln>
          </p:spPr>
          <p:txBody>
            <a:bodyPr/>
            <a:lstStyle/>
            <a:p>
              <a:endParaRPr lang="en-US"/>
            </a:p>
          </p:txBody>
        </p:sp>
        <p:sp>
          <p:nvSpPr>
            <p:cNvPr id="43" name="Freeform 42">
              <a:extLst>
                <a:ext uri="{FF2B5EF4-FFF2-40B4-BE49-F238E27FC236}">
                  <a16:creationId xmlns:a16="http://schemas.microsoft.com/office/drawing/2014/main" id="{11B429A4-067A-C9F1-5943-EE9CFDB97A6E}"/>
                </a:ext>
              </a:extLst>
            </p:cNvPr>
            <p:cNvSpPr/>
            <p:nvPr/>
          </p:nvSpPr>
          <p:spPr>
            <a:xfrm>
              <a:off x="4004823" y="4787978"/>
              <a:ext cx="214976" cy="273192"/>
            </a:xfrm>
            <a:custGeom>
              <a:avLst/>
              <a:gdLst>
                <a:gd name="csX0" fmla="*/ 198517 w 214976"/>
                <a:gd name="csY0" fmla="*/ 132751 h 273192"/>
                <a:gd name="csX1" fmla="*/ 204361 w 214976"/>
                <a:gd name="csY1" fmla="*/ 133233 h 273192"/>
                <a:gd name="csX2" fmla="*/ 214974 w 214976"/>
                <a:gd name="csY2" fmla="*/ 124066 h 273192"/>
                <a:gd name="csX3" fmla="*/ 214974 w 214976"/>
                <a:gd name="csY3" fmla="*/ 95153 h 273192"/>
                <a:gd name="csX4" fmla="*/ 191898 w 214976"/>
                <a:gd name="csY4" fmla="*/ 72030 h 273192"/>
                <a:gd name="csX5" fmla="*/ 164088 w 214976"/>
                <a:gd name="csY5" fmla="*/ 72030 h 273192"/>
                <a:gd name="csX6" fmla="*/ 114014 w 214976"/>
                <a:gd name="csY6" fmla="*/ 434 h 273192"/>
                <a:gd name="csX7" fmla="*/ 50924 w 214976"/>
                <a:gd name="csY7" fmla="*/ 72030 h 273192"/>
                <a:gd name="csX8" fmla="*/ 23076 w 214976"/>
                <a:gd name="csY8" fmla="*/ 72030 h 273192"/>
                <a:gd name="csX9" fmla="*/ 0 w 214976"/>
                <a:gd name="csY9" fmla="*/ 95153 h 273192"/>
                <a:gd name="csX10" fmla="*/ 0 w 214976"/>
                <a:gd name="csY10" fmla="*/ 155205 h 273192"/>
                <a:gd name="csX11" fmla="*/ 18491 w 214976"/>
                <a:gd name="csY11" fmla="*/ 155205 h 273192"/>
                <a:gd name="csX12" fmla="*/ 18491 w 214976"/>
                <a:gd name="csY12" fmla="*/ 95153 h 273192"/>
                <a:gd name="csX13" fmla="*/ 23076 w 214976"/>
                <a:gd name="csY13" fmla="*/ 90588 h 273192"/>
                <a:gd name="csX14" fmla="*/ 64200 w 214976"/>
                <a:gd name="csY14" fmla="*/ 90588 h 273192"/>
                <a:gd name="csX15" fmla="*/ 72373 w 214976"/>
                <a:gd name="csY15" fmla="*/ 76966 h 273192"/>
                <a:gd name="csX16" fmla="*/ 111980 w 214976"/>
                <a:gd name="csY16" fmla="*/ 18844 h 273192"/>
                <a:gd name="csX17" fmla="*/ 142601 w 214976"/>
                <a:gd name="csY17" fmla="*/ 76966 h 273192"/>
                <a:gd name="csX18" fmla="*/ 150774 w 214976"/>
                <a:gd name="csY18" fmla="*/ 90588 h 273192"/>
                <a:gd name="csX19" fmla="*/ 191898 w 214976"/>
                <a:gd name="csY19" fmla="*/ 90588 h 273192"/>
                <a:gd name="csX20" fmla="*/ 196484 w 214976"/>
                <a:gd name="csY20" fmla="*/ 95153 h 273192"/>
                <a:gd name="csX21" fmla="*/ 196484 w 214976"/>
                <a:gd name="csY21" fmla="*/ 114230 h 273192"/>
                <a:gd name="csX22" fmla="*/ 196484 w 214976"/>
                <a:gd name="csY22" fmla="*/ 230956 h 273192"/>
                <a:gd name="csX23" fmla="*/ 196484 w 214976"/>
                <a:gd name="csY23" fmla="*/ 250033 h 273192"/>
                <a:gd name="csX24" fmla="*/ 191898 w 214976"/>
                <a:gd name="csY24" fmla="*/ 254635 h 273192"/>
                <a:gd name="csX25" fmla="*/ 23078 w 214976"/>
                <a:gd name="csY25" fmla="*/ 254635 h 273192"/>
                <a:gd name="csX26" fmla="*/ 18492 w 214976"/>
                <a:gd name="csY26" fmla="*/ 250033 h 273192"/>
                <a:gd name="csX27" fmla="*/ 18492 w 214976"/>
                <a:gd name="csY27" fmla="*/ 204307 h 273192"/>
                <a:gd name="csX28" fmla="*/ 1 w 214976"/>
                <a:gd name="csY28" fmla="*/ 204307 h 273192"/>
                <a:gd name="csX29" fmla="*/ 1 w 214976"/>
                <a:gd name="csY29" fmla="*/ 250033 h 273192"/>
                <a:gd name="csX30" fmla="*/ 23078 w 214976"/>
                <a:gd name="csY30" fmla="*/ 273192 h 273192"/>
                <a:gd name="csX31" fmla="*/ 191898 w 214976"/>
                <a:gd name="csY31" fmla="*/ 273192 h 273192"/>
                <a:gd name="csX32" fmla="*/ 214975 w 214976"/>
                <a:gd name="csY32" fmla="*/ 250033 h 273192"/>
                <a:gd name="csX33" fmla="*/ 214975 w 214976"/>
                <a:gd name="csY33" fmla="*/ 221120 h 273192"/>
                <a:gd name="csX34" fmla="*/ 211757 w 214976"/>
                <a:gd name="csY34" fmla="*/ 214105 h 273192"/>
                <a:gd name="csX35" fmla="*/ 198518 w 214976"/>
                <a:gd name="csY35" fmla="*/ 212435 h 273192"/>
                <a:gd name="csX36" fmla="*/ 198518 w 214976"/>
                <a:gd name="csY36" fmla="*/ 132749 h 2731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14976" h="273192">
                  <a:moveTo>
                    <a:pt x="198517" y="132751"/>
                  </a:moveTo>
                  <a:cubicBezTo>
                    <a:pt x="200256" y="132751"/>
                    <a:pt x="202105" y="132899"/>
                    <a:pt x="204361" y="133233"/>
                  </a:cubicBezTo>
                  <a:cubicBezTo>
                    <a:pt x="209760" y="134161"/>
                    <a:pt x="215085" y="129559"/>
                    <a:pt x="214974" y="124066"/>
                  </a:cubicBezTo>
                  <a:lnTo>
                    <a:pt x="214974" y="95153"/>
                  </a:lnTo>
                  <a:cubicBezTo>
                    <a:pt x="214974" y="82385"/>
                    <a:pt x="204619" y="72030"/>
                    <a:pt x="191898" y="72030"/>
                  </a:cubicBezTo>
                  <a:lnTo>
                    <a:pt x="164088" y="72030"/>
                  </a:lnTo>
                  <a:cubicBezTo>
                    <a:pt x="172630" y="38960"/>
                    <a:pt x="148112" y="3553"/>
                    <a:pt x="114014" y="434"/>
                  </a:cubicBezTo>
                  <a:cubicBezTo>
                    <a:pt x="74629" y="-4502"/>
                    <a:pt x="41124" y="33467"/>
                    <a:pt x="50924" y="72030"/>
                  </a:cubicBezTo>
                  <a:lnTo>
                    <a:pt x="23076" y="72030"/>
                  </a:lnTo>
                  <a:cubicBezTo>
                    <a:pt x="10354" y="72030"/>
                    <a:pt x="0" y="82423"/>
                    <a:pt x="0" y="95153"/>
                  </a:cubicBezTo>
                  <a:lnTo>
                    <a:pt x="0" y="155205"/>
                  </a:lnTo>
                  <a:cubicBezTo>
                    <a:pt x="333" y="167416"/>
                    <a:pt x="18158" y="167453"/>
                    <a:pt x="18491" y="155205"/>
                  </a:cubicBezTo>
                  <a:lnTo>
                    <a:pt x="18491" y="95153"/>
                  </a:lnTo>
                  <a:cubicBezTo>
                    <a:pt x="18491" y="92629"/>
                    <a:pt x="20524" y="90588"/>
                    <a:pt x="23076" y="90588"/>
                  </a:cubicBezTo>
                  <a:lnTo>
                    <a:pt x="64200" y="90588"/>
                  </a:lnTo>
                  <a:cubicBezTo>
                    <a:pt x="70931" y="90810"/>
                    <a:pt x="75701" y="82868"/>
                    <a:pt x="72373" y="76966"/>
                  </a:cubicBezTo>
                  <a:cubicBezTo>
                    <a:pt x="57359" y="49315"/>
                    <a:pt x="80842" y="14872"/>
                    <a:pt x="111980" y="18844"/>
                  </a:cubicBezTo>
                  <a:cubicBezTo>
                    <a:pt x="139125" y="21590"/>
                    <a:pt x="155840" y="52952"/>
                    <a:pt x="142601" y="76966"/>
                  </a:cubicBezTo>
                  <a:cubicBezTo>
                    <a:pt x="139273" y="82868"/>
                    <a:pt x="144044" y="90773"/>
                    <a:pt x="150774" y="90588"/>
                  </a:cubicBezTo>
                  <a:lnTo>
                    <a:pt x="191898" y="90588"/>
                  </a:lnTo>
                  <a:cubicBezTo>
                    <a:pt x="194413" y="90588"/>
                    <a:pt x="196484" y="92629"/>
                    <a:pt x="196484" y="95153"/>
                  </a:cubicBezTo>
                  <a:lnTo>
                    <a:pt x="196484" y="114230"/>
                  </a:lnTo>
                  <a:cubicBezTo>
                    <a:pt x="122003" y="119500"/>
                    <a:pt x="122040" y="225720"/>
                    <a:pt x="196484" y="230956"/>
                  </a:cubicBezTo>
                  <a:lnTo>
                    <a:pt x="196484" y="250033"/>
                  </a:lnTo>
                  <a:cubicBezTo>
                    <a:pt x="196484" y="252556"/>
                    <a:pt x="194450" y="254635"/>
                    <a:pt x="191898" y="254635"/>
                  </a:cubicBezTo>
                  <a:lnTo>
                    <a:pt x="23078" y="254635"/>
                  </a:lnTo>
                  <a:cubicBezTo>
                    <a:pt x="20563" y="254635"/>
                    <a:pt x="18492" y="252594"/>
                    <a:pt x="18492" y="250033"/>
                  </a:cubicBezTo>
                  <a:lnTo>
                    <a:pt x="18492" y="204307"/>
                  </a:lnTo>
                  <a:cubicBezTo>
                    <a:pt x="18233" y="192095"/>
                    <a:pt x="297" y="192058"/>
                    <a:pt x="1" y="204307"/>
                  </a:cubicBezTo>
                  <a:lnTo>
                    <a:pt x="1" y="250033"/>
                  </a:lnTo>
                  <a:cubicBezTo>
                    <a:pt x="1" y="262801"/>
                    <a:pt x="10357" y="273192"/>
                    <a:pt x="23078" y="273192"/>
                  </a:cubicBezTo>
                  <a:lnTo>
                    <a:pt x="191898" y="273192"/>
                  </a:lnTo>
                  <a:cubicBezTo>
                    <a:pt x="204620" y="273192"/>
                    <a:pt x="214975" y="262800"/>
                    <a:pt x="214975" y="250033"/>
                  </a:cubicBezTo>
                  <a:lnTo>
                    <a:pt x="214975" y="221120"/>
                  </a:lnTo>
                  <a:cubicBezTo>
                    <a:pt x="214975" y="218410"/>
                    <a:pt x="213791" y="215849"/>
                    <a:pt x="211757" y="214105"/>
                  </a:cubicBezTo>
                  <a:cubicBezTo>
                    <a:pt x="208244" y="210542"/>
                    <a:pt x="202586" y="212472"/>
                    <a:pt x="198518" y="212435"/>
                  </a:cubicBezTo>
                  <a:cubicBezTo>
                    <a:pt x="145820" y="210245"/>
                    <a:pt x="145894" y="134939"/>
                    <a:pt x="198518" y="132749"/>
                  </a:cubicBezTo>
                  <a:close/>
                </a:path>
              </a:pathLst>
            </a:custGeom>
            <a:solidFill>
              <a:srgbClr val="000000"/>
            </a:solidFill>
            <a:ln w="9438" cap="flat">
              <a:noFill/>
              <a:prstDash val="solid"/>
              <a:miter/>
            </a:ln>
          </p:spPr>
          <p:txBody>
            <a:bodyPr/>
            <a:lstStyle/>
            <a:p>
              <a:endParaRPr lang="en-US"/>
            </a:p>
          </p:txBody>
        </p:sp>
      </p:grpSp>
      <p:sp>
        <p:nvSpPr>
          <p:cNvPr id="50" name="Freeform 49">
            <a:extLst>
              <a:ext uri="{FF2B5EF4-FFF2-40B4-BE49-F238E27FC236}">
                <a16:creationId xmlns:a16="http://schemas.microsoft.com/office/drawing/2014/main" id="{9B5CC36A-617D-B834-54EF-49D6675931DD}"/>
              </a:ext>
              <a:ext uri="{C183D7F6-B498-43B3-948B-1728B52AA6E4}">
                <adec:decorative xmlns:adec="http://schemas.microsoft.com/office/drawing/2017/decorative" val="1"/>
              </a:ext>
            </a:extLst>
          </p:cNvPr>
          <p:cNvSpPr>
            <a:spLocks noChangeAspect="1"/>
          </p:cNvSpPr>
          <p:nvPr/>
        </p:nvSpPr>
        <p:spPr>
          <a:xfrm>
            <a:off x="9686849" y="2188643"/>
            <a:ext cx="592951" cy="597095"/>
          </a:xfrm>
          <a:custGeom>
            <a:avLst/>
            <a:gdLst>
              <a:gd name="csX0" fmla="*/ 518268 w 868140"/>
              <a:gd name="csY0" fmla="*/ 45655 h 874206"/>
              <a:gd name="csX1" fmla="*/ 545376 w 868140"/>
              <a:gd name="csY1" fmla="*/ 54785 h 874206"/>
              <a:gd name="csX2" fmla="*/ 571040 w 868140"/>
              <a:gd name="csY2" fmla="*/ 67628 h 874206"/>
              <a:gd name="csX3" fmla="*/ 575256 w 868140"/>
              <a:gd name="csY3" fmla="*/ 68518 h 874206"/>
              <a:gd name="csX4" fmla="*/ 579102 w 868140"/>
              <a:gd name="csY4" fmla="*/ 66514 h 874206"/>
              <a:gd name="csX5" fmla="*/ 588607 w 868140"/>
              <a:gd name="csY5" fmla="*/ 57050 h 874206"/>
              <a:gd name="csX6" fmla="*/ 606653 w 868140"/>
              <a:gd name="csY6" fmla="*/ 49515 h 874206"/>
              <a:gd name="csX7" fmla="*/ 624663 w 868140"/>
              <a:gd name="csY7" fmla="*/ 57013 h 874206"/>
              <a:gd name="csX8" fmla="*/ 656504 w 868140"/>
              <a:gd name="csY8" fmla="*/ 88932 h 874206"/>
              <a:gd name="csX9" fmla="*/ 663974 w 868140"/>
              <a:gd name="csY9" fmla="*/ 107082 h 874206"/>
              <a:gd name="csX10" fmla="*/ 656504 w 868140"/>
              <a:gd name="csY10" fmla="*/ 125231 h 874206"/>
              <a:gd name="csX11" fmla="*/ 647037 w 868140"/>
              <a:gd name="csY11" fmla="*/ 134696 h 874206"/>
              <a:gd name="csX12" fmla="*/ 645040 w 868140"/>
              <a:gd name="csY12" fmla="*/ 138630 h 874206"/>
              <a:gd name="csX13" fmla="*/ 645927 w 868140"/>
              <a:gd name="csY13" fmla="*/ 142861 h 874206"/>
              <a:gd name="csX14" fmla="*/ 658723 w 868140"/>
              <a:gd name="csY14" fmla="*/ 168619 h 874206"/>
              <a:gd name="csX15" fmla="*/ 667821 w 868140"/>
              <a:gd name="csY15" fmla="*/ 195787 h 874206"/>
              <a:gd name="csX16" fmla="*/ 670150 w 868140"/>
              <a:gd name="csY16" fmla="*/ 199424 h 874206"/>
              <a:gd name="csX17" fmla="*/ 674255 w 868140"/>
              <a:gd name="csY17" fmla="*/ 200761 h 874206"/>
              <a:gd name="csX18" fmla="*/ 687643 w 868140"/>
              <a:gd name="csY18" fmla="*/ 200761 h 874206"/>
              <a:gd name="csX19" fmla="*/ 705689 w 868140"/>
              <a:gd name="csY19" fmla="*/ 208295 h 874206"/>
              <a:gd name="csX20" fmla="*/ 713197 w 868140"/>
              <a:gd name="csY20" fmla="*/ 226407 h 874206"/>
              <a:gd name="csX21" fmla="*/ 713197 w 868140"/>
              <a:gd name="csY21" fmla="*/ 271502 h 874206"/>
              <a:gd name="csX22" fmla="*/ 705689 w 868140"/>
              <a:gd name="csY22" fmla="*/ 289576 h 874206"/>
              <a:gd name="csX23" fmla="*/ 687605 w 868140"/>
              <a:gd name="csY23" fmla="*/ 297148 h 874206"/>
              <a:gd name="csX24" fmla="*/ 674254 w 868140"/>
              <a:gd name="csY24" fmla="*/ 297148 h 874206"/>
              <a:gd name="csX25" fmla="*/ 670112 w 868140"/>
              <a:gd name="csY25" fmla="*/ 298521 h 874206"/>
              <a:gd name="csX26" fmla="*/ 667820 w 868140"/>
              <a:gd name="csY26" fmla="*/ 302121 h 874206"/>
              <a:gd name="csX27" fmla="*/ 658722 w 868140"/>
              <a:gd name="csY27" fmla="*/ 329327 h 874206"/>
              <a:gd name="csX28" fmla="*/ 645926 w 868140"/>
              <a:gd name="csY28" fmla="*/ 355084 h 874206"/>
              <a:gd name="csX29" fmla="*/ 645039 w 868140"/>
              <a:gd name="csY29" fmla="*/ 359316 h 874206"/>
              <a:gd name="csX30" fmla="*/ 647036 w 868140"/>
              <a:gd name="csY30" fmla="*/ 363176 h 874206"/>
              <a:gd name="csX31" fmla="*/ 656466 w 868140"/>
              <a:gd name="csY31" fmla="*/ 372714 h 874206"/>
              <a:gd name="csX32" fmla="*/ 663973 w 868140"/>
              <a:gd name="csY32" fmla="*/ 390826 h 874206"/>
              <a:gd name="csX33" fmla="*/ 656503 w 868140"/>
              <a:gd name="csY33" fmla="*/ 408900 h 874206"/>
              <a:gd name="csX34" fmla="*/ 624698 w 868140"/>
              <a:gd name="csY34" fmla="*/ 440857 h 874206"/>
              <a:gd name="csX35" fmla="*/ 606614 w 868140"/>
              <a:gd name="csY35" fmla="*/ 448354 h 874206"/>
              <a:gd name="csX36" fmla="*/ 588530 w 868140"/>
              <a:gd name="csY36" fmla="*/ 440857 h 874206"/>
              <a:gd name="csX37" fmla="*/ 579099 w 868140"/>
              <a:gd name="csY37" fmla="*/ 431355 h 874206"/>
              <a:gd name="csX38" fmla="*/ 575179 w 868140"/>
              <a:gd name="csY38" fmla="*/ 429351 h 874206"/>
              <a:gd name="csX39" fmla="*/ 570964 w 868140"/>
              <a:gd name="csY39" fmla="*/ 430242 h 874206"/>
              <a:gd name="csX40" fmla="*/ 545299 w 868140"/>
              <a:gd name="csY40" fmla="*/ 443084 h 874206"/>
              <a:gd name="csX41" fmla="*/ 518228 w 868140"/>
              <a:gd name="csY41" fmla="*/ 452214 h 874206"/>
              <a:gd name="csX42" fmla="*/ 514604 w 868140"/>
              <a:gd name="csY42" fmla="*/ 454553 h 874206"/>
              <a:gd name="csX43" fmla="*/ 513273 w 868140"/>
              <a:gd name="csY43" fmla="*/ 458672 h 874206"/>
              <a:gd name="csX44" fmla="*/ 513273 w 868140"/>
              <a:gd name="csY44" fmla="*/ 472108 h 874206"/>
              <a:gd name="csX45" fmla="*/ 505765 w 868140"/>
              <a:gd name="csY45" fmla="*/ 490183 h 874206"/>
              <a:gd name="csX46" fmla="*/ 487681 w 868140"/>
              <a:gd name="csY46" fmla="*/ 497755 h 874206"/>
              <a:gd name="csX47" fmla="*/ 442748 w 868140"/>
              <a:gd name="csY47" fmla="*/ 497755 h 874206"/>
              <a:gd name="csX48" fmla="*/ 424664 w 868140"/>
              <a:gd name="csY48" fmla="*/ 490220 h 874206"/>
              <a:gd name="csX49" fmla="*/ 417157 w 868140"/>
              <a:gd name="csY49" fmla="*/ 472070 h 874206"/>
              <a:gd name="csX50" fmla="*/ 417157 w 868140"/>
              <a:gd name="csY50" fmla="*/ 458671 h 874206"/>
              <a:gd name="csX51" fmla="*/ 415788 w 868140"/>
              <a:gd name="csY51" fmla="*/ 454515 h 874206"/>
              <a:gd name="csX52" fmla="*/ 412201 w 868140"/>
              <a:gd name="csY52" fmla="*/ 452213 h 874206"/>
              <a:gd name="csX53" fmla="*/ 385093 w 868140"/>
              <a:gd name="csY53" fmla="*/ 443083 h 874206"/>
              <a:gd name="csX54" fmla="*/ 359429 w 868140"/>
              <a:gd name="csY54" fmla="*/ 430241 h 874206"/>
              <a:gd name="csX55" fmla="*/ 355213 w 868140"/>
              <a:gd name="csY55" fmla="*/ 429350 h 874206"/>
              <a:gd name="csX56" fmla="*/ 351367 w 868140"/>
              <a:gd name="csY56" fmla="*/ 431354 h 874206"/>
              <a:gd name="csX57" fmla="*/ 341862 w 868140"/>
              <a:gd name="csY57" fmla="*/ 440819 h 874206"/>
              <a:gd name="csX58" fmla="*/ 323816 w 868140"/>
              <a:gd name="csY58" fmla="*/ 448353 h 874206"/>
              <a:gd name="csX59" fmla="*/ 305806 w 868140"/>
              <a:gd name="csY59" fmla="*/ 440856 h 874206"/>
              <a:gd name="csX60" fmla="*/ 273965 w 868140"/>
              <a:gd name="csY60" fmla="*/ 408937 h 874206"/>
              <a:gd name="csX61" fmla="*/ 266495 w 868140"/>
              <a:gd name="csY61" fmla="*/ 390787 h 874206"/>
              <a:gd name="csX62" fmla="*/ 273965 w 868140"/>
              <a:gd name="csY62" fmla="*/ 372637 h 874206"/>
              <a:gd name="csX63" fmla="*/ 283432 w 868140"/>
              <a:gd name="csY63" fmla="*/ 363173 h 874206"/>
              <a:gd name="csX64" fmla="*/ 285429 w 868140"/>
              <a:gd name="csY64" fmla="*/ 359239 h 874206"/>
              <a:gd name="csX65" fmla="*/ 284542 w 868140"/>
              <a:gd name="csY65" fmla="*/ 355007 h 874206"/>
              <a:gd name="csX66" fmla="*/ 271746 w 868140"/>
              <a:gd name="csY66" fmla="*/ 329250 h 874206"/>
              <a:gd name="csX67" fmla="*/ 262648 w 868140"/>
              <a:gd name="csY67" fmla="*/ 302081 h 874206"/>
              <a:gd name="csX68" fmla="*/ 260319 w 868140"/>
              <a:gd name="csY68" fmla="*/ 298444 h 874206"/>
              <a:gd name="csX69" fmla="*/ 256214 w 868140"/>
              <a:gd name="csY69" fmla="*/ 297108 h 874206"/>
              <a:gd name="csX70" fmla="*/ 242826 w 868140"/>
              <a:gd name="csY70" fmla="*/ 297108 h 874206"/>
              <a:gd name="csX71" fmla="*/ 224742 w 868140"/>
              <a:gd name="csY71" fmla="*/ 289574 h 874206"/>
              <a:gd name="csX72" fmla="*/ 217234 w 868140"/>
              <a:gd name="csY72" fmla="*/ 271424 h 874206"/>
              <a:gd name="csX73" fmla="*/ 217234 w 868140"/>
              <a:gd name="csY73" fmla="*/ 226329 h 874206"/>
              <a:gd name="csX74" fmla="*/ 224742 w 868140"/>
              <a:gd name="csY74" fmla="*/ 208179 h 874206"/>
              <a:gd name="csX75" fmla="*/ 242826 w 868140"/>
              <a:gd name="csY75" fmla="*/ 200645 h 874206"/>
              <a:gd name="csX76" fmla="*/ 256177 w 868140"/>
              <a:gd name="csY76" fmla="*/ 200645 h 874206"/>
              <a:gd name="csX77" fmla="*/ 260319 w 868140"/>
              <a:gd name="csY77" fmla="*/ 199271 h 874206"/>
              <a:gd name="csX78" fmla="*/ 262612 w 868140"/>
              <a:gd name="csY78" fmla="*/ 195671 h 874206"/>
              <a:gd name="csX79" fmla="*/ 271709 w 868140"/>
              <a:gd name="csY79" fmla="*/ 168466 h 874206"/>
              <a:gd name="csX80" fmla="*/ 284505 w 868140"/>
              <a:gd name="csY80" fmla="*/ 142708 h 874206"/>
              <a:gd name="csX81" fmla="*/ 285393 w 868140"/>
              <a:gd name="csY81" fmla="*/ 138477 h 874206"/>
              <a:gd name="csX82" fmla="*/ 283396 w 868140"/>
              <a:gd name="csY82" fmla="*/ 134617 h 874206"/>
              <a:gd name="csX83" fmla="*/ 273965 w 868140"/>
              <a:gd name="csY83" fmla="*/ 125078 h 874206"/>
              <a:gd name="csX84" fmla="*/ 266458 w 868140"/>
              <a:gd name="csY84" fmla="*/ 106967 h 874206"/>
              <a:gd name="csX85" fmla="*/ 273928 w 868140"/>
              <a:gd name="csY85" fmla="*/ 88892 h 874206"/>
              <a:gd name="csX86" fmla="*/ 305733 w 868140"/>
              <a:gd name="csY86" fmla="*/ 56936 h 874206"/>
              <a:gd name="csX87" fmla="*/ 323817 w 868140"/>
              <a:gd name="csY87" fmla="*/ 49438 h 874206"/>
              <a:gd name="csX88" fmla="*/ 341901 w 868140"/>
              <a:gd name="csY88" fmla="*/ 56936 h 874206"/>
              <a:gd name="csX89" fmla="*/ 351332 w 868140"/>
              <a:gd name="csY89" fmla="*/ 66437 h 874206"/>
              <a:gd name="csX90" fmla="*/ 355252 w 868140"/>
              <a:gd name="csY90" fmla="*/ 68441 h 874206"/>
              <a:gd name="csX91" fmla="*/ 359468 w 868140"/>
              <a:gd name="csY91" fmla="*/ 67551 h 874206"/>
              <a:gd name="csX92" fmla="*/ 385132 w 868140"/>
              <a:gd name="csY92" fmla="*/ 54708 h 874206"/>
              <a:gd name="csX93" fmla="*/ 412203 w 868140"/>
              <a:gd name="csY93" fmla="*/ 45578 h 874206"/>
              <a:gd name="csX94" fmla="*/ 415827 w 868140"/>
              <a:gd name="csY94" fmla="*/ 43240 h 874206"/>
              <a:gd name="csX95" fmla="*/ 417159 w 868140"/>
              <a:gd name="csY95" fmla="*/ 39120 h 874206"/>
              <a:gd name="csX96" fmla="*/ 417159 w 868140"/>
              <a:gd name="csY96" fmla="*/ 25684 h 874206"/>
              <a:gd name="csX97" fmla="*/ 424666 w 868140"/>
              <a:gd name="csY97" fmla="*/ 7534 h 874206"/>
              <a:gd name="csX98" fmla="*/ 442750 w 868140"/>
              <a:gd name="csY98" fmla="*/ 0 h 874206"/>
              <a:gd name="csX99" fmla="*/ 487683 w 868140"/>
              <a:gd name="csY99" fmla="*/ 0 h 874206"/>
              <a:gd name="csX100" fmla="*/ 505729 w 868140"/>
              <a:gd name="csY100" fmla="*/ 7534 h 874206"/>
              <a:gd name="csX101" fmla="*/ 513237 w 868140"/>
              <a:gd name="csY101" fmla="*/ 25646 h 874206"/>
              <a:gd name="csX102" fmla="*/ 513237 w 868140"/>
              <a:gd name="csY102" fmla="*/ 39045 h 874206"/>
              <a:gd name="csX103" fmla="*/ 514568 w 868140"/>
              <a:gd name="csY103" fmla="*/ 43165 h 874206"/>
              <a:gd name="csX104" fmla="*/ 518192 w 868140"/>
              <a:gd name="csY104" fmla="*/ 45503 h 874206"/>
              <a:gd name="csX105" fmla="*/ 508579 w 868140"/>
              <a:gd name="csY105" fmla="*/ 373903 h 874206"/>
              <a:gd name="csX106" fmla="*/ 508579 w 868140"/>
              <a:gd name="csY106" fmla="*/ 211855 h 874206"/>
              <a:gd name="csX107" fmla="*/ 518046 w 868140"/>
              <a:gd name="csY107" fmla="*/ 202353 h 874206"/>
              <a:gd name="csX108" fmla="*/ 567971 w 868140"/>
              <a:gd name="csY108" fmla="*/ 202353 h 874206"/>
              <a:gd name="csX109" fmla="*/ 577438 w 868140"/>
              <a:gd name="csY109" fmla="*/ 211855 h 874206"/>
              <a:gd name="csX110" fmla="*/ 577438 w 868140"/>
              <a:gd name="csY110" fmla="*/ 318376 h 874206"/>
              <a:gd name="csX111" fmla="*/ 597038 w 868140"/>
              <a:gd name="csY111" fmla="*/ 248934 h 874206"/>
              <a:gd name="csX112" fmla="*/ 558430 w 868140"/>
              <a:gd name="csY112" fmla="*/ 155403 h 874206"/>
              <a:gd name="csX113" fmla="*/ 465236 w 868140"/>
              <a:gd name="csY113" fmla="*/ 116655 h 874206"/>
              <a:gd name="csX114" fmla="*/ 372042 w 868140"/>
              <a:gd name="csY114" fmla="*/ 155403 h 874206"/>
              <a:gd name="csX115" fmla="*/ 333434 w 868140"/>
              <a:gd name="csY115" fmla="*/ 248934 h 874206"/>
              <a:gd name="csX116" fmla="*/ 353034 w 868140"/>
              <a:gd name="csY116" fmla="*/ 318376 h 874206"/>
              <a:gd name="csX117" fmla="*/ 353034 w 868140"/>
              <a:gd name="csY117" fmla="*/ 250752 h 874206"/>
              <a:gd name="csX118" fmla="*/ 362501 w 868140"/>
              <a:gd name="csY118" fmla="*/ 241251 h 874206"/>
              <a:gd name="csX119" fmla="*/ 412426 w 868140"/>
              <a:gd name="csY119" fmla="*/ 241251 h 874206"/>
              <a:gd name="csX120" fmla="*/ 421893 w 868140"/>
              <a:gd name="csY120" fmla="*/ 250752 h 874206"/>
              <a:gd name="csX121" fmla="*/ 421893 w 868140"/>
              <a:gd name="csY121" fmla="*/ 373901 h 874206"/>
              <a:gd name="csX122" fmla="*/ 430768 w 868140"/>
              <a:gd name="csY122" fmla="*/ 376647 h 874206"/>
              <a:gd name="csX123" fmla="*/ 430768 w 868140"/>
              <a:gd name="csY123" fmla="*/ 236909 h 874206"/>
              <a:gd name="csX124" fmla="*/ 440236 w 868140"/>
              <a:gd name="csY124" fmla="*/ 227408 h 874206"/>
              <a:gd name="csX125" fmla="*/ 490161 w 868140"/>
              <a:gd name="csY125" fmla="*/ 227408 h 874206"/>
              <a:gd name="csX126" fmla="*/ 499628 w 868140"/>
              <a:gd name="csY126" fmla="*/ 236909 h 874206"/>
              <a:gd name="csX127" fmla="*/ 499628 w 868140"/>
              <a:gd name="csY127" fmla="*/ 376685 h 874206"/>
              <a:gd name="csX128" fmla="*/ 508503 w 868140"/>
              <a:gd name="csY128" fmla="*/ 373939 h 874206"/>
              <a:gd name="csX129" fmla="*/ 558504 w 868140"/>
              <a:gd name="csY129" fmla="*/ 342429 h 874206"/>
              <a:gd name="csX130" fmla="*/ 558504 w 868140"/>
              <a:gd name="csY130" fmla="*/ 221399 h 874206"/>
              <a:gd name="csX131" fmla="*/ 527514 w 868140"/>
              <a:gd name="csY131" fmla="*/ 221399 h 874206"/>
              <a:gd name="csX132" fmla="*/ 527514 w 868140"/>
              <a:gd name="csY132" fmla="*/ 365556 h 874206"/>
              <a:gd name="csX133" fmla="*/ 558467 w 868140"/>
              <a:gd name="csY133" fmla="*/ 342470 h 874206"/>
              <a:gd name="csX134" fmla="*/ 480769 w 868140"/>
              <a:gd name="csY134" fmla="*/ 380287 h 874206"/>
              <a:gd name="csX135" fmla="*/ 480769 w 868140"/>
              <a:gd name="csY135" fmla="*/ 246373 h 874206"/>
              <a:gd name="csX136" fmla="*/ 449779 w 868140"/>
              <a:gd name="csY136" fmla="*/ 246373 h 874206"/>
              <a:gd name="csX137" fmla="*/ 449779 w 868140"/>
              <a:gd name="csY137" fmla="*/ 380287 h 874206"/>
              <a:gd name="csX138" fmla="*/ 465274 w 868140"/>
              <a:gd name="csY138" fmla="*/ 381178 h 874206"/>
              <a:gd name="csX139" fmla="*/ 480769 w 868140"/>
              <a:gd name="csY139" fmla="*/ 380287 h 874206"/>
              <a:gd name="csX140" fmla="*/ 403034 w 868140"/>
              <a:gd name="csY140" fmla="*/ 365515 h 874206"/>
              <a:gd name="csX141" fmla="*/ 403034 w 868140"/>
              <a:gd name="csY141" fmla="*/ 260219 h 874206"/>
              <a:gd name="csX142" fmla="*/ 372044 w 868140"/>
              <a:gd name="csY142" fmla="*/ 260219 h 874206"/>
              <a:gd name="csX143" fmla="*/ 372044 w 868140"/>
              <a:gd name="csY143" fmla="*/ 342392 h 874206"/>
              <a:gd name="csX144" fmla="*/ 372118 w 868140"/>
              <a:gd name="csY144" fmla="*/ 342466 h 874206"/>
              <a:gd name="csX145" fmla="*/ 403034 w 868140"/>
              <a:gd name="csY145" fmla="*/ 365552 h 874206"/>
              <a:gd name="csX146" fmla="*/ 465311 w 868140"/>
              <a:gd name="csY146" fmla="*/ 97659 h 874206"/>
              <a:gd name="csX147" fmla="*/ 571893 w 868140"/>
              <a:gd name="csY147" fmla="*/ 141974 h 874206"/>
              <a:gd name="csX148" fmla="*/ 616050 w 868140"/>
              <a:gd name="csY148" fmla="*/ 248942 h 874206"/>
              <a:gd name="csX149" fmla="*/ 571893 w 868140"/>
              <a:gd name="csY149" fmla="*/ 355910 h 874206"/>
              <a:gd name="csX150" fmla="*/ 465311 w 868140"/>
              <a:gd name="csY150" fmla="*/ 400226 h 874206"/>
              <a:gd name="csX151" fmla="*/ 358728 w 868140"/>
              <a:gd name="csY151" fmla="*/ 355910 h 874206"/>
              <a:gd name="csX152" fmla="*/ 314572 w 868140"/>
              <a:gd name="csY152" fmla="*/ 248942 h 874206"/>
              <a:gd name="csX153" fmla="*/ 358728 w 868140"/>
              <a:gd name="csY153" fmla="*/ 141974 h 874206"/>
              <a:gd name="csX154" fmla="*/ 465311 w 868140"/>
              <a:gd name="csY154" fmla="*/ 97659 h 874206"/>
              <a:gd name="csX155" fmla="*/ 14214 w 868140"/>
              <a:gd name="csY155" fmla="*/ 626882 h 874206"/>
              <a:gd name="csX156" fmla="*/ 63622 w 868140"/>
              <a:gd name="csY156" fmla="*/ 598229 h 874206"/>
              <a:gd name="csX157" fmla="*/ 85145 w 868140"/>
              <a:gd name="csY157" fmla="*/ 595408 h 874206"/>
              <a:gd name="csX158" fmla="*/ 102378 w 868140"/>
              <a:gd name="csY158" fmla="*/ 608658 h 874206"/>
              <a:gd name="csX159" fmla="*/ 109811 w 868140"/>
              <a:gd name="csY159" fmla="*/ 621574 h 874206"/>
              <a:gd name="csX160" fmla="*/ 211916 w 868140"/>
              <a:gd name="csY160" fmla="*/ 582974 h 874206"/>
              <a:gd name="csX161" fmla="*/ 274637 w 868140"/>
              <a:gd name="csY161" fmla="*/ 533426 h 874206"/>
              <a:gd name="csX162" fmla="*/ 375482 w 868140"/>
              <a:gd name="csY162" fmla="*/ 532053 h 874206"/>
              <a:gd name="csX163" fmla="*/ 404772 w 868140"/>
              <a:gd name="csY163" fmla="*/ 535059 h 874206"/>
              <a:gd name="csX164" fmla="*/ 433876 w 868140"/>
              <a:gd name="csY164" fmla="*/ 530568 h 874206"/>
              <a:gd name="csX165" fmla="*/ 543602 w 868140"/>
              <a:gd name="csY165" fmla="*/ 500765 h 874206"/>
              <a:gd name="csX166" fmla="*/ 579437 w 868140"/>
              <a:gd name="csY166" fmla="*/ 505553 h 874206"/>
              <a:gd name="csX167" fmla="*/ 601552 w 868140"/>
              <a:gd name="csY167" fmla="*/ 534392 h 874206"/>
              <a:gd name="csX168" fmla="*/ 596781 w 868140"/>
              <a:gd name="csY168" fmla="*/ 570394 h 874206"/>
              <a:gd name="csX169" fmla="*/ 568084 w 868140"/>
              <a:gd name="csY169" fmla="*/ 592588 h 874206"/>
              <a:gd name="csX170" fmla="*/ 465203 w 868140"/>
              <a:gd name="csY170" fmla="*/ 620240 h 874206"/>
              <a:gd name="csX171" fmla="*/ 504774 w 868140"/>
              <a:gd name="csY171" fmla="*/ 635717 h 874206"/>
              <a:gd name="csX172" fmla="*/ 507621 w 868140"/>
              <a:gd name="csY172" fmla="*/ 636978 h 874206"/>
              <a:gd name="csX173" fmla="*/ 524891 w 868140"/>
              <a:gd name="csY173" fmla="*/ 631226 h 874206"/>
              <a:gd name="csX174" fmla="*/ 548189 w 868140"/>
              <a:gd name="csY174" fmla="*/ 618532 h 874206"/>
              <a:gd name="csX175" fmla="*/ 721336 w 868140"/>
              <a:gd name="csY175" fmla="*/ 518206 h 874206"/>
              <a:gd name="csX176" fmla="*/ 758133 w 868140"/>
              <a:gd name="csY176" fmla="*/ 513344 h 874206"/>
              <a:gd name="csX177" fmla="*/ 787681 w 868140"/>
              <a:gd name="csY177" fmla="*/ 536021 h 874206"/>
              <a:gd name="csX178" fmla="*/ 787755 w 868140"/>
              <a:gd name="csY178" fmla="*/ 536207 h 874206"/>
              <a:gd name="csX179" fmla="*/ 795336 w 868140"/>
              <a:gd name="csY179" fmla="*/ 531827 h 874206"/>
              <a:gd name="csX180" fmla="*/ 832133 w 868140"/>
              <a:gd name="csY180" fmla="*/ 526965 h 874206"/>
              <a:gd name="csX181" fmla="*/ 861681 w 868140"/>
              <a:gd name="csY181" fmla="*/ 549642 h 874206"/>
              <a:gd name="csX182" fmla="*/ 861977 w 868140"/>
              <a:gd name="csY182" fmla="*/ 550199 h 874206"/>
              <a:gd name="csX183" fmla="*/ 866489 w 868140"/>
              <a:gd name="csY183" fmla="*/ 586424 h 874206"/>
              <a:gd name="csX184" fmla="*/ 844041 w 868140"/>
              <a:gd name="csY184" fmla="*/ 616153 h 874206"/>
              <a:gd name="csX185" fmla="*/ 558177 w 868140"/>
              <a:gd name="csY185" fmla="*/ 787141 h 874206"/>
              <a:gd name="csX186" fmla="*/ 528110 w 868140"/>
              <a:gd name="csY186" fmla="*/ 798239 h 874206"/>
              <a:gd name="csX187" fmla="*/ 497120 w 868140"/>
              <a:gd name="csY187" fmla="*/ 799761 h 874206"/>
              <a:gd name="csX188" fmla="*/ 234290 w 868140"/>
              <a:gd name="csY188" fmla="*/ 787847 h 874206"/>
              <a:gd name="csX189" fmla="*/ 210030 w 868140"/>
              <a:gd name="csY189" fmla="*/ 795753 h 874206"/>
              <a:gd name="csX190" fmla="*/ 214135 w 868140"/>
              <a:gd name="csY190" fmla="*/ 802879 h 874206"/>
              <a:gd name="csX191" fmla="*/ 216945 w 868140"/>
              <a:gd name="csY191" fmla="*/ 824479 h 874206"/>
              <a:gd name="csX192" fmla="*/ 203706 w 868140"/>
              <a:gd name="csY192" fmla="*/ 841775 h 874206"/>
              <a:gd name="csX193" fmla="*/ 154299 w 868140"/>
              <a:gd name="csY193" fmla="*/ 870391 h 874206"/>
              <a:gd name="csX194" fmla="*/ 132813 w 868140"/>
              <a:gd name="csY194" fmla="*/ 873248 h 874206"/>
              <a:gd name="csX195" fmla="*/ 115542 w 868140"/>
              <a:gd name="csY195" fmla="*/ 859999 h 874206"/>
              <a:gd name="csX196" fmla="*/ 3819 w 868140"/>
              <a:gd name="csY196" fmla="*/ 665741 h 874206"/>
              <a:gd name="csX197" fmla="*/ 972 w 868140"/>
              <a:gd name="csY197" fmla="*/ 644140 h 874206"/>
              <a:gd name="csX198" fmla="*/ 14174 w 868140"/>
              <a:gd name="csY198" fmla="*/ 626845 h 874206"/>
              <a:gd name="csX199" fmla="*/ 119386 w 868140"/>
              <a:gd name="csY199" fmla="*/ 638202 h 874206"/>
              <a:gd name="csX200" fmla="*/ 200376 w 868140"/>
              <a:gd name="csY200" fmla="*/ 778976 h 874206"/>
              <a:gd name="csX201" fmla="*/ 230035 w 868140"/>
              <a:gd name="csY201" fmla="*/ 769326 h 874206"/>
              <a:gd name="csX202" fmla="*/ 233363 w 868140"/>
              <a:gd name="csY202" fmla="*/ 768880 h 874206"/>
              <a:gd name="csX203" fmla="*/ 497926 w 868140"/>
              <a:gd name="csY203" fmla="*/ 780868 h 874206"/>
              <a:gd name="csX204" fmla="*/ 524886 w 868140"/>
              <a:gd name="csY204" fmla="*/ 779569 h 874206"/>
              <a:gd name="csX205" fmla="*/ 548517 w 868140"/>
              <a:gd name="csY205" fmla="*/ 770922 h 874206"/>
              <a:gd name="csX206" fmla="*/ 834382 w 868140"/>
              <a:gd name="csY206" fmla="*/ 599933 h 874206"/>
              <a:gd name="csX207" fmla="*/ 848249 w 868140"/>
              <a:gd name="csY207" fmla="*/ 581561 h 874206"/>
              <a:gd name="csX208" fmla="*/ 845624 w 868140"/>
              <a:gd name="csY208" fmla="*/ 559552 h 874206"/>
              <a:gd name="csX209" fmla="*/ 845402 w 868140"/>
              <a:gd name="csY209" fmla="*/ 559143 h 874206"/>
              <a:gd name="csX210" fmla="*/ 827392 w 868140"/>
              <a:gd name="csY210" fmla="*/ 545300 h 874206"/>
              <a:gd name="csX211" fmla="*/ 804907 w 868140"/>
              <a:gd name="csY211" fmla="*/ 548232 h 874206"/>
              <a:gd name="csX212" fmla="*/ 632613 w 868140"/>
              <a:gd name="csY212" fmla="*/ 648035 h 874206"/>
              <a:gd name="csX213" fmla="*/ 497259 w 868140"/>
              <a:gd name="csY213" fmla="*/ 653120 h 874206"/>
              <a:gd name="csX214" fmla="*/ 421151 w 868140"/>
              <a:gd name="csY214" fmla="*/ 631927 h 874206"/>
              <a:gd name="csX215" fmla="*/ 411609 w 868140"/>
              <a:gd name="csY215" fmla="*/ 624875 h 874206"/>
              <a:gd name="csX216" fmla="*/ 418303 w 868140"/>
              <a:gd name="csY216" fmla="*/ 613258 h 874206"/>
              <a:gd name="csX217" fmla="*/ 563304 w 868140"/>
              <a:gd name="csY217" fmla="*/ 574249 h 874206"/>
              <a:gd name="csX218" fmla="*/ 580537 w 868140"/>
              <a:gd name="csY218" fmla="*/ 560963 h 874206"/>
              <a:gd name="csX219" fmla="*/ 583385 w 868140"/>
              <a:gd name="csY219" fmla="*/ 539288 h 874206"/>
              <a:gd name="csX220" fmla="*/ 570109 w 868140"/>
              <a:gd name="csY220" fmla="*/ 521955 h 874206"/>
              <a:gd name="csX221" fmla="*/ 548549 w 868140"/>
              <a:gd name="csY221" fmla="*/ 519097 h 874206"/>
              <a:gd name="csX222" fmla="*/ 438823 w 868140"/>
              <a:gd name="csY222" fmla="*/ 548901 h 874206"/>
              <a:gd name="csX223" fmla="*/ 405281 w 868140"/>
              <a:gd name="csY223" fmla="*/ 553948 h 874206"/>
              <a:gd name="csX224" fmla="*/ 371517 w 868140"/>
              <a:gd name="csY224" fmla="*/ 550571 h 874206"/>
              <a:gd name="csX225" fmla="*/ 280357 w 868140"/>
              <a:gd name="csY225" fmla="*/ 551462 h 874206"/>
              <a:gd name="csX226" fmla="*/ 226956 w 868140"/>
              <a:gd name="csY226" fmla="*/ 594701 h 874206"/>
              <a:gd name="csX227" fmla="*/ 221816 w 868140"/>
              <a:gd name="csY227" fmla="*/ 599414 h 874206"/>
              <a:gd name="csX228" fmla="*/ 119380 w 868140"/>
              <a:gd name="csY228" fmla="*/ 638125 h 874206"/>
              <a:gd name="csX229" fmla="*/ 73085 w 868140"/>
              <a:gd name="csY229" fmla="*/ 614633 h 874206"/>
              <a:gd name="csX230" fmla="*/ 23678 w 868140"/>
              <a:gd name="csY230" fmla="*/ 643286 h 874206"/>
              <a:gd name="csX231" fmla="*/ 19277 w 868140"/>
              <a:gd name="csY231" fmla="*/ 649076 h 874206"/>
              <a:gd name="csX232" fmla="*/ 20164 w 868140"/>
              <a:gd name="csY232" fmla="*/ 656276 h 874206"/>
              <a:gd name="csX233" fmla="*/ 131926 w 868140"/>
              <a:gd name="csY233" fmla="*/ 850534 h 874206"/>
              <a:gd name="csX234" fmla="*/ 137695 w 868140"/>
              <a:gd name="csY234" fmla="*/ 854951 h 874206"/>
              <a:gd name="csX235" fmla="*/ 144943 w 868140"/>
              <a:gd name="csY235" fmla="*/ 854023 h 874206"/>
              <a:gd name="csX236" fmla="*/ 194351 w 868140"/>
              <a:gd name="csY236" fmla="*/ 825407 h 874206"/>
              <a:gd name="csX237" fmla="*/ 198715 w 868140"/>
              <a:gd name="csY237" fmla="*/ 819617 h 874206"/>
              <a:gd name="csX238" fmla="*/ 197827 w 868140"/>
              <a:gd name="csY238" fmla="*/ 812417 h 874206"/>
              <a:gd name="csX239" fmla="*/ 86066 w 868140"/>
              <a:gd name="csY239" fmla="*/ 618197 h 874206"/>
              <a:gd name="csX240" fmla="*/ 80297 w 868140"/>
              <a:gd name="csY240" fmla="*/ 613780 h 874206"/>
              <a:gd name="csX241" fmla="*/ 73122 w 868140"/>
              <a:gd name="csY241" fmla="*/ 614671 h 874206"/>
              <a:gd name="csX242" fmla="*/ 771448 w 868140"/>
              <a:gd name="csY242" fmla="*/ 545710 h 874206"/>
              <a:gd name="csX243" fmla="*/ 771374 w 868140"/>
              <a:gd name="csY243" fmla="*/ 545562 h 874206"/>
              <a:gd name="csX244" fmla="*/ 753365 w 868140"/>
              <a:gd name="csY244" fmla="*/ 531718 h 874206"/>
              <a:gd name="csX245" fmla="*/ 730880 w 868140"/>
              <a:gd name="csY245" fmla="*/ 534650 h 874206"/>
              <a:gd name="csX246" fmla="*/ 558585 w 868140"/>
              <a:gd name="csY246" fmla="*/ 634454 h 874206"/>
              <a:gd name="csX247" fmla="*/ 534769 w 868140"/>
              <a:gd name="csY247" fmla="*/ 647704 h 874206"/>
              <a:gd name="csX248" fmla="*/ 622268 w 868140"/>
              <a:gd name="csY248" fmla="*/ 632190 h 874206"/>
              <a:gd name="csX249" fmla="*/ 771491 w 868140"/>
              <a:gd name="csY249" fmla="*/ 545748 h 874206"/>
              <a:gd name="csX250" fmla="*/ 538127 w 868140"/>
              <a:gd name="csY250" fmla="*/ 72271 h 874206"/>
              <a:gd name="csX251" fmla="*/ 513497 w 868140"/>
              <a:gd name="csY251" fmla="*/ 63957 h 874206"/>
              <a:gd name="csX252" fmla="*/ 499667 w 868140"/>
              <a:gd name="csY252" fmla="*/ 54826 h 874206"/>
              <a:gd name="csX253" fmla="*/ 494341 w 868140"/>
              <a:gd name="csY253" fmla="*/ 39127 h 874206"/>
              <a:gd name="csX254" fmla="*/ 494341 w 868140"/>
              <a:gd name="csY254" fmla="*/ 25728 h 874206"/>
              <a:gd name="csX255" fmla="*/ 492381 w 868140"/>
              <a:gd name="csY255" fmla="*/ 21052 h 874206"/>
              <a:gd name="csX256" fmla="*/ 487722 w 868140"/>
              <a:gd name="csY256" fmla="*/ 19084 h 874206"/>
              <a:gd name="csX257" fmla="*/ 442789 w 868140"/>
              <a:gd name="csY257" fmla="*/ 19084 h 874206"/>
              <a:gd name="csX258" fmla="*/ 438129 w 868140"/>
              <a:gd name="csY258" fmla="*/ 21052 h 874206"/>
              <a:gd name="csX259" fmla="*/ 436169 w 868140"/>
              <a:gd name="csY259" fmla="*/ 25728 h 874206"/>
              <a:gd name="csX260" fmla="*/ 436169 w 868140"/>
              <a:gd name="csY260" fmla="*/ 39164 h 874206"/>
              <a:gd name="csX261" fmla="*/ 430844 w 868140"/>
              <a:gd name="csY261" fmla="*/ 54863 h 874206"/>
              <a:gd name="csX262" fmla="*/ 417013 w 868140"/>
              <a:gd name="csY262" fmla="*/ 63994 h 874206"/>
              <a:gd name="csX263" fmla="*/ 392420 w 868140"/>
              <a:gd name="csY263" fmla="*/ 72270 h 874206"/>
              <a:gd name="csX264" fmla="*/ 369047 w 868140"/>
              <a:gd name="csY264" fmla="*/ 83925 h 874206"/>
              <a:gd name="csX265" fmla="*/ 352887 w 868140"/>
              <a:gd name="csY265" fmla="*/ 87302 h 874206"/>
              <a:gd name="csX266" fmla="*/ 338020 w 868140"/>
              <a:gd name="csY266" fmla="*/ 79991 h 874206"/>
              <a:gd name="csX267" fmla="*/ 328590 w 868140"/>
              <a:gd name="csY267" fmla="*/ 70489 h 874206"/>
              <a:gd name="csX268" fmla="*/ 323856 w 868140"/>
              <a:gd name="csY268" fmla="*/ 68559 h 874206"/>
              <a:gd name="csX269" fmla="*/ 319196 w 868140"/>
              <a:gd name="csY269" fmla="*/ 70489 h 874206"/>
              <a:gd name="csX270" fmla="*/ 287392 w 868140"/>
              <a:gd name="csY270" fmla="*/ 102409 h 874206"/>
              <a:gd name="csX271" fmla="*/ 285469 w 868140"/>
              <a:gd name="csY271" fmla="*/ 107122 h 874206"/>
              <a:gd name="csX272" fmla="*/ 287392 w 868140"/>
              <a:gd name="csY272" fmla="*/ 111799 h 874206"/>
              <a:gd name="csX273" fmla="*/ 296822 w 868140"/>
              <a:gd name="csY273" fmla="*/ 121337 h 874206"/>
              <a:gd name="csX274" fmla="*/ 304145 w 868140"/>
              <a:gd name="csY274" fmla="*/ 136183 h 874206"/>
              <a:gd name="csX275" fmla="*/ 300779 w 868140"/>
              <a:gd name="csY275" fmla="*/ 152439 h 874206"/>
              <a:gd name="csX276" fmla="*/ 289167 w 868140"/>
              <a:gd name="csY276" fmla="*/ 175859 h 874206"/>
              <a:gd name="csX277" fmla="*/ 280883 w 868140"/>
              <a:gd name="csY277" fmla="*/ 200578 h 874206"/>
              <a:gd name="csX278" fmla="*/ 271823 w 868140"/>
              <a:gd name="csY278" fmla="*/ 214458 h 874206"/>
              <a:gd name="csX279" fmla="*/ 256180 w 868140"/>
              <a:gd name="csY279" fmla="*/ 219803 h 874206"/>
              <a:gd name="csX280" fmla="*/ 242829 w 868140"/>
              <a:gd name="csY280" fmla="*/ 219803 h 874206"/>
              <a:gd name="csX281" fmla="*/ 238169 w 868140"/>
              <a:gd name="csY281" fmla="*/ 221770 h 874206"/>
              <a:gd name="csX282" fmla="*/ 236209 w 868140"/>
              <a:gd name="csY282" fmla="*/ 226447 h 874206"/>
              <a:gd name="csX283" fmla="*/ 236209 w 868140"/>
              <a:gd name="csY283" fmla="*/ 271542 h 874206"/>
              <a:gd name="csX284" fmla="*/ 238132 w 868140"/>
              <a:gd name="csY284" fmla="*/ 276218 h 874206"/>
              <a:gd name="csX285" fmla="*/ 242866 w 868140"/>
              <a:gd name="csY285" fmla="*/ 278185 h 874206"/>
              <a:gd name="csX286" fmla="*/ 256254 w 868140"/>
              <a:gd name="csY286" fmla="*/ 278185 h 874206"/>
              <a:gd name="csX287" fmla="*/ 271896 w 868140"/>
              <a:gd name="csY287" fmla="*/ 283530 h 874206"/>
              <a:gd name="csX288" fmla="*/ 280994 w 868140"/>
              <a:gd name="csY288" fmla="*/ 297411 h 874206"/>
              <a:gd name="csX289" fmla="*/ 289241 w 868140"/>
              <a:gd name="csY289" fmla="*/ 322093 h 874206"/>
              <a:gd name="csX290" fmla="*/ 300853 w 868140"/>
              <a:gd name="csY290" fmla="*/ 345550 h 874206"/>
              <a:gd name="csX291" fmla="*/ 304219 w 868140"/>
              <a:gd name="csY291" fmla="*/ 361769 h 874206"/>
              <a:gd name="csX292" fmla="*/ 296933 w 868140"/>
              <a:gd name="csY292" fmla="*/ 376689 h 874206"/>
              <a:gd name="csX293" fmla="*/ 287466 w 868140"/>
              <a:gd name="csY293" fmla="*/ 386153 h 874206"/>
              <a:gd name="csX294" fmla="*/ 285543 w 868140"/>
              <a:gd name="csY294" fmla="*/ 390904 h 874206"/>
              <a:gd name="csX295" fmla="*/ 287466 w 868140"/>
              <a:gd name="csY295" fmla="*/ 395581 h 874206"/>
              <a:gd name="csX296" fmla="*/ 319270 w 868140"/>
              <a:gd name="csY296" fmla="*/ 427500 h 874206"/>
              <a:gd name="csX297" fmla="*/ 323967 w 868140"/>
              <a:gd name="csY297" fmla="*/ 429430 h 874206"/>
              <a:gd name="csX298" fmla="*/ 328627 w 868140"/>
              <a:gd name="csY298" fmla="*/ 427500 h 874206"/>
              <a:gd name="csX299" fmla="*/ 338131 w 868140"/>
              <a:gd name="csY299" fmla="*/ 418036 h 874206"/>
              <a:gd name="csX300" fmla="*/ 352924 w 868140"/>
              <a:gd name="csY300" fmla="*/ 410687 h 874206"/>
              <a:gd name="csX301" fmla="*/ 369121 w 868140"/>
              <a:gd name="csY301" fmla="*/ 414064 h 874206"/>
              <a:gd name="csX302" fmla="*/ 392456 w 868140"/>
              <a:gd name="csY302" fmla="*/ 425719 h 874206"/>
              <a:gd name="csX303" fmla="*/ 417086 w 868140"/>
              <a:gd name="csY303" fmla="*/ 434033 h 874206"/>
              <a:gd name="csX304" fmla="*/ 430917 w 868140"/>
              <a:gd name="csY304" fmla="*/ 443126 h 874206"/>
              <a:gd name="csX305" fmla="*/ 436242 w 868140"/>
              <a:gd name="csY305" fmla="*/ 458825 h 874206"/>
              <a:gd name="csX306" fmla="*/ 436242 w 868140"/>
              <a:gd name="csY306" fmla="*/ 472224 h 874206"/>
              <a:gd name="csX307" fmla="*/ 438165 w 868140"/>
              <a:gd name="csY307" fmla="*/ 476901 h 874206"/>
              <a:gd name="csX308" fmla="*/ 442899 w 868140"/>
              <a:gd name="csY308" fmla="*/ 478868 h 874206"/>
              <a:gd name="csX309" fmla="*/ 487831 w 868140"/>
              <a:gd name="csY309" fmla="*/ 478868 h 874206"/>
              <a:gd name="csX310" fmla="*/ 492491 w 868140"/>
              <a:gd name="csY310" fmla="*/ 476938 h 874206"/>
              <a:gd name="csX311" fmla="*/ 494451 w 868140"/>
              <a:gd name="csY311" fmla="*/ 472187 h 874206"/>
              <a:gd name="csX312" fmla="*/ 494451 w 868140"/>
              <a:gd name="csY312" fmla="*/ 458751 h 874206"/>
              <a:gd name="csX313" fmla="*/ 499776 w 868140"/>
              <a:gd name="csY313" fmla="*/ 443052 h 874206"/>
              <a:gd name="csX314" fmla="*/ 513607 w 868140"/>
              <a:gd name="csY314" fmla="*/ 433921 h 874206"/>
              <a:gd name="csX315" fmla="*/ 538200 w 868140"/>
              <a:gd name="csY315" fmla="*/ 425645 h 874206"/>
              <a:gd name="csX316" fmla="*/ 561573 w 868140"/>
              <a:gd name="csY316" fmla="*/ 413990 h 874206"/>
              <a:gd name="csX317" fmla="*/ 577734 w 868140"/>
              <a:gd name="csY317" fmla="*/ 410613 h 874206"/>
              <a:gd name="csX318" fmla="*/ 592600 w 868140"/>
              <a:gd name="csY318" fmla="*/ 417924 h 874206"/>
              <a:gd name="csX319" fmla="*/ 602031 w 868140"/>
              <a:gd name="csY319" fmla="*/ 427426 h 874206"/>
              <a:gd name="csX320" fmla="*/ 606764 w 868140"/>
              <a:gd name="csY320" fmla="*/ 429356 h 874206"/>
              <a:gd name="csX321" fmla="*/ 611424 w 868140"/>
              <a:gd name="csY321" fmla="*/ 427426 h 874206"/>
              <a:gd name="csX322" fmla="*/ 643228 w 868140"/>
              <a:gd name="csY322" fmla="*/ 395507 h 874206"/>
              <a:gd name="csX323" fmla="*/ 645151 w 868140"/>
              <a:gd name="csY323" fmla="*/ 390793 h 874206"/>
              <a:gd name="csX324" fmla="*/ 643228 w 868140"/>
              <a:gd name="csY324" fmla="*/ 386116 h 874206"/>
              <a:gd name="csX325" fmla="*/ 633798 w 868140"/>
              <a:gd name="csY325" fmla="*/ 376578 h 874206"/>
              <a:gd name="csX326" fmla="*/ 626476 w 868140"/>
              <a:gd name="csY326" fmla="*/ 361732 h 874206"/>
              <a:gd name="csX327" fmla="*/ 629841 w 868140"/>
              <a:gd name="csY327" fmla="*/ 345476 h 874206"/>
              <a:gd name="csX328" fmla="*/ 641453 w 868140"/>
              <a:gd name="csY328" fmla="*/ 322056 h 874206"/>
              <a:gd name="csX329" fmla="*/ 649737 w 868140"/>
              <a:gd name="csY329" fmla="*/ 297337 h 874206"/>
              <a:gd name="csX330" fmla="*/ 658798 w 868140"/>
              <a:gd name="csY330" fmla="*/ 283457 h 874206"/>
              <a:gd name="csX331" fmla="*/ 674441 w 868140"/>
              <a:gd name="csY331" fmla="*/ 278112 h 874206"/>
              <a:gd name="csX332" fmla="*/ 687791 w 868140"/>
              <a:gd name="csY332" fmla="*/ 278112 h 874206"/>
              <a:gd name="csX333" fmla="*/ 692451 w 868140"/>
              <a:gd name="csY333" fmla="*/ 276182 h 874206"/>
              <a:gd name="csX334" fmla="*/ 694411 w 868140"/>
              <a:gd name="csY334" fmla="*/ 271431 h 874206"/>
              <a:gd name="csX335" fmla="*/ 694411 w 868140"/>
              <a:gd name="csY335" fmla="*/ 226336 h 874206"/>
              <a:gd name="csX336" fmla="*/ 692451 w 868140"/>
              <a:gd name="csY336" fmla="*/ 221660 h 874206"/>
              <a:gd name="csX337" fmla="*/ 687791 w 868140"/>
              <a:gd name="csY337" fmla="*/ 219693 h 874206"/>
              <a:gd name="csX338" fmla="*/ 674404 w 868140"/>
              <a:gd name="csY338" fmla="*/ 219693 h 874206"/>
              <a:gd name="csX339" fmla="*/ 658761 w 868140"/>
              <a:gd name="csY339" fmla="*/ 214348 h 874206"/>
              <a:gd name="csX340" fmla="*/ 649663 w 868140"/>
              <a:gd name="csY340" fmla="*/ 200467 h 874206"/>
              <a:gd name="csX341" fmla="*/ 641417 w 868140"/>
              <a:gd name="csY341" fmla="*/ 175785 h 874206"/>
              <a:gd name="csX342" fmla="*/ 629804 w 868140"/>
              <a:gd name="csY342" fmla="*/ 152328 h 874206"/>
              <a:gd name="csX343" fmla="*/ 626439 w 868140"/>
              <a:gd name="csY343" fmla="*/ 136109 h 874206"/>
              <a:gd name="csX344" fmla="*/ 633724 w 868140"/>
              <a:gd name="csY344" fmla="*/ 121189 h 874206"/>
              <a:gd name="csX345" fmla="*/ 643191 w 868140"/>
              <a:gd name="csY345" fmla="*/ 111725 h 874206"/>
              <a:gd name="csX346" fmla="*/ 645114 w 868140"/>
              <a:gd name="csY346" fmla="*/ 106974 h 874206"/>
              <a:gd name="csX347" fmla="*/ 643191 w 868140"/>
              <a:gd name="csY347" fmla="*/ 102297 h 874206"/>
              <a:gd name="csX348" fmla="*/ 611387 w 868140"/>
              <a:gd name="csY348" fmla="*/ 70378 h 874206"/>
              <a:gd name="csX349" fmla="*/ 606690 w 868140"/>
              <a:gd name="csY349" fmla="*/ 68448 h 874206"/>
              <a:gd name="csX350" fmla="*/ 602031 w 868140"/>
              <a:gd name="csY350" fmla="*/ 70378 h 874206"/>
              <a:gd name="csX351" fmla="*/ 592526 w 868140"/>
              <a:gd name="csY351" fmla="*/ 79842 h 874206"/>
              <a:gd name="csX352" fmla="*/ 577734 w 868140"/>
              <a:gd name="csY352" fmla="*/ 87191 h 874206"/>
              <a:gd name="csX353" fmla="*/ 561536 w 868140"/>
              <a:gd name="csY353" fmla="*/ 83814 h 874206"/>
              <a:gd name="csX354" fmla="*/ 538201 w 868140"/>
              <a:gd name="csY354" fmla="*/ 72159 h 874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Lst>
            <a:rect l="l" t="t" r="r" b="b"/>
            <a:pathLst>
              <a:path w="868140" h="874206">
                <a:moveTo>
                  <a:pt x="518268" y="45655"/>
                </a:moveTo>
                <a:cubicBezTo>
                  <a:pt x="527587" y="48105"/>
                  <a:pt x="536685" y="51148"/>
                  <a:pt x="545376" y="54785"/>
                </a:cubicBezTo>
                <a:cubicBezTo>
                  <a:pt x="554214" y="58460"/>
                  <a:pt x="562831" y="62765"/>
                  <a:pt x="571040" y="67628"/>
                </a:cubicBezTo>
                <a:cubicBezTo>
                  <a:pt x="572372" y="68407"/>
                  <a:pt x="573851" y="68704"/>
                  <a:pt x="575256" y="68518"/>
                </a:cubicBezTo>
                <a:cubicBezTo>
                  <a:pt x="576624" y="68333"/>
                  <a:pt x="577993" y="67665"/>
                  <a:pt x="579102" y="66514"/>
                </a:cubicBezTo>
                <a:lnTo>
                  <a:pt x="588607" y="57050"/>
                </a:lnTo>
                <a:cubicBezTo>
                  <a:pt x="593562" y="52039"/>
                  <a:pt x="600107" y="49515"/>
                  <a:pt x="606653" y="49515"/>
                </a:cubicBezTo>
                <a:cubicBezTo>
                  <a:pt x="613162" y="49515"/>
                  <a:pt x="619707" y="52039"/>
                  <a:pt x="624663" y="57013"/>
                </a:cubicBezTo>
                <a:lnTo>
                  <a:pt x="656504" y="88932"/>
                </a:lnTo>
                <a:cubicBezTo>
                  <a:pt x="661496" y="93942"/>
                  <a:pt x="663974" y="100512"/>
                  <a:pt x="663974" y="107082"/>
                </a:cubicBezTo>
                <a:cubicBezTo>
                  <a:pt x="663974" y="113651"/>
                  <a:pt x="661459" y="120220"/>
                  <a:pt x="656504" y="125231"/>
                </a:cubicBezTo>
                <a:lnTo>
                  <a:pt x="647037" y="134696"/>
                </a:lnTo>
                <a:cubicBezTo>
                  <a:pt x="645890" y="135883"/>
                  <a:pt x="645225" y="137257"/>
                  <a:pt x="645040" y="138630"/>
                </a:cubicBezTo>
                <a:cubicBezTo>
                  <a:pt x="644855" y="140003"/>
                  <a:pt x="645188" y="141525"/>
                  <a:pt x="645927" y="142861"/>
                </a:cubicBezTo>
                <a:cubicBezTo>
                  <a:pt x="650772" y="151175"/>
                  <a:pt x="655099" y="159823"/>
                  <a:pt x="658723" y="168619"/>
                </a:cubicBezTo>
                <a:cubicBezTo>
                  <a:pt x="662310" y="177341"/>
                  <a:pt x="665380" y="186434"/>
                  <a:pt x="667821" y="195787"/>
                </a:cubicBezTo>
                <a:cubicBezTo>
                  <a:pt x="668227" y="197309"/>
                  <a:pt x="669041" y="198571"/>
                  <a:pt x="670150" y="199424"/>
                </a:cubicBezTo>
                <a:cubicBezTo>
                  <a:pt x="671223" y="200241"/>
                  <a:pt x="672665" y="200761"/>
                  <a:pt x="674255" y="200761"/>
                </a:cubicBezTo>
                <a:lnTo>
                  <a:pt x="687643" y="200761"/>
                </a:lnTo>
                <a:cubicBezTo>
                  <a:pt x="694669" y="200761"/>
                  <a:pt x="701068" y="203656"/>
                  <a:pt x="705689" y="208295"/>
                </a:cubicBezTo>
                <a:cubicBezTo>
                  <a:pt x="710312" y="212897"/>
                  <a:pt x="713197" y="219356"/>
                  <a:pt x="713197" y="226407"/>
                </a:cubicBezTo>
                <a:lnTo>
                  <a:pt x="713197" y="271502"/>
                </a:lnTo>
                <a:cubicBezTo>
                  <a:pt x="713197" y="278554"/>
                  <a:pt x="710312" y="284938"/>
                  <a:pt x="705689" y="289576"/>
                </a:cubicBezTo>
                <a:cubicBezTo>
                  <a:pt x="701030" y="294253"/>
                  <a:pt x="694632" y="297148"/>
                  <a:pt x="687605" y="297148"/>
                </a:cubicBezTo>
                <a:lnTo>
                  <a:pt x="674254" y="297148"/>
                </a:lnTo>
                <a:cubicBezTo>
                  <a:pt x="672664" y="297148"/>
                  <a:pt x="671222" y="297667"/>
                  <a:pt x="670112" y="298521"/>
                </a:cubicBezTo>
                <a:cubicBezTo>
                  <a:pt x="669040" y="299375"/>
                  <a:pt x="668189" y="300637"/>
                  <a:pt x="667820" y="302121"/>
                </a:cubicBezTo>
                <a:cubicBezTo>
                  <a:pt x="665379" y="311474"/>
                  <a:pt x="662346" y="320567"/>
                  <a:pt x="658722" y="329327"/>
                </a:cubicBezTo>
                <a:cubicBezTo>
                  <a:pt x="655061" y="338197"/>
                  <a:pt x="650734" y="346846"/>
                  <a:pt x="645926" y="355084"/>
                </a:cubicBezTo>
                <a:cubicBezTo>
                  <a:pt x="645149" y="356421"/>
                  <a:pt x="644854" y="357905"/>
                  <a:pt x="645039" y="359316"/>
                </a:cubicBezTo>
                <a:cubicBezTo>
                  <a:pt x="645223" y="360689"/>
                  <a:pt x="645889" y="362062"/>
                  <a:pt x="647036" y="363176"/>
                </a:cubicBezTo>
                <a:lnTo>
                  <a:pt x="656466" y="372714"/>
                </a:lnTo>
                <a:cubicBezTo>
                  <a:pt x="661458" y="377687"/>
                  <a:pt x="663973" y="384256"/>
                  <a:pt x="663973" y="390826"/>
                </a:cubicBezTo>
                <a:cubicBezTo>
                  <a:pt x="663973" y="397358"/>
                  <a:pt x="661458" y="403927"/>
                  <a:pt x="656503" y="408900"/>
                </a:cubicBezTo>
                <a:lnTo>
                  <a:pt x="624698" y="440857"/>
                </a:lnTo>
                <a:cubicBezTo>
                  <a:pt x="619706" y="445867"/>
                  <a:pt x="613160" y="448354"/>
                  <a:pt x="606614" y="448354"/>
                </a:cubicBezTo>
                <a:cubicBezTo>
                  <a:pt x="600068" y="448354"/>
                  <a:pt x="593523" y="445830"/>
                  <a:pt x="588530" y="440857"/>
                </a:cubicBezTo>
                <a:lnTo>
                  <a:pt x="579099" y="431355"/>
                </a:lnTo>
                <a:cubicBezTo>
                  <a:pt x="577916" y="430205"/>
                  <a:pt x="576548" y="429537"/>
                  <a:pt x="575179" y="429351"/>
                </a:cubicBezTo>
                <a:cubicBezTo>
                  <a:pt x="573811" y="429166"/>
                  <a:pt x="572295" y="429500"/>
                  <a:pt x="570964" y="430242"/>
                </a:cubicBezTo>
                <a:cubicBezTo>
                  <a:pt x="562680" y="435104"/>
                  <a:pt x="554063" y="439446"/>
                  <a:pt x="545299" y="443084"/>
                </a:cubicBezTo>
                <a:cubicBezTo>
                  <a:pt x="536608" y="446684"/>
                  <a:pt x="527548" y="449765"/>
                  <a:pt x="518228" y="452214"/>
                </a:cubicBezTo>
                <a:cubicBezTo>
                  <a:pt x="516712" y="452623"/>
                  <a:pt x="515454" y="453476"/>
                  <a:pt x="514604" y="454553"/>
                </a:cubicBezTo>
                <a:cubicBezTo>
                  <a:pt x="513790" y="455629"/>
                  <a:pt x="513273" y="457076"/>
                  <a:pt x="513273" y="458672"/>
                </a:cubicBezTo>
                <a:lnTo>
                  <a:pt x="513273" y="472108"/>
                </a:lnTo>
                <a:cubicBezTo>
                  <a:pt x="513273" y="479160"/>
                  <a:pt x="510388" y="485544"/>
                  <a:pt x="505765" y="490183"/>
                </a:cubicBezTo>
                <a:cubicBezTo>
                  <a:pt x="501106" y="494860"/>
                  <a:pt x="494708" y="497755"/>
                  <a:pt x="487681" y="497755"/>
                </a:cubicBezTo>
                <a:lnTo>
                  <a:pt x="442748" y="497755"/>
                </a:lnTo>
                <a:cubicBezTo>
                  <a:pt x="435722" y="497755"/>
                  <a:pt x="429287" y="494860"/>
                  <a:pt x="424664" y="490220"/>
                </a:cubicBezTo>
                <a:cubicBezTo>
                  <a:pt x="420041" y="485544"/>
                  <a:pt x="417157" y="479122"/>
                  <a:pt x="417157" y="472070"/>
                </a:cubicBezTo>
                <a:lnTo>
                  <a:pt x="417157" y="458671"/>
                </a:lnTo>
                <a:cubicBezTo>
                  <a:pt x="417157" y="457076"/>
                  <a:pt x="416639" y="455628"/>
                  <a:pt x="415788" y="454515"/>
                </a:cubicBezTo>
                <a:cubicBezTo>
                  <a:pt x="414938" y="453438"/>
                  <a:pt x="413680" y="452585"/>
                  <a:pt x="412201" y="452213"/>
                </a:cubicBezTo>
                <a:cubicBezTo>
                  <a:pt x="402882" y="449764"/>
                  <a:pt x="393821" y="446720"/>
                  <a:pt x="385093" y="443083"/>
                </a:cubicBezTo>
                <a:cubicBezTo>
                  <a:pt x="376255" y="439409"/>
                  <a:pt x="367638" y="435066"/>
                  <a:pt x="359429" y="430241"/>
                </a:cubicBezTo>
                <a:cubicBezTo>
                  <a:pt x="358097" y="429461"/>
                  <a:pt x="356618" y="429165"/>
                  <a:pt x="355213" y="429350"/>
                </a:cubicBezTo>
                <a:cubicBezTo>
                  <a:pt x="353844" y="429536"/>
                  <a:pt x="352476" y="430204"/>
                  <a:pt x="351367" y="431354"/>
                </a:cubicBezTo>
                <a:lnTo>
                  <a:pt x="341862" y="440819"/>
                </a:lnTo>
                <a:cubicBezTo>
                  <a:pt x="336907" y="445829"/>
                  <a:pt x="330362" y="448353"/>
                  <a:pt x="323816" y="448353"/>
                </a:cubicBezTo>
                <a:cubicBezTo>
                  <a:pt x="317307" y="448353"/>
                  <a:pt x="310762" y="445866"/>
                  <a:pt x="305806" y="440856"/>
                </a:cubicBezTo>
                <a:lnTo>
                  <a:pt x="273965" y="408937"/>
                </a:lnTo>
                <a:cubicBezTo>
                  <a:pt x="268973" y="403926"/>
                  <a:pt x="266495" y="397356"/>
                  <a:pt x="266495" y="390787"/>
                </a:cubicBezTo>
                <a:cubicBezTo>
                  <a:pt x="266495" y="384217"/>
                  <a:pt x="269010" y="377648"/>
                  <a:pt x="273965" y="372637"/>
                </a:cubicBezTo>
                <a:lnTo>
                  <a:pt x="283432" y="363173"/>
                </a:lnTo>
                <a:cubicBezTo>
                  <a:pt x="284579" y="361985"/>
                  <a:pt x="285244" y="360612"/>
                  <a:pt x="285429" y="359239"/>
                </a:cubicBezTo>
                <a:cubicBezTo>
                  <a:pt x="285614" y="357865"/>
                  <a:pt x="285281" y="356344"/>
                  <a:pt x="284542" y="355007"/>
                </a:cubicBezTo>
                <a:cubicBezTo>
                  <a:pt x="279697" y="346694"/>
                  <a:pt x="275370" y="338045"/>
                  <a:pt x="271746" y="329250"/>
                </a:cubicBezTo>
                <a:cubicBezTo>
                  <a:pt x="268159" y="320528"/>
                  <a:pt x="265089" y="311435"/>
                  <a:pt x="262648" y="302081"/>
                </a:cubicBezTo>
                <a:cubicBezTo>
                  <a:pt x="262242" y="300560"/>
                  <a:pt x="261391" y="299298"/>
                  <a:pt x="260319" y="298444"/>
                </a:cubicBezTo>
                <a:cubicBezTo>
                  <a:pt x="259246" y="297628"/>
                  <a:pt x="257804" y="297108"/>
                  <a:pt x="256214" y="297108"/>
                </a:cubicBezTo>
                <a:lnTo>
                  <a:pt x="242826" y="297108"/>
                </a:lnTo>
                <a:cubicBezTo>
                  <a:pt x="235799" y="297108"/>
                  <a:pt x="229364" y="294213"/>
                  <a:pt x="224742" y="289574"/>
                </a:cubicBezTo>
                <a:cubicBezTo>
                  <a:pt x="220119" y="284897"/>
                  <a:pt x="217234" y="278476"/>
                  <a:pt x="217234" y="271424"/>
                </a:cubicBezTo>
                <a:lnTo>
                  <a:pt x="217234" y="226329"/>
                </a:lnTo>
                <a:cubicBezTo>
                  <a:pt x="217234" y="219277"/>
                  <a:pt x="220119" y="212819"/>
                  <a:pt x="224742" y="208179"/>
                </a:cubicBezTo>
                <a:cubicBezTo>
                  <a:pt x="229364" y="203540"/>
                  <a:pt x="235762" y="200645"/>
                  <a:pt x="242826" y="200645"/>
                </a:cubicBezTo>
                <a:lnTo>
                  <a:pt x="256177" y="200645"/>
                </a:lnTo>
                <a:cubicBezTo>
                  <a:pt x="257767" y="200645"/>
                  <a:pt x="259209" y="200125"/>
                  <a:pt x="260319" y="199271"/>
                </a:cubicBezTo>
                <a:cubicBezTo>
                  <a:pt x="261391" y="198418"/>
                  <a:pt x="262242" y="197156"/>
                  <a:pt x="262612" y="195671"/>
                </a:cubicBezTo>
                <a:cubicBezTo>
                  <a:pt x="265052" y="186318"/>
                  <a:pt x="268085" y="177225"/>
                  <a:pt x="271709" y="168466"/>
                </a:cubicBezTo>
                <a:cubicBezTo>
                  <a:pt x="275370" y="159595"/>
                  <a:pt x="279697" y="150947"/>
                  <a:pt x="284505" y="142708"/>
                </a:cubicBezTo>
                <a:cubicBezTo>
                  <a:pt x="285282" y="141372"/>
                  <a:pt x="285577" y="139887"/>
                  <a:pt x="285393" y="138477"/>
                </a:cubicBezTo>
                <a:cubicBezTo>
                  <a:pt x="285208" y="137104"/>
                  <a:pt x="284542" y="135730"/>
                  <a:pt x="283396" y="134617"/>
                </a:cubicBezTo>
                <a:lnTo>
                  <a:pt x="273965" y="125078"/>
                </a:lnTo>
                <a:cubicBezTo>
                  <a:pt x="268973" y="120105"/>
                  <a:pt x="266458" y="113536"/>
                  <a:pt x="266458" y="106967"/>
                </a:cubicBezTo>
                <a:cubicBezTo>
                  <a:pt x="266458" y="100434"/>
                  <a:pt x="268936" y="93865"/>
                  <a:pt x="273928" y="88892"/>
                </a:cubicBezTo>
                <a:lnTo>
                  <a:pt x="305733" y="56936"/>
                </a:lnTo>
                <a:cubicBezTo>
                  <a:pt x="310725" y="51925"/>
                  <a:pt x="317271" y="49438"/>
                  <a:pt x="323817" y="49438"/>
                </a:cubicBezTo>
                <a:cubicBezTo>
                  <a:pt x="330363" y="49438"/>
                  <a:pt x="336908" y="51962"/>
                  <a:pt x="341901" y="56936"/>
                </a:cubicBezTo>
                <a:lnTo>
                  <a:pt x="351332" y="66437"/>
                </a:lnTo>
                <a:cubicBezTo>
                  <a:pt x="352478" y="67551"/>
                  <a:pt x="353883" y="68256"/>
                  <a:pt x="355252" y="68441"/>
                </a:cubicBezTo>
                <a:cubicBezTo>
                  <a:pt x="356620" y="68627"/>
                  <a:pt x="358136" y="68293"/>
                  <a:pt x="359468" y="67551"/>
                </a:cubicBezTo>
                <a:cubicBezTo>
                  <a:pt x="367751" y="62689"/>
                  <a:pt x="376369" y="58346"/>
                  <a:pt x="385132" y="54708"/>
                </a:cubicBezTo>
                <a:cubicBezTo>
                  <a:pt x="393823" y="51108"/>
                  <a:pt x="402884" y="48028"/>
                  <a:pt x="412203" y="45578"/>
                </a:cubicBezTo>
                <a:cubicBezTo>
                  <a:pt x="413719" y="45170"/>
                  <a:pt x="414977" y="44316"/>
                  <a:pt x="415827" y="43240"/>
                </a:cubicBezTo>
                <a:cubicBezTo>
                  <a:pt x="416641" y="42164"/>
                  <a:pt x="417159" y="40716"/>
                  <a:pt x="417159" y="39120"/>
                </a:cubicBezTo>
                <a:lnTo>
                  <a:pt x="417159" y="25684"/>
                </a:lnTo>
                <a:cubicBezTo>
                  <a:pt x="417159" y="18632"/>
                  <a:pt x="420043" y="12174"/>
                  <a:pt x="424666" y="7534"/>
                </a:cubicBezTo>
                <a:cubicBezTo>
                  <a:pt x="429288" y="2895"/>
                  <a:pt x="435687" y="0"/>
                  <a:pt x="442750" y="0"/>
                </a:cubicBezTo>
                <a:lnTo>
                  <a:pt x="487683" y="0"/>
                </a:lnTo>
                <a:cubicBezTo>
                  <a:pt x="494709" y="0"/>
                  <a:pt x="501107" y="2895"/>
                  <a:pt x="505729" y="7534"/>
                </a:cubicBezTo>
                <a:cubicBezTo>
                  <a:pt x="510352" y="12137"/>
                  <a:pt x="513237" y="18595"/>
                  <a:pt x="513237" y="25646"/>
                </a:cubicBezTo>
                <a:lnTo>
                  <a:pt x="513237" y="39045"/>
                </a:lnTo>
                <a:cubicBezTo>
                  <a:pt x="513237" y="40641"/>
                  <a:pt x="513717" y="42089"/>
                  <a:pt x="514568" y="43165"/>
                </a:cubicBezTo>
                <a:cubicBezTo>
                  <a:pt x="515418" y="44278"/>
                  <a:pt x="516676" y="45132"/>
                  <a:pt x="518192" y="45503"/>
                </a:cubicBezTo>
                <a:close/>
                <a:moveTo>
                  <a:pt x="508579" y="373903"/>
                </a:moveTo>
                <a:lnTo>
                  <a:pt x="508579" y="211855"/>
                </a:lnTo>
                <a:cubicBezTo>
                  <a:pt x="508579" y="206622"/>
                  <a:pt x="512832" y="202353"/>
                  <a:pt x="518046" y="202353"/>
                </a:cubicBezTo>
                <a:lnTo>
                  <a:pt x="567971" y="202353"/>
                </a:lnTo>
                <a:cubicBezTo>
                  <a:pt x="573185" y="202353"/>
                  <a:pt x="577438" y="206622"/>
                  <a:pt x="577438" y="211855"/>
                </a:cubicBezTo>
                <a:lnTo>
                  <a:pt x="577438" y="318376"/>
                </a:lnTo>
                <a:cubicBezTo>
                  <a:pt x="589864" y="298185"/>
                  <a:pt x="597038" y="274395"/>
                  <a:pt x="597038" y="248934"/>
                </a:cubicBezTo>
                <a:cubicBezTo>
                  <a:pt x="597038" y="212412"/>
                  <a:pt x="582283" y="179343"/>
                  <a:pt x="558430" y="155403"/>
                </a:cubicBezTo>
                <a:cubicBezTo>
                  <a:pt x="534577" y="131463"/>
                  <a:pt x="501626" y="116655"/>
                  <a:pt x="465236" y="116655"/>
                </a:cubicBezTo>
                <a:cubicBezTo>
                  <a:pt x="428846" y="116655"/>
                  <a:pt x="395896" y="131464"/>
                  <a:pt x="372042" y="155403"/>
                </a:cubicBezTo>
                <a:cubicBezTo>
                  <a:pt x="348188" y="179342"/>
                  <a:pt x="333434" y="212412"/>
                  <a:pt x="333434" y="248934"/>
                </a:cubicBezTo>
                <a:cubicBezTo>
                  <a:pt x="333434" y="274395"/>
                  <a:pt x="340608" y="298185"/>
                  <a:pt x="353034" y="318376"/>
                </a:cubicBezTo>
                <a:lnTo>
                  <a:pt x="353034" y="250752"/>
                </a:lnTo>
                <a:cubicBezTo>
                  <a:pt x="353034" y="245519"/>
                  <a:pt x="357287" y="241251"/>
                  <a:pt x="362501" y="241251"/>
                </a:cubicBezTo>
                <a:lnTo>
                  <a:pt x="412426" y="241251"/>
                </a:lnTo>
                <a:cubicBezTo>
                  <a:pt x="417640" y="241251"/>
                  <a:pt x="421893" y="245519"/>
                  <a:pt x="421893" y="250752"/>
                </a:cubicBezTo>
                <a:lnTo>
                  <a:pt x="421893" y="373901"/>
                </a:lnTo>
                <a:cubicBezTo>
                  <a:pt x="424814" y="374940"/>
                  <a:pt x="427773" y="375831"/>
                  <a:pt x="430768" y="376647"/>
                </a:cubicBezTo>
                <a:lnTo>
                  <a:pt x="430768" y="236909"/>
                </a:lnTo>
                <a:cubicBezTo>
                  <a:pt x="430768" y="231676"/>
                  <a:pt x="435021" y="227408"/>
                  <a:pt x="440236" y="227408"/>
                </a:cubicBezTo>
                <a:lnTo>
                  <a:pt x="490161" y="227408"/>
                </a:lnTo>
                <a:cubicBezTo>
                  <a:pt x="495375" y="227408"/>
                  <a:pt x="499628" y="231676"/>
                  <a:pt x="499628" y="236909"/>
                </a:cubicBezTo>
                <a:lnTo>
                  <a:pt x="499628" y="376685"/>
                </a:lnTo>
                <a:cubicBezTo>
                  <a:pt x="502623" y="375869"/>
                  <a:pt x="505582" y="374941"/>
                  <a:pt x="508503" y="373939"/>
                </a:cubicBezTo>
                <a:close/>
                <a:moveTo>
                  <a:pt x="558504" y="342429"/>
                </a:moveTo>
                <a:lnTo>
                  <a:pt x="558504" y="221399"/>
                </a:lnTo>
                <a:lnTo>
                  <a:pt x="527514" y="221399"/>
                </a:lnTo>
                <a:lnTo>
                  <a:pt x="527514" y="365556"/>
                </a:lnTo>
                <a:cubicBezTo>
                  <a:pt x="538941" y="359395"/>
                  <a:pt x="549370" y="351600"/>
                  <a:pt x="558467" y="342470"/>
                </a:cubicBezTo>
                <a:close/>
                <a:moveTo>
                  <a:pt x="480769" y="380287"/>
                </a:moveTo>
                <a:lnTo>
                  <a:pt x="480769" y="246373"/>
                </a:lnTo>
                <a:lnTo>
                  <a:pt x="449779" y="246373"/>
                </a:lnTo>
                <a:lnTo>
                  <a:pt x="449779" y="380287"/>
                </a:lnTo>
                <a:cubicBezTo>
                  <a:pt x="454845" y="380881"/>
                  <a:pt x="460022" y="381178"/>
                  <a:pt x="465274" y="381178"/>
                </a:cubicBezTo>
                <a:cubicBezTo>
                  <a:pt x="470525" y="381178"/>
                  <a:pt x="475703" y="380881"/>
                  <a:pt x="480769" y="380287"/>
                </a:cubicBezTo>
                <a:close/>
                <a:moveTo>
                  <a:pt x="403034" y="365515"/>
                </a:moveTo>
                <a:lnTo>
                  <a:pt x="403034" y="260219"/>
                </a:lnTo>
                <a:lnTo>
                  <a:pt x="372044" y="260219"/>
                </a:lnTo>
                <a:lnTo>
                  <a:pt x="372044" y="342392"/>
                </a:lnTo>
                <a:lnTo>
                  <a:pt x="372118" y="342466"/>
                </a:lnTo>
                <a:cubicBezTo>
                  <a:pt x="381215" y="351597"/>
                  <a:pt x="391644" y="359390"/>
                  <a:pt x="403034" y="365552"/>
                </a:cubicBezTo>
                <a:close/>
                <a:moveTo>
                  <a:pt x="465311" y="97659"/>
                </a:moveTo>
                <a:cubicBezTo>
                  <a:pt x="506952" y="97659"/>
                  <a:pt x="544636" y="114621"/>
                  <a:pt x="571893" y="141974"/>
                </a:cubicBezTo>
                <a:cubicBezTo>
                  <a:pt x="599149" y="169328"/>
                  <a:pt x="616050" y="207186"/>
                  <a:pt x="616050" y="248942"/>
                </a:cubicBezTo>
                <a:cubicBezTo>
                  <a:pt x="616050" y="290733"/>
                  <a:pt x="599149" y="328554"/>
                  <a:pt x="571893" y="355910"/>
                </a:cubicBezTo>
                <a:cubicBezTo>
                  <a:pt x="543565" y="384340"/>
                  <a:pt x="505364" y="400226"/>
                  <a:pt x="465311" y="400226"/>
                </a:cubicBezTo>
                <a:cubicBezTo>
                  <a:pt x="425519" y="400226"/>
                  <a:pt x="387280" y="384600"/>
                  <a:pt x="358728" y="355910"/>
                </a:cubicBezTo>
                <a:cubicBezTo>
                  <a:pt x="330363" y="326514"/>
                  <a:pt x="314572" y="290216"/>
                  <a:pt x="314572" y="248942"/>
                </a:cubicBezTo>
                <a:cubicBezTo>
                  <a:pt x="314572" y="207188"/>
                  <a:pt x="331473" y="169330"/>
                  <a:pt x="358728" y="141974"/>
                </a:cubicBezTo>
                <a:cubicBezTo>
                  <a:pt x="385984" y="114621"/>
                  <a:pt x="423705" y="97659"/>
                  <a:pt x="465311" y="97659"/>
                </a:cubicBezTo>
                <a:close/>
                <a:moveTo>
                  <a:pt x="14214" y="626882"/>
                </a:moveTo>
                <a:lnTo>
                  <a:pt x="63622" y="598229"/>
                </a:lnTo>
                <a:cubicBezTo>
                  <a:pt x="70390" y="594295"/>
                  <a:pt x="78156" y="593515"/>
                  <a:pt x="85145" y="595408"/>
                </a:cubicBezTo>
                <a:cubicBezTo>
                  <a:pt x="92134" y="597264"/>
                  <a:pt x="98458" y="601866"/>
                  <a:pt x="102378" y="608658"/>
                </a:cubicBezTo>
                <a:lnTo>
                  <a:pt x="109811" y="621574"/>
                </a:lnTo>
                <a:lnTo>
                  <a:pt x="211916" y="582974"/>
                </a:lnTo>
                <a:cubicBezTo>
                  <a:pt x="226782" y="557068"/>
                  <a:pt x="249120" y="541554"/>
                  <a:pt x="274637" y="533426"/>
                </a:cubicBezTo>
                <a:cubicBezTo>
                  <a:pt x="306219" y="523405"/>
                  <a:pt x="342646" y="524890"/>
                  <a:pt x="375482" y="532053"/>
                </a:cubicBezTo>
                <a:cubicBezTo>
                  <a:pt x="385689" y="534280"/>
                  <a:pt x="395342" y="535282"/>
                  <a:pt x="404772" y="535059"/>
                </a:cubicBezTo>
                <a:cubicBezTo>
                  <a:pt x="414202" y="534837"/>
                  <a:pt x="423780" y="533315"/>
                  <a:pt x="433876" y="530568"/>
                </a:cubicBezTo>
                <a:lnTo>
                  <a:pt x="543602" y="500765"/>
                </a:lnTo>
                <a:cubicBezTo>
                  <a:pt x="556138" y="497387"/>
                  <a:pt x="568971" y="499503"/>
                  <a:pt x="579437" y="505553"/>
                </a:cubicBezTo>
                <a:cubicBezTo>
                  <a:pt x="589977" y="511640"/>
                  <a:pt x="598150" y="521772"/>
                  <a:pt x="601552" y="534392"/>
                </a:cubicBezTo>
                <a:cubicBezTo>
                  <a:pt x="604917" y="547011"/>
                  <a:pt x="602809" y="559890"/>
                  <a:pt x="596781" y="570394"/>
                </a:cubicBezTo>
                <a:cubicBezTo>
                  <a:pt x="590716" y="580972"/>
                  <a:pt x="580658" y="589211"/>
                  <a:pt x="568084" y="592588"/>
                </a:cubicBezTo>
                <a:lnTo>
                  <a:pt x="465203" y="620240"/>
                </a:lnTo>
                <a:cubicBezTo>
                  <a:pt x="479515" y="624582"/>
                  <a:pt x="492385" y="630261"/>
                  <a:pt x="504774" y="635717"/>
                </a:cubicBezTo>
                <a:lnTo>
                  <a:pt x="507621" y="636978"/>
                </a:lnTo>
                <a:cubicBezTo>
                  <a:pt x="513094" y="635717"/>
                  <a:pt x="518827" y="633824"/>
                  <a:pt x="524891" y="631226"/>
                </a:cubicBezTo>
                <a:cubicBezTo>
                  <a:pt x="532214" y="628071"/>
                  <a:pt x="539980" y="623877"/>
                  <a:pt x="548189" y="618532"/>
                </a:cubicBezTo>
                <a:lnTo>
                  <a:pt x="721336" y="518206"/>
                </a:lnTo>
                <a:cubicBezTo>
                  <a:pt x="732875" y="511489"/>
                  <a:pt x="746151" y="510152"/>
                  <a:pt x="758133" y="513344"/>
                </a:cubicBezTo>
                <a:cubicBezTo>
                  <a:pt x="770189" y="516573"/>
                  <a:pt x="780988" y="524405"/>
                  <a:pt x="787681" y="536021"/>
                </a:cubicBezTo>
                <a:lnTo>
                  <a:pt x="787755" y="536207"/>
                </a:lnTo>
                <a:lnTo>
                  <a:pt x="795336" y="531827"/>
                </a:lnTo>
                <a:cubicBezTo>
                  <a:pt x="806875" y="525110"/>
                  <a:pt x="820151" y="523773"/>
                  <a:pt x="832133" y="526965"/>
                </a:cubicBezTo>
                <a:cubicBezTo>
                  <a:pt x="844188" y="530194"/>
                  <a:pt x="854988" y="538026"/>
                  <a:pt x="861681" y="549642"/>
                </a:cubicBezTo>
                <a:lnTo>
                  <a:pt x="861977" y="550199"/>
                </a:lnTo>
                <a:cubicBezTo>
                  <a:pt x="868375" y="561668"/>
                  <a:pt x="869632" y="574621"/>
                  <a:pt x="866489" y="586424"/>
                </a:cubicBezTo>
                <a:cubicBezTo>
                  <a:pt x="863308" y="598449"/>
                  <a:pt x="855505" y="609324"/>
                  <a:pt x="844041" y="616153"/>
                </a:cubicBezTo>
                <a:lnTo>
                  <a:pt x="558177" y="787141"/>
                </a:lnTo>
                <a:cubicBezTo>
                  <a:pt x="548451" y="792969"/>
                  <a:pt x="538429" y="796383"/>
                  <a:pt x="528110" y="798239"/>
                </a:cubicBezTo>
                <a:cubicBezTo>
                  <a:pt x="518162" y="799984"/>
                  <a:pt x="507845" y="800243"/>
                  <a:pt x="497120" y="799761"/>
                </a:cubicBezTo>
                <a:lnTo>
                  <a:pt x="234290" y="787847"/>
                </a:lnTo>
                <a:lnTo>
                  <a:pt x="210030" y="795753"/>
                </a:lnTo>
                <a:lnTo>
                  <a:pt x="214135" y="802879"/>
                </a:lnTo>
                <a:cubicBezTo>
                  <a:pt x="218055" y="809671"/>
                  <a:pt x="218831" y="817465"/>
                  <a:pt x="216945" y="824479"/>
                </a:cubicBezTo>
                <a:cubicBezTo>
                  <a:pt x="215096" y="831494"/>
                  <a:pt x="210511" y="837840"/>
                  <a:pt x="203706" y="841775"/>
                </a:cubicBezTo>
                <a:lnTo>
                  <a:pt x="154299" y="870391"/>
                </a:lnTo>
                <a:cubicBezTo>
                  <a:pt x="147531" y="874325"/>
                  <a:pt x="139802" y="875104"/>
                  <a:pt x="132813" y="873248"/>
                </a:cubicBezTo>
                <a:cubicBezTo>
                  <a:pt x="125786" y="871393"/>
                  <a:pt x="119462" y="866790"/>
                  <a:pt x="115542" y="859999"/>
                </a:cubicBezTo>
                <a:lnTo>
                  <a:pt x="3819" y="665741"/>
                </a:lnTo>
                <a:cubicBezTo>
                  <a:pt x="-101" y="658949"/>
                  <a:pt x="-915" y="651154"/>
                  <a:pt x="972" y="644140"/>
                </a:cubicBezTo>
                <a:cubicBezTo>
                  <a:pt x="2821" y="637125"/>
                  <a:pt x="7406" y="630779"/>
                  <a:pt x="14174" y="626845"/>
                </a:cubicBezTo>
                <a:close/>
                <a:moveTo>
                  <a:pt x="119386" y="638202"/>
                </a:moveTo>
                <a:lnTo>
                  <a:pt x="200376" y="778976"/>
                </a:lnTo>
                <a:lnTo>
                  <a:pt x="230035" y="769326"/>
                </a:lnTo>
                <a:cubicBezTo>
                  <a:pt x="231070" y="768992"/>
                  <a:pt x="232217" y="768843"/>
                  <a:pt x="233363" y="768880"/>
                </a:cubicBezTo>
                <a:lnTo>
                  <a:pt x="497926" y="780868"/>
                </a:lnTo>
                <a:cubicBezTo>
                  <a:pt x="507319" y="781277"/>
                  <a:pt x="516269" y="781054"/>
                  <a:pt x="524886" y="779569"/>
                </a:cubicBezTo>
                <a:cubicBezTo>
                  <a:pt x="533096" y="778122"/>
                  <a:pt x="540973" y="775413"/>
                  <a:pt x="548517" y="770922"/>
                </a:cubicBezTo>
                <a:lnTo>
                  <a:pt x="834382" y="599933"/>
                </a:lnTo>
                <a:cubicBezTo>
                  <a:pt x="841445" y="595702"/>
                  <a:pt x="846253" y="588984"/>
                  <a:pt x="848249" y="581561"/>
                </a:cubicBezTo>
                <a:cubicBezTo>
                  <a:pt x="850135" y="574361"/>
                  <a:pt x="849433" y="566492"/>
                  <a:pt x="845624" y="559552"/>
                </a:cubicBezTo>
                <a:lnTo>
                  <a:pt x="845402" y="559143"/>
                </a:lnTo>
                <a:cubicBezTo>
                  <a:pt x="841334" y="552091"/>
                  <a:pt x="834714" y="547267"/>
                  <a:pt x="827392" y="545300"/>
                </a:cubicBezTo>
                <a:cubicBezTo>
                  <a:pt x="820033" y="543333"/>
                  <a:pt x="811934" y="544149"/>
                  <a:pt x="804907" y="548232"/>
                </a:cubicBezTo>
                <a:cubicBezTo>
                  <a:pt x="747475" y="581487"/>
                  <a:pt x="690041" y="614742"/>
                  <a:pt x="632613" y="648035"/>
                </a:cubicBezTo>
                <a:cubicBezTo>
                  <a:pt x="580358" y="682107"/>
                  <a:pt x="549700" y="676131"/>
                  <a:pt x="497259" y="653120"/>
                </a:cubicBezTo>
                <a:cubicBezTo>
                  <a:pt x="475107" y="643359"/>
                  <a:pt x="451291" y="632818"/>
                  <a:pt x="421151" y="631927"/>
                </a:cubicBezTo>
                <a:cubicBezTo>
                  <a:pt x="416824" y="632113"/>
                  <a:pt x="412756" y="629292"/>
                  <a:pt x="411609" y="624875"/>
                </a:cubicBezTo>
                <a:cubicBezTo>
                  <a:pt x="410278" y="619828"/>
                  <a:pt x="413274" y="614595"/>
                  <a:pt x="418303" y="613258"/>
                </a:cubicBezTo>
                <a:lnTo>
                  <a:pt x="563304" y="574249"/>
                </a:lnTo>
                <a:cubicBezTo>
                  <a:pt x="570848" y="572245"/>
                  <a:pt x="576913" y="567272"/>
                  <a:pt x="580537" y="560963"/>
                </a:cubicBezTo>
                <a:cubicBezTo>
                  <a:pt x="584161" y="554653"/>
                  <a:pt x="585419" y="546896"/>
                  <a:pt x="583385" y="539288"/>
                </a:cubicBezTo>
                <a:cubicBezTo>
                  <a:pt x="581351" y="531716"/>
                  <a:pt x="576432" y="525629"/>
                  <a:pt x="570109" y="521955"/>
                </a:cubicBezTo>
                <a:cubicBezTo>
                  <a:pt x="563822" y="518318"/>
                  <a:pt x="556092" y="517056"/>
                  <a:pt x="548549" y="519097"/>
                </a:cubicBezTo>
                <a:lnTo>
                  <a:pt x="438823" y="548901"/>
                </a:lnTo>
                <a:cubicBezTo>
                  <a:pt x="427470" y="551981"/>
                  <a:pt x="416449" y="553688"/>
                  <a:pt x="405281" y="553948"/>
                </a:cubicBezTo>
                <a:cubicBezTo>
                  <a:pt x="394149" y="554208"/>
                  <a:pt x="383017" y="553095"/>
                  <a:pt x="371517" y="550571"/>
                </a:cubicBezTo>
                <a:cubicBezTo>
                  <a:pt x="341487" y="544001"/>
                  <a:pt x="308500" y="542554"/>
                  <a:pt x="280357" y="551462"/>
                </a:cubicBezTo>
                <a:cubicBezTo>
                  <a:pt x="258316" y="558439"/>
                  <a:pt x="239159" y="571987"/>
                  <a:pt x="226956" y="594701"/>
                </a:cubicBezTo>
                <a:cubicBezTo>
                  <a:pt x="225920" y="596779"/>
                  <a:pt x="224145" y="598524"/>
                  <a:pt x="221816" y="599414"/>
                </a:cubicBezTo>
                <a:lnTo>
                  <a:pt x="119380" y="638125"/>
                </a:lnTo>
                <a:close/>
                <a:moveTo>
                  <a:pt x="73085" y="614633"/>
                </a:moveTo>
                <a:lnTo>
                  <a:pt x="23678" y="643286"/>
                </a:lnTo>
                <a:cubicBezTo>
                  <a:pt x="21422" y="644548"/>
                  <a:pt x="19906" y="646700"/>
                  <a:pt x="19277" y="649076"/>
                </a:cubicBezTo>
                <a:cubicBezTo>
                  <a:pt x="18648" y="651414"/>
                  <a:pt x="18907" y="654049"/>
                  <a:pt x="20164" y="656276"/>
                </a:cubicBezTo>
                <a:lnTo>
                  <a:pt x="131926" y="850534"/>
                </a:lnTo>
                <a:cubicBezTo>
                  <a:pt x="133220" y="852761"/>
                  <a:pt x="135328" y="854320"/>
                  <a:pt x="137695" y="854951"/>
                </a:cubicBezTo>
                <a:cubicBezTo>
                  <a:pt x="140061" y="855582"/>
                  <a:pt x="142687" y="855322"/>
                  <a:pt x="144943" y="854023"/>
                </a:cubicBezTo>
                <a:lnTo>
                  <a:pt x="194351" y="825407"/>
                </a:lnTo>
                <a:cubicBezTo>
                  <a:pt x="196570" y="824145"/>
                  <a:pt x="198086" y="821993"/>
                  <a:pt x="198715" y="819617"/>
                </a:cubicBezTo>
                <a:cubicBezTo>
                  <a:pt x="199343" y="817242"/>
                  <a:pt x="199085" y="814644"/>
                  <a:pt x="197827" y="812417"/>
                </a:cubicBezTo>
                <a:cubicBezTo>
                  <a:pt x="160587" y="747725"/>
                  <a:pt x="123309" y="682921"/>
                  <a:pt x="86066" y="618197"/>
                </a:cubicBezTo>
                <a:cubicBezTo>
                  <a:pt x="84809" y="615933"/>
                  <a:pt x="82664" y="614411"/>
                  <a:pt x="80297" y="613780"/>
                </a:cubicBezTo>
                <a:cubicBezTo>
                  <a:pt x="77930" y="613149"/>
                  <a:pt x="75341" y="613409"/>
                  <a:pt x="73122" y="614671"/>
                </a:cubicBezTo>
                <a:close/>
                <a:moveTo>
                  <a:pt x="771448" y="545710"/>
                </a:moveTo>
                <a:lnTo>
                  <a:pt x="771374" y="545562"/>
                </a:lnTo>
                <a:cubicBezTo>
                  <a:pt x="767306" y="538510"/>
                  <a:pt x="760687" y="533685"/>
                  <a:pt x="753365" y="531718"/>
                </a:cubicBezTo>
                <a:cubicBezTo>
                  <a:pt x="746005" y="529751"/>
                  <a:pt x="737907" y="530568"/>
                  <a:pt x="730880" y="534650"/>
                </a:cubicBezTo>
                <a:lnTo>
                  <a:pt x="558585" y="634454"/>
                </a:lnTo>
                <a:cubicBezTo>
                  <a:pt x="550190" y="639947"/>
                  <a:pt x="542276" y="644290"/>
                  <a:pt x="534769" y="647704"/>
                </a:cubicBezTo>
                <a:cubicBezTo>
                  <a:pt x="559769" y="655535"/>
                  <a:pt x="586063" y="655795"/>
                  <a:pt x="622268" y="632190"/>
                </a:cubicBezTo>
                <a:lnTo>
                  <a:pt x="771491" y="545748"/>
                </a:lnTo>
                <a:close/>
                <a:moveTo>
                  <a:pt x="538127" y="72271"/>
                </a:moveTo>
                <a:cubicBezTo>
                  <a:pt x="530176" y="68967"/>
                  <a:pt x="521930" y="66184"/>
                  <a:pt x="513497" y="63957"/>
                </a:cubicBezTo>
                <a:cubicBezTo>
                  <a:pt x="507802" y="62472"/>
                  <a:pt x="503031" y="59206"/>
                  <a:pt x="499667" y="54826"/>
                </a:cubicBezTo>
                <a:cubicBezTo>
                  <a:pt x="496301" y="50447"/>
                  <a:pt x="494341" y="44990"/>
                  <a:pt x="494341" y="39127"/>
                </a:cubicBezTo>
                <a:lnTo>
                  <a:pt x="494341" y="25728"/>
                </a:lnTo>
                <a:cubicBezTo>
                  <a:pt x="494341" y="23909"/>
                  <a:pt x="493565" y="22239"/>
                  <a:pt x="492381" y="21052"/>
                </a:cubicBezTo>
                <a:cubicBezTo>
                  <a:pt x="491198" y="19827"/>
                  <a:pt x="489534" y="19084"/>
                  <a:pt x="487722" y="19084"/>
                </a:cubicBezTo>
                <a:lnTo>
                  <a:pt x="442789" y="19084"/>
                </a:lnTo>
                <a:cubicBezTo>
                  <a:pt x="440977" y="19084"/>
                  <a:pt x="439313" y="19864"/>
                  <a:pt x="438129" y="21052"/>
                </a:cubicBezTo>
                <a:cubicBezTo>
                  <a:pt x="436946" y="22239"/>
                  <a:pt x="436169" y="23909"/>
                  <a:pt x="436169" y="25728"/>
                </a:cubicBezTo>
                <a:lnTo>
                  <a:pt x="436169" y="39164"/>
                </a:lnTo>
                <a:cubicBezTo>
                  <a:pt x="436169" y="45028"/>
                  <a:pt x="434209" y="50484"/>
                  <a:pt x="430844" y="54863"/>
                </a:cubicBezTo>
                <a:cubicBezTo>
                  <a:pt x="427479" y="59243"/>
                  <a:pt x="422708" y="62509"/>
                  <a:pt x="417013" y="63994"/>
                </a:cubicBezTo>
                <a:cubicBezTo>
                  <a:pt x="408618" y="66184"/>
                  <a:pt x="400372" y="68967"/>
                  <a:pt x="392420" y="72270"/>
                </a:cubicBezTo>
                <a:cubicBezTo>
                  <a:pt x="384284" y="75648"/>
                  <a:pt x="376444" y="79582"/>
                  <a:pt x="369047" y="83925"/>
                </a:cubicBezTo>
                <a:cubicBezTo>
                  <a:pt x="364018" y="86894"/>
                  <a:pt x="358323" y="87971"/>
                  <a:pt x="352887" y="87302"/>
                </a:cubicBezTo>
                <a:cubicBezTo>
                  <a:pt x="347413" y="86597"/>
                  <a:pt x="342162" y="84111"/>
                  <a:pt x="338020" y="79991"/>
                </a:cubicBezTo>
                <a:lnTo>
                  <a:pt x="328590" y="70489"/>
                </a:lnTo>
                <a:cubicBezTo>
                  <a:pt x="327259" y="69190"/>
                  <a:pt x="325557" y="68559"/>
                  <a:pt x="323856" y="68559"/>
                </a:cubicBezTo>
                <a:cubicBezTo>
                  <a:pt x="322155" y="68559"/>
                  <a:pt x="320454" y="69227"/>
                  <a:pt x="319196" y="70489"/>
                </a:cubicBezTo>
                <a:lnTo>
                  <a:pt x="287392" y="102409"/>
                </a:lnTo>
                <a:cubicBezTo>
                  <a:pt x="286098" y="103670"/>
                  <a:pt x="285469" y="105378"/>
                  <a:pt x="285469" y="107122"/>
                </a:cubicBezTo>
                <a:cubicBezTo>
                  <a:pt x="285469" y="108829"/>
                  <a:pt x="286135" y="110537"/>
                  <a:pt x="287392" y="111799"/>
                </a:cubicBezTo>
                <a:lnTo>
                  <a:pt x="296822" y="121337"/>
                </a:lnTo>
                <a:cubicBezTo>
                  <a:pt x="300964" y="125457"/>
                  <a:pt x="303442" y="130690"/>
                  <a:pt x="304145" y="136183"/>
                </a:cubicBezTo>
                <a:cubicBezTo>
                  <a:pt x="304810" y="141676"/>
                  <a:pt x="303738" y="147392"/>
                  <a:pt x="300779" y="152439"/>
                </a:cubicBezTo>
                <a:cubicBezTo>
                  <a:pt x="296416" y="159937"/>
                  <a:pt x="292496" y="167768"/>
                  <a:pt x="289167" y="175859"/>
                </a:cubicBezTo>
                <a:cubicBezTo>
                  <a:pt x="285875" y="183876"/>
                  <a:pt x="283065" y="192152"/>
                  <a:pt x="280883" y="200578"/>
                </a:cubicBezTo>
                <a:cubicBezTo>
                  <a:pt x="279441" y="206256"/>
                  <a:pt x="276149" y="211082"/>
                  <a:pt x="271823" y="214458"/>
                </a:cubicBezTo>
                <a:cubicBezTo>
                  <a:pt x="267422" y="217836"/>
                  <a:pt x="262022" y="219803"/>
                  <a:pt x="256180" y="219803"/>
                </a:cubicBezTo>
                <a:lnTo>
                  <a:pt x="242829" y="219803"/>
                </a:lnTo>
                <a:cubicBezTo>
                  <a:pt x="241017" y="219803"/>
                  <a:pt x="239353" y="220582"/>
                  <a:pt x="238169" y="221770"/>
                </a:cubicBezTo>
                <a:cubicBezTo>
                  <a:pt x="236986" y="222958"/>
                  <a:pt x="236209" y="224628"/>
                  <a:pt x="236209" y="226447"/>
                </a:cubicBezTo>
                <a:lnTo>
                  <a:pt x="236209" y="271542"/>
                </a:lnTo>
                <a:cubicBezTo>
                  <a:pt x="236209" y="273397"/>
                  <a:pt x="236949" y="275068"/>
                  <a:pt x="238132" y="276218"/>
                </a:cubicBezTo>
                <a:cubicBezTo>
                  <a:pt x="239390" y="277406"/>
                  <a:pt x="241054" y="278185"/>
                  <a:pt x="242866" y="278185"/>
                </a:cubicBezTo>
                <a:lnTo>
                  <a:pt x="256254" y="278185"/>
                </a:lnTo>
                <a:cubicBezTo>
                  <a:pt x="262097" y="278185"/>
                  <a:pt x="267533" y="280152"/>
                  <a:pt x="271896" y="283530"/>
                </a:cubicBezTo>
                <a:cubicBezTo>
                  <a:pt x="276223" y="286870"/>
                  <a:pt x="279515" y="291695"/>
                  <a:pt x="280994" y="297411"/>
                </a:cubicBezTo>
                <a:cubicBezTo>
                  <a:pt x="283176" y="305836"/>
                  <a:pt x="285950" y="314112"/>
                  <a:pt x="289241" y="322093"/>
                </a:cubicBezTo>
                <a:cubicBezTo>
                  <a:pt x="292606" y="330258"/>
                  <a:pt x="296526" y="338126"/>
                  <a:pt x="300853" y="345550"/>
                </a:cubicBezTo>
                <a:cubicBezTo>
                  <a:pt x="303812" y="350597"/>
                  <a:pt x="304884" y="356313"/>
                  <a:pt x="304219" y="361769"/>
                </a:cubicBezTo>
                <a:cubicBezTo>
                  <a:pt x="303516" y="367262"/>
                  <a:pt x="301038" y="372532"/>
                  <a:pt x="296933" y="376689"/>
                </a:cubicBezTo>
                <a:lnTo>
                  <a:pt x="287466" y="386153"/>
                </a:lnTo>
                <a:cubicBezTo>
                  <a:pt x="286172" y="387489"/>
                  <a:pt x="285543" y="389197"/>
                  <a:pt x="285543" y="390904"/>
                </a:cubicBezTo>
                <a:cubicBezTo>
                  <a:pt x="285543" y="392611"/>
                  <a:pt x="286209" y="394319"/>
                  <a:pt x="287466" y="395581"/>
                </a:cubicBezTo>
                <a:lnTo>
                  <a:pt x="319270" y="427500"/>
                </a:lnTo>
                <a:cubicBezTo>
                  <a:pt x="320528" y="428799"/>
                  <a:pt x="322229" y="429430"/>
                  <a:pt x="323967" y="429430"/>
                </a:cubicBezTo>
                <a:cubicBezTo>
                  <a:pt x="325668" y="429430"/>
                  <a:pt x="327369" y="428762"/>
                  <a:pt x="328627" y="427500"/>
                </a:cubicBezTo>
                <a:lnTo>
                  <a:pt x="338131" y="418036"/>
                </a:lnTo>
                <a:cubicBezTo>
                  <a:pt x="342236" y="413879"/>
                  <a:pt x="347450" y="411392"/>
                  <a:pt x="352924" y="410687"/>
                </a:cubicBezTo>
                <a:cubicBezTo>
                  <a:pt x="358397" y="410019"/>
                  <a:pt x="364092" y="411095"/>
                  <a:pt x="369121" y="414064"/>
                </a:cubicBezTo>
                <a:cubicBezTo>
                  <a:pt x="376591" y="418444"/>
                  <a:pt x="384395" y="422378"/>
                  <a:pt x="392456" y="425719"/>
                </a:cubicBezTo>
                <a:cubicBezTo>
                  <a:pt x="400444" y="429022"/>
                  <a:pt x="408691" y="431843"/>
                  <a:pt x="417086" y="434033"/>
                </a:cubicBezTo>
                <a:cubicBezTo>
                  <a:pt x="422744" y="435480"/>
                  <a:pt x="427552" y="438783"/>
                  <a:pt x="430917" y="443126"/>
                </a:cubicBezTo>
                <a:cubicBezTo>
                  <a:pt x="434282" y="447542"/>
                  <a:pt x="436242" y="452962"/>
                  <a:pt x="436242" y="458825"/>
                </a:cubicBezTo>
                <a:lnTo>
                  <a:pt x="436242" y="472224"/>
                </a:lnTo>
                <a:cubicBezTo>
                  <a:pt x="436242" y="474080"/>
                  <a:pt x="436982" y="475750"/>
                  <a:pt x="438165" y="476901"/>
                </a:cubicBezTo>
                <a:cubicBezTo>
                  <a:pt x="439423" y="478088"/>
                  <a:pt x="441087" y="478868"/>
                  <a:pt x="442899" y="478868"/>
                </a:cubicBezTo>
                <a:lnTo>
                  <a:pt x="487831" y="478868"/>
                </a:lnTo>
                <a:cubicBezTo>
                  <a:pt x="489680" y="478868"/>
                  <a:pt x="491345" y="478125"/>
                  <a:pt x="492491" y="476938"/>
                </a:cubicBezTo>
                <a:cubicBezTo>
                  <a:pt x="493712" y="475713"/>
                  <a:pt x="494451" y="474043"/>
                  <a:pt x="494451" y="472187"/>
                </a:cubicBezTo>
                <a:lnTo>
                  <a:pt x="494451" y="458751"/>
                </a:lnTo>
                <a:cubicBezTo>
                  <a:pt x="494451" y="452887"/>
                  <a:pt x="496411" y="447431"/>
                  <a:pt x="499776" y="443052"/>
                </a:cubicBezTo>
                <a:cubicBezTo>
                  <a:pt x="503142" y="438672"/>
                  <a:pt x="507912" y="435406"/>
                  <a:pt x="513607" y="433921"/>
                </a:cubicBezTo>
                <a:cubicBezTo>
                  <a:pt x="522002" y="431731"/>
                  <a:pt x="530249" y="428948"/>
                  <a:pt x="538200" y="425645"/>
                </a:cubicBezTo>
                <a:cubicBezTo>
                  <a:pt x="546336" y="422267"/>
                  <a:pt x="554176" y="418333"/>
                  <a:pt x="561573" y="413990"/>
                </a:cubicBezTo>
                <a:cubicBezTo>
                  <a:pt x="566603" y="411021"/>
                  <a:pt x="572298" y="409945"/>
                  <a:pt x="577734" y="410613"/>
                </a:cubicBezTo>
                <a:cubicBezTo>
                  <a:pt x="583207" y="411318"/>
                  <a:pt x="588458" y="413805"/>
                  <a:pt x="592600" y="417924"/>
                </a:cubicBezTo>
                <a:lnTo>
                  <a:pt x="602031" y="427426"/>
                </a:lnTo>
                <a:cubicBezTo>
                  <a:pt x="603362" y="428725"/>
                  <a:pt x="605063" y="429356"/>
                  <a:pt x="606764" y="429356"/>
                </a:cubicBezTo>
                <a:cubicBezTo>
                  <a:pt x="608465" y="429356"/>
                  <a:pt x="610166" y="428688"/>
                  <a:pt x="611424" y="427426"/>
                </a:cubicBezTo>
                <a:lnTo>
                  <a:pt x="643228" y="395507"/>
                </a:lnTo>
                <a:cubicBezTo>
                  <a:pt x="644523" y="394245"/>
                  <a:pt x="645151" y="392537"/>
                  <a:pt x="645151" y="390793"/>
                </a:cubicBezTo>
                <a:cubicBezTo>
                  <a:pt x="645151" y="389086"/>
                  <a:pt x="644486" y="387378"/>
                  <a:pt x="643228" y="386116"/>
                </a:cubicBezTo>
                <a:lnTo>
                  <a:pt x="633798" y="376578"/>
                </a:lnTo>
                <a:cubicBezTo>
                  <a:pt x="629656" y="372458"/>
                  <a:pt x="627178" y="367225"/>
                  <a:pt x="626476" y="361732"/>
                </a:cubicBezTo>
                <a:cubicBezTo>
                  <a:pt x="625810" y="356239"/>
                  <a:pt x="626882" y="350523"/>
                  <a:pt x="629841" y="345476"/>
                </a:cubicBezTo>
                <a:cubicBezTo>
                  <a:pt x="634205" y="337978"/>
                  <a:pt x="638125" y="330147"/>
                  <a:pt x="641453" y="322056"/>
                </a:cubicBezTo>
                <a:cubicBezTo>
                  <a:pt x="644745" y="314040"/>
                  <a:pt x="647555" y="305763"/>
                  <a:pt x="649737" y="297337"/>
                </a:cubicBezTo>
                <a:cubicBezTo>
                  <a:pt x="651180" y="291659"/>
                  <a:pt x="654471" y="286833"/>
                  <a:pt x="658798" y="283457"/>
                </a:cubicBezTo>
                <a:cubicBezTo>
                  <a:pt x="663199" y="280079"/>
                  <a:pt x="668598" y="278112"/>
                  <a:pt x="674441" y="278112"/>
                </a:cubicBezTo>
                <a:lnTo>
                  <a:pt x="687791" y="278112"/>
                </a:lnTo>
                <a:cubicBezTo>
                  <a:pt x="689640" y="278112"/>
                  <a:pt x="691305" y="277370"/>
                  <a:pt x="692451" y="276182"/>
                </a:cubicBezTo>
                <a:cubicBezTo>
                  <a:pt x="693671" y="274957"/>
                  <a:pt x="694411" y="273287"/>
                  <a:pt x="694411" y="271431"/>
                </a:cubicBezTo>
                <a:lnTo>
                  <a:pt x="694411" y="226336"/>
                </a:lnTo>
                <a:cubicBezTo>
                  <a:pt x="694411" y="224518"/>
                  <a:pt x="693634" y="222848"/>
                  <a:pt x="692451" y="221660"/>
                </a:cubicBezTo>
                <a:cubicBezTo>
                  <a:pt x="691268" y="220435"/>
                  <a:pt x="689603" y="219693"/>
                  <a:pt x="687791" y="219693"/>
                </a:cubicBezTo>
                <a:lnTo>
                  <a:pt x="674404" y="219693"/>
                </a:lnTo>
                <a:cubicBezTo>
                  <a:pt x="668561" y="219693"/>
                  <a:pt x="663124" y="217726"/>
                  <a:pt x="658761" y="214348"/>
                </a:cubicBezTo>
                <a:cubicBezTo>
                  <a:pt x="654397" y="210971"/>
                  <a:pt x="651143" y="206183"/>
                  <a:pt x="649663" y="200467"/>
                </a:cubicBezTo>
                <a:cubicBezTo>
                  <a:pt x="647481" y="192042"/>
                  <a:pt x="644708" y="183766"/>
                  <a:pt x="641417" y="175785"/>
                </a:cubicBezTo>
                <a:cubicBezTo>
                  <a:pt x="638051" y="167620"/>
                  <a:pt x="634131" y="159752"/>
                  <a:pt x="629804" y="152328"/>
                </a:cubicBezTo>
                <a:cubicBezTo>
                  <a:pt x="626845" y="147281"/>
                  <a:pt x="625773" y="141565"/>
                  <a:pt x="626439" y="136109"/>
                </a:cubicBezTo>
                <a:cubicBezTo>
                  <a:pt x="627141" y="130616"/>
                  <a:pt x="629619" y="125346"/>
                  <a:pt x="633724" y="121189"/>
                </a:cubicBezTo>
                <a:lnTo>
                  <a:pt x="643191" y="111725"/>
                </a:lnTo>
                <a:cubicBezTo>
                  <a:pt x="644486" y="110389"/>
                  <a:pt x="645114" y="108681"/>
                  <a:pt x="645114" y="106974"/>
                </a:cubicBezTo>
                <a:cubicBezTo>
                  <a:pt x="645114" y="105267"/>
                  <a:pt x="644449" y="103559"/>
                  <a:pt x="643191" y="102297"/>
                </a:cubicBezTo>
                <a:lnTo>
                  <a:pt x="611387" y="70378"/>
                </a:lnTo>
                <a:cubicBezTo>
                  <a:pt x="610130" y="69079"/>
                  <a:pt x="608428" y="68448"/>
                  <a:pt x="606690" y="68448"/>
                </a:cubicBezTo>
                <a:cubicBezTo>
                  <a:pt x="604989" y="68448"/>
                  <a:pt x="603288" y="69116"/>
                  <a:pt x="602031" y="70378"/>
                </a:cubicBezTo>
                <a:lnTo>
                  <a:pt x="592526" y="79842"/>
                </a:lnTo>
                <a:cubicBezTo>
                  <a:pt x="588422" y="83999"/>
                  <a:pt x="583207" y="86486"/>
                  <a:pt x="577734" y="87191"/>
                </a:cubicBezTo>
                <a:cubicBezTo>
                  <a:pt x="572261" y="87859"/>
                  <a:pt x="566602" y="86783"/>
                  <a:pt x="561536" y="83814"/>
                </a:cubicBezTo>
                <a:cubicBezTo>
                  <a:pt x="554103" y="79434"/>
                  <a:pt x="546300" y="75537"/>
                  <a:pt x="538201" y="72159"/>
                </a:cubicBezTo>
                <a:close/>
              </a:path>
            </a:pathLst>
          </a:custGeom>
          <a:solidFill>
            <a:srgbClr val="000000"/>
          </a:solidFill>
          <a:ln w="9438" cap="flat">
            <a:noFill/>
            <a:prstDash val="solid"/>
            <a:miter/>
          </a:ln>
        </p:spPr>
        <p:txBody>
          <a:bodyPr/>
          <a:lstStyle/>
          <a:p>
            <a:endParaRPr lang="en-US"/>
          </a:p>
        </p:txBody>
      </p:sp>
      <p:sp>
        <p:nvSpPr>
          <p:cNvPr id="14" name="Round Same Side Corner Rectangle 13">
            <a:extLst>
              <a:ext uri="{FF2B5EF4-FFF2-40B4-BE49-F238E27FC236}">
                <a16:creationId xmlns:a16="http://schemas.microsoft.com/office/drawing/2014/main" id="{053CAF6C-0BA3-BEC4-C090-93F454700BDB}"/>
              </a:ext>
              <a:ext uri="{C183D7F6-B498-43B3-948B-1728B52AA6E4}">
                <adec:decorative xmlns:adec="http://schemas.microsoft.com/office/drawing/2017/decorative" val="1"/>
              </a:ext>
            </a:extLst>
          </p:cNvPr>
          <p:cNvSpPr/>
          <p:nvPr/>
        </p:nvSpPr>
        <p:spPr>
          <a:xfrm>
            <a:off x="371475"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 Same Side Corner Rectangle 14">
            <a:extLst>
              <a:ext uri="{FF2B5EF4-FFF2-40B4-BE49-F238E27FC236}">
                <a16:creationId xmlns:a16="http://schemas.microsoft.com/office/drawing/2014/main" id="{5638C8F0-AFDC-2F94-FE14-3D6065B14460}"/>
              </a:ext>
              <a:ext uri="{C183D7F6-B498-43B3-948B-1728B52AA6E4}">
                <adec:decorative xmlns:adec="http://schemas.microsoft.com/office/drawing/2017/decorative" val="1"/>
              </a:ext>
            </a:extLst>
          </p:cNvPr>
          <p:cNvSpPr/>
          <p:nvPr/>
        </p:nvSpPr>
        <p:spPr>
          <a:xfrm>
            <a:off x="4253243"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a:extLst>
              <a:ext uri="{FF2B5EF4-FFF2-40B4-BE49-F238E27FC236}">
                <a16:creationId xmlns:a16="http://schemas.microsoft.com/office/drawing/2014/main" id="{49CFBAEF-C803-9A57-DC4A-61FAC46D2CC1}"/>
              </a:ext>
              <a:ext uri="{C183D7F6-B498-43B3-948B-1728B52AA6E4}">
                <adec:decorative xmlns:adec="http://schemas.microsoft.com/office/drawing/2017/decorative" val="1"/>
              </a:ext>
            </a:extLst>
          </p:cNvPr>
          <p:cNvSpPr/>
          <p:nvPr/>
        </p:nvSpPr>
        <p:spPr>
          <a:xfrm>
            <a:off x="8135012"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3170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3A96-A75A-BBCC-51F7-290EA7ADE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87C4E-9433-62D9-114A-782734CC825A}"/>
              </a:ext>
            </a:extLst>
          </p:cNvPr>
          <p:cNvSpPr>
            <a:spLocks noGrp="1"/>
          </p:cNvSpPr>
          <p:nvPr>
            <p:ph type="title"/>
          </p:nvPr>
        </p:nvSpPr>
        <p:spPr>
          <a:xfrm>
            <a:off x="360363" y="360363"/>
            <a:ext cx="11460162" cy="1169551"/>
          </a:xfrm>
        </p:spPr>
        <p:txBody>
          <a:bodyPr/>
          <a:lstStyle/>
          <a:p>
            <a:r>
              <a:rPr lang="en-US" sz="1200" cap="all">
                <a:solidFill>
                  <a:prstClr val="black">
                    <a:lumMod val="50000"/>
                    <a:lumOff val="50000"/>
                  </a:prstClr>
                </a:solidFill>
              </a:rPr>
              <a:t>CASE STUDY: Indigo Airlines</a:t>
            </a:r>
            <a:br>
              <a:rPr lang="en-US"/>
            </a:br>
            <a:r>
              <a:rPr lang="en-US"/>
              <a:t>We Helped Indigo Create Accessible </a:t>
            </a:r>
            <a:br>
              <a:rPr lang="en-US"/>
            </a:br>
            <a:r>
              <a:rPr lang="en-US"/>
              <a:t>Booking and Travel Experiences</a:t>
            </a:r>
          </a:p>
        </p:txBody>
      </p:sp>
      <p:pic>
        <p:nvPicPr>
          <p:cNvPr id="10" name="Picture 9" descr="IndiGo Airlines Logo">
            <a:extLst>
              <a:ext uri="{FF2B5EF4-FFF2-40B4-BE49-F238E27FC236}">
                <a16:creationId xmlns:a16="http://schemas.microsoft.com/office/drawing/2014/main" id="{20352B97-6FD7-0A40-2FB9-9CE3E1655B7F}"/>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17985" b="17985"/>
          <a:stretch>
            <a:fillRect/>
          </a:stretch>
        </p:blipFill>
        <p:spPr bwMode="auto">
          <a:xfrm>
            <a:off x="10526128" y="409008"/>
            <a:ext cx="1305509" cy="46377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0483D30-D6E1-A0FF-58CD-3BA77BBA7C59}"/>
              </a:ext>
            </a:extLst>
          </p:cNvPr>
          <p:cNvSpPr/>
          <p:nvPr/>
        </p:nvSpPr>
        <p:spPr>
          <a:xfrm>
            <a:off x="371475"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mj-lt"/>
                <a:ea typeface="+mn-ea"/>
                <a:cs typeface="+mn-cs"/>
              </a:rPr>
              <a:t>Challenge</a:t>
            </a:r>
          </a:p>
        </p:txBody>
      </p:sp>
      <p:sp>
        <p:nvSpPr>
          <p:cNvPr id="6" name="TextBox 5">
            <a:extLst>
              <a:ext uri="{FF2B5EF4-FFF2-40B4-BE49-F238E27FC236}">
                <a16:creationId xmlns:a16="http://schemas.microsoft.com/office/drawing/2014/main" id="{3BB8E32C-E44A-5FBD-511D-23C82E24DD35}"/>
              </a:ext>
            </a:extLst>
          </p:cNvPr>
          <p:cNvSpPr txBox="1"/>
          <p:nvPr/>
        </p:nvSpPr>
        <p:spPr>
          <a:xfrm>
            <a:off x="371475" y="3606876"/>
            <a:ext cx="36311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a:solidFill>
                  <a:srgbClr val="282828"/>
                </a:solidFill>
                <a:latin typeface="+mj-lt"/>
              </a:rPr>
              <a:t>Indigo needed to make their travel booking and ticketing platforms accessible to meet global accessibility standards and serve all customers.</a:t>
            </a:r>
          </a:p>
        </p:txBody>
      </p:sp>
      <p:sp>
        <p:nvSpPr>
          <p:cNvPr id="8" name="Rectangle 7">
            <a:extLst>
              <a:ext uri="{FF2B5EF4-FFF2-40B4-BE49-F238E27FC236}">
                <a16:creationId xmlns:a16="http://schemas.microsoft.com/office/drawing/2014/main" id="{F3E37B0A-C90B-2536-A2C1-D856DF5F9ECA}"/>
              </a:ext>
            </a:extLst>
          </p:cNvPr>
          <p:cNvSpPr/>
          <p:nvPr/>
        </p:nvSpPr>
        <p:spPr>
          <a:xfrm>
            <a:off x="4253243"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Solution</a:t>
            </a:r>
          </a:p>
        </p:txBody>
      </p:sp>
      <p:sp>
        <p:nvSpPr>
          <p:cNvPr id="21" name="TextBox 20">
            <a:extLst>
              <a:ext uri="{FF2B5EF4-FFF2-40B4-BE49-F238E27FC236}">
                <a16:creationId xmlns:a16="http://schemas.microsoft.com/office/drawing/2014/main" id="{9366FED6-E81C-2AAD-75C9-153BFB79535D}"/>
              </a:ext>
            </a:extLst>
          </p:cNvPr>
          <p:cNvSpPr txBox="1"/>
          <p:nvPr/>
        </p:nvSpPr>
        <p:spPr>
          <a:xfrm>
            <a:off x="4247688" y="3606876"/>
            <a:ext cx="3696625"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err="1">
                <a:solidFill>
                  <a:srgbClr val="282828"/>
                </a:solidFill>
                <a:latin typeface="+mj-lt"/>
              </a:rPr>
              <a:t>IAccessible</a:t>
            </a:r>
            <a:r>
              <a:rPr lang="en-US" sz="1400">
                <a:solidFill>
                  <a:srgbClr val="282828"/>
                </a:solidFill>
                <a:latin typeface="+mj-lt"/>
              </a:rPr>
              <a:t> audited booking flows, tested with assistive technology users, and provided detailed recommendations for accessible travel experiences.</a:t>
            </a:r>
          </a:p>
        </p:txBody>
      </p:sp>
      <p:sp>
        <p:nvSpPr>
          <p:cNvPr id="9" name="Rectangle 8">
            <a:extLst>
              <a:ext uri="{FF2B5EF4-FFF2-40B4-BE49-F238E27FC236}">
                <a16:creationId xmlns:a16="http://schemas.microsoft.com/office/drawing/2014/main" id="{F0CC0512-E935-926A-CA66-DC0CDC5ACE38}"/>
              </a:ext>
            </a:extLst>
          </p:cNvPr>
          <p:cNvSpPr/>
          <p:nvPr/>
        </p:nvSpPr>
        <p:spPr>
          <a:xfrm>
            <a:off x="8135012"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Outcome</a:t>
            </a:r>
          </a:p>
        </p:txBody>
      </p:sp>
      <p:sp>
        <p:nvSpPr>
          <p:cNvPr id="24" name="TextBox 23">
            <a:extLst>
              <a:ext uri="{FF2B5EF4-FFF2-40B4-BE49-F238E27FC236}">
                <a16:creationId xmlns:a16="http://schemas.microsoft.com/office/drawing/2014/main" id="{9EAF8B6A-686A-8AEC-4155-356521ADF184}"/>
              </a:ext>
            </a:extLst>
          </p:cNvPr>
          <p:cNvSpPr txBox="1"/>
          <p:nvPr/>
        </p:nvSpPr>
        <p:spPr>
          <a:xfrm>
            <a:off x="8130998" y="3606876"/>
            <a:ext cx="36895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a:solidFill>
                  <a:srgbClr val="282828"/>
                </a:solidFill>
                <a:latin typeface="+mj-lt"/>
              </a:rPr>
              <a:t>Met global accessibility standards. Improved booking experience for customers with disabilities across web and mobile.</a:t>
            </a:r>
          </a:p>
        </p:txBody>
      </p:sp>
      <p:sp>
        <p:nvSpPr>
          <p:cNvPr id="3" name="Slide Number Placeholder 2">
            <a:extLst>
              <a:ext uri="{FF2B5EF4-FFF2-40B4-BE49-F238E27FC236}">
                <a16:creationId xmlns:a16="http://schemas.microsoft.com/office/drawing/2014/main" id="{2743D94B-4219-64EF-364B-7FE94412EFB8}"/>
              </a:ext>
              <a:ext uri="{C183D7F6-B498-43B3-948B-1728B52AA6E4}">
                <adec:decorative xmlns:adec="http://schemas.microsoft.com/office/drawing/2017/decorative" val="1"/>
              </a:ext>
            </a:extLst>
          </p:cNvPr>
          <p:cNvSpPr>
            <a:spLocks noGrp="1"/>
          </p:cNvSpPr>
          <p:nvPr>
            <p:ph type="sldNum" sz="quarter" idx="12"/>
          </p:nvPr>
        </p:nvSpPr>
        <p:spPr>
          <a:xfrm>
            <a:off x="11515345" y="6446330"/>
            <a:ext cx="305179" cy="123111"/>
          </a:xfrm>
        </p:spPr>
        <p:txBody>
          <a:bodyPr/>
          <a:lstStyle/>
          <a:p>
            <a:fld id="{EFBDB023-C1A5-4ABF-B6D8-70426759D17D}" type="slidenum">
              <a:rPr lang="en-IN" smtClean="0"/>
              <a:pPr/>
              <a:t>24</a:t>
            </a:fld>
            <a:endParaRPr lang="en-IN"/>
          </a:p>
        </p:txBody>
      </p:sp>
      <p:sp>
        <p:nvSpPr>
          <p:cNvPr id="30" name="Freeform 29">
            <a:extLst>
              <a:ext uri="{FF2B5EF4-FFF2-40B4-BE49-F238E27FC236}">
                <a16:creationId xmlns:a16="http://schemas.microsoft.com/office/drawing/2014/main" id="{CE58E9EF-9C7B-77B2-B7C7-25E731F0055A}"/>
              </a:ext>
              <a:ext uri="{C183D7F6-B498-43B3-948B-1728B52AA6E4}">
                <adec:decorative xmlns:adec="http://schemas.microsoft.com/office/drawing/2017/decorative" val="1"/>
              </a:ext>
            </a:extLst>
          </p:cNvPr>
          <p:cNvSpPr>
            <a:spLocks noChangeAspect="1"/>
          </p:cNvSpPr>
          <p:nvPr/>
        </p:nvSpPr>
        <p:spPr>
          <a:xfrm>
            <a:off x="5818841" y="2203462"/>
            <a:ext cx="565428" cy="567456"/>
          </a:xfrm>
          <a:custGeom>
            <a:avLst/>
            <a:gdLst>
              <a:gd name="csX0" fmla="*/ 827038 w 827843"/>
              <a:gd name="csY0" fmla="*/ 530109 h 830812"/>
              <a:gd name="csX1" fmla="*/ 805108 w 827843"/>
              <a:gd name="csY1" fmla="*/ 560914 h 830812"/>
              <a:gd name="csX2" fmla="*/ 528597 w 827843"/>
              <a:gd name="csY2" fmla="*/ 721138 h 830812"/>
              <a:gd name="csX3" fmla="*/ 444242 w 827843"/>
              <a:gd name="csY3" fmla="*/ 743815 h 830812"/>
              <a:gd name="csX4" fmla="*/ 357853 w 827843"/>
              <a:gd name="csY4" fmla="*/ 743815 h 830812"/>
              <a:gd name="csX5" fmla="*/ 314806 w 827843"/>
              <a:gd name="csY5" fmla="*/ 768682 h 830812"/>
              <a:gd name="csX6" fmla="*/ 282004 w 827843"/>
              <a:gd name="csY6" fmla="*/ 825728 h 830812"/>
              <a:gd name="csX7" fmla="*/ 273239 w 827843"/>
              <a:gd name="csY7" fmla="*/ 830813 h 830812"/>
              <a:gd name="csX8" fmla="*/ 268210 w 827843"/>
              <a:gd name="csY8" fmla="*/ 829440 h 830812"/>
              <a:gd name="csX9" fmla="*/ 264512 w 827843"/>
              <a:gd name="csY9" fmla="*/ 815596 h 830812"/>
              <a:gd name="csX10" fmla="*/ 297314 w 827843"/>
              <a:gd name="csY10" fmla="*/ 758550 h 830812"/>
              <a:gd name="csX11" fmla="*/ 357852 w 827843"/>
              <a:gd name="csY11" fmla="*/ 723550 h 830812"/>
              <a:gd name="csX12" fmla="*/ 444241 w 827843"/>
              <a:gd name="csY12" fmla="*/ 723550 h 830812"/>
              <a:gd name="csX13" fmla="*/ 518501 w 827843"/>
              <a:gd name="csY13" fmla="*/ 703582 h 830812"/>
              <a:gd name="csX14" fmla="*/ 795011 w 827843"/>
              <a:gd name="csY14" fmla="*/ 543359 h 830812"/>
              <a:gd name="csX15" fmla="*/ 807216 w 827843"/>
              <a:gd name="csY15" fmla="*/ 526285 h 830812"/>
              <a:gd name="csX16" fmla="*/ 802186 w 827843"/>
              <a:gd name="csY16" fmla="*/ 505872 h 830812"/>
              <a:gd name="csX17" fmla="*/ 703300 w 827843"/>
              <a:gd name="csY17" fmla="*/ 505019 h 830812"/>
              <a:gd name="csX18" fmla="*/ 539876 w 827843"/>
              <a:gd name="csY18" fmla="*/ 599699 h 830812"/>
              <a:gd name="csX19" fmla="*/ 529078 w 827843"/>
              <a:gd name="csY19" fmla="*/ 633696 h 830812"/>
              <a:gd name="csX20" fmla="*/ 494759 w 827843"/>
              <a:gd name="csY20" fmla="*/ 649396 h 830812"/>
              <a:gd name="csX21" fmla="*/ 355372 w 827843"/>
              <a:gd name="csY21" fmla="*/ 649396 h 830812"/>
              <a:gd name="csX22" fmla="*/ 345277 w 827843"/>
              <a:gd name="csY22" fmla="*/ 639263 h 830812"/>
              <a:gd name="csX23" fmla="*/ 355372 w 827843"/>
              <a:gd name="csY23" fmla="*/ 629131 h 830812"/>
              <a:gd name="csX24" fmla="*/ 494759 w 827843"/>
              <a:gd name="csY24" fmla="*/ 629131 h 830812"/>
              <a:gd name="csX25" fmla="*/ 513841 w 827843"/>
              <a:gd name="csY25" fmla="*/ 620446 h 830812"/>
              <a:gd name="csX26" fmla="*/ 519647 w 827843"/>
              <a:gd name="csY26" fmla="*/ 600255 h 830812"/>
              <a:gd name="csX27" fmla="*/ 519093 w 827843"/>
              <a:gd name="csY27" fmla="*/ 597101 h 830812"/>
              <a:gd name="csX28" fmla="*/ 518908 w 827843"/>
              <a:gd name="csY28" fmla="*/ 596210 h 830812"/>
              <a:gd name="csX29" fmla="*/ 434479 w 827843"/>
              <a:gd name="csY29" fmla="*/ 549890 h 830812"/>
              <a:gd name="csX30" fmla="*/ 305156 w 827843"/>
              <a:gd name="csY30" fmla="*/ 549964 h 830812"/>
              <a:gd name="csX31" fmla="*/ 302530 w 827843"/>
              <a:gd name="csY31" fmla="*/ 549630 h 830812"/>
              <a:gd name="csX32" fmla="*/ 124725 w 827843"/>
              <a:gd name="csY32" fmla="*/ 635329 h 830812"/>
              <a:gd name="csX33" fmla="*/ 116072 w 827843"/>
              <a:gd name="csY33" fmla="*/ 653553 h 830812"/>
              <a:gd name="csX34" fmla="*/ 18843 w 827843"/>
              <a:gd name="csY34" fmla="*/ 822537 h 830812"/>
              <a:gd name="csX35" fmla="*/ 5049 w 827843"/>
              <a:gd name="csY35" fmla="*/ 826248 h 830812"/>
              <a:gd name="csX36" fmla="*/ 1351 w 827843"/>
              <a:gd name="csY36" fmla="*/ 812405 h 830812"/>
              <a:gd name="csX37" fmla="*/ 98580 w 827843"/>
              <a:gd name="csY37" fmla="*/ 643383 h 830812"/>
              <a:gd name="csX38" fmla="*/ 106272 w 827843"/>
              <a:gd name="csY38" fmla="*/ 627090 h 830812"/>
              <a:gd name="csX39" fmla="*/ 306486 w 827843"/>
              <a:gd name="csY39" fmla="*/ 529661 h 830812"/>
              <a:gd name="csX40" fmla="*/ 434445 w 827843"/>
              <a:gd name="csY40" fmla="*/ 529661 h 830812"/>
              <a:gd name="csX41" fmla="*/ 534439 w 827843"/>
              <a:gd name="csY41" fmla="*/ 579470 h 830812"/>
              <a:gd name="csX42" fmla="*/ 693233 w 827843"/>
              <a:gd name="csY42" fmla="*/ 487461 h 830812"/>
              <a:gd name="csX43" fmla="*/ 818050 w 827843"/>
              <a:gd name="csY43" fmla="*/ 493326 h 830812"/>
              <a:gd name="csX44" fmla="*/ 827036 w 827843"/>
              <a:gd name="csY44" fmla="*/ 530107 h 830812"/>
              <a:gd name="csX45" fmla="*/ 354857 w 827843"/>
              <a:gd name="csY45" fmla="*/ 225358 h 830812"/>
              <a:gd name="csX46" fmla="*/ 512809 w 827843"/>
              <a:gd name="csY46" fmla="*/ 66835 h 830812"/>
              <a:gd name="csX47" fmla="*/ 670761 w 827843"/>
              <a:gd name="csY47" fmla="*/ 225358 h 830812"/>
              <a:gd name="csX48" fmla="*/ 621132 w 827843"/>
              <a:gd name="csY48" fmla="*/ 340716 h 830812"/>
              <a:gd name="csX49" fmla="*/ 602641 w 827843"/>
              <a:gd name="csY49" fmla="*/ 376866 h 830812"/>
              <a:gd name="csX50" fmla="*/ 621613 w 827843"/>
              <a:gd name="csY50" fmla="*/ 404517 h 830812"/>
              <a:gd name="csX51" fmla="*/ 614254 w 827843"/>
              <a:gd name="csY51" fmla="*/ 424077 h 830812"/>
              <a:gd name="csX52" fmla="*/ 621613 w 827843"/>
              <a:gd name="csY52" fmla="*/ 443637 h 830812"/>
              <a:gd name="csX53" fmla="*/ 592028 w 827843"/>
              <a:gd name="csY53" fmla="*/ 473329 h 830812"/>
              <a:gd name="csX54" fmla="*/ 581303 w 827843"/>
              <a:gd name="csY54" fmla="*/ 473329 h 830812"/>
              <a:gd name="csX55" fmla="*/ 575756 w 827843"/>
              <a:gd name="csY55" fmla="*/ 488546 h 830812"/>
              <a:gd name="csX56" fmla="*/ 539625 w 827843"/>
              <a:gd name="csY56" fmla="*/ 513896 h 830812"/>
              <a:gd name="csX57" fmla="*/ 486001 w 827843"/>
              <a:gd name="csY57" fmla="*/ 513896 h 830812"/>
              <a:gd name="csX58" fmla="*/ 449871 w 827843"/>
              <a:gd name="csY58" fmla="*/ 488546 h 830812"/>
              <a:gd name="csX59" fmla="*/ 444323 w 827843"/>
              <a:gd name="csY59" fmla="*/ 473329 h 830812"/>
              <a:gd name="csX60" fmla="*/ 433599 w 827843"/>
              <a:gd name="csY60" fmla="*/ 473329 h 830812"/>
              <a:gd name="csX61" fmla="*/ 404014 w 827843"/>
              <a:gd name="csY61" fmla="*/ 443637 h 830812"/>
              <a:gd name="csX62" fmla="*/ 411373 w 827843"/>
              <a:gd name="csY62" fmla="*/ 424077 h 830812"/>
              <a:gd name="csX63" fmla="*/ 404014 w 827843"/>
              <a:gd name="csY63" fmla="*/ 404517 h 830812"/>
              <a:gd name="csX64" fmla="*/ 422985 w 827843"/>
              <a:gd name="csY64" fmla="*/ 376866 h 830812"/>
              <a:gd name="csX65" fmla="*/ 404494 w 827843"/>
              <a:gd name="csY65" fmla="*/ 340716 h 830812"/>
              <a:gd name="csX66" fmla="*/ 354865 w 827843"/>
              <a:gd name="csY66" fmla="*/ 225358 h 830812"/>
              <a:gd name="csX67" fmla="*/ 559776 w 827843"/>
              <a:gd name="csY67" fmla="*/ 473366 h 830812"/>
              <a:gd name="csX68" fmla="*/ 465843 w 827843"/>
              <a:gd name="csY68" fmla="*/ 473366 h 830812"/>
              <a:gd name="csX69" fmla="*/ 468839 w 827843"/>
              <a:gd name="csY69" fmla="*/ 481605 h 830812"/>
              <a:gd name="csX70" fmla="*/ 485998 w 827843"/>
              <a:gd name="csY70" fmla="*/ 493630 h 830812"/>
              <a:gd name="csX71" fmla="*/ 539622 w 827843"/>
              <a:gd name="csY71" fmla="*/ 493630 h 830812"/>
              <a:gd name="csX72" fmla="*/ 556781 w 827843"/>
              <a:gd name="csY72" fmla="*/ 481605 h 830812"/>
              <a:gd name="csX73" fmla="*/ 601380 w 827843"/>
              <a:gd name="csY73" fmla="*/ 443674 h 830812"/>
              <a:gd name="csX74" fmla="*/ 591987 w 827843"/>
              <a:gd name="csY74" fmla="*/ 434246 h 830812"/>
              <a:gd name="csX75" fmla="*/ 433600 w 827843"/>
              <a:gd name="csY75" fmla="*/ 434246 h 830812"/>
              <a:gd name="csX76" fmla="*/ 424206 w 827843"/>
              <a:gd name="csY76" fmla="*/ 443674 h 830812"/>
              <a:gd name="csX77" fmla="*/ 433600 w 827843"/>
              <a:gd name="csY77" fmla="*/ 453101 h 830812"/>
              <a:gd name="csX78" fmla="*/ 591987 w 827843"/>
              <a:gd name="csY78" fmla="*/ 453101 h 830812"/>
              <a:gd name="csX79" fmla="*/ 601380 w 827843"/>
              <a:gd name="csY79" fmla="*/ 443674 h 830812"/>
              <a:gd name="csX80" fmla="*/ 601380 w 827843"/>
              <a:gd name="csY80" fmla="*/ 404517 h 830812"/>
              <a:gd name="csX81" fmla="*/ 591987 w 827843"/>
              <a:gd name="csY81" fmla="*/ 395090 h 830812"/>
              <a:gd name="csX82" fmla="*/ 433600 w 827843"/>
              <a:gd name="csY82" fmla="*/ 395090 h 830812"/>
              <a:gd name="csX83" fmla="*/ 424206 w 827843"/>
              <a:gd name="csY83" fmla="*/ 404517 h 830812"/>
              <a:gd name="csX84" fmla="*/ 433600 w 827843"/>
              <a:gd name="csY84" fmla="*/ 413944 h 830812"/>
              <a:gd name="csX85" fmla="*/ 591987 w 827843"/>
              <a:gd name="csY85" fmla="*/ 413944 h 830812"/>
              <a:gd name="csX86" fmla="*/ 601380 w 827843"/>
              <a:gd name="csY86" fmla="*/ 404517 h 830812"/>
              <a:gd name="csX87" fmla="*/ 375056 w 827843"/>
              <a:gd name="csY87" fmla="*/ 225367 h 830812"/>
              <a:gd name="csX88" fmla="*/ 418324 w 827843"/>
              <a:gd name="csY88" fmla="*/ 325987 h 830812"/>
              <a:gd name="csX89" fmla="*/ 443065 w 827843"/>
              <a:gd name="csY89" fmla="*/ 374831 h 830812"/>
              <a:gd name="csX90" fmla="*/ 582518 w 827843"/>
              <a:gd name="csY90" fmla="*/ 374831 h 830812"/>
              <a:gd name="csX91" fmla="*/ 607259 w 827843"/>
              <a:gd name="csY91" fmla="*/ 325987 h 830812"/>
              <a:gd name="csX92" fmla="*/ 650527 w 827843"/>
              <a:gd name="csY92" fmla="*/ 225367 h 830812"/>
              <a:gd name="csX93" fmla="*/ 512769 w 827843"/>
              <a:gd name="csY93" fmla="*/ 87111 h 830812"/>
              <a:gd name="csX94" fmla="*/ 375048 w 827843"/>
              <a:gd name="csY94" fmla="*/ 225367 h 830812"/>
              <a:gd name="csX95" fmla="*/ 512814 w 827843"/>
              <a:gd name="csY95" fmla="*/ 49846 h 830812"/>
              <a:gd name="csX96" fmla="*/ 522910 w 827843"/>
              <a:gd name="csY96" fmla="*/ 39713 h 830812"/>
              <a:gd name="csX97" fmla="*/ 522910 w 827843"/>
              <a:gd name="csY97" fmla="*/ 10132 h 830812"/>
              <a:gd name="csX98" fmla="*/ 512814 w 827843"/>
              <a:gd name="csY98" fmla="*/ 0 h 830812"/>
              <a:gd name="csX99" fmla="*/ 502718 w 827843"/>
              <a:gd name="csY99" fmla="*/ 10132 h 830812"/>
              <a:gd name="csX100" fmla="*/ 502718 w 827843"/>
              <a:gd name="csY100" fmla="*/ 39750 h 830812"/>
              <a:gd name="csX101" fmla="*/ 512814 w 827843"/>
              <a:gd name="csY101" fmla="*/ 49846 h 830812"/>
              <a:gd name="csX102" fmla="*/ 643576 w 827843"/>
              <a:gd name="csY102" fmla="*/ 104220 h 830812"/>
              <a:gd name="csX103" fmla="*/ 650714 w 827843"/>
              <a:gd name="csY103" fmla="*/ 101251 h 830812"/>
              <a:gd name="csX104" fmla="*/ 671571 w 827843"/>
              <a:gd name="csY104" fmla="*/ 80318 h 830812"/>
              <a:gd name="csX105" fmla="*/ 671571 w 827843"/>
              <a:gd name="csY105" fmla="*/ 65992 h 830812"/>
              <a:gd name="csX106" fmla="*/ 657296 w 827843"/>
              <a:gd name="csY106" fmla="*/ 65992 h 830812"/>
              <a:gd name="csX107" fmla="*/ 636439 w 827843"/>
              <a:gd name="csY107" fmla="*/ 86924 h 830812"/>
              <a:gd name="csX108" fmla="*/ 636439 w 827843"/>
              <a:gd name="csY108" fmla="*/ 101251 h 830812"/>
              <a:gd name="csX109" fmla="*/ 643576 w 827843"/>
              <a:gd name="csY109" fmla="*/ 104220 h 830812"/>
              <a:gd name="csX110" fmla="*/ 697754 w 827843"/>
              <a:gd name="csY110" fmla="*/ 235492 h 830812"/>
              <a:gd name="csX111" fmla="*/ 727266 w 827843"/>
              <a:gd name="csY111" fmla="*/ 235492 h 830812"/>
              <a:gd name="csX112" fmla="*/ 737362 w 827843"/>
              <a:gd name="csY112" fmla="*/ 225360 h 830812"/>
              <a:gd name="csX113" fmla="*/ 727266 w 827843"/>
              <a:gd name="csY113" fmla="*/ 215228 h 830812"/>
              <a:gd name="csX114" fmla="*/ 697754 w 827843"/>
              <a:gd name="csY114" fmla="*/ 215228 h 830812"/>
              <a:gd name="csX115" fmla="*/ 687659 w 827843"/>
              <a:gd name="csY115" fmla="*/ 225360 h 830812"/>
              <a:gd name="csX116" fmla="*/ 697754 w 827843"/>
              <a:gd name="csY116" fmla="*/ 235492 h 830812"/>
              <a:gd name="csX117" fmla="*/ 374873 w 827843"/>
              <a:gd name="csY117" fmla="*/ 101246 h 830812"/>
              <a:gd name="csX118" fmla="*/ 382011 w 827843"/>
              <a:gd name="csY118" fmla="*/ 104215 h 830812"/>
              <a:gd name="csX119" fmla="*/ 389148 w 827843"/>
              <a:gd name="csY119" fmla="*/ 101246 h 830812"/>
              <a:gd name="csX120" fmla="*/ 389148 w 827843"/>
              <a:gd name="csY120" fmla="*/ 86920 h 830812"/>
              <a:gd name="csX121" fmla="*/ 368291 w 827843"/>
              <a:gd name="csY121" fmla="*/ 65987 h 830812"/>
              <a:gd name="csX122" fmla="*/ 354016 w 827843"/>
              <a:gd name="csY122" fmla="*/ 65987 h 830812"/>
              <a:gd name="csX123" fmla="*/ 354016 w 827843"/>
              <a:gd name="csY123" fmla="*/ 80313 h 830812"/>
              <a:gd name="csX124" fmla="*/ 361153 w 827843"/>
              <a:gd name="csY124" fmla="*/ 387697 h 830812"/>
              <a:gd name="csX125" fmla="*/ 368291 w 827843"/>
              <a:gd name="csY125" fmla="*/ 384727 h 830812"/>
              <a:gd name="csX126" fmla="*/ 389148 w 827843"/>
              <a:gd name="csY126" fmla="*/ 363795 h 830812"/>
              <a:gd name="csX127" fmla="*/ 389148 w 827843"/>
              <a:gd name="csY127" fmla="*/ 349468 h 830812"/>
              <a:gd name="csX128" fmla="*/ 374873 w 827843"/>
              <a:gd name="csY128" fmla="*/ 349468 h 830812"/>
              <a:gd name="csX129" fmla="*/ 354016 w 827843"/>
              <a:gd name="csY129" fmla="*/ 370401 h 830812"/>
              <a:gd name="csX130" fmla="*/ 354016 w 827843"/>
              <a:gd name="csY130" fmla="*/ 384727 h 830812"/>
              <a:gd name="csX131" fmla="*/ 361153 w 827843"/>
              <a:gd name="csY131" fmla="*/ 387697 h 830812"/>
              <a:gd name="csX132" fmla="*/ 298322 w 827843"/>
              <a:gd name="csY132" fmla="*/ 235483 h 830812"/>
              <a:gd name="csX133" fmla="*/ 327833 w 827843"/>
              <a:gd name="csY133" fmla="*/ 235483 h 830812"/>
              <a:gd name="csX134" fmla="*/ 337929 w 827843"/>
              <a:gd name="csY134" fmla="*/ 225350 h 830812"/>
              <a:gd name="csX135" fmla="*/ 327833 w 827843"/>
              <a:gd name="csY135" fmla="*/ 215218 h 830812"/>
              <a:gd name="csX136" fmla="*/ 298322 w 827843"/>
              <a:gd name="csY136" fmla="*/ 215218 h 830812"/>
              <a:gd name="csX137" fmla="*/ 288226 w 827843"/>
              <a:gd name="csY137" fmla="*/ 225350 h 830812"/>
              <a:gd name="csX138" fmla="*/ 298322 w 827843"/>
              <a:gd name="csY138" fmla="*/ 235483 h 830812"/>
              <a:gd name="csX139" fmla="*/ 650760 w 827843"/>
              <a:gd name="csY139" fmla="*/ 349463 h 830812"/>
              <a:gd name="csX140" fmla="*/ 636485 w 827843"/>
              <a:gd name="csY140" fmla="*/ 349463 h 830812"/>
              <a:gd name="csX141" fmla="*/ 636485 w 827843"/>
              <a:gd name="csY141" fmla="*/ 363789 h 830812"/>
              <a:gd name="csX142" fmla="*/ 657342 w 827843"/>
              <a:gd name="csY142" fmla="*/ 384722 h 830812"/>
              <a:gd name="csX143" fmla="*/ 664480 w 827843"/>
              <a:gd name="csY143" fmla="*/ 387691 h 830812"/>
              <a:gd name="csX144" fmla="*/ 671617 w 827843"/>
              <a:gd name="csY144" fmla="*/ 384722 h 830812"/>
              <a:gd name="csX145" fmla="*/ 671617 w 827843"/>
              <a:gd name="csY145" fmla="*/ 370395 h 830812"/>
              <a:gd name="csX146" fmla="*/ 408568 w 827843"/>
              <a:gd name="csY146" fmla="*/ 209648 h 830812"/>
              <a:gd name="csX147" fmla="*/ 422990 w 827843"/>
              <a:gd name="csY147" fmla="*/ 188344 h 830812"/>
              <a:gd name="csX148" fmla="*/ 448212 w 827843"/>
              <a:gd name="csY148" fmla="*/ 183519 h 830812"/>
              <a:gd name="csX149" fmla="*/ 469440 w 827843"/>
              <a:gd name="csY149" fmla="*/ 197994 h 830812"/>
              <a:gd name="csX150" fmla="*/ 483974 w 827843"/>
              <a:gd name="csY150" fmla="*/ 220188 h 830812"/>
              <a:gd name="csX151" fmla="*/ 559934 w 827843"/>
              <a:gd name="csY151" fmla="*/ 165444 h 830812"/>
              <a:gd name="csX152" fmla="*/ 584933 w 827843"/>
              <a:gd name="csY152" fmla="*/ 159542 h 830812"/>
              <a:gd name="csX153" fmla="*/ 606789 w 827843"/>
              <a:gd name="csY153" fmla="*/ 173127 h 830812"/>
              <a:gd name="csX154" fmla="*/ 612669 w 827843"/>
              <a:gd name="csY154" fmla="*/ 198216 h 830812"/>
              <a:gd name="csX155" fmla="*/ 599134 w 827843"/>
              <a:gd name="csY155" fmla="*/ 220151 h 830812"/>
              <a:gd name="csX156" fmla="*/ 494804 w 827843"/>
              <a:gd name="csY156" fmla="*/ 295347 h 830812"/>
              <a:gd name="csX157" fmla="*/ 475352 w 827843"/>
              <a:gd name="csY157" fmla="*/ 301694 h 830812"/>
              <a:gd name="csX158" fmla="*/ 469139 w 827843"/>
              <a:gd name="csY158" fmla="*/ 301100 h 830812"/>
              <a:gd name="csX159" fmla="*/ 447209 w 827843"/>
              <a:gd name="csY159" fmla="*/ 286476 h 830812"/>
              <a:gd name="csX160" fmla="*/ 413445 w 827843"/>
              <a:gd name="csY160" fmla="*/ 234960 h 830812"/>
              <a:gd name="csX161" fmla="*/ 408564 w 827843"/>
              <a:gd name="csY161" fmla="*/ 209647 h 830812"/>
              <a:gd name="csX162" fmla="*/ 430277 w 827843"/>
              <a:gd name="csY162" fmla="*/ 223826 h 830812"/>
              <a:gd name="csX163" fmla="*/ 464041 w 827843"/>
              <a:gd name="csY163" fmla="*/ 275343 h 830812"/>
              <a:gd name="csX164" fmla="*/ 472805 w 827843"/>
              <a:gd name="csY164" fmla="*/ 281170 h 830812"/>
              <a:gd name="csX165" fmla="*/ 483049 w 827843"/>
              <a:gd name="csY165" fmla="*/ 278868 h 830812"/>
              <a:gd name="csX166" fmla="*/ 587407 w 827843"/>
              <a:gd name="csY166" fmla="*/ 203636 h 830812"/>
              <a:gd name="csX167" fmla="*/ 592769 w 827843"/>
              <a:gd name="csY167" fmla="*/ 194914 h 830812"/>
              <a:gd name="csX168" fmla="*/ 590439 w 827843"/>
              <a:gd name="csY168" fmla="*/ 184929 h 830812"/>
              <a:gd name="csX169" fmla="*/ 581748 w 827843"/>
              <a:gd name="csY169" fmla="*/ 179511 h 830812"/>
              <a:gd name="csX170" fmla="*/ 571800 w 827843"/>
              <a:gd name="csY170" fmla="*/ 181849 h 830812"/>
              <a:gd name="csX171" fmla="*/ 487297 w 827843"/>
              <a:gd name="csY171" fmla="*/ 242755 h 830812"/>
              <a:gd name="csX172" fmla="*/ 479568 w 827843"/>
              <a:gd name="csY172" fmla="*/ 244500 h 830812"/>
              <a:gd name="csX173" fmla="*/ 472985 w 827843"/>
              <a:gd name="csY173" fmla="*/ 240120 h 830812"/>
              <a:gd name="csX174" fmla="*/ 452646 w 827843"/>
              <a:gd name="csY174" fmla="*/ 209092 h 830812"/>
              <a:gd name="csX175" fmla="*/ 434155 w 827843"/>
              <a:gd name="csY175" fmla="*/ 205232 h 830812"/>
              <a:gd name="csX176" fmla="*/ 428423 w 827843"/>
              <a:gd name="csY176" fmla="*/ 213731 h 830812"/>
              <a:gd name="csX177" fmla="*/ 430272 w 827843"/>
              <a:gd name="csY177" fmla="*/ 223827 h 830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Lst>
            <a:rect l="l" t="t" r="r" b="b"/>
            <a:pathLst>
              <a:path w="827843" h="830812">
                <a:moveTo>
                  <a:pt x="827038" y="530109"/>
                </a:moveTo>
                <a:cubicBezTo>
                  <a:pt x="824560" y="543062"/>
                  <a:pt x="816572" y="554271"/>
                  <a:pt x="805108" y="560914"/>
                </a:cubicBezTo>
                <a:lnTo>
                  <a:pt x="528597" y="721138"/>
                </a:lnTo>
                <a:cubicBezTo>
                  <a:pt x="501896" y="736615"/>
                  <a:pt x="475085" y="743815"/>
                  <a:pt x="444242" y="743815"/>
                </a:cubicBezTo>
                <a:lnTo>
                  <a:pt x="357853" y="743815"/>
                </a:lnTo>
                <a:cubicBezTo>
                  <a:pt x="336515" y="743815"/>
                  <a:pt x="328415" y="745003"/>
                  <a:pt x="314806" y="768682"/>
                </a:cubicBezTo>
                <a:lnTo>
                  <a:pt x="282004" y="825728"/>
                </a:lnTo>
                <a:cubicBezTo>
                  <a:pt x="280118" y="828994"/>
                  <a:pt x="276752" y="830813"/>
                  <a:pt x="273239" y="830813"/>
                </a:cubicBezTo>
                <a:cubicBezTo>
                  <a:pt x="271538" y="830813"/>
                  <a:pt x="269800" y="830368"/>
                  <a:pt x="268210" y="829440"/>
                </a:cubicBezTo>
                <a:cubicBezTo>
                  <a:pt x="263365" y="826656"/>
                  <a:pt x="261738" y="820458"/>
                  <a:pt x="264512" y="815596"/>
                </a:cubicBezTo>
                <a:lnTo>
                  <a:pt x="297314" y="758550"/>
                </a:lnTo>
                <a:cubicBezTo>
                  <a:pt x="316101" y="725926"/>
                  <a:pt x="332705" y="723550"/>
                  <a:pt x="357852" y="723550"/>
                </a:cubicBezTo>
                <a:lnTo>
                  <a:pt x="444241" y="723550"/>
                </a:lnTo>
                <a:cubicBezTo>
                  <a:pt x="471755" y="723550"/>
                  <a:pt x="494647" y="717389"/>
                  <a:pt x="518501" y="703582"/>
                </a:cubicBezTo>
                <a:lnTo>
                  <a:pt x="795011" y="543359"/>
                </a:lnTo>
                <a:cubicBezTo>
                  <a:pt x="801372" y="539684"/>
                  <a:pt x="805810" y="533449"/>
                  <a:pt x="807216" y="526285"/>
                </a:cubicBezTo>
                <a:cubicBezTo>
                  <a:pt x="808584" y="519122"/>
                  <a:pt x="806772" y="511699"/>
                  <a:pt x="802186" y="505872"/>
                </a:cubicBezTo>
                <a:cubicBezTo>
                  <a:pt x="787023" y="486573"/>
                  <a:pt x="753075" y="476180"/>
                  <a:pt x="703300" y="505019"/>
                </a:cubicBezTo>
                <a:lnTo>
                  <a:pt x="539876" y="599699"/>
                </a:lnTo>
                <a:cubicBezTo>
                  <a:pt x="541023" y="612059"/>
                  <a:pt x="537140" y="624344"/>
                  <a:pt x="529078" y="633696"/>
                </a:cubicBezTo>
                <a:cubicBezTo>
                  <a:pt x="520498" y="643681"/>
                  <a:pt x="507961" y="649396"/>
                  <a:pt x="494759" y="649396"/>
                </a:cubicBezTo>
                <a:lnTo>
                  <a:pt x="355372" y="649396"/>
                </a:lnTo>
                <a:cubicBezTo>
                  <a:pt x="349788" y="649396"/>
                  <a:pt x="345277" y="644868"/>
                  <a:pt x="345277" y="639263"/>
                </a:cubicBezTo>
                <a:cubicBezTo>
                  <a:pt x="345277" y="633659"/>
                  <a:pt x="349788" y="629131"/>
                  <a:pt x="355372" y="629131"/>
                </a:cubicBezTo>
                <a:lnTo>
                  <a:pt x="494759" y="629131"/>
                </a:lnTo>
                <a:cubicBezTo>
                  <a:pt x="502118" y="629131"/>
                  <a:pt x="509071" y="625976"/>
                  <a:pt x="513841" y="620446"/>
                </a:cubicBezTo>
                <a:cubicBezTo>
                  <a:pt x="518612" y="614916"/>
                  <a:pt x="520720" y="607567"/>
                  <a:pt x="519647" y="600255"/>
                </a:cubicBezTo>
                <a:cubicBezTo>
                  <a:pt x="519499" y="599216"/>
                  <a:pt x="519315" y="598177"/>
                  <a:pt x="519093" y="597101"/>
                </a:cubicBezTo>
                <a:cubicBezTo>
                  <a:pt x="519019" y="596804"/>
                  <a:pt x="518945" y="596507"/>
                  <a:pt x="518908" y="596210"/>
                </a:cubicBezTo>
                <a:cubicBezTo>
                  <a:pt x="513398" y="573124"/>
                  <a:pt x="488768" y="549890"/>
                  <a:pt x="434479" y="549890"/>
                </a:cubicBezTo>
                <a:lnTo>
                  <a:pt x="305156" y="549964"/>
                </a:lnTo>
                <a:cubicBezTo>
                  <a:pt x="304268" y="549964"/>
                  <a:pt x="303381" y="549853"/>
                  <a:pt x="302530" y="549630"/>
                </a:cubicBezTo>
                <a:cubicBezTo>
                  <a:pt x="177202" y="515930"/>
                  <a:pt x="144360" y="590643"/>
                  <a:pt x="124725" y="635329"/>
                </a:cubicBezTo>
                <a:cubicBezTo>
                  <a:pt x="121545" y="642529"/>
                  <a:pt x="118845" y="648728"/>
                  <a:pt x="116072" y="653553"/>
                </a:cubicBezTo>
                <a:lnTo>
                  <a:pt x="18843" y="822537"/>
                </a:lnTo>
                <a:cubicBezTo>
                  <a:pt x="16069" y="827399"/>
                  <a:pt x="9893" y="829032"/>
                  <a:pt x="5049" y="826248"/>
                </a:cubicBezTo>
                <a:cubicBezTo>
                  <a:pt x="204" y="823465"/>
                  <a:pt x="-1423" y="817266"/>
                  <a:pt x="1351" y="812405"/>
                </a:cubicBezTo>
                <a:lnTo>
                  <a:pt x="98580" y="643383"/>
                </a:lnTo>
                <a:cubicBezTo>
                  <a:pt x="100799" y="639523"/>
                  <a:pt x="103350" y="633770"/>
                  <a:pt x="106272" y="627090"/>
                </a:cubicBezTo>
                <a:cubicBezTo>
                  <a:pt x="125502" y="583330"/>
                  <a:pt x="165479" y="492359"/>
                  <a:pt x="306486" y="529661"/>
                </a:cubicBezTo>
                <a:lnTo>
                  <a:pt x="434445" y="529661"/>
                </a:lnTo>
                <a:cubicBezTo>
                  <a:pt x="491951" y="529661"/>
                  <a:pt x="522609" y="553044"/>
                  <a:pt x="534439" y="579470"/>
                </a:cubicBezTo>
                <a:lnTo>
                  <a:pt x="693233" y="487461"/>
                </a:lnTo>
                <a:cubicBezTo>
                  <a:pt x="754142" y="452165"/>
                  <a:pt x="797667" y="467345"/>
                  <a:pt x="818050" y="493326"/>
                </a:cubicBezTo>
                <a:cubicBezTo>
                  <a:pt x="826223" y="503755"/>
                  <a:pt x="829514" y="517191"/>
                  <a:pt x="827036" y="530107"/>
                </a:cubicBezTo>
                <a:close/>
                <a:moveTo>
                  <a:pt x="354857" y="225358"/>
                </a:moveTo>
                <a:cubicBezTo>
                  <a:pt x="354857" y="137952"/>
                  <a:pt x="425714" y="66835"/>
                  <a:pt x="512809" y="66835"/>
                </a:cubicBezTo>
                <a:cubicBezTo>
                  <a:pt x="599901" y="66835"/>
                  <a:pt x="670761" y="137948"/>
                  <a:pt x="670761" y="225358"/>
                </a:cubicBezTo>
                <a:cubicBezTo>
                  <a:pt x="670761" y="269488"/>
                  <a:pt x="653121" y="310426"/>
                  <a:pt x="621132" y="340716"/>
                </a:cubicBezTo>
                <a:cubicBezTo>
                  <a:pt x="610518" y="350774"/>
                  <a:pt x="604343" y="362910"/>
                  <a:pt x="602641" y="376866"/>
                </a:cubicBezTo>
                <a:cubicBezTo>
                  <a:pt x="613699" y="381171"/>
                  <a:pt x="621613" y="391897"/>
                  <a:pt x="621613" y="404517"/>
                </a:cubicBezTo>
                <a:cubicBezTo>
                  <a:pt x="621613" y="412014"/>
                  <a:pt x="618839" y="418843"/>
                  <a:pt x="614254" y="424077"/>
                </a:cubicBezTo>
                <a:cubicBezTo>
                  <a:pt x="618839" y="429310"/>
                  <a:pt x="621613" y="436176"/>
                  <a:pt x="621613" y="443637"/>
                </a:cubicBezTo>
                <a:cubicBezTo>
                  <a:pt x="621613" y="460005"/>
                  <a:pt x="608337" y="473329"/>
                  <a:pt x="592028" y="473329"/>
                </a:cubicBezTo>
                <a:lnTo>
                  <a:pt x="581303" y="473329"/>
                </a:lnTo>
                <a:lnTo>
                  <a:pt x="575756" y="488546"/>
                </a:lnTo>
                <a:cubicBezTo>
                  <a:pt x="570135" y="503949"/>
                  <a:pt x="555971" y="513896"/>
                  <a:pt x="539625" y="513896"/>
                </a:cubicBezTo>
                <a:lnTo>
                  <a:pt x="486001" y="513896"/>
                </a:lnTo>
                <a:cubicBezTo>
                  <a:pt x="469692" y="513896"/>
                  <a:pt x="455491" y="503949"/>
                  <a:pt x="449871" y="488546"/>
                </a:cubicBezTo>
                <a:lnTo>
                  <a:pt x="444323" y="473329"/>
                </a:lnTo>
                <a:lnTo>
                  <a:pt x="433599" y="473329"/>
                </a:lnTo>
                <a:cubicBezTo>
                  <a:pt x="417290" y="473329"/>
                  <a:pt x="404014" y="460005"/>
                  <a:pt x="404014" y="443637"/>
                </a:cubicBezTo>
                <a:cubicBezTo>
                  <a:pt x="404014" y="436139"/>
                  <a:pt x="406787" y="429310"/>
                  <a:pt x="411373" y="424077"/>
                </a:cubicBezTo>
                <a:cubicBezTo>
                  <a:pt x="406787" y="418844"/>
                  <a:pt x="404014" y="411978"/>
                  <a:pt x="404014" y="404517"/>
                </a:cubicBezTo>
                <a:cubicBezTo>
                  <a:pt x="404014" y="391898"/>
                  <a:pt x="411928" y="381172"/>
                  <a:pt x="422985" y="376866"/>
                </a:cubicBezTo>
                <a:cubicBezTo>
                  <a:pt x="421284" y="362910"/>
                  <a:pt x="415108" y="350737"/>
                  <a:pt x="404494" y="340716"/>
                </a:cubicBezTo>
                <a:cubicBezTo>
                  <a:pt x="372506" y="310430"/>
                  <a:pt x="354865" y="269491"/>
                  <a:pt x="354865" y="225358"/>
                </a:cubicBezTo>
                <a:close/>
                <a:moveTo>
                  <a:pt x="559776" y="473366"/>
                </a:moveTo>
                <a:lnTo>
                  <a:pt x="465843" y="473366"/>
                </a:lnTo>
                <a:lnTo>
                  <a:pt x="468839" y="481605"/>
                </a:lnTo>
                <a:cubicBezTo>
                  <a:pt x="471538" y="489028"/>
                  <a:pt x="478121" y="493630"/>
                  <a:pt x="485998" y="493630"/>
                </a:cubicBezTo>
                <a:lnTo>
                  <a:pt x="539622" y="493630"/>
                </a:lnTo>
                <a:cubicBezTo>
                  <a:pt x="547499" y="493630"/>
                  <a:pt x="554081" y="489028"/>
                  <a:pt x="556781" y="481605"/>
                </a:cubicBezTo>
                <a:close/>
                <a:moveTo>
                  <a:pt x="601380" y="443674"/>
                </a:moveTo>
                <a:cubicBezTo>
                  <a:pt x="601380" y="438478"/>
                  <a:pt x="597165" y="434246"/>
                  <a:pt x="591987" y="434246"/>
                </a:cubicBezTo>
                <a:lnTo>
                  <a:pt x="433600" y="434246"/>
                </a:lnTo>
                <a:cubicBezTo>
                  <a:pt x="428422" y="434246"/>
                  <a:pt x="424206" y="438477"/>
                  <a:pt x="424206" y="443674"/>
                </a:cubicBezTo>
                <a:cubicBezTo>
                  <a:pt x="424206" y="448870"/>
                  <a:pt x="428422" y="453101"/>
                  <a:pt x="433600" y="453101"/>
                </a:cubicBezTo>
                <a:lnTo>
                  <a:pt x="591987" y="453101"/>
                </a:lnTo>
                <a:cubicBezTo>
                  <a:pt x="597165" y="453101"/>
                  <a:pt x="601380" y="448870"/>
                  <a:pt x="601380" y="443674"/>
                </a:cubicBezTo>
                <a:close/>
                <a:moveTo>
                  <a:pt x="601380" y="404517"/>
                </a:moveTo>
                <a:cubicBezTo>
                  <a:pt x="601380" y="399321"/>
                  <a:pt x="597165" y="395090"/>
                  <a:pt x="591987" y="395090"/>
                </a:cubicBezTo>
                <a:lnTo>
                  <a:pt x="433600" y="395090"/>
                </a:lnTo>
                <a:cubicBezTo>
                  <a:pt x="428422" y="395090"/>
                  <a:pt x="424206" y="399321"/>
                  <a:pt x="424206" y="404517"/>
                </a:cubicBezTo>
                <a:cubicBezTo>
                  <a:pt x="424206" y="409713"/>
                  <a:pt x="428422" y="413944"/>
                  <a:pt x="433600" y="413944"/>
                </a:cubicBezTo>
                <a:lnTo>
                  <a:pt x="591987" y="413944"/>
                </a:lnTo>
                <a:cubicBezTo>
                  <a:pt x="597165" y="413981"/>
                  <a:pt x="601380" y="409713"/>
                  <a:pt x="601380" y="404517"/>
                </a:cubicBezTo>
                <a:close/>
                <a:moveTo>
                  <a:pt x="375056" y="225367"/>
                </a:moveTo>
                <a:cubicBezTo>
                  <a:pt x="375056" y="263855"/>
                  <a:pt x="390440" y="299560"/>
                  <a:pt x="418324" y="325987"/>
                </a:cubicBezTo>
                <a:cubicBezTo>
                  <a:pt x="432636" y="339535"/>
                  <a:pt x="440883" y="355939"/>
                  <a:pt x="443065" y="374831"/>
                </a:cubicBezTo>
                <a:lnTo>
                  <a:pt x="582518" y="374831"/>
                </a:lnTo>
                <a:cubicBezTo>
                  <a:pt x="584663" y="355939"/>
                  <a:pt x="592947" y="339535"/>
                  <a:pt x="607259" y="325987"/>
                </a:cubicBezTo>
                <a:cubicBezTo>
                  <a:pt x="635180" y="299599"/>
                  <a:pt x="650527" y="263856"/>
                  <a:pt x="650527" y="225367"/>
                </a:cubicBezTo>
                <a:cubicBezTo>
                  <a:pt x="650527" y="149132"/>
                  <a:pt x="588731" y="87111"/>
                  <a:pt x="512769" y="87111"/>
                </a:cubicBezTo>
                <a:cubicBezTo>
                  <a:pt x="436846" y="87111"/>
                  <a:pt x="375048" y="149130"/>
                  <a:pt x="375048" y="225367"/>
                </a:cubicBezTo>
                <a:close/>
                <a:moveTo>
                  <a:pt x="512814" y="49846"/>
                </a:moveTo>
                <a:cubicBezTo>
                  <a:pt x="518398" y="49846"/>
                  <a:pt x="522910" y="45318"/>
                  <a:pt x="522910" y="39713"/>
                </a:cubicBezTo>
                <a:lnTo>
                  <a:pt x="522910" y="10132"/>
                </a:lnTo>
                <a:cubicBezTo>
                  <a:pt x="522910" y="4528"/>
                  <a:pt x="518398" y="0"/>
                  <a:pt x="512814" y="0"/>
                </a:cubicBezTo>
                <a:cubicBezTo>
                  <a:pt x="507230" y="0"/>
                  <a:pt x="502718" y="4528"/>
                  <a:pt x="502718" y="10132"/>
                </a:cubicBezTo>
                <a:lnTo>
                  <a:pt x="502718" y="39750"/>
                </a:lnTo>
                <a:cubicBezTo>
                  <a:pt x="502718" y="45318"/>
                  <a:pt x="507230" y="49846"/>
                  <a:pt x="512814" y="49846"/>
                </a:cubicBezTo>
                <a:close/>
                <a:moveTo>
                  <a:pt x="643576" y="104220"/>
                </a:moveTo>
                <a:cubicBezTo>
                  <a:pt x="646165" y="104220"/>
                  <a:pt x="648754" y="103218"/>
                  <a:pt x="650714" y="101251"/>
                </a:cubicBezTo>
                <a:lnTo>
                  <a:pt x="671571" y="80318"/>
                </a:lnTo>
                <a:cubicBezTo>
                  <a:pt x="675528" y="76347"/>
                  <a:pt x="675528" y="69963"/>
                  <a:pt x="671571" y="65992"/>
                </a:cubicBezTo>
                <a:cubicBezTo>
                  <a:pt x="667614" y="62020"/>
                  <a:pt x="661253" y="62020"/>
                  <a:pt x="657296" y="65992"/>
                </a:cubicBezTo>
                <a:lnTo>
                  <a:pt x="636439" y="86924"/>
                </a:lnTo>
                <a:cubicBezTo>
                  <a:pt x="632482" y="90896"/>
                  <a:pt x="632482" y="97279"/>
                  <a:pt x="636439" y="101251"/>
                </a:cubicBezTo>
                <a:cubicBezTo>
                  <a:pt x="638436" y="103255"/>
                  <a:pt x="641025" y="104220"/>
                  <a:pt x="643576" y="104220"/>
                </a:cubicBezTo>
                <a:close/>
                <a:moveTo>
                  <a:pt x="697754" y="235492"/>
                </a:moveTo>
                <a:lnTo>
                  <a:pt x="727266" y="235492"/>
                </a:lnTo>
                <a:cubicBezTo>
                  <a:pt x="732850" y="235492"/>
                  <a:pt x="737362" y="230964"/>
                  <a:pt x="737362" y="225360"/>
                </a:cubicBezTo>
                <a:cubicBezTo>
                  <a:pt x="737362" y="219756"/>
                  <a:pt x="732850" y="215228"/>
                  <a:pt x="727266" y="215228"/>
                </a:cubicBezTo>
                <a:lnTo>
                  <a:pt x="697754" y="215228"/>
                </a:lnTo>
                <a:cubicBezTo>
                  <a:pt x="692170" y="215228"/>
                  <a:pt x="687659" y="219756"/>
                  <a:pt x="687659" y="225360"/>
                </a:cubicBezTo>
                <a:cubicBezTo>
                  <a:pt x="687659" y="230964"/>
                  <a:pt x="692207" y="235492"/>
                  <a:pt x="697754" y="235492"/>
                </a:cubicBezTo>
                <a:close/>
                <a:moveTo>
                  <a:pt x="374873" y="101246"/>
                </a:moveTo>
                <a:cubicBezTo>
                  <a:pt x="376833" y="103213"/>
                  <a:pt x="379422" y="104215"/>
                  <a:pt x="382011" y="104215"/>
                </a:cubicBezTo>
                <a:cubicBezTo>
                  <a:pt x="384599" y="104215"/>
                  <a:pt x="387188" y="103213"/>
                  <a:pt x="389148" y="101246"/>
                </a:cubicBezTo>
                <a:cubicBezTo>
                  <a:pt x="393105" y="97275"/>
                  <a:pt x="393105" y="90891"/>
                  <a:pt x="389148" y="86920"/>
                </a:cubicBezTo>
                <a:lnTo>
                  <a:pt x="368291" y="65987"/>
                </a:lnTo>
                <a:cubicBezTo>
                  <a:pt x="364334" y="62016"/>
                  <a:pt x="357973" y="62016"/>
                  <a:pt x="354016" y="65987"/>
                </a:cubicBezTo>
                <a:cubicBezTo>
                  <a:pt x="350059" y="69958"/>
                  <a:pt x="350059" y="76342"/>
                  <a:pt x="354016" y="80313"/>
                </a:cubicBezTo>
                <a:close/>
                <a:moveTo>
                  <a:pt x="361153" y="387697"/>
                </a:moveTo>
                <a:cubicBezTo>
                  <a:pt x="363742" y="387697"/>
                  <a:pt x="366331" y="386694"/>
                  <a:pt x="368291" y="384727"/>
                </a:cubicBezTo>
                <a:lnTo>
                  <a:pt x="389148" y="363795"/>
                </a:lnTo>
                <a:cubicBezTo>
                  <a:pt x="393105" y="359823"/>
                  <a:pt x="393105" y="353440"/>
                  <a:pt x="389148" y="349468"/>
                </a:cubicBezTo>
                <a:cubicBezTo>
                  <a:pt x="385191" y="345497"/>
                  <a:pt x="378830" y="345497"/>
                  <a:pt x="374873" y="349468"/>
                </a:cubicBezTo>
                <a:lnTo>
                  <a:pt x="354016" y="370401"/>
                </a:lnTo>
                <a:cubicBezTo>
                  <a:pt x="350059" y="374372"/>
                  <a:pt x="350059" y="380756"/>
                  <a:pt x="354016" y="384727"/>
                </a:cubicBezTo>
                <a:cubicBezTo>
                  <a:pt x="355976" y="386694"/>
                  <a:pt x="358565" y="387697"/>
                  <a:pt x="361153" y="387697"/>
                </a:cubicBezTo>
                <a:close/>
                <a:moveTo>
                  <a:pt x="298322" y="235483"/>
                </a:moveTo>
                <a:lnTo>
                  <a:pt x="327833" y="235483"/>
                </a:lnTo>
                <a:cubicBezTo>
                  <a:pt x="333417" y="235483"/>
                  <a:pt x="337929" y="230955"/>
                  <a:pt x="337929" y="225350"/>
                </a:cubicBezTo>
                <a:cubicBezTo>
                  <a:pt x="337929" y="219746"/>
                  <a:pt x="333417" y="215218"/>
                  <a:pt x="327833" y="215218"/>
                </a:cubicBezTo>
                <a:lnTo>
                  <a:pt x="298322" y="215218"/>
                </a:lnTo>
                <a:cubicBezTo>
                  <a:pt x="292737" y="215218"/>
                  <a:pt x="288226" y="219746"/>
                  <a:pt x="288226" y="225350"/>
                </a:cubicBezTo>
                <a:cubicBezTo>
                  <a:pt x="288226" y="230955"/>
                  <a:pt x="292737" y="235483"/>
                  <a:pt x="298322" y="235483"/>
                </a:cubicBezTo>
                <a:close/>
                <a:moveTo>
                  <a:pt x="650760" y="349463"/>
                </a:moveTo>
                <a:cubicBezTo>
                  <a:pt x="646803" y="345491"/>
                  <a:pt x="640442" y="345491"/>
                  <a:pt x="636485" y="349463"/>
                </a:cubicBezTo>
                <a:cubicBezTo>
                  <a:pt x="632528" y="353434"/>
                  <a:pt x="632528" y="359817"/>
                  <a:pt x="636485" y="363789"/>
                </a:cubicBezTo>
                <a:lnTo>
                  <a:pt x="657342" y="384722"/>
                </a:lnTo>
                <a:cubicBezTo>
                  <a:pt x="659302" y="386689"/>
                  <a:pt x="661891" y="387691"/>
                  <a:pt x="664480" y="387691"/>
                </a:cubicBezTo>
                <a:cubicBezTo>
                  <a:pt x="667069" y="387691"/>
                  <a:pt x="669657" y="386689"/>
                  <a:pt x="671617" y="384722"/>
                </a:cubicBezTo>
                <a:cubicBezTo>
                  <a:pt x="675574" y="380750"/>
                  <a:pt x="675574" y="374367"/>
                  <a:pt x="671617" y="370395"/>
                </a:cubicBezTo>
                <a:close/>
                <a:moveTo>
                  <a:pt x="408568" y="209648"/>
                </a:moveTo>
                <a:cubicBezTo>
                  <a:pt x="410380" y="200852"/>
                  <a:pt x="415521" y="193280"/>
                  <a:pt x="422990" y="188344"/>
                </a:cubicBezTo>
                <a:cubicBezTo>
                  <a:pt x="430498" y="183408"/>
                  <a:pt x="439447" y="181700"/>
                  <a:pt x="448212" y="183519"/>
                </a:cubicBezTo>
                <a:cubicBezTo>
                  <a:pt x="456977" y="185338"/>
                  <a:pt x="464522" y="190497"/>
                  <a:pt x="469440" y="197994"/>
                </a:cubicBezTo>
                <a:lnTo>
                  <a:pt x="483974" y="220188"/>
                </a:lnTo>
                <a:lnTo>
                  <a:pt x="559934" y="165444"/>
                </a:lnTo>
                <a:cubicBezTo>
                  <a:pt x="567219" y="160210"/>
                  <a:pt x="576094" y="158095"/>
                  <a:pt x="584933" y="159542"/>
                </a:cubicBezTo>
                <a:cubicBezTo>
                  <a:pt x="593771" y="160990"/>
                  <a:pt x="601538" y="165815"/>
                  <a:pt x="606789" y="173127"/>
                </a:cubicBezTo>
                <a:cubicBezTo>
                  <a:pt x="612041" y="180438"/>
                  <a:pt x="614111" y="189346"/>
                  <a:pt x="612669" y="198216"/>
                </a:cubicBezTo>
                <a:cubicBezTo>
                  <a:pt x="611227" y="207087"/>
                  <a:pt x="606419" y="214881"/>
                  <a:pt x="599134" y="220151"/>
                </a:cubicBezTo>
                <a:lnTo>
                  <a:pt x="494804" y="295347"/>
                </a:lnTo>
                <a:cubicBezTo>
                  <a:pt x="489035" y="299504"/>
                  <a:pt x="482305" y="301694"/>
                  <a:pt x="475352" y="301694"/>
                </a:cubicBezTo>
                <a:cubicBezTo>
                  <a:pt x="473281" y="301694"/>
                  <a:pt x="471210" y="301508"/>
                  <a:pt x="469139" y="301100"/>
                </a:cubicBezTo>
                <a:cubicBezTo>
                  <a:pt x="460042" y="299430"/>
                  <a:pt x="452276" y="294233"/>
                  <a:pt x="447209" y="286476"/>
                </a:cubicBezTo>
                <a:lnTo>
                  <a:pt x="413445" y="234960"/>
                </a:lnTo>
                <a:cubicBezTo>
                  <a:pt x="408489" y="227463"/>
                  <a:pt x="406751" y="218481"/>
                  <a:pt x="408564" y="209647"/>
                </a:cubicBezTo>
                <a:close/>
                <a:moveTo>
                  <a:pt x="430277" y="223826"/>
                </a:moveTo>
                <a:lnTo>
                  <a:pt x="464041" y="275343"/>
                </a:lnTo>
                <a:cubicBezTo>
                  <a:pt x="466075" y="278423"/>
                  <a:pt x="469181" y="280502"/>
                  <a:pt x="472805" y="281170"/>
                </a:cubicBezTo>
                <a:cubicBezTo>
                  <a:pt x="476429" y="281838"/>
                  <a:pt x="480054" y="281021"/>
                  <a:pt x="483049" y="278868"/>
                </a:cubicBezTo>
                <a:lnTo>
                  <a:pt x="587407" y="203636"/>
                </a:lnTo>
                <a:cubicBezTo>
                  <a:pt x="590291" y="201557"/>
                  <a:pt x="592214" y="198439"/>
                  <a:pt x="592769" y="194914"/>
                </a:cubicBezTo>
                <a:cubicBezTo>
                  <a:pt x="593361" y="191388"/>
                  <a:pt x="592510" y="187825"/>
                  <a:pt x="590439" y="184929"/>
                </a:cubicBezTo>
                <a:cubicBezTo>
                  <a:pt x="588368" y="182034"/>
                  <a:pt x="585262" y="180104"/>
                  <a:pt x="581748" y="179511"/>
                </a:cubicBezTo>
                <a:cubicBezTo>
                  <a:pt x="578235" y="178917"/>
                  <a:pt x="574685" y="179770"/>
                  <a:pt x="571800" y="181849"/>
                </a:cubicBezTo>
                <a:lnTo>
                  <a:pt x="487297" y="242755"/>
                </a:lnTo>
                <a:cubicBezTo>
                  <a:pt x="485078" y="244351"/>
                  <a:pt x="482268" y="244982"/>
                  <a:pt x="479568" y="244500"/>
                </a:cubicBezTo>
                <a:cubicBezTo>
                  <a:pt x="476868" y="243980"/>
                  <a:pt x="474465" y="242421"/>
                  <a:pt x="472985" y="240120"/>
                </a:cubicBezTo>
                <a:lnTo>
                  <a:pt x="452646" y="209092"/>
                </a:lnTo>
                <a:cubicBezTo>
                  <a:pt x="448615" y="202931"/>
                  <a:pt x="440294" y="201186"/>
                  <a:pt x="434155" y="205232"/>
                </a:cubicBezTo>
                <a:cubicBezTo>
                  <a:pt x="431160" y="207199"/>
                  <a:pt x="429126" y="210205"/>
                  <a:pt x="428423" y="213731"/>
                </a:cubicBezTo>
                <a:cubicBezTo>
                  <a:pt x="427647" y="217257"/>
                  <a:pt x="428312" y="220857"/>
                  <a:pt x="430272" y="223827"/>
                </a:cubicBezTo>
                <a:close/>
              </a:path>
            </a:pathLst>
          </a:custGeom>
          <a:solidFill>
            <a:srgbClr val="000000"/>
          </a:solidFill>
          <a:ln w="9438" cap="flat">
            <a:noFill/>
            <a:prstDash val="solid"/>
            <a:miter/>
          </a:ln>
        </p:spPr>
        <p:txBody>
          <a:bodyPr/>
          <a:lstStyle/>
          <a:p>
            <a:endParaRPr lang="en-US"/>
          </a:p>
        </p:txBody>
      </p:sp>
      <p:grpSp>
        <p:nvGrpSpPr>
          <p:cNvPr id="46" name="Group 45">
            <a:extLst>
              <a:ext uri="{FF2B5EF4-FFF2-40B4-BE49-F238E27FC236}">
                <a16:creationId xmlns:a16="http://schemas.microsoft.com/office/drawing/2014/main" id="{C4D08159-7F21-3301-903A-7E3B6BD2239C}"/>
              </a:ext>
              <a:ext uri="{C183D7F6-B498-43B3-948B-1728B52AA6E4}">
                <adec:decorative xmlns:adec="http://schemas.microsoft.com/office/drawing/2017/decorative" val="1"/>
              </a:ext>
            </a:extLst>
          </p:cNvPr>
          <p:cNvGrpSpPr>
            <a:grpSpLocks noChangeAspect="1"/>
          </p:cNvGrpSpPr>
          <p:nvPr/>
        </p:nvGrpSpPr>
        <p:grpSpPr>
          <a:xfrm>
            <a:off x="1939935" y="2206420"/>
            <a:ext cx="559704" cy="561541"/>
            <a:chOff x="3666571" y="4495948"/>
            <a:chExt cx="891664" cy="894591"/>
          </a:xfrm>
        </p:grpSpPr>
        <p:sp>
          <p:nvSpPr>
            <p:cNvPr id="36" name="Freeform 35">
              <a:extLst>
                <a:ext uri="{FF2B5EF4-FFF2-40B4-BE49-F238E27FC236}">
                  <a16:creationId xmlns:a16="http://schemas.microsoft.com/office/drawing/2014/main" id="{4FEE9852-815B-D2F3-B114-FFD109ADC2D3}"/>
                </a:ext>
              </a:extLst>
            </p:cNvPr>
            <p:cNvSpPr/>
            <p:nvPr/>
          </p:nvSpPr>
          <p:spPr>
            <a:xfrm>
              <a:off x="3666571" y="4495948"/>
              <a:ext cx="891664" cy="842689"/>
            </a:xfrm>
            <a:custGeom>
              <a:avLst/>
              <a:gdLst>
                <a:gd name="csX0" fmla="*/ 588252 w 891664"/>
                <a:gd name="csY0" fmla="*/ 23414 h 842689"/>
                <a:gd name="csX1" fmla="*/ 586181 w 891664"/>
                <a:gd name="csY1" fmla="*/ 22745 h 842689"/>
                <a:gd name="csX2" fmla="*/ 370725 w 891664"/>
                <a:gd name="csY2" fmla="*/ 6340 h 842689"/>
                <a:gd name="csX3" fmla="*/ 71691 w 891664"/>
                <a:gd name="csY3" fmla="*/ 690333 h 842689"/>
                <a:gd name="csX4" fmla="*/ 29273 w 891664"/>
                <a:gd name="csY4" fmla="*/ 732904 h 842689"/>
                <a:gd name="csX5" fmla="*/ 29273 w 891664"/>
                <a:gd name="csY5" fmla="*/ 746043 h 842689"/>
                <a:gd name="csX6" fmla="*/ 42365 w 891664"/>
                <a:gd name="csY6" fmla="*/ 746043 h 842689"/>
                <a:gd name="csX7" fmla="*/ 90108 w 891664"/>
                <a:gd name="csY7" fmla="*/ 698127 h 842689"/>
                <a:gd name="csX8" fmla="*/ 91254 w 891664"/>
                <a:gd name="csY8" fmla="*/ 686398 h 842689"/>
                <a:gd name="csX9" fmla="*/ 19400 w 891664"/>
                <a:gd name="csY9" fmla="*/ 421991 h 842689"/>
                <a:gd name="csX10" fmla="*/ 70139 w 891664"/>
                <a:gd name="csY10" fmla="*/ 421991 h 842689"/>
                <a:gd name="csX11" fmla="*/ 79347 w 891664"/>
                <a:gd name="csY11" fmla="*/ 413566 h 842689"/>
                <a:gd name="csX12" fmla="*/ 198947 w 891664"/>
                <a:gd name="csY12" fmla="*/ 173616 h 842689"/>
                <a:gd name="csX13" fmla="*/ 199576 w 891664"/>
                <a:gd name="csY13" fmla="*/ 160514 h 842689"/>
                <a:gd name="csX14" fmla="*/ 186521 w 891664"/>
                <a:gd name="csY14" fmla="*/ 159883 h 842689"/>
                <a:gd name="csX15" fmla="*/ 61781 w 891664"/>
                <a:gd name="csY15" fmla="*/ 403472 h 842689"/>
                <a:gd name="csX16" fmla="*/ 20879 w 891664"/>
                <a:gd name="csY16" fmla="*/ 403472 h 842689"/>
                <a:gd name="csX17" fmla="*/ 364882 w 891664"/>
                <a:gd name="csY17" fmla="*/ 26273 h 842689"/>
                <a:gd name="csX18" fmla="*/ 372020 w 891664"/>
                <a:gd name="csY18" fmla="*/ 50695 h 842689"/>
                <a:gd name="csX19" fmla="*/ 380895 w 891664"/>
                <a:gd name="csY19" fmla="*/ 57375 h 842689"/>
                <a:gd name="csX20" fmla="*/ 389771 w 891664"/>
                <a:gd name="csY20" fmla="*/ 45499 h 842689"/>
                <a:gd name="csX21" fmla="*/ 383225 w 891664"/>
                <a:gd name="csY21" fmla="*/ 23155 h 842689"/>
                <a:gd name="csX22" fmla="*/ 572315 w 891664"/>
                <a:gd name="csY22" fmla="*/ 37779 h 842689"/>
                <a:gd name="csX23" fmla="*/ 554711 w 891664"/>
                <a:gd name="csY23" fmla="*/ 84210 h 842689"/>
                <a:gd name="csX24" fmla="*/ 555007 w 891664"/>
                <a:gd name="csY24" fmla="*/ 91484 h 842689"/>
                <a:gd name="csX25" fmla="*/ 560480 w 891664"/>
                <a:gd name="csY25" fmla="*/ 96309 h 842689"/>
                <a:gd name="csX26" fmla="*/ 811401 w 891664"/>
                <a:gd name="csY26" fmla="*/ 405554 h 842689"/>
                <a:gd name="csX27" fmla="*/ 821608 w 891664"/>
                <a:gd name="csY27" fmla="*/ 413719 h 842689"/>
                <a:gd name="csX28" fmla="*/ 829744 w 891664"/>
                <a:gd name="csY28" fmla="*/ 403475 h 842689"/>
                <a:gd name="csX29" fmla="*/ 575386 w 891664"/>
                <a:gd name="csY29" fmla="*/ 81831 h 842689"/>
                <a:gd name="csX30" fmla="*/ 589846 w 891664"/>
                <a:gd name="csY30" fmla="*/ 43677 h 842689"/>
                <a:gd name="csX31" fmla="*/ 870683 w 891664"/>
                <a:gd name="csY31" fmla="*/ 490874 h 842689"/>
                <a:gd name="csX32" fmla="*/ 849789 w 891664"/>
                <a:gd name="csY32" fmla="*/ 487237 h 842689"/>
                <a:gd name="csX33" fmla="*/ 846608 w 891664"/>
                <a:gd name="csY33" fmla="*/ 505535 h 842689"/>
                <a:gd name="csX34" fmla="*/ 868391 w 891664"/>
                <a:gd name="csY34" fmla="*/ 509320 h 842689"/>
                <a:gd name="csX35" fmla="*/ 647424 w 891664"/>
                <a:gd name="csY35" fmla="*/ 825245 h 842689"/>
                <a:gd name="csX36" fmla="*/ 651788 w 891664"/>
                <a:gd name="csY36" fmla="*/ 842688 h 842689"/>
                <a:gd name="csX37" fmla="*/ 887770 w 891664"/>
                <a:gd name="csY37" fmla="*/ 503714 h 842689"/>
                <a:gd name="csX38" fmla="*/ 887991 w 891664"/>
                <a:gd name="csY38" fmla="*/ 502043 h 842689"/>
                <a:gd name="csX39" fmla="*/ 588220 w 891664"/>
                <a:gd name="csY39" fmla="*/ 23444 h 8426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891664" h="842689">
                  <a:moveTo>
                    <a:pt x="588252" y="23414"/>
                  </a:moveTo>
                  <a:cubicBezTo>
                    <a:pt x="587623" y="23042"/>
                    <a:pt x="586884" y="22857"/>
                    <a:pt x="586181" y="22745"/>
                  </a:cubicBezTo>
                  <a:cubicBezTo>
                    <a:pt x="519540" y="31"/>
                    <a:pt x="441398" y="-6130"/>
                    <a:pt x="370725" y="6340"/>
                  </a:cubicBezTo>
                  <a:cubicBezTo>
                    <a:pt x="62338" y="54664"/>
                    <a:pt x="-104381" y="425185"/>
                    <a:pt x="71691" y="690333"/>
                  </a:cubicBezTo>
                  <a:lnTo>
                    <a:pt x="29273" y="732904"/>
                  </a:lnTo>
                  <a:cubicBezTo>
                    <a:pt x="25649" y="736542"/>
                    <a:pt x="25649" y="742406"/>
                    <a:pt x="29273" y="746043"/>
                  </a:cubicBezTo>
                  <a:cubicBezTo>
                    <a:pt x="32897" y="749680"/>
                    <a:pt x="38741" y="749680"/>
                    <a:pt x="42365" y="746043"/>
                  </a:cubicBezTo>
                  <a:lnTo>
                    <a:pt x="90108" y="698127"/>
                  </a:lnTo>
                  <a:cubicBezTo>
                    <a:pt x="93252" y="694972"/>
                    <a:pt x="93695" y="690073"/>
                    <a:pt x="91254" y="686398"/>
                  </a:cubicBezTo>
                  <a:cubicBezTo>
                    <a:pt x="39074" y="608864"/>
                    <a:pt x="13815" y="515704"/>
                    <a:pt x="19400" y="421991"/>
                  </a:cubicBezTo>
                  <a:lnTo>
                    <a:pt x="70139" y="421991"/>
                  </a:lnTo>
                  <a:cubicBezTo>
                    <a:pt x="74909" y="421991"/>
                    <a:pt x="78903" y="418317"/>
                    <a:pt x="79347" y="413566"/>
                  </a:cubicBezTo>
                  <a:cubicBezTo>
                    <a:pt x="87705" y="321409"/>
                    <a:pt x="130160" y="236192"/>
                    <a:pt x="198947" y="173616"/>
                  </a:cubicBezTo>
                  <a:cubicBezTo>
                    <a:pt x="202719" y="170164"/>
                    <a:pt x="203015" y="164300"/>
                    <a:pt x="199576" y="160514"/>
                  </a:cubicBezTo>
                  <a:cubicBezTo>
                    <a:pt x="196137" y="156728"/>
                    <a:pt x="190293" y="156431"/>
                    <a:pt x="186521" y="159883"/>
                  </a:cubicBezTo>
                  <a:cubicBezTo>
                    <a:pt x="116405" y="223646"/>
                    <a:pt x="72289" y="309902"/>
                    <a:pt x="61781" y="403472"/>
                  </a:cubicBezTo>
                  <a:lnTo>
                    <a:pt x="20879" y="403472"/>
                  </a:lnTo>
                  <a:cubicBezTo>
                    <a:pt x="40035" y="214554"/>
                    <a:pt x="181861" y="61609"/>
                    <a:pt x="364882" y="26273"/>
                  </a:cubicBezTo>
                  <a:lnTo>
                    <a:pt x="372020" y="50695"/>
                  </a:lnTo>
                  <a:cubicBezTo>
                    <a:pt x="373203" y="54740"/>
                    <a:pt x="376901" y="57375"/>
                    <a:pt x="380895" y="57375"/>
                  </a:cubicBezTo>
                  <a:cubicBezTo>
                    <a:pt x="386960" y="57450"/>
                    <a:pt x="391583" y="51289"/>
                    <a:pt x="389771" y="45499"/>
                  </a:cubicBezTo>
                  <a:lnTo>
                    <a:pt x="383225" y="23155"/>
                  </a:lnTo>
                  <a:cubicBezTo>
                    <a:pt x="445502" y="13653"/>
                    <a:pt x="513438" y="19072"/>
                    <a:pt x="572315" y="37779"/>
                  </a:cubicBezTo>
                  <a:lnTo>
                    <a:pt x="554711" y="84210"/>
                  </a:lnTo>
                  <a:cubicBezTo>
                    <a:pt x="553824" y="86585"/>
                    <a:pt x="553935" y="89220"/>
                    <a:pt x="555007" y="91484"/>
                  </a:cubicBezTo>
                  <a:cubicBezTo>
                    <a:pt x="556080" y="93785"/>
                    <a:pt x="558077" y="95530"/>
                    <a:pt x="560480" y="96309"/>
                  </a:cubicBezTo>
                  <a:cubicBezTo>
                    <a:pt x="696866" y="141330"/>
                    <a:pt x="795354" y="262699"/>
                    <a:pt x="811401" y="405554"/>
                  </a:cubicBezTo>
                  <a:cubicBezTo>
                    <a:pt x="811956" y="410676"/>
                    <a:pt x="816652" y="414313"/>
                    <a:pt x="821608" y="413719"/>
                  </a:cubicBezTo>
                  <a:cubicBezTo>
                    <a:pt x="826674" y="413125"/>
                    <a:pt x="830335" y="408560"/>
                    <a:pt x="829744" y="403475"/>
                  </a:cubicBezTo>
                  <a:cubicBezTo>
                    <a:pt x="813250" y="256649"/>
                    <a:pt x="713845" y="131420"/>
                    <a:pt x="575386" y="81831"/>
                  </a:cubicBezTo>
                  <a:lnTo>
                    <a:pt x="589846" y="43677"/>
                  </a:lnTo>
                  <a:cubicBezTo>
                    <a:pt x="768323" y="106402"/>
                    <a:pt x="892212" y="293015"/>
                    <a:pt x="870683" y="490874"/>
                  </a:cubicBezTo>
                  <a:lnTo>
                    <a:pt x="849789" y="487237"/>
                  </a:lnTo>
                  <a:cubicBezTo>
                    <a:pt x="837733" y="485418"/>
                    <a:pt x="834663" y="503122"/>
                    <a:pt x="846608" y="505535"/>
                  </a:cubicBezTo>
                  <a:lnTo>
                    <a:pt x="868391" y="509320"/>
                  </a:lnTo>
                  <a:cubicBezTo>
                    <a:pt x="849049" y="642636"/>
                    <a:pt x="768094" y="760255"/>
                    <a:pt x="647424" y="825245"/>
                  </a:cubicBezTo>
                  <a:cubicBezTo>
                    <a:pt x="638993" y="829698"/>
                    <a:pt x="642395" y="842838"/>
                    <a:pt x="651788" y="842688"/>
                  </a:cubicBezTo>
                  <a:cubicBezTo>
                    <a:pt x="783033" y="777551"/>
                    <a:pt x="869384" y="646350"/>
                    <a:pt x="887770" y="503714"/>
                  </a:cubicBezTo>
                  <a:cubicBezTo>
                    <a:pt x="887954" y="503157"/>
                    <a:pt x="887954" y="502600"/>
                    <a:pt x="887991" y="502043"/>
                  </a:cubicBezTo>
                  <a:cubicBezTo>
                    <a:pt x="915912" y="290227"/>
                    <a:pt x="781636" y="87019"/>
                    <a:pt x="588220" y="23444"/>
                  </a:cubicBezTo>
                  <a:close/>
                </a:path>
              </a:pathLst>
            </a:custGeom>
            <a:solidFill>
              <a:srgbClr val="000000"/>
            </a:solidFill>
            <a:ln w="9438" cap="flat">
              <a:noFill/>
              <a:prstDash val="solid"/>
              <a:miter/>
            </a:ln>
          </p:spPr>
          <p:txBody>
            <a:bodyPr/>
            <a:lstStyle/>
            <a:p>
              <a:endParaRPr lang="en-US"/>
            </a:p>
          </p:txBody>
        </p:sp>
        <p:sp>
          <p:nvSpPr>
            <p:cNvPr id="37" name="Freeform 36">
              <a:extLst>
                <a:ext uri="{FF2B5EF4-FFF2-40B4-BE49-F238E27FC236}">
                  <a16:creationId xmlns:a16="http://schemas.microsoft.com/office/drawing/2014/main" id="{6CF606D6-75A4-4002-6B6B-3A77263D8489}"/>
                </a:ext>
              </a:extLst>
            </p:cNvPr>
            <p:cNvSpPr/>
            <p:nvPr/>
          </p:nvSpPr>
          <p:spPr>
            <a:xfrm>
              <a:off x="3748796" y="5063944"/>
              <a:ext cx="198445" cy="224177"/>
            </a:xfrm>
            <a:custGeom>
              <a:avLst/>
              <a:gdLst>
                <a:gd name="csX0" fmla="*/ 6070 w 198445"/>
                <a:gd name="csY0" fmla="*/ 561 h 224177"/>
                <a:gd name="csX1" fmla="*/ 560 w 198445"/>
                <a:gd name="csY1" fmla="*/ 12475 h 224177"/>
                <a:gd name="csX2" fmla="*/ 189242 w 198445"/>
                <a:gd name="csY2" fmla="*/ 224177 h 224177"/>
                <a:gd name="csX3" fmla="*/ 193532 w 198445"/>
                <a:gd name="csY3" fmla="*/ 206659 h 224177"/>
                <a:gd name="csX4" fmla="*/ 17943 w 198445"/>
                <a:gd name="csY4" fmla="*/ 6092 h 224177"/>
                <a:gd name="csX5" fmla="*/ 6072 w 198445"/>
                <a:gd name="csY5" fmla="*/ 562 h 224177"/>
              </a:gdLst>
              <a:ahLst/>
              <a:cxnLst>
                <a:cxn ang="0">
                  <a:pos x="csX0" y="csY0"/>
                </a:cxn>
                <a:cxn ang="0">
                  <a:pos x="csX1" y="csY1"/>
                </a:cxn>
                <a:cxn ang="0">
                  <a:pos x="csX2" y="csY2"/>
                </a:cxn>
                <a:cxn ang="0">
                  <a:pos x="csX3" y="csY3"/>
                </a:cxn>
                <a:cxn ang="0">
                  <a:pos x="csX4" y="csY4"/>
                </a:cxn>
                <a:cxn ang="0">
                  <a:pos x="csX5" y="csY5"/>
                </a:cxn>
              </a:cxnLst>
              <a:rect l="l" t="t" r="r" b="b"/>
              <a:pathLst>
                <a:path w="198445" h="224177">
                  <a:moveTo>
                    <a:pt x="6070" y="561"/>
                  </a:moveTo>
                  <a:cubicBezTo>
                    <a:pt x="1262" y="2343"/>
                    <a:pt x="-1178" y="7650"/>
                    <a:pt x="560" y="12475"/>
                  </a:cubicBezTo>
                  <a:cubicBezTo>
                    <a:pt x="34472" y="103518"/>
                    <a:pt x="100932" y="182608"/>
                    <a:pt x="189242" y="224177"/>
                  </a:cubicBezTo>
                  <a:cubicBezTo>
                    <a:pt x="198673" y="224252"/>
                    <a:pt x="202112" y="211113"/>
                    <a:pt x="193532" y="206659"/>
                  </a:cubicBezTo>
                  <a:cubicBezTo>
                    <a:pt x="111951" y="163828"/>
                    <a:pt x="49563" y="92565"/>
                    <a:pt x="17943" y="6092"/>
                  </a:cubicBezTo>
                  <a:cubicBezTo>
                    <a:pt x="16168" y="1267"/>
                    <a:pt x="10879" y="-1183"/>
                    <a:pt x="6072" y="562"/>
                  </a:cubicBezTo>
                  <a:close/>
                </a:path>
              </a:pathLst>
            </a:custGeom>
            <a:solidFill>
              <a:srgbClr val="000000"/>
            </a:solidFill>
            <a:ln w="9438" cap="flat">
              <a:noFill/>
              <a:prstDash val="solid"/>
              <a:miter/>
            </a:ln>
          </p:spPr>
          <p:txBody>
            <a:bodyPr/>
            <a:lstStyle/>
            <a:p>
              <a:endParaRPr lang="en-US"/>
            </a:p>
          </p:txBody>
        </p:sp>
        <p:sp>
          <p:nvSpPr>
            <p:cNvPr id="38" name="Freeform 37">
              <a:extLst>
                <a:ext uri="{FF2B5EF4-FFF2-40B4-BE49-F238E27FC236}">
                  <a16:creationId xmlns:a16="http://schemas.microsoft.com/office/drawing/2014/main" id="{CF76D688-E8AD-F488-D794-5E4ED36BD8EB}"/>
                </a:ext>
              </a:extLst>
            </p:cNvPr>
            <p:cNvSpPr/>
            <p:nvPr/>
          </p:nvSpPr>
          <p:spPr>
            <a:xfrm>
              <a:off x="3812389" y="5118249"/>
              <a:ext cx="638621" cy="272290"/>
            </a:xfrm>
            <a:custGeom>
              <a:avLst/>
              <a:gdLst>
                <a:gd name="csX0" fmla="*/ 637403 w 638621"/>
                <a:gd name="csY0" fmla="*/ 13812 h 272290"/>
                <a:gd name="csX1" fmla="*/ 621279 w 638621"/>
                <a:gd name="csY1" fmla="*/ 4756 h 272290"/>
                <a:gd name="csX2" fmla="*/ 424313 w 638621"/>
                <a:gd name="csY2" fmla="*/ 172514 h 272290"/>
                <a:gd name="csX3" fmla="*/ 418654 w 638621"/>
                <a:gd name="csY3" fmla="*/ 184094 h 272290"/>
                <a:gd name="csX4" fmla="*/ 434002 w 638621"/>
                <a:gd name="csY4" fmla="*/ 231973 h 272290"/>
                <a:gd name="csX5" fmla="*/ 309223 w 638621"/>
                <a:gd name="csY5" fmla="*/ 253389 h 272290"/>
                <a:gd name="csX6" fmla="*/ 309223 w 638621"/>
                <a:gd name="csY6" fmla="*/ 202727 h 272290"/>
                <a:gd name="csX7" fmla="*/ 299978 w 638621"/>
                <a:gd name="csY7" fmla="*/ 193448 h 272290"/>
                <a:gd name="csX8" fmla="*/ 290732 w 638621"/>
                <a:gd name="csY8" fmla="*/ 202727 h 272290"/>
                <a:gd name="csX9" fmla="*/ 290732 w 638621"/>
                <a:gd name="csY9" fmla="*/ 253389 h 272290"/>
                <a:gd name="csX10" fmla="*/ 62259 w 638621"/>
                <a:gd name="csY10" fmla="*/ 181088 h 272290"/>
                <a:gd name="csX11" fmla="*/ 50572 w 638621"/>
                <a:gd name="csY11" fmla="*/ 182239 h 272290"/>
                <a:gd name="csX12" fmla="*/ 2718 w 638621"/>
                <a:gd name="csY12" fmla="*/ 230266 h 272290"/>
                <a:gd name="csX13" fmla="*/ 2718 w 638621"/>
                <a:gd name="csY13" fmla="*/ 243404 h 272290"/>
                <a:gd name="csX14" fmla="*/ 15809 w 638621"/>
                <a:gd name="csY14" fmla="*/ 243404 h 272290"/>
                <a:gd name="csX15" fmla="*/ 58338 w 638621"/>
                <a:gd name="csY15" fmla="*/ 200722 h 272290"/>
                <a:gd name="csX16" fmla="*/ 451713 w 638621"/>
                <a:gd name="csY16" fmla="*/ 244851 h 272290"/>
                <a:gd name="csX17" fmla="*/ 454413 w 638621"/>
                <a:gd name="csY17" fmla="*/ 235053 h 272290"/>
                <a:gd name="csX18" fmla="*/ 438955 w 638621"/>
                <a:gd name="csY18" fmla="*/ 186841 h 272290"/>
                <a:gd name="csX19" fmla="*/ 637436 w 638621"/>
                <a:gd name="csY19" fmla="*/ 13848 h 27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38621" h="272290">
                  <a:moveTo>
                    <a:pt x="637403" y="13812"/>
                  </a:moveTo>
                  <a:cubicBezTo>
                    <a:pt x="643061" y="3048"/>
                    <a:pt x="627529" y="-5822"/>
                    <a:pt x="621279" y="4756"/>
                  </a:cubicBezTo>
                  <a:cubicBezTo>
                    <a:pt x="577752" y="82771"/>
                    <a:pt x="507823" y="142337"/>
                    <a:pt x="424313" y="172514"/>
                  </a:cubicBezTo>
                  <a:cubicBezTo>
                    <a:pt x="419616" y="174221"/>
                    <a:pt x="417138" y="179343"/>
                    <a:pt x="418654" y="184094"/>
                  </a:cubicBezTo>
                  <a:lnTo>
                    <a:pt x="434002" y="231973"/>
                  </a:lnTo>
                  <a:cubicBezTo>
                    <a:pt x="393803" y="245297"/>
                    <a:pt x="351903" y="252498"/>
                    <a:pt x="309223" y="253389"/>
                  </a:cubicBezTo>
                  <a:lnTo>
                    <a:pt x="309223" y="202727"/>
                  </a:lnTo>
                  <a:cubicBezTo>
                    <a:pt x="309223" y="197605"/>
                    <a:pt x="305081" y="193448"/>
                    <a:pt x="299978" y="193448"/>
                  </a:cubicBezTo>
                  <a:cubicBezTo>
                    <a:pt x="294874" y="193448"/>
                    <a:pt x="290732" y="197605"/>
                    <a:pt x="290732" y="202727"/>
                  </a:cubicBezTo>
                  <a:lnTo>
                    <a:pt x="290732" y="253389"/>
                  </a:lnTo>
                  <a:cubicBezTo>
                    <a:pt x="208930" y="251644"/>
                    <a:pt x="130120" y="226777"/>
                    <a:pt x="62259" y="181088"/>
                  </a:cubicBezTo>
                  <a:cubicBezTo>
                    <a:pt x="58598" y="178601"/>
                    <a:pt x="53679" y="179084"/>
                    <a:pt x="50572" y="182239"/>
                  </a:cubicBezTo>
                  <a:lnTo>
                    <a:pt x="2718" y="230266"/>
                  </a:lnTo>
                  <a:cubicBezTo>
                    <a:pt x="-906" y="233903"/>
                    <a:pt x="-906" y="239767"/>
                    <a:pt x="2718" y="243404"/>
                  </a:cubicBezTo>
                  <a:cubicBezTo>
                    <a:pt x="6342" y="247042"/>
                    <a:pt x="12185" y="247042"/>
                    <a:pt x="15809" y="243404"/>
                  </a:cubicBezTo>
                  <a:lnTo>
                    <a:pt x="58338" y="200722"/>
                  </a:lnTo>
                  <a:cubicBezTo>
                    <a:pt x="172466" y="275472"/>
                    <a:pt x="324085" y="294214"/>
                    <a:pt x="451713" y="244851"/>
                  </a:cubicBezTo>
                  <a:cubicBezTo>
                    <a:pt x="454450" y="242439"/>
                    <a:pt x="455485" y="238505"/>
                    <a:pt x="454413" y="235053"/>
                  </a:cubicBezTo>
                  <a:lnTo>
                    <a:pt x="438955" y="186841"/>
                  </a:lnTo>
                  <a:cubicBezTo>
                    <a:pt x="522940" y="154254"/>
                    <a:pt x="593205" y="93125"/>
                    <a:pt x="637436" y="13848"/>
                  </a:cubicBezTo>
                  <a:close/>
                </a:path>
              </a:pathLst>
            </a:custGeom>
            <a:solidFill>
              <a:srgbClr val="000000"/>
            </a:solidFill>
            <a:ln w="9438" cap="flat">
              <a:noFill/>
              <a:prstDash val="solid"/>
              <a:miter/>
            </a:ln>
          </p:spPr>
          <p:txBody>
            <a:bodyPr/>
            <a:lstStyle/>
            <a:p>
              <a:endParaRPr lang="en-US"/>
            </a:p>
          </p:txBody>
        </p:sp>
        <p:sp>
          <p:nvSpPr>
            <p:cNvPr id="39" name="Freeform 38">
              <a:extLst>
                <a:ext uri="{FF2B5EF4-FFF2-40B4-BE49-F238E27FC236}">
                  <a16:creationId xmlns:a16="http://schemas.microsoft.com/office/drawing/2014/main" id="{5CA711E9-065B-E4C8-EDCC-26C69B21067B}"/>
                </a:ext>
              </a:extLst>
            </p:cNvPr>
            <p:cNvSpPr/>
            <p:nvPr/>
          </p:nvSpPr>
          <p:spPr>
            <a:xfrm>
              <a:off x="3785043" y="4690913"/>
              <a:ext cx="662399" cy="580057"/>
            </a:xfrm>
            <a:custGeom>
              <a:avLst/>
              <a:gdLst>
                <a:gd name="csX0" fmla="*/ 83837 w 662399"/>
                <a:gd name="csY0" fmla="*/ 46836 h 580057"/>
                <a:gd name="csX1" fmla="*/ 70857 w 662399"/>
                <a:gd name="csY1" fmla="*/ 48320 h 580057"/>
                <a:gd name="csX2" fmla="*/ 0 w 662399"/>
                <a:gd name="csY2" fmla="*/ 252232 h 580057"/>
                <a:gd name="csX3" fmla="*/ 627907 w 662399"/>
                <a:gd name="csY3" fmla="*/ 382022 h 580057"/>
                <a:gd name="csX4" fmla="*/ 649653 w 662399"/>
                <a:gd name="csY4" fmla="*/ 391004 h 580057"/>
                <a:gd name="csX5" fmla="*/ 661708 w 662399"/>
                <a:gd name="csY5" fmla="*/ 385956 h 580057"/>
                <a:gd name="csX6" fmla="*/ 656679 w 662399"/>
                <a:gd name="csY6" fmla="*/ 373857 h 580057"/>
                <a:gd name="csX7" fmla="*/ 634749 w 662399"/>
                <a:gd name="csY7" fmla="*/ 364801 h 580057"/>
                <a:gd name="csX8" fmla="*/ 539300 w 662399"/>
                <a:gd name="csY8" fmla="*/ 2224 h 580057"/>
                <a:gd name="csX9" fmla="*/ 526282 w 662399"/>
                <a:gd name="csY9" fmla="*/ 3264 h 580057"/>
                <a:gd name="csX10" fmla="*/ 527318 w 662399"/>
                <a:gd name="csY10" fmla="*/ 16328 h 580057"/>
                <a:gd name="csX11" fmla="*/ 635898 w 662399"/>
                <a:gd name="csY11" fmla="*/ 242958 h 580057"/>
                <a:gd name="csX12" fmla="*/ 590115 w 662399"/>
                <a:gd name="csY12" fmla="*/ 242958 h 580057"/>
                <a:gd name="csX13" fmla="*/ 580870 w 662399"/>
                <a:gd name="csY13" fmla="*/ 252236 h 580057"/>
                <a:gd name="csX14" fmla="*/ 590115 w 662399"/>
                <a:gd name="csY14" fmla="*/ 261515 h 580057"/>
                <a:gd name="csX15" fmla="*/ 635824 w 662399"/>
                <a:gd name="csY15" fmla="*/ 261515 h 580057"/>
                <a:gd name="csX16" fmla="*/ 409310 w 662399"/>
                <a:gd name="csY16" fmla="*/ 550940 h 580057"/>
                <a:gd name="csX17" fmla="*/ 401248 w 662399"/>
                <a:gd name="csY17" fmla="*/ 510893 h 580057"/>
                <a:gd name="csX18" fmla="*/ 582272 w 662399"/>
                <a:gd name="csY18" fmla="*/ 335334 h 580057"/>
                <a:gd name="csX19" fmla="*/ 576355 w 662399"/>
                <a:gd name="csY19" fmla="*/ 323642 h 580057"/>
                <a:gd name="csX20" fmla="*/ 564706 w 662399"/>
                <a:gd name="csY20" fmla="*/ 329581 h 580057"/>
                <a:gd name="csX21" fmla="*/ 388226 w 662399"/>
                <a:gd name="csY21" fmla="*/ 495192 h 580057"/>
                <a:gd name="csX22" fmla="*/ 381421 w 662399"/>
                <a:gd name="csY22" fmla="*/ 506029 h 580057"/>
                <a:gd name="csX23" fmla="*/ 391333 w 662399"/>
                <a:gd name="csY23" fmla="*/ 555392 h 580057"/>
                <a:gd name="csX24" fmla="*/ 250318 w 662399"/>
                <a:gd name="csY24" fmla="*/ 552423 h 580057"/>
                <a:gd name="csX25" fmla="*/ 259896 w 662399"/>
                <a:gd name="csY25" fmla="*/ 520504 h 580057"/>
                <a:gd name="csX26" fmla="*/ 253720 w 662399"/>
                <a:gd name="csY26" fmla="*/ 508923 h 580057"/>
                <a:gd name="csX27" fmla="*/ 242181 w 662399"/>
                <a:gd name="csY27" fmla="*/ 515121 h 580057"/>
                <a:gd name="csX28" fmla="*/ 232566 w 662399"/>
                <a:gd name="csY28" fmla="*/ 547152 h 580057"/>
                <a:gd name="csX29" fmla="*/ 85265 w 662399"/>
                <a:gd name="csY29" fmla="*/ 59830 h 580057"/>
                <a:gd name="csX30" fmla="*/ 83786 w 662399"/>
                <a:gd name="csY30" fmla="*/ 46803 h 580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662399" h="580057">
                  <a:moveTo>
                    <a:pt x="83837" y="46836"/>
                  </a:moveTo>
                  <a:cubicBezTo>
                    <a:pt x="79843" y="43644"/>
                    <a:pt x="74037" y="44312"/>
                    <a:pt x="70857" y="48320"/>
                  </a:cubicBezTo>
                  <a:cubicBezTo>
                    <a:pt x="24482" y="106926"/>
                    <a:pt x="0" y="177408"/>
                    <a:pt x="0" y="252232"/>
                  </a:cubicBezTo>
                  <a:cubicBezTo>
                    <a:pt x="9504" y="613811"/>
                    <a:pt x="482679" y="704075"/>
                    <a:pt x="627907" y="382022"/>
                  </a:cubicBezTo>
                  <a:lnTo>
                    <a:pt x="649653" y="391004"/>
                  </a:lnTo>
                  <a:cubicBezTo>
                    <a:pt x="654275" y="392934"/>
                    <a:pt x="659786" y="390744"/>
                    <a:pt x="661708" y="385956"/>
                  </a:cubicBezTo>
                  <a:cubicBezTo>
                    <a:pt x="663631" y="381205"/>
                    <a:pt x="661413" y="375787"/>
                    <a:pt x="656679" y="373857"/>
                  </a:cubicBezTo>
                  <a:lnTo>
                    <a:pt x="634749" y="364801"/>
                  </a:lnTo>
                  <a:cubicBezTo>
                    <a:pt x="681975" y="239571"/>
                    <a:pt x="642626" y="88327"/>
                    <a:pt x="539300" y="2224"/>
                  </a:cubicBezTo>
                  <a:cubicBezTo>
                    <a:pt x="535417" y="-1116"/>
                    <a:pt x="529574" y="-633"/>
                    <a:pt x="526282" y="3264"/>
                  </a:cubicBezTo>
                  <a:cubicBezTo>
                    <a:pt x="522954" y="7161"/>
                    <a:pt x="523435" y="13025"/>
                    <a:pt x="527318" y="16328"/>
                  </a:cubicBezTo>
                  <a:cubicBezTo>
                    <a:pt x="594070" y="73411"/>
                    <a:pt x="633304" y="155582"/>
                    <a:pt x="635898" y="242958"/>
                  </a:cubicBezTo>
                  <a:lnTo>
                    <a:pt x="590115" y="242958"/>
                  </a:lnTo>
                  <a:cubicBezTo>
                    <a:pt x="585012" y="242958"/>
                    <a:pt x="580870" y="247114"/>
                    <a:pt x="580870" y="252236"/>
                  </a:cubicBezTo>
                  <a:cubicBezTo>
                    <a:pt x="580870" y="257358"/>
                    <a:pt x="585012" y="261515"/>
                    <a:pt x="590115" y="261515"/>
                  </a:cubicBezTo>
                  <a:lnTo>
                    <a:pt x="635824" y="261515"/>
                  </a:lnTo>
                  <a:cubicBezTo>
                    <a:pt x="631756" y="399809"/>
                    <a:pt x="537005" y="515566"/>
                    <a:pt x="409310" y="550940"/>
                  </a:cubicBezTo>
                  <a:lnTo>
                    <a:pt x="401248" y="510893"/>
                  </a:lnTo>
                  <a:cubicBezTo>
                    <a:pt x="485973" y="486397"/>
                    <a:pt x="554874" y="419850"/>
                    <a:pt x="582272" y="335334"/>
                  </a:cubicBezTo>
                  <a:cubicBezTo>
                    <a:pt x="583862" y="330472"/>
                    <a:pt x="581200" y="325239"/>
                    <a:pt x="576355" y="323642"/>
                  </a:cubicBezTo>
                  <a:cubicBezTo>
                    <a:pt x="571473" y="322046"/>
                    <a:pt x="566296" y="324719"/>
                    <a:pt x="564706" y="329581"/>
                  </a:cubicBezTo>
                  <a:cubicBezTo>
                    <a:pt x="538337" y="410863"/>
                    <a:pt x="470698" y="474326"/>
                    <a:pt x="388226" y="495192"/>
                  </a:cubicBezTo>
                  <a:cubicBezTo>
                    <a:pt x="383455" y="496416"/>
                    <a:pt x="380460" y="501167"/>
                    <a:pt x="381421" y="506029"/>
                  </a:cubicBezTo>
                  <a:lnTo>
                    <a:pt x="391333" y="555392"/>
                  </a:lnTo>
                  <a:cubicBezTo>
                    <a:pt x="345993" y="565302"/>
                    <a:pt x="294956" y="564188"/>
                    <a:pt x="250318" y="552423"/>
                  </a:cubicBezTo>
                  <a:lnTo>
                    <a:pt x="259896" y="520504"/>
                  </a:lnTo>
                  <a:cubicBezTo>
                    <a:pt x="261375" y="515604"/>
                    <a:pt x="258601" y="510408"/>
                    <a:pt x="253720" y="508923"/>
                  </a:cubicBezTo>
                  <a:cubicBezTo>
                    <a:pt x="248838" y="507438"/>
                    <a:pt x="243661" y="510222"/>
                    <a:pt x="242181" y="515121"/>
                  </a:cubicBezTo>
                  <a:lnTo>
                    <a:pt x="232566" y="547152"/>
                  </a:lnTo>
                  <a:cubicBezTo>
                    <a:pt x="32277" y="485281"/>
                    <a:pt x="-50458" y="227066"/>
                    <a:pt x="85265" y="59830"/>
                  </a:cubicBezTo>
                  <a:cubicBezTo>
                    <a:pt x="88445" y="55822"/>
                    <a:pt x="87780" y="49994"/>
                    <a:pt x="83786" y="46803"/>
                  </a:cubicBezTo>
                  <a:close/>
                </a:path>
              </a:pathLst>
            </a:custGeom>
            <a:solidFill>
              <a:srgbClr val="000000"/>
            </a:solidFill>
            <a:ln w="9438" cap="flat">
              <a:noFill/>
              <a:prstDash val="solid"/>
              <a:miter/>
            </a:ln>
          </p:spPr>
          <p:txBody>
            <a:bodyPr/>
            <a:lstStyle/>
            <a:p>
              <a:endParaRPr lang="en-US"/>
            </a:p>
          </p:txBody>
        </p:sp>
        <p:sp>
          <p:nvSpPr>
            <p:cNvPr id="40" name="Freeform 39">
              <a:extLst>
                <a:ext uri="{FF2B5EF4-FFF2-40B4-BE49-F238E27FC236}">
                  <a16:creationId xmlns:a16="http://schemas.microsoft.com/office/drawing/2014/main" id="{3CE38A50-A2A0-35CA-B23E-1451353C4BB4}"/>
                </a:ext>
              </a:extLst>
            </p:cNvPr>
            <p:cNvSpPr/>
            <p:nvPr/>
          </p:nvSpPr>
          <p:spPr>
            <a:xfrm>
              <a:off x="3844355" y="4789162"/>
              <a:ext cx="471821" cy="363775"/>
            </a:xfrm>
            <a:custGeom>
              <a:avLst/>
              <a:gdLst>
                <a:gd name="csX0" fmla="*/ 45419 w 471821"/>
                <a:gd name="csY0" fmla="*/ 4038 h 363775"/>
                <a:gd name="csX1" fmla="*/ 35952 w 471821"/>
                <a:gd name="csY1" fmla="*/ 288712 h 363775"/>
                <a:gd name="csX2" fmla="*/ 43940 w 471821"/>
                <a:gd name="csY2" fmla="*/ 293351 h 363775"/>
                <a:gd name="csX3" fmla="*/ 51928 w 471821"/>
                <a:gd name="csY3" fmla="*/ 279395 h 363775"/>
                <a:gd name="csX4" fmla="*/ 56181 w 471821"/>
                <a:gd name="csY4" fmla="*/ 21478 h 363775"/>
                <a:gd name="csX5" fmla="*/ 91978 w 471821"/>
                <a:gd name="csY5" fmla="*/ 41075 h 363775"/>
                <a:gd name="csX6" fmla="*/ 144973 w 471821"/>
                <a:gd name="csY6" fmla="*/ 323373 h 363775"/>
                <a:gd name="csX7" fmla="*/ 128110 w 471821"/>
                <a:gd name="csY7" fmla="*/ 349354 h 363775"/>
                <a:gd name="csX8" fmla="*/ 130810 w 471821"/>
                <a:gd name="csY8" fmla="*/ 362196 h 363775"/>
                <a:gd name="csX9" fmla="*/ 143606 w 471821"/>
                <a:gd name="csY9" fmla="*/ 359487 h 363775"/>
                <a:gd name="csX10" fmla="*/ 160358 w 471821"/>
                <a:gd name="csY10" fmla="*/ 333692 h 363775"/>
                <a:gd name="csX11" fmla="*/ 471557 w 471821"/>
                <a:gd name="csY11" fmla="*/ 201298 h 363775"/>
                <a:gd name="csX12" fmla="*/ 462534 w 471821"/>
                <a:gd name="csY12" fmla="*/ 189941 h 363775"/>
                <a:gd name="csX13" fmla="*/ 426736 w 471821"/>
                <a:gd name="csY13" fmla="*/ 189941 h 363775"/>
                <a:gd name="csX14" fmla="*/ 426736 w 471821"/>
                <a:gd name="csY14" fmla="*/ 208499 h 363775"/>
                <a:gd name="csX15" fmla="*/ 450515 w 471821"/>
                <a:gd name="csY15" fmla="*/ 208499 h 363775"/>
                <a:gd name="csX16" fmla="*/ 77485 w 471821"/>
                <a:gd name="csY16" fmla="*/ 154013 h 363775"/>
                <a:gd name="csX17" fmla="*/ 113098 w 471821"/>
                <a:gd name="csY17" fmla="*/ 42742 h 363775"/>
                <a:gd name="csX18" fmla="*/ 113727 w 471821"/>
                <a:gd name="csY18" fmla="*/ 34094 h 363775"/>
                <a:gd name="csX19" fmla="*/ 109733 w 471821"/>
                <a:gd name="csY19" fmla="*/ 29714 h 363775"/>
                <a:gd name="csX20" fmla="*/ 57515 w 471821"/>
                <a:gd name="csY20" fmla="*/ 1135 h 363775"/>
                <a:gd name="csX21" fmla="*/ 45423 w 471821"/>
                <a:gd name="csY21" fmla="*/ 4105 h 363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471821" h="363775">
                  <a:moveTo>
                    <a:pt x="45419" y="4038"/>
                  </a:moveTo>
                  <a:cubicBezTo>
                    <a:pt x="-11532" y="87102"/>
                    <a:pt x="-15193" y="202049"/>
                    <a:pt x="35952" y="288712"/>
                  </a:cubicBezTo>
                  <a:cubicBezTo>
                    <a:pt x="37653" y="291681"/>
                    <a:pt x="40760" y="293351"/>
                    <a:pt x="43940" y="293351"/>
                  </a:cubicBezTo>
                  <a:cubicBezTo>
                    <a:pt x="50818" y="293500"/>
                    <a:pt x="55589" y="285372"/>
                    <a:pt x="51928" y="279395"/>
                  </a:cubicBezTo>
                  <a:cubicBezTo>
                    <a:pt x="5849" y="201268"/>
                    <a:pt x="7476" y="97974"/>
                    <a:pt x="56181" y="21478"/>
                  </a:cubicBezTo>
                  <a:lnTo>
                    <a:pt x="91978" y="41075"/>
                  </a:lnTo>
                  <a:cubicBezTo>
                    <a:pt x="31366" y="132155"/>
                    <a:pt x="58251" y="262573"/>
                    <a:pt x="144973" y="323373"/>
                  </a:cubicBezTo>
                  <a:lnTo>
                    <a:pt x="128110" y="349354"/>
                  </a:lnTo>
                  <a:cubicBezTo>
                    <a:pt x="125337" y="353659"/>
                    <a:pt x="126520" y="359412"/>
                    <a:pt x="130810" y="362196"/>
                  </a:cubicBezTo>
                  <a:cubicBezTo>
                    <a:pt x="135026" y="364980"/>
                    <a:pt x="140795" y="363829"/>
                    <a:pt x="143606" y="359487"/>
                  </a:cubicBezTo>
                  <a:lnTo>
                    <a:pt x="160358" y="333692"/>
                  </a:lnTo>
                  <a:cubicBezTo>
                    <a:pt x="278699" y="407329"/>
                    <a:pt x="441934" y="339148"/>
                    <a:pt x="471557" y="201298"/>
                  </a:cubicBezTo>
                  <a:cubicBezTo>
                    <a:pt x="472999" y="195694"/>
                    <a:pt x="468340" y="189793"/>
                    <a:pt x="462534" y="189941"/>
                  </a:cubicBezTo>
                  <a:lnTo>
                    <a:pt x="426736" y="189941"/>
                  </a:lnTo>
                  <a:cubicBezTo>
                    <a:pt x="414532" y="190238"/>
                    <a:pt x="414532" y="208202"/>
                    <a:pt x="426736" y="208499"/>
                  </a:cubicBezTo>
                  <a:lnTo>
                    <a:pt x="450515" y="208499"/>
                  </a:lnTo>
                  <a:cubicBezTo>
                    <a:pt x="382802" y="417275"/>
                    <a:pt x="82730" y="374585"/>
                    <a:pt x="77485" y="154013"/>
                  </a:cubicBezTo>
                  <a:cubicBezTo>
                    <a:pt x="77448" y="113817"/>
                    <a:pt x="89911" y="75441"/>
                    <a:pt x="113098" y="42742"/>
                  </a:cubicBezTo>
                  <a:cubicBezTo>
                    <a:pt x="114726" y="40218"/>
                    <a:pt x="114948" y="36803"/>
                    <a:pt x="113727" y="34094"/>
                  </a:cubicBezTo>
                  <a:cubicBezTo>
                    <a:pt x="112951" y="32238"/>
                    <a:pt x="111471" y="30716"/>
                    <a:pt x="109733" y="29714"/>
                  </a:cubicBezTo>
                  <a:lnTo>
                    <a:pt x="57515" y="1135"/>
                  </a:lnTo>
                  <a:cubicBezTo>
                    <a:pt x="53336" y="-1166"/>
                    <a:pt x="48085" y="133"/>
                    <a:pt x="45423" y="4105"/>
                  </a:cubicBezTo>
                  <a:close/>
                </a:path>
              </a:pathLst>
            </a:custGeom>
            <a:solidFill>
              <a:srgbClr val="000000"/>
            </a:solidFill>
            <a:ln w="9438" cap="flat">
              <a:noFill/>
              <a:prstDash val="solid"/>
              <a:miter/>
            </a:ln>
          </p:spPr>
          <p:txBody>
            <a:bodyPr/>
            <a:lstStyle/>
            <a:p>
              <a:endParaRPr lang="en-US"/>
            </a:p>
          </p:txBody>
        </p:sp>
        <p:sp>
          <p:nvSpPr>
            <p:cNvPr id="41" name="Freeform 40">
              <a:extLst>
                <a:ext uri="{FF2B5EF4-FFF2-40B4-BE49-F238E27FC236}">
                  <a16:creationId xmlns:a16="http://schemas.microsoft.com/office/drawing/2014/main" id="{8DB37C38-4E90-EC43-FFA9-8F61800BB0E9}"/>
                </a:ext>
              </a:extLst>
            </p:cNvPr>
            <p:cNvSpPr/>
            <p:nvPr/>
          </p:nvSpPr>
          <p:spPr>
            <a:xfrm>
              <a:off x="3919038" y="4578583"/>
              <a:ext cx="338333" cy="137241"/>
            </a:xfrm>
            <a:custGeom>
              <a:avLst/>
              <a:gdLst>
                <a:gd name="csX0" fmla="*/ 221033 w 338333"/>
                <a:gd name="csY0" fmla="*/ 16 h 137241"/>
                <a:gd name="csX1" fmla="*/ 211270 w 338333"/>
                <a:gd name="csY1" fmla="*/ 8738 h 137241"/>
                <a:gd name="csX2" fmla="*/ 209643 w 338333"/>
                <a:gd name="csY2" fmla="*/ 36500 h 137241"/>
                <a:gd name="csX3" fmla="*/ 34536 w 338333"/>
                <a:gd name="csY3" fmla="*/ 77364 h 137241"/>
                <a:gd name="csX4" fmla="*/ 16230 w 338333"/>
                <a:gd name="csY4" fmla="*/ 56208 h 137241"/>
                <a:gd name="csX5" fmla="*/ 3176 w 338333"/>
                <a:gd name="csY5" fmla="*/ 55280 h 137241"/>
                <a:gd name="csX6" fmla="*/ 2251 w 338333"/>
                <a:gd name="csY6" fmla="*/ 68382 h 137241"/>
                <a:gd name="csX7" fmla="*/ 25549 w 338333"/>
                <a:gd name="csY7" fmla="*/ 95290 h 137241"/>
                <a:gd name="csX8" fmla="*/ 37199 w 338333"/>
                <a:gd name="csY8" fmla="*/ 97220 h 137241"/>
                <a:gd name="csX9" fmla="*/ 217740 w 338333"/>
                <a:gd name="csY9" fmla="*/ 55651 h 137241"/>
                <a:gd name="csX10" fmla="*/ 316152 w 338333"/>
                <a:gd name="csY10" fmla="*/ 80333 h 137241"/>
                <a:gd name="csX11" fmla="*/ 296108 w 338333"/>
                <a:gd name="csY11" fmla="*/ 116112 h 137241"/>
                <a:gd name="csX12" fmla="*/ 136717 w 338333"/>
                <a:gd name="csY12" fmla="*/ 101525 h 137241"/>
                <a:gd name="csX13" fmla="*/ 140600 w 338333"/>
                <a:gd name="csY13" fmla="*/ 119675 h 137241"/>
                <a:gd name="csX14" fmla="*/ 296223 w 338333"/>
                <a:gd name="csY14" fmla="*/ 136414 h 137241"/>
                <a:gd name="csX15" fmla="*/ 308094 w 338333"/>
                <a:gd name="csY15" fmla="*/ 132517 h 137241"/>
                <a:gd name="csX16" fmla="*/ 337161 w 338333"/>
                <a:gd name="csY16" fmla="*/ 80593 h 137241"/>
                <a:gd name="csX17" fmla="*/ 338086 w 338333"/>
                <a:gd name="csY17" fmla="*/ 74024 h 137241"/>
                <a:gd name="csX18" fmla="*/ 333056 w 338333"/>
                <a:gd name="csY18" fmla="*/ 67677 h 137241"/>
                <a:gd name="csX19" fmla="*/ 227951 w 338333"/>
                <a:gd name="csY19" fmla="*/ 37985 h 137241"/>
                <a:gd name="csX20" fmla="*/ 229578 w 338333"/>
                <a:gd name="csY20" fmla="*/ 9889 h 137241"/>
                <a:gd name="csX21" fmla="*/ 220887 w 338333"/>
                <a:gd name="csY21" fmla="*/ 91 h 1372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38333" h="137241">
                  <a:moveTo>
                    <a:pt x="221033" y="16"/>
                  </a:moveTo>
                  <a:cubicBezTo>
                    <a:pt x="216003" y="-281"/>
                    <a:pt x="211565" y="3616"/>
                    <a:pt x="211270" y="8738"/>
                  </a:cubicBezTo>
                  <a:lnTo>
                    <a:pt x="209643" y="36500"/>
                  </a:lnTo>
                  <a:cubicBezTo>
                    <a:pt x="148734" y="33383"/>
                    <a:pt x="87600" y="47672"/>
                    <a:pt x="34536" y="77364"/>
                  </a:cubicBezTo>
                  <a:lnTo>
                    <a:pt x="16230" y="56208"/>
                  </a:lnTo>
                  <a:cubicBezTo>
                    <a:pt x="12902" y="52348"/>
                    <a:pt x="7059" y="51940"/>
                    <a:pt x="3176" y="55280"/>
                  </a:cubicBezTo>
                  <a:cubicBezTo>
                    <a:pt x="-670" y="58621"/>
                    <a:pt x="-1077" y="64485"/>
                    <a:pt x="2251" y="68382"/>
                  </a:cubicBezTo>
                  <a:lnTo>
                    <a:pt x="25549" y="95290"/>
                  </a:lnTo>
                  <a:cubicBezTo>
                    <a:pt x="28471" y="98668"/>
                    <a:pt x="33426" y="99447"/>
                    <a:pt x="37199" y="97220"/>
                  </a:cubicBezTo>
                  <a:cubicBezTo>
                    <a:pt x="91302" y="65190"/>
                    <a:pt x="155019" y="50566"/>
                    <a:pt x="217740" y="55651"/>
                  </a:cubicBezTo>
                  <a:cubicBezTo>
                    <a:pt x="251800" y="58323"/>
                    <a:pt x="284787" y="66600"/>
                    <a:pt x="316152" y="80333"/>
                  </a:cubicBezTo>
                  <a:lnTo>
                    <a:pt x="296108" y="116112"/>
                  </a:lnTo>
                  <a:cubicBezTo>
                    <a:pt x="246368" y="95068"/>
                    <a:pt x="189639" y="90057"/>
                    <a:pt x="136717" y="101525"/>
                  </a:cubicBezTo>
                  <a:cubicBezTo>
                    <a:pt x="124957" y="104346"/>
                    <a:pt x="128544" y="121938"/>
                    <a:pt x="140600" y="119675"/>
                  </a:cubicBezTo>
                  <a:cubicBezTo>
                    <a:pt x="192522" y="108392"/>
                    <a:pt x="248035" y="114219"/>
                    <a:pt x="296223" y="136414"/>
                  </a:cubicBezTo>
                  <a:cubicBezTo>
                    <a:pt x="300513" y="138381"/>
                    <a:pt x="305764" y="136748"/>
                    <a:pt x="308094" y="132517"/>
                  </a:cubicBezTo>
                  <a:lnTo>
                    <a:pt x="337161" y="80593"/>
                  </a:lnTo>
                  <a:cubicBezTo>
                    <a:pt x="338234" y="78589"/>
                    <a:pt x="338641" y="76213"/>
                    <a:pt x="338086" y="74024"/>
                  </a:cubicBezTo>
                  <a:cubicBezTo>
                    <a:pt x="337494" y="71277"/>
                    <a:pt x="335534" y="68939"/>
                    <a:pt x="333056" y="67677"/>
                  </a:cubicBezTo>
                  <a:cubicBezTo>
                    <a:pt x="299663" y="51754"/>
                    <a:pt x="264419" y="41844"/>
                    <a:pt x="227951" y="37985"/>
                  </a:cubicBezTo>
                  <a:lnTo>
                    <a:pt x="229578" y="9889"/>
                  </a:lnTo>
                  <a:cubicBezTo>
                    <a:pt x="229874" y="4767"/>
                    <a:pt x="225991" y="387"/>
                    <a:pt x="220887" y="91"/>
                  </a:cubicBezTo>
                  <a:close/>
                </a:path>
              </a:pathLst>
            </a:custGeom>
            <a:solidFill>
              <a:srgbClr val="000000"/>
            </a:solidFill>
            <a:ln w="9438" cap="flat">
              <a:noFill/>
              <a:prstDash val="solid"/>
              <a:miter/>
            </a:ln>
          </p:spPr>
          <p:txBody>
            <a:bodyPr/>
            <a:lstStyle/>
            <a:p>
              <a:endParaRPr lang="en-US"/>
            </a:p>
          </p:txBody>
        </p:sp>
        <p:sp>
          <p:nvSpPr>
            <p:cNvPr id="42" name="Freeform 41">
              <a:extLst>
                <a:ext uri="{FF2B5EF4-FFF2-40B4-BE49-F238E27FC236}">
                  <a16:creationId xmlns:a16="http://schemas.microsoft.com/office/drawing/2014/main" id="{D69AD3CE-64BC-FC4C-FEEE-B5208C2CBB69}"/>
                </a:ext>
              </a:extLst>
            </p:cNvPr>
            <p:cNvSpPr/>
            <p:nvPr/>
          </p:nvSpPr>
          <p:spPr>
            <a:xfrm>
              <a:off x="3988072" y="4733630"/>
              <a:ext cx="366180" cy="175999"/>
            </a:xfrm>
            <a:custGeom>
              <a:avLst/>
              <a:gdLst>
                <a:gd name="csX0" fmla="*/ 365419 w 366180"/>
                <a:gd name="csY0" fmla="*/ 94601 h 175999"/>
                <a:gd name="csX1" fmla="*/ 353252 w 366180"/>
                <a:gd name="csY1" fmla="*/ 89776 h 175999"/>
                <a:gd name="csX2" fmla="*/ 307801 w 366180"/>
                <a:gd name="csY2" fmla="*/ 109558 h 175999"/>
                <a:gd name="csX3" fmla="*/ 3921 w 366180"/>
                <a:gd name="csY3" fmla="*/ 38112 h 175999"/>
                <a:gd name="csX4" fmla="*/ 1702 w 366180"/>
                <a:gd name="csY4" fmla="*/ 51028 h 175999"/>
                <a:gd name="csX5" fmla="*/ 14572 w 366180"/>
                <a:gd name="csY5" fmla="*/ 53255 h 175999"/>
                <a:gd name="csX6" fmla="*/ 307537 w 366180"/>
                <a:gd name="csY6" fmla="*/ 157439 h 175999"/>
                <a:gd name="csX7" fmla="*/ 278987 w 366180"/>
                <a:gd name="csY7" fmla="*/ 157439 h 175999"/>
                <a:gd name="csX8" fmla="*/ 278987 w 366180"/>
                <a:gd name="csY8" fmla="*/ 175996 h 175999"/>
                <a:gd name="csX9" fmla="*/ 319371 w 366180"/>
                <a:gd name="csY9" fmla="*/ 175996 h 175999"/>
                <a:gd name="csX10" fmla="*/ 328394 w 366180"/>
                <a:gd name="csY10" fmla="*/ 164750 h 175999"/>
                <a:gd name="csX11" fmla="*/ 315931 w 366180"/>
                <a:gd name="csY11" fmla="*/ 126225 h 175999"/>
                <a:gd name="csX12" fmla="*/ 360606 w 366180"/>
                <a:gd name="csY12" fmla="*/ 106776 h 175999"/>
                <a:gd name="csX13" fmla="*/ 365413 w 366180"/>
                <a:gd name="csY13" fmla="*/ 94565 h 175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66180" h="175999">
                  <a:moveTo>
                    <a:pt x="365419" y="94601"/>
                  </a:moveTo>
                  <a:cubicBezTo>
                    <a:pt x="363385" y="89888"/>
                    <a:pt x="357949" y="87735"/>
                    <a:pt x="353252" y="89776"/>
                  </a:cubicBezTo>
                  <a:lnTo>
                    <a:pt x="307801" y="109558"/>
                  </a:lnTo>
                  <a:cubicBezTo>
                    <a:pt x="251182" y="1774"/>
                    <a:pt x="103734" y="-35121"/>
                    <a:pt x="3921" y="38112"/>
                  </a:cubicBezTo>
                  <a:cubicBezTo>
                    <a:pt x="-258" y="41081"/>
                    <a:pt x="-1257" y="46871"/>
                    <a:pt x="1702" y="51028"/>
                  </a:cubicBezTo>
                  <a:cubicBezTo>
                    <a:pt x="4661" y="55222"/>
                    <a:pt x="10430" y="56187"/>
                    <a:pt x="14572" y="53255"/>
                  </a:cubicBezTo>
                  <a:cubicBezTo>
                    <a:pt x="119299" y="-23313"/>
                    <a:pt x="273814" y="32990"/>
                    <a:pt x="307537" y="157439"/>
                  </a:cubicBezTo>
                  <a:lnTo>
                    <a:pt x="278987" y="157439"/>
                  </a:lnTo>
                  <a:cubicBezTo>
                    <a:pt x="266820" y="157736"/>
                    <a:pt x="266783" y="175700"/>
                    <a:pt x="278987" y="175996"/>
                  </a:cubicBezTo>
                  <a:lnTo>
                    <a:pt x="319371" y="175996"/>
                  </a:lnTo>
                  <a:cubicBezTo>
                    <a:pt x="325103" y="176145"/>
                    <a:pt x="329763" y="170318"/>
                    <a:pt x="328394" y="164750"/>
                  </a:cubicBezTo>
                  <a:cubicBezTo>
                    <a:pt x="325473" y="151351"/>
                    <a:pt x="321257" y="138473"/>
                    <a:pt x="315931" y="126225"/>
                  </a:cubicBezTo>
                  <a:lnTo>
                    <a:pt x="360606" y="106776"/>
                  </a:lnTo>
                  <a:cubicBezTo>
                    <a:pt x="365302" y="104735"/>
                    <a:pt x="367447" y="99279"/>
                    <a:pt x="365413" y="94565"/>
                  </a:cubicBezTo>
                  <a:close/>
                </a:path>
              </a:pathLst>
            </a:custGeom>
            <a:solidFill>
              <a:srgbClr val="000000"/>
            </a:solidFill>
            <a:ln w="9438" cap="flat">
              <a:noFill/>
              <a:prstDash val="solid"/>
              <a:miter/>
            </a:ln>
          </p:spPr>
          <p:txBody>
            <a:bodyPr/>
            <a:lstStyle/>
            <a:p>
              <a:endParaRPr lang="en-US"/>
            </a:p>
          </p:txBody>
        </p:sp>
        <p:sp>
          <p:nvSpPr>
            <p:cNvPr id="43" name="Freeform 42">
              <a:extLst>
                <a:ext uri="{FF2B5EF4-FFF2-40B4-BE49-F238E27FC236}">
                  <a16:creationId xmlns:a16="http://schemas.microsoft.com/office/drawing/2014/main" id="{B3B0EA57-ECCD-7757-0A07-170B08E0A2BB}"/>
                </a:ext>
              </a:extLst>
            </p:cNvPr>
            <p:cNvSpPr/>
            <p:nvPr/>
          </p:nvSpPr>
          <p:spPr>
            <a:xfrm>
              <a:off x="4004823" y="4787978"/>
              <a:ext cx="214976" cy="273192"/>
            </a:xfrm>
            <a:custGeom>
              <a:avLst/>
              <a:gdLst>
                <a:gd name="csX0" fmla="*/ 198517 w 214976"/>
                <a:gd name="csY0" fmla="*/ 132751 h 273192"/>
                <a:gd name="csX1" fmla="*/ 204361 w 214976"/>
                <a:gd name="csY1" fmla="*/ 133233 h 273192"/>
                <a:gd name="csX2" fmla="*/ 214974 w 214976"/>
                <a:gd name="csY2" fmla="*/ 124066 h 273192"/>
                <a:gd name="csX3" fmla="*/ 214974 w 214976"/>
                <a:gd name="csY3" fmla="*/ 95153 h 273192"/>
                <a:gd name="csX4" fmla="*/ 191898 w 214976"/>
                <a:gd name="csY4" fmla="*/ 72030 h 273192"/>
                <a:gd name="csX5" fmla="*/ 164088 w 214976"/>
                <a:gd name="csY5" fmla="*/ 72030 h 273192"/>
                <a:gd name="csX6" fmla="*/ 114014 w 214976"/>
                <a:gd name="csY6" fmla="*/ 434 h 273192"/>
                <a:gd name="csX7" fmla="*/ 50924 w 214976"/>
                <a:gd name="csY7" fmla="*/ 72030 h 273192"/>
                <a:gd name="csX8" fmla="*/ 23076 w 214976"/>
                <a:gd name="csY8" fmla="*/ 72030 h 273192"/>
                <a:gd name="csX9" fmla="*/ 0 w 214976"/>
                <a:gd name="csY9" fmla="*/ 95153 h 273192"/>
                <a:gd name="csX10" fmla="*/ 0 w 214976"/>
                <a:gd name="csY10" fmla="*/ 155205 h 273192"/>
                <a:gd name="csX11" fmla="*/ 18491 w 214976"/>
                <a:gd name="csY11" fmla="*/ 155205 h 273192"/>
                <a:gd name="csX12" fmla="*/ 18491 w 214976"/>
                <a:gd name="csY12" fmla="*/ 95153 h 273192"/>
                <a:gd name="csX13" fmla="*/ 23076 w 214976"/>
                <a:gd name="csY13" fmla="*/ 90588 h 273192"/>
                <a:gd name="csX14" fmla="*/ 64200 w 214976"/>
                <a:gd name="csY14" fmla="*/ 90588 h 273192"/>
                <a:gd name="csX15" fmla="*/ 72373 w 214976"/>
                <a:gd name="csY15" fmla="*/ 76966 h 273192"/>
                <a:gd name="csX16" fmla="*/ 111980 w 214976"/>
                <a:gd name="csY16" fmla="*/ 18844 h 273192"/>
                <a:gd name="csX17" fmla="*/ 142601 w 214976"/>
                <a:gd name="csY17" fmla="*/ 76966 h 273192"/>
                <a:gd name="csX18" fmla="*/ 150774 w 214976"/>
                <a:gd name="csY18" fmla="*/ 90588 h 273192"/>
                <a:gd name="csX19" fmla="*/ 191898 w 214976"/>
                <a:gd name="csY19" fmla="*/ 90588 h 273192"/>
                <a:gd name="csX20" fmla="*/ 196484 w 214976"/>
                <a:gd name="csY20" fmla="*/ 95153 h 273192"/>
                <a:gd name="csX21" fmla="*/ 196484 w 214976"/>
                <a:gd name="csY21" fmla="*/ 114230 h 273192"/>
                <a:gd name="csX22" fmla="*/ 196484 w 214976"/>
                <a:gd name="csY22" fmla="*/ 230956 h 273192"/>
                <a:gd name="csX23" fmla="*/ 196484 w 214976"/>
                <a:gd name="csY23" fmla="*/ 250033 h 273192"/>
                <a:gd name="csX24" fmla="*/ 191898 w 214976"/>
                <a:gd name="csY24" fmla="*/ 254635 h 273192"/>
                <a:gd name="csX25" fmla="*/ 23078 w 214976"/>
                <a:gd name="csY25" fmla="*/ 254635 h 273192"/>
                <a:gd name="csX26" fmla="*/ 18492 w 214976"/>
                <a:gd name="csY26" fmla="*/ 250033 h 273192"/>
                <a:gd name="csX27" fmla="*/ 18492 w 214976"/>
                <a:gd name="csY27" fmla="*/ 204307 h 273192"/>
                <a:gd name="csX28" fmla="*/ 1 w 214976"/>
                <a:gd name="csY28" fmla="*/ 204307 h 273192"/>
                <a:gd name="csX29" fmla="*/ 1 w 214976"/>
                <a:gd name="csY29" fmla="*/ 250033 h 273192"/>
                <a:gd name="csX30" fmla="*/ 23078 w 214976"/>
                <a:gd name="csY30" fmla="*/ 273192 h 273192"/>
                <a:gd name="csX31" fmla="*/ 191898 w 214976"/>
                <a:gd name="csY31" fmla="*/ 273192 h 273192"/>
                <a:gd name="csX32" fmla="*/ 214975 w 214976"/>
                <a:gd name="csY32" fmla="*/ 250033 h 273192"/>
                <a:gd name="csX33" fmla="*/ 214975 w 214976"/>
                <a:gd name="csY33" fmla="*/ 221120 h 273192"/>
                <a:gd name="csX34" fmla="*/ 211757 w 214976"/>
                <a:gd name="csY34" fmla="*/ 214105 h 273192"/>
                <a:gd name="csX35" fmla="*/ 198518 w 214976"/>
                <a:gd name="csY35" fmla="*/ 212435 h 273192"/>
                <a:gd name="csX36" fmla="*/ 198518 w 214976"/>
                <a:gd name="csY36" fmla="*/ 132749 h 2731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14976" h="273192">
                  <a:moveTo>
                    <a:pt x="198517" y="132751"/>
                  </a:moveTo>
                  <a:cubicBezTo>
                    <a:pt x="200256" y="132751"/>
                    <a:pt x="202105" y="132899"/>
                    <a:pt x="204361" y="133233"/>
                  </a:cubicBezTo>
                  <a:cubicBezTo>
                    <a:pt x="209760" y="134161"/>
                    <a:pt x="215085" y="129559"/>
                    <a:pt x="214974" y="124066"/>
                  </a:cubicBezTo>
                  <a:lnTo>
                    <a:pt x="214974" y="95153"/>
                  </a:lnTo>
                  <a:cubicBezTo>
                    <a:pt x="214974" y="82385"/>
                    <a:pt x="204619" y="72030"/>
                    <a:pt x="191898" y="72030"/>
                  </a:cubicBezTo>
                  <a:lnTo>
                    <a:pt x="164088" y="72030"/>
                  </a:lnTo>
                  <a:cubicBezTo>
                    <a:pt x="172630" y="38960"/>
                    <a:pt x="148112" y="3553"/>
                    <a:pt x="114014" y="434"/>
                  </a:cubicBezTo>
                  <a:cubicBezTo>
                    <a:pt x="74629" y="-4502"/>
                    <a:pt x="41124" y="33467"/>
                    <a:pt x="50924" y="72030"/>
                  </a:cubicBezTo>
                  <a:lnTo>
                    <a:pt x="23076" y="72030"/>
                  </a:lnTo>
                  <a:cubicBezTo>
                    <a:pt x="10354" y="72030"/>
                    <a:pt x="0" y="82423"/>
                    <a:pt x="0" y="95153"/>
                  </a:cubicBezTo>
                  <a:lnTo>
                    <a:pt x="0" y="155205"/>
                  </a:lnTo>
                  <a:cubicBezTo>
                    <a:pt x="333" y="167416"/>
                    <a:pt x="18158" y="167453"/>
                    <a:pt x="18491" y="155205"/>
                  </a:cubicBezTo>
                  <a:lnTo>
                    <a:pt x="18491" y="95153"/>
                  </a:lnTo>
                  <a:cubicBezTo>
                    <a:pt x="18491" y="92629"/>
                    <a:pt x="20524" y="90588"/>
                    <a:pt x="23076" y="90588"/>
                  </a:cubicBezTo>
                  <a:lnTo>
                    <a:pt x="64200" y="90588"/>
                  </a:lnTo>
                  <a:cubicBezTo>
                    <a:pt x="70931" y="90810"/>
                    <a:pt x="75701" y="82868"/>
                    <a:pt x="72373" y="76966"/>
                  </a:cubicBezTo>
                  <a:cubicBezTo>
                    <a:pt x="57359" y="49315"/>
                    <a:pt x="80842" y="14872"/>
                    <a:pt x="111980" y="18844"/>
                  </a:cubicBezTo>
                  <a:cubicBezTo>
                    <a:pt x="139125" y="21590"/>
                    <a:pt x="155840" y="52952"/>
                    <a:pt x="142601" y="76966"/>
                  </a:cubicBezTo>
                  <a:cubicBezTo>
                    <a:pt x="139273" y="82868"/>
                    <a:pt x="144044" y="90773"/>
                    <a:pt x="150774" y="90588"/>
                  </a:cubicBezTo>
                  <a:lnTo>
                    <a:pt x="191898" y="90588"/>
                  </a:lnTo>
                  <a:cubicBezTo>
                    <a:pt x="194413" y="90588"/>
                    <a:pt x="196484" y="92629"/>
                    <a:pt x="196484" y="95153"/>
                  </a:cubicBezTo>
                  <a:lnTo>
                    <a:pt x="196484" y="114230"/>
                  </a:lnTo>
                  <a:cubicBezTo>
                    <a:pt x="122003" y="119500"/>
                    <a:pt x="122040" y="225720"/>
                    <a:pt x="196484" y="230956"/>
                  </a:cubicBezTo>
                  <a:lnTo>
                    <a:pt x="196484" y="250033"/>
                  </a:lnTo>
                  <a:cubicBezTo>
                    <a:pt x="196484" y="252556"/>
                    <a:pt x="194450" y="254635"/>
                    <a:pt x="191898" y="254635"/>
                  </a:cubicBezTo>
                  <a:lnTo>
                    <a:pt x="23078" y="254635"/>
                  </a:lnTo>
                  <a:cubicBezTo>
                    <a:pt x="20563" y="254635"/>
                    <a:pt x="18492" y="252594"/>
                    <a:pt x="18492" y="250033"/>
                  </a:cubicBezTo>
                  <a:lnTo>
                    <a:pt x="18492" y="204307"/>
                  </a:lnTo>
                  <a:cubicBezTo>
                    <a:pt x="18233" y="192095"/>
                    <a:pt x="297" y="192058"/>
                    <a:pt x="1" y="204307"/>
                  </a:cubicBezTo>
                  <a:lnTo>
                    <a:pt x="1" y="250033"/>
                  </a:lnTo>
                  <a:cubicBezTo>
                    <a:pt x="1" y="262801"/>
                    <a:pt x="10357" y="273192"/>
                    <a:pt x="23078" y="273192"/>
                  </a:cubicBezTo>
                  <a:lnTo>
                    <a:pt x="191898" y="273192"/>
                  </a:lnTo>
                  <a:cubicBezTo>
                    <a:pt x="204620" y="273192"/>
                    <a:pt x="214975" y="262800"/>
                    <a:pt x="214975" y="250033"/>
                  </a:cubicBezTo>
                  <a:lnTo>
                    <a:pt x="214975" y="221120"/>
                  </a:lnTo>
                  <a:cubicBezTo>
                    <a:pt x="214975" y="218410"/>
                    <a:pt x="213791" y="215849"/>
                    <a:pt x="211757" y="214105"/>
                  </a:cubicBezTo>
                  <a:cubicBezTo>
                    <a:pt x="208244" y="210542"/>
                    <a:pt x="202586" y="212472"/>
                    <a:pt x="198518" y="212435"/>
                  </a:cubicBezTo>
                  <a:cubicBezTo>
                    <a:pt x="145820" y="210245"/>
                    <a:pt x="145894" y="134939"/>
                    <a:pt x="198518" y="132749"/>
                  </a:cubicBezTo>
                  <a:close/>
                </a:path>
              </a:pathLst>
            </a:custGeom>
            <a:solidFill>
              <a:srgbClr val="000000"/>
            </a:solidFill>
            <a:ln w="9438" cap="flat">
              <a:noFill/>
              <a:prstDash val="solid"/>
              <a:miter/>
            </a:ln>
          </p:spPr>
          <p:txBody>
            <a:bodyPr/>
            <a:lstStyle/>
            <a:p>
              <a:endParaRPr lang="en-US"/>
            </a:p>
          </p:txBody>
        </p:sp>
      </p:grpSp>
      <p:sp>
        <p:nvSpPr>
          <p:cNvPr id="50" name="Freeform 49">
            <a:extLst>
              <a:ext uri="{FF2B5EF4-FFF2-40B4-BE49-F238E27FC236}">
                <a16:creationId xmlns:a16="http://schemas.microsoft.com/office/drawing/2014/main" id="{1782E789-154C-D7B9-F426-8E63262EEF20}"/>
              </a:ext>
              <a:ext uri="{C183D7F6-B498-43B3-948B-1728B52AA6E4}">
                <adec:decorative xmlns:adec="http://schemas.microsoft.com/office/drawing/2017/decorative" val="1"/>
              </a:ext>
            </a:extLst>
          </p:cNvPr>
          <p:cNvSpPr>
            <a:spLocks noChangeAspect="1"/>
          </p:cNvSpPr>
          <p:nvPr/>
        </p:nvSpPr>
        <p:spPr>
          <a:xfrm>
            <a:off x="9686849" y="2188643"/>
            <a:ext cx="592951" cy="597095"/>
          </a:xfrm>
          <a:custGeom>
            <a:avLst/>
            <a:gdLst>
              <a:gd name="csX0" fmla="*/ 518268 w 868140"/>
              <a:gd name="csY0" fmla="*/ 45655 h 874206"/>
              <a:gd name="csX1" fmla="*/ 545376 w 868140"/>
              <a:gd name="csY1" fmla="*/ 54785 h 874206"/>
              <a:gd name="csX2" fmla="*/ 571040 w 868140"/>
              <a:gd name="csY2" fmla="*/ 67628 h 874206"/>
              <a:gd name="csX3" fmla="*/ 575256 w 868140"/>
              <a:gd name="csY3" fmla="*/ 68518 h 874206"/>
              <a:gd name="csX4" fmla="*/ 579102 w 868140"/>
              <a:gd name="csY4" fmla="*/ 66514 h 874206"/>
              <a:gd name="csX5" fmla="*/ 588607 w 868140"/>
              <a:gd name="csY5" fmla="*/ 57050 h 874206"/>
              <a:gd name="csX6" fmla="*/ 606653 w 868140"/>
              <a:gd name="csY6" fmla="*/ 49515 h 874206"/>
              <a:gd name="csX7" fmla="*/ 624663 w 868140"/>
              <a:gd name="csY7" fmla="*/ 57013 h 874206"/>
              <a:gd name="csX8" fmla="*/ 656504 w 868140"/>
              <a:gd name="csY8" fmla="*/ 88932 h 874206"/>
              <a:gd name="csX9" fmla="*/ 663974 w 868140"/>
              <a:gd name="csY9" fmla="*/ 107082 h 874206"/>
              <a:gd name="csX10" fmla="*/ 656504 w 868140"/>
              <a:gd name="csY10" fmla="*/ 125231 h 874206"/>
              <a:gd name="csX11" fmla="*/ 647037 w 868140"/>
              <a:gd name="csY11" fmla="*/ 134696 h 874206"/>
              <a:gd name="csX12" fmla="*/ 645040 w 868140"/>
              <a:gd name="csY12" fmla="*/ 138630 h 874206"/>
              <a:gd name="csX13" fmla="*/ 645927 w 868140"/>
              <a:gd name="csY13" fmla="*/ 142861 h 874206"/>
              <a:gd name="csX14" fmla="*/ 658723 w 868140"/>
              <a:gd name="csY14" fmla="*/ 168619 h 874206"/>
              <a:gd name="csX15" fmla="*/ 667821 w 868140"/>
              <a:gd name="csY15" fmla="*/ 195787 h 874206"/>
              <a:gd name="csX16" fmla="*/ 670150 w 868140"/>
              <a:gd name="csY16" fmla="*/ 199424 h 874206"/>
              <a:gd name="csX17" fmla="*/ 674255 w 868140"/>
              <a:gd name="csY17" fmla="*/ 200761 h 874206"/>
              <a:gd name="csX18" fmla="*/ 687643 w 868140"/>
              <a:gd name="csY18" fmla="*/ 200761 h 874206"/>
              <a:gd name="csX19" fmla="*/ 705689 w 868140"/>
              <a:gd name="csY19" fmla="*/ 208295 h 874206"/>
              <a:gd name="csX20" fmla="*/ 713197 w 868140"/>
              <a:gd name="csY20" fmla="*/ 226407 h 874206"/>
              <a:gd name="csX21" fmla="*/ 713197 w 868140"/>
              <a:gd name="csY21" fmla="*/ 271502 h 874206"/>
              <a:gd name="csX22" fmla="*/ 705689 w 868140"/>
              <a:gd name="csY22" fmla="*/ 289576 h 874206"/>
              <a:gd name="csX23" fmla="*/ 687605 w 868140"/>
              <a:gd name="csY23" fmla="*/ 297148 h 874206"/>
              <a:gd name="csX24" fmla="*/ 674254 w 868140"/>
              <a:gd name="csY24" fmla="*/ 297148 h 874206"/>
              <a:gd name="csX25" fmla="*/ 670112 w 868140"/>
              <a:gd name="csY25" fmla="*/ 298521 h 874206"/>
              <a:gd name="csX26" fmla="*/ 667820 w 868140"/>
              <a:gd name="csY26" fmla="*/ 302121 h 874206"/>
              <a:gd name="csX27" fmla="*/ 658722 w 868140"/>
              <a:gd name="csY27" fmla="*/ 329327 h 874206"/>
              <a:gd name="csX28" fmla="*/ 645926 w 868140"/>
              <a:gd name="csY28" fmla="*/ 355084 h 874206"/>
              <a:gd name="csX29" fmla="*/ 645039 w 868140"/>
              <a:gd name="csY29" fmla="*/ 359316 h 874206"/>
              <a:gd name="csX30" fmla="*/ 647036 w 868140"/>
              <a:gd name="csY30" fmla="*/ 363176 h 874206"/>
              <a:gd name="csX31" fmla="*/ 656466 w 868140"/>
              <a:gd name="csY31" fmla="*/ 372714 h 874206"/>
              <a:gd name="csX32" fmla="*/ 663973 w 868140"/>
              <a:gd name="csY32" fmla="*/ 390826 h 874206"/>
              <a:gd name="csX33" fmla="*/ 656503 w 868140"/>
              <a:gd name="csY33" fmla="*/ 408900 h 874206"/>
              <a:gd name="csX34" fmla="*/ 624698 w 868140"/>
              <a:gd name="csY34" fmla="*/ 440857 h 874206"/>
              <a:gd name="csX35" fmla="*/ 606614 w 868140"/>
              <a:gd name="csY35" fmla="*/ 448354 h 874206"/>
              <a:gd name="csX36" fmla="*/ 588530 w 868140"/>
              <a:gd name="csY36" fmla="*/ 440857 h 874206"/>
              <a:gd name="csX37" fmla="*/ 579099 w 868140"/>
              <a:gd name="csY37" fmla="*/ 431355 h 874206"/>
              <a:gd name="csX38" fmla="*/ 575179 w 868140"/>
              <a:gd name="csY38" fmla="*/ 429351 h 874206"/>
              <a:gd name="csX39" fmla="*/ 570964 w 868140"/>
              <a:gd name="csY39" fmla="*/ 430242 h 874206"/>
              <a:gd name="csX40" fmla="*/ 545299 w 868140"/>
              <a:gd name="csY40" fmla="*/ 443084 h 874206"/>
              <a:gd name="csX41" fmla="*/ 518228 w 868140"/>
              <a:gd name="csY41" fmla="*/ 452214 h 874206"/>
              <a:gd name="csX42" fmla="*/ 514604 w 868140"/>
              <a:gd name="csY42" fmla="*/ 454553 h 874206"/>
              <a:gd name="csX43" fmla="*/ 513273 w 868140"/>
              <a:gd name="csY43" fmla="*/ 458672 h 874206"/>
              <a:gd name="csX44" fmla="*/ 513273 w 868140"/>
              <a:gd name="csY44" fmla="*/ 472108 h 874206"/>
              <a:gd name="csX45" fmla="*/ 505765 w 868140"/>
              <a:gd name="csY45" fmla="*/ 490183 h 874206"/>
              <a:gd name="csX46" fmla="*/ 487681 w 868140"/>
              <a:gd name="csY46" fmla="*/ 497755 h 874206"/>
              <a:gd name="csX47" fmla="*/ 442748 w 868140"/>
              <a:gd name="csY47" fmla="*/ 497755 h 874206"/>
              <a:gd name="csX48" fmla="*/ 424664 w 868140"/>
              <a:gd name="csY48" fmla="*/ 490220 h 874206"/>
              <a:gd name="csX49" fmla="*/ 417157 w 868140"/>
              <a:gd name="csY49" fmla="*/ 472070 h 874206"/>
              <a:gd name="csX50" fmla="*/ 417157 w 868140"/>
              <a:gd name="csY50" fmla="*/ 458671 h 874206"/>
              <a:gd name="csX51" fmla="*/ 415788 w 868140"/>
              <a:gd name="csY51" fmla="*/ 454515 h 874206"/>
              <a:gd name="csX52" fmla="*/ 412201 w 868140"/>
              <a:gd name="csY52" fmla="*/ 452213 h 874206"/>
              <a:gd name="csX53" fmla="*/ 385093 w 868140"/>
              <a:gd name="csY53" fmla="*/ 443083 h 874206"/>
              <a:gd name="csX54" fmla="*/ 359429 w 868140"/>
              <a:gd name="csY54" fmla="*/ 430241 h 874206"/>
              <a:gd name="csX55" fmla="*/ 355213 w 868140"/>
              <a:gd name="csY55" fmla="*/ 429350 h 874206"/>
              <a:gd name="csX56" fmla="*/ 351367 w 868140"/>
              <a:gd name="csY56" fmla="*/ 431354 h 874206"/>
              <a:gd name="csX57" fmla="*/ 341862 w 868140"/>
              <a:gd name="csY57" fmla="*/ 440819 h 874206"/>
              <a:gd name="csX58" fmla="*/ 323816 w 868140"/>
              <a:gd name="csY58" fmla="*/ 448353 h 874206"/>
              <a:gd name="csX59" fmla="*/ 305806 w 868140"/>
              <a:gd name="csY59" fmla="*/ 440856 h 874206"/>
              <a:gd name="csX60" fmla="*/ 273965 w 868140"/>
              <a:gd name="csY60" fmla="*/ 408937 h 874206"/>
              <a:gd name="csX61" fmla="*/ 266495 w 868140"/>
              <a:gd name="csY61" fmla="*/ 390787 h 874206"/>
              <a:gd name="csX62" fmla="*/ 273965 w 868140"/>
              <a:gd name="csY62" fmla="*/ 372637 h 874206"/>
              <a:gd name="csX63" fmla="*/ 283432 w 868140"/>
              <a:gd name="csY63" fmla="*/ 363173 h 874206"/>
              <a:gd name="csX64" fmla="*/ 285429 w 868140"/>
              <a:gd name="csY64" fmla="*/ 359239 h 874206"/>
              <a:gd name="csX65" fmla="*/ 284542 w 868140"/>
              <a:gd name="csY65" fmla="*/ 355007 h 874206"/>
              <a:gd name="csX66" fmla="*/ 271746 w 868140"/>
              <a:gd name="csY66" fmla="*/ 329250 h 874206"/>
              <a:gd name="csX67" fmla="*/ 262648 w 868140"/>
              <a:gd name="csY67" fmla="*/ 302081 h 874206"/>
              <a:gd name="csX68" fmla="*/ 260319 w 868140"/>
              <a:gd name="csY68" fmla="*/ 298444 h 874206"/>
              <a:gd name="csX69" fmla="*/ 256214 w 868140"/>
              <a:gd name="csY69" fmla="*/ 297108 h 874206"/>
              <a:gd name="csX70" fmla="*/ 242826 w 868140"/>
              <a:gd name="csY70" fmla="*/ 297108 h 874206"/>
              <a:gd name="csX71" fmla="*/ 224742 w 868140"/>
              <a:gd name="csY71" fmla="*/ 289574 h 874206"/>
              <a:gd name="csX72" fmla="*/ 217234 w 868140"/>
              <a:gd name="csY72" fmla="*/ 271424 h 874206"/>
              <a:gd name="csX73" fmla="*/ 217234 w 868140"/>
              <a:gd name="csY73" fmla="*/ 226329 h 874206"/>
              <a:gd name="csX74" fmla="*/ 224742 w 868140"/>
              <a:gd name="csY74" fmla="*/ 208179 h 874206"/>
              <a:gd name="csX75" fmla="*/ 242826 w 868140"/>
              <a:gd name="csY75" fmla="*/ 200645 h 874206"/>
              <a:gd name="csX76" fmla="*/ 256177 w 868140"/>
              <a:gd name="csY76" fmla="*/ 200645 h 874206"/>
              <a:gd name="csX77" fmla="*/ 260319 w 868140"/>
              <a:gd name="csY77" fmla="*/ 199271 h 874206"/>
              <a:gd name="csX78" fmla="*/ 262612 w 868140"/>
              <a:gd name="csY78" fmla="*/ 195671 h 874206"/>
              <a:gd name="csX79" fmla="*/ 271709 w 868140"/>
              <a:gd name="csY79" fmla="*/ 168466 h 874206"/>
              <a:gd name="csX80" fmla="*/ 284505 w 868140"/>
              <a:gd name="csY80" fmla="*/ 142708 h 874206"/>
              <a:gd name="csX81" fmla="*/ 285393 w 868140"/>
              <a:gd name="csY81" fmla="*/ 138477 h 874206"/>
              <a:gd name="csX82" fmla="*/ 283396 w 868140"/>
              <a:gd name="csY82" fmla="*/ 134617 h 874206"/>
              <a:gd name="csX83" fmla="*/ 273965 w 868140"/>
              <a:gd name="csY83" fmla="*/ 125078 h 874206"/>
              <a:gd name="csX84" fmla="*/ 266458 w 868140"/>
              <a:gd name="csY84" fmla="*/ 106967 h 874206"/>
              <a:gd name="csX85" fmla="*/ 273928 w 868140"/>
              <a:gd name="csY85" fmla="*/ 88892 h 874206"/>
              <a:gd name="csX86" fmla="*/ 305733 w 868140"/>
              <a:gd name="csY86" fmla="*/ 56936 h 874206"/>
              <a:gd name="csX87" fmla="*/ 323817 w 868140"/>
              <a:gd name="csY87" fmla="*/ 49438 h 874206"/>
              <a:gd name="csX88" fmla="*/ 341901 w 868140"/>
              <a:gd name="csY88" fmla="*/ 56936 h 874206"/>
              <a:gd name="csX89" fmla="*/ 351332 w 868140"/>
              <a:gd name="csY89" fmla="*/ 66437 h 874206"/>
              <a:gd name="csX90" fmla="*/ 355252 w 868140"/>
              <a:gd name="csY90" fmla="*/ 68441 h 874206"/>
              <a:gd name="csX91" fmla="*/ 359468 w 868140"/>
              <a:gd name="csY91" fmla="*/ 67551 h 874206"/>
              <a:gd name="csX92" fmla="*/ 385132 w 868140"/>
              <a:gd name="csY92" fmla="*/ 54708 h 874206"/>
              <a:gd name="csX93" fmla="*/ 412203 w 868140"/>
              <a:gd name="csY93" fmla="*/ 45578 h 874206"/>
              <a:gd name="csX94" fmla="*/ 415827 w 868140"/>
              <a:gd name="csY94" fmla="*/ 43240 h 874206"/>
              <a:gd name="csX95" fmla="*/ 417159 w 868140"/>
              <a:gd name="csY95" fmla="*/ 39120 h 874206"/>
              <a:gd name="csX96" fmla="*/ 417159 w 868140"/>
              <a:gd name="csY96" fmla="*/ 25684 h 874206"/>
              <a:gd name="csX97" fmla="*/ 424666 w 868140"/>
              <a:gd name="csY97" fmla="*/ 7534 h 874206"/>
              <a:gd name="csX98" fmla="*/ 442750 w 868140"/>
              <a:gd name="csY98" fmla="*/ 0 h 874206"/>
              <a:gd name="csX99" fmla="*/ 487683 w 868140"/>
              <a:gd name="csY99" fmla="*/ 0 h 874206"/>
              <a:gd name="csX100" fmla="*/ 505729 w 868140"/>
              <a:gd name="csY100" fmla="*/ 7534 h 874206"/>
              <a:gd name="csX101" fmla="*/ 513237 w 868140"/>
              <a:gd name="csY101" fmla="*/ 25646 h 874206"/>
              <a:gd name="csX102" fmla="*/ 513237 w 868140"/>
              <a:gd name="csY102" fmla="*/ 39045 h 874206"/>
              <a:gd name="csX103" fmla="*/ 514568 w 868140"/>
              <a:gd name="csY103" fmla="*/ 43165 h 874206"/>
              <a:gd name="csX104" fmla="*/ 518192 w 868140"/>
              <a:gd name="csY104" fmla="*/ 45503 h 874206"/>
              <a:gd name="csX105" fmla="*/ 508579 w 868140"/>
              <a:gd name="csY105" fmla="*/ 373903 h 874206"/>
              <a:gd name="csX106" fmla="*/ 508579 w 868140"/>
              <a:gd name="csY106" fmla="*/ 211855 h 874206"/>
              <a:gd name="csX107" fmla="*/ 518046 w 868140"/>
              <a:gd name="csY107" fmla="*/ 202353 h 874206"/>
              <a:gd name="csX108" fmla="*/ 567971 w 868140"/>
              <a:gd name="csY108" fmla="*/ 202353 h 874206"/>
              <a:gd name="csX109" fmla="*/ 577438 w 868140"/>
              <a:gd name="csY109" fmla="*/ 211855 h 874206"/>
              <a:gd name="csX110" fmla="*/ 577438 w 868140"/>
              <a:gd name="csY110" fmla="*/ 318376 h 874206"/>
              <a:gd name="csX111" fmla="*/ 597038 w 868140"/>
              <a:gd name="csY111" fmla="*/ 248934 h 874206"/>
              <a:gd name="csX112" fmla="*/ 558430 w 868140"/>
              <a:gd name="csY112" fmla="*/ 155403 h 874206"/>
              <a:gd name="csX113" fmla="*/ 465236 w 868140"/>
              <a:gd name="csY113" fmla="*/ 116655 h 874206"/>
              <a:gd name="csX114" fmla="*/ 372042 w 868140"/>
              <a:gd name="csY114" fmla="*/ 155403 h 874206"/>
              <a:gd name="csX115" fmla="*/ 333434 w 868140"/>
              <a:gd name="csY115" fmla="*/ 248934 h 874206"/>
              <a:gd name="csX116" fmla="*/ 353034 w 868140"/>
              <a:gd name="csY116" fmla="*/ 318376 h 874206"/>
              <a:gd name="csX117" fmla="*/ 353034 w 868140"/>
              <a:gd name="csY117" fmla="*/ 250752 h 874206"/>
              <a:gd name="csX118" fmla="*/ 362501 w 868140"/>
              <a:gd name="csY118" fmla="*/ 241251 h 874206"/>
              <a:gd name="csX119" fmla="*/ 412426 w 868140"/>
              <a:gd name="csY119" fmla="*/ 241251 h 874206"/>
              <a:gd name="csX120" fmla="*/ 421893 w 868140"/>
              <a:gd name="csY120" fmla="*/ 250752 h 874206"/>
              <a:gd name="csX121" fmla="*/ 421893 w 868140"/>
              <a:gd name="csY121" fmla="*/ 373901 h 874206"/>
              <a:gd name="csX122" fmla="*/ 430768 w 868140"/>
              <a:gd name="csY122" fmla="*/ 376647 h 874206"/>
              <a:gd name="csX123" fmla="*/ 430768 w 868140"/>
              <a:gd name="csY123" fmla="*/ 236909 h 874206"/>
              <a:gd name="csX124" fmla="*/ 440236 w 868140"/>
              <a:gd name="csY124" fmla="*/ 227408 h 874206"/>
              <a:gd name="csX125" fmla="*/ 490161 w 868140"/>
              <a:gd name="csY125" fmla="*/ 227408 h 874206"/>
              <a:gd name="csX126" fmla="*/ 499628 w 868140"/>
              <a:gd name="csY126" fmla="*/ 236909 h 874206"/>
              <a:gd name="csX127" fmla="*/ 499628 w 868140"/>
              <a:gd name="csY127" fmla="*/ 376685 h 874206"/>
              <a:gd name="csX128" fmla="*/ 508503 w 868140"/>
              <a:gd name="csY128" fmla="*/ 373939 h 874206"/>
              <a:gd name="csX129" fmla="*/ 558504 w 868140"/>
              <a:gd name="csY129" fmla="*/ 342429 h 874206"/>
              <a:gd name="csX130" fmla="*/ 558504 w 868140"/>
              <a:gd name="csY130" fmla="*/ 221399 h 874206"/>
              <a:gd name="csX131" fmla="*/ 527514 w 868140"/>
              <a:gd name="csY131" fmla="*/ 221399 h 874206"/>
              <a:gd name="csX132" fmla="*/ 527514 w 868140"/>
              <a:gd name="csY132" fmla="*/ 365556 h 874206"/>
              <a:gd name="csX133" fmla="*/ 558467 w 868140"/>
              <a:gd name="csY133" fmla="*/ 342470 h 874206"/>
              <a:gd name="csX134" fmla="*/ 480769 w 868140"/>
              <a:gd name="csY134" fmla="*/ 380287 h 874206"/>
              <a:gd name="csX135" fmla="*/ 480769 w 868140"/>
              <a:gd name="csY135" fmla="*/ 246373 h 874206"/>
              <a:gd name="csX136" fmla="*/ 449779 w 868140"/>
              <a:gd name="csY136" fmla="*/ 246373 h 874206"/>
              <a:gd name="csX137" fmla="*/ 449779 w 868140"/>
              <a:gd name="csY137" fmla="*/ 380287 h 874206"/>
              <a:gd name="csX138" fmla="*/ 465274 w 868140"/>
              <a:gd name="csY138" fmla="*/ 381178 h 874206"/>
              <a:gd name="csX139" fmla="*/ 480769 w 868140"/>
              <a:gd name="csY139" fmla="*/ 380287 h 874206"/>
              <a:gd name="csX140" fmla="*/ 403034 w 868140"/>
              <a:gd name="csY140" fmla="*/ 365515 h 874206"/>
              <a:gd name="csX141" fmla="*/ 403034 w 868140"/>
              <a:gd name="csY141" fmla="*/ 260219 h 874206"/>
              <a:gd name="csX142" fmla="*/ 372044 w 868140"/>
              <a:gd name="csY142" fmla="*/ 260219 h 874206"/>
              <a:gd name="csX143" fmla="*/ 372044 w 868140"/>
              <a:gd name="csY143" fmla="*/ 342392 h 874206"/>
              <a:gd name="csX144" fmla="*/ 372118 w 868140"/>
              <a:gd name="csY144" fmla="*/ 342466 h 874206"/>
              <a:gd name="csX145" fmla="*/ 403034 w 868140"/>
              <a:gd name="csY145" fmla="*/ 365552 h 874206"/>
              <a:gd name="csX146" fmla="*/ 465311 w 868140"/>
              <a:gd name="csY146" fmla="*/ 97659 h 874206"/>
              <a:gd name="csX147" fmla="*/ 571893 w 868140"/>
              <a:gd name="csY147" fmla="*/ 141974 h 874206"/>
              <a:gd name="csX148" fmla="*/ 616050 w 868140"/>
              <a:gd name="csY148" fmla="*/ 248942 h 874206"/>
              <a:gd name="csX149" fmla="*/ 571893 w 868140"/>
              <a:gd name="csY149" fmla="*/ 355910 h 874206"/>
              <a:gd name="csX150" fmla="*/ 465311 w 868140"/>
              <a:gd name="csY150" fmla="*/ 400226 h 874206"/>
              <a:gd name="csX151" fmla="*/ 358728 w 868140"/>
              <a:gd name="csY151" fmla="*/ 355910 h 874206"/>
              <a:gd name="csX152" fmla="*/ 314572 w 868140"/>
              <a:gd name="csY152" fmla="*/ 248942 h 874206"/>
              <a:gd name="csX153" fmla="*/ 358728 w 868140"/>
              <a:gd name="csY153" fmla="*/ 141974 h 874206"/>
              <a:gd name="csX154" fmla="*/ 465311 w 868140"/>
              <a:gd name="csY154" fmla="*/ 97659 h 874206"/>
              <a:gd name="csX155" fmla="*/ 14214 w 868140"/>
              <a:gd name="csY155" fmla="*/ 626882 h 874206"/>
              <a:gd name="csX156" fmla="*/ 63622 w 868140"/>
              <a:gd name="csY156" fmla="*/ 598229 h 874206"/>
              <a:gd name="csX157" fmla="*/ 85145 w 868140"/>
              <a:gd name="csY157" fmla="*/ 595408 h 874206"/>
              <a:gd name="csX158" fmla="*/ 102378 w 868140"/>
              <a:gd name="csY158" fmla="*/ 608658 h 874206"/>
              <a:gd name="csX159" fmla="*/ 109811 w 868140"/>
              <a:gd name="csY159" fmla="*/ 621574 h 874206"/>
              <a:gd name="csX160" fmla="*/ 211916 w 868140"/>
              <a:gd name="csY160" fmla="*/ 582974 h 874206"/>
              <a:gd name="csX161" fmla="*/ 274637 w 868140"/>
              <a:gd name="csY161" fmla="*/ 533426 h 874206"/>
              <a:gd name="csX162" fmla="*/ 375482 w 868140"/>
              <a:gd name="csY162" fmla="*/ 532053 h 874206"/>
              <a:gd name="csX163" fmla="*/ 404772 w 868140"/>
              <a:gd name="csY163" fmla="*/ 535059 h 874206"/>
              <a:gd name="csX164" fmla="*/ 433876 w 868140"/>
              <a:gd name="csY164" fmla="*/ 530568 h 874206"/>
              <a:gd name="csX165" fmla="*/ 543602 w 868140"/>
              <a:gd name="csY165" fmla="*/ 500765 h 874206"/>
              <a:gd name="csX166" fmla="*/ 579437 w 868140"/>
              <a:gd name="csY166" fmla="*/ 505553 h 874206"/>
              <a:gd name="csX167" fmla="*/ 601552 w 868140"/>
              <a:gd name="csY167" fmla="*/ 534392 h 874206"/>
              <a:gd name="csX168" fmla="*/ 596781 w 868140"/>
              <a:gd name="csY168" fmla="*/ 570394 h 874206"/>
              <a:gd name="csX169" fmla="*/ 568084 w 868140"/>
              <a:gd name="csY169" fmla="*/ 592588 h 874206"/>
              <a:gd name="csX170" fmla="*/ 465203 w 868140"/>
              <a:gd name="csY170" fmla="*/ 620240 h 874206"/>
              <a:gd name="csX171" fmla="*/ 504774 w 868140"/>
              <a:gd name="csY171" fmla="*/ 635717 h 874206"/>
              <a:gd name="csX172" fmla="*/ 507621 w 868140"/>
              <a:gd name="csY172" fmla="*/ 636978 h 874206"/>
              <a:gd name="csX173" fmla="*/ 524891 w 868140"/>
              <a:gd name="csY173" fmla="*/ 631226 h 874206"/>
              <a:gd name="csX174" fmla="*/ 548189 w 868140"/>
              <a:gd name="csY174" fmla="*/ 618532 h 874206"/>
              <a:gd name="csX175" fmla="*/ 721336 w 868140"/>
              <a:gd name="csY175" fmla="*/ 518206 h 874206"/>
              <a:gd name="csX176" fmla="*/ 758133 w 868140"/>
              <a:gd name="csY176" fmla="*/ 513344 h 874206"/>
              <a:gd name="csX177" fmla="*/ 787681 w 868140"/>
              <a:gd name="csY177" fmla="*/ 536021 h 874206"/>
              <a:gd name="csX178" fmla="*/ 787755 w 868140"/>
              <a:gd name="csY178" fmla="*/ 536207 h 874206"/>
              <a:gd name="csX179" fmla="*/ 795336 w 868140"/>
              <a:gd name="csY179" fmla="*/ 531827 h 874206"/>
              <a:gd name="csX180" fmla="*/ 832133 w 868140"/>
              <a:gd name="csY180" fmla="*/ 526965 h 874206"/>
              <a:gd name="csX181" fmla="*/ 861681 w 868140"/>
              <a:gd name="csY181" fmla="*/ 549642 h 874206"/>
              <a:gd name="csX182" fmla="*/ 861977 w 868140"/>
              <a:gd name="csY182" fmla="*/ 550199 h 874206"/>
              <a:gd name="csX183" fmla="*/ 866489 w 868140"/>
              <a:gd name="csY183" fmla="*/ 586424 h 874206"/>
              <a:gd name="csX184" fmla="*/ 844041 w 868140"/>
              <a:gd name="csY184" fmla="*/ 616153 h 874206"/>
              <a:gd name="csX185" fmla="*/ 558177 w 868140"/>
              <a:gd name="csY185" fmla="*/ 787141 h 874206"/>
              <a:gd name="csX186" fmla="*/ 528110 w 868140"/>
              <a:gd name="csY186" fmla="*/ 798239 h 874206"/>
              <a:gd name="csX187" fmla="*/ 497120 w 868140"/>
              <a:gd name="csY187" fmla="*/ 799761 h 874206"/>
              <a:gd name="csX188" fmla="*/ 234290 w 868140"/>
              <a:gd name="csY188" fmla="*/ 787847 h 874206"/>
              <a:gd name="csX189" fmla="*/ 210030 w 868140"/>
              <a:gd name="csY189" fmla="*/ 795753 h 874206"/>
              <a:gd name="csX190" fmla="*/ 214135 w 868140"/>
              <a:gd name="csY190" fmla="*/ 802879 h 874206"/>
              <a:gd name="csX191" fmla="*/ 216945 w 868140"/>
              <a:gd name="csY191" fmla="*/ 824479 h 874206"/>
              <a:gd name="csX192" fmla="*/ 203706 w 868140"/>
              <a:gd name="csY192" fmla="*/ 841775 h 874206"/>
              <a:gd name="csX193" fmla="*/ 154299 w 868140"/>
              <a:gd name="csY193" fmla="*/ 870391 h 874206"/>
              <a:gd name="csX194" fmla="*/ 132813 w 868140"/>
              <a:gd name="csY194" fmla="*/ 873248 h 874206"/>
              <a:gd name="csX195" fmla="*/ 115542 w 868140"/>
              <a:gd name="csY195" fmla="*/ 859999 h 874206"/>
              <a:gd name="csX196" fmla="*/ 3819 w 868140"/>
              <a:gd name="csY196" fmla="*/ 665741 h 874206"/>
              <a:gd name="csX197" fmla="*/ 972 w 868140"/>
              <a:gd name="csY197" fmla="*/ 644140 h 874206"/>
              <a:gd name="csX198" fmla="*/ 14174 w 868140"/>
              <a:gd name="csY198" fmla="*/ 626845 h 874206"/>
              <a:gd name="csX199" fmla="*/ 119386 w 868140"/>
              <a:gd name="csY199" fmla="*/ 638202 h 874206"/>
              <a:gd name="csX200" fmla="*/ 200376 w 868140"/>
              <a:gd name="csY200" fmla="*/ 778976 h 874206"/>
              <a:gd name="csX201" fmla="*/ 230035 w 868140"/>
              <a:gd name="csY201" fmla="*/ 769326 h 874206"/>
              <a:gd name="csX202" fmla="*/ 233363 w 868140"/>
              <a:gd name="csY202" fmla="*/ 768880 h 874206"/>
              <a:gd name="csX203" fmla="*/ 497926 w 868140"/>
              <a:gd name="csY203" fmla="*/ 780868 h 874206"/>
              <a:gd name="csX204" fmla="*/ 524886 w 868140"/>
              <a:gd name="csY204" fmla="*/ 779569 h 874206"/>
              <a:gd name="csX205" fmla="*/ 548517 w 868140"/>
              <a:gd name="csY205" fmla="*/ 770922 h 874206"/>
              <a:gd name="csX206" fmla="*/ 834382 w 868140"/>
              <a:gd name="csY206" fmla="*/ 599933 h 874206"/>
              <a:gd name="csX207" fmla="*/ 848249 w 868140"/>
              <a:gd name="csY207" fmla="*/ 581561 h 874206"/>
              <a:gd name="csX208" fmla="*/ 845624 w 868140"/>
              <a:gd name="csY208" fmla="*/ 559552 h 874206"/>
              <a:gd name="csX209" fmla="*/ 845402 w 868140"/>
              <a:gd name="csY209" fmla="*/ 559143 h 874206"/>
              <a:gd name="csX210" fmla="*/ 827392 w 868140"/>
              <a:gd name="csY210" fmla="*/ 545300 h 874206"/>
              <a:gd name="csX211" fmla="*/ 804907 w 868140"/>
              <a:gd name="csY211" fmla="*/ 548232 h 874206"/>
              <a:gd name="csX212" fmla="*/ 632613 w 868140"/>
              <a:gd name="csY212" fmla="*/ 648035 h 874206"/>
              <a:gd name="csX213" fmla="*/ 497259 w 868140"/>
              <a:gd name="csY213" fmla="*/ 653120 h 874206"/>
              <a:gd name="csX214" fmla="*/ 421151 w 868140"/>
              <a:gd name="csY214" fmla="*/ 631927 h 874206"/>
              <a:gd name="csX215" fmla="*/ 411609 w 868140"/>
              <a:gd name="csY215" fmla="*/ 624875 h 874206"/>
              <a:gd name="csX216" fmla="*/ 418303 w 868140"/>
              <a:gd name="csY216" fmla="*/ 613258 h 874206"/>
              <a:gd name="csX217" fmla="*/ 563304 w 868140"/>
              <a:gd name="csY217" fmla="*/ 574249 h 874206"/>
              <a:gd name="csX218" fmla="*/ 580537 w 868140"/>
              <a:gd name="csY218" fmla="*/ 560963 h 874206"/>
              <a:gd name="csX219" fmla="*/ 583385 w 868140"/>
              <a:gd name="csY219" fmla="*/ 539288 h 874206"/>
              <a:gd name="csX220" fmla="*/ 570109 w 868140"/>
              <a:gd name="csY220" fmla="*/ 521955 h 874206"/>
              <a:gd name="csX221" fmla="*/ 548549 w 868140"/>
              <a:gd name="csY221" fmla="*/ 519097 h 874206"/>
              <a:gd name="csX222" fmla="*/ 438823 w 868140"/>
              <a:gd name="csY222" fmla="*/ 548901 h 874206"/>
              <a:gd name="csX223" fmla="*/ 405281 w 868140"/>
              <a:gd name="csY223" fmla="*/ 553948 h 874206"/>
              <a:gd name="csX224" fmla="*/ 371517 w 868140"/>
              <a:gd name="csY224" fmla="*/ 550571 h 874206"/>
              <a:gd name="csX225" fmla="*/ 280357 w 868140"/>
              <a:gd name="csY225" fmla="*/ 551462 h 874206"/>
              <a:gd name="csX226" fmla="*/ 226956 w 868140"/>
              <a:gd name="csY226" fmla="*/ 594701 h 874206"/>
              <a:gd name="csX227" fmla="*/ 221816 w 868140"/>
              <a:gd name="csY227" fmla="*/ 599414 h 874206"/>
              <a:gd name="csX228" fmla="*/ 119380 w 868140"/>
              <a:gd name="csY228" fmla="*/ 638125 h 874206"/>
              <a:gd name="csX229" fmla="*/ 73085 w 868140"/>
              <a:gd name="csY229" fmla="*/ 614633 h 874206"/>
              <a:gd name="csX230" fmla="*/ 23678 w 868140"/>
              <a:gd name="csY230" fmla="*/ 643286 h 874206"/>
              <a:gd name="csX231" fmla="*/ 19277 w 868140"/>
              <a:gd name="csY231" fmla="*/ 649076 h 874206"/>
              <a:gd name="csX232" fmla="*/ 20164 w 868140"/>
              <a:gd name="csY232" fmla="*/ 656276 h 874206"/>
              <a:gd name="csX233" fmla="*/ 131926 w 868140"/>
              <a:gd name="csY233" fmla="*/ 850534 h 874206"/>
              <a:gd name="csX234" fmla="*/ 137695 w 868140"/>
              <a:gd name="csY234" fmla="*/ 854951 h 874206"/>
              <a:gd name="csX235" fmla="*/ 144943 w 868140"/>
              <a:gd name="csY235" fmla="*/ 854023 h 874206"/>
              <a:gd name="csX236" fmla="*/ 194351 w 868140"/>
              <a:gd name="csY236" fmla="*/ 825407 h 874206"/>
              <a:gd name="csX237" fmla="*/ 198715 w 868140"/>
              <a:gd name="csY237" fmla="*/ 819617 h 874206"/>
              <a:gd name="csX238" fmla="*/ 197827 w 868140"/>
              <a:gd name="csY238" fmla="*/ 812417 h 874206"/>
              <a:gd name="csX239" fmla="*/ 86066 w 868140"/>
              <a:gd name="csY239" fmla="*/ 618197 h 874206"/>
              <a:gd name="csX240" fmla="*/ 80297 w 868140"/>
              <a:gd name="csY240" fmla="*/ 613780 h 874206"/>
              <a:gd name="csX241" fmla="*/ 73122 w 868140"/>
              <a:gd name="csY241" fmla="*/ 614671 h 874206"/>
              <a:gd name="csX242" fmla="*/ 771448 w 868140"/>
              <a:gd name="csY242" fmla="*/ 545710 h 874206"/>
              <a:gd name="csX243" fmla="*/ 771374 w 868140"/>
              <a:gd name="csY243" fmla="*/ 545562 h 874206"/>
              <a:gd name="csX244" fmla="*/ 753365 w 868140"/>
              <a:gd name="csY244" fmla="*/ 531718 h 874206"/>
              <a:gd name="csX245" fmla="*/ 730880 w 868140"/>
              <a:gd name="csY245" fmla="*/ 534650 h 874206"/>
              <a:gd name="csX246" fmla="*/ 558585 w 868140"/>
              <a:gd name="csY246" fmla="*/ 634454 h 874206"/>
              <a:gd name="csX247" fmla="*/ 534769 w 868140"/>
              <a:gd name="csY247" fmla="*/ 647704 h 874206"/>
              <a:gd name="csX248" fmla="*/ 622268 w 868140"/>
              <a:gd name="csY248" fmla="*/ 632190 h 874206"/>
              <a:gd name="csX249" fmla="*/ 771491 w 868140"/>
              <a:gd name="csY249" fmla="*/ 545748 h 874206"/>
              <a:gd name="csX250" fmla="*/ 538127 w 868140"/>
              <a:gd name="csY250" fmla="*/ 72271 h 874206"/>
              <a:gd name="csX251" fmla="*/ 513497 w 868140"/>
              <a:gd name="csY251" fmla="*/ 63957 h 874206"/>
              <a:gd name="csX252" fmla="*/ 499667 w 868140"/>
              <a:gd name="csY252" fmla="*/ 54826 h 874206"/>
              <a:gd name="csX253" fmla="*/ 494341 w 868140"/>
              <a:gd name="csY253" fmla="*/ 39127 h 874206"/>
              <a:gd name="csX254" fmla="*/ 494341 w 868140"/>
              <a:gd name="csY254" fmla="*/ 25728 h 874206"/>
              <a:gd name="csX255" fmla="*/ 492381 w 868140"/>
              <a:gd name="csY255" fmla="*/ 21052 h 874206"/>
              <a:gd name="csX256" fmla="*/ 487722 w 868140"/>
              <a:gd name="csY256" fmla="*/ 19084 h 874206"/>
              <a:gd name="csX257" fmla="*/ 442789 w 868140"/>
              <a:gd name="csY257" fmla="*/ 19084 h 874206"/>
              <a:gd name="csX258" fmla="*/ 438129 w 868140"/>
              <a:gd name="csY258" fmla="*/ 21052 h 874206"/>
              <a:gd name="csX259" fmla="*/ 436169 w 868140"/>
              <a:gd name="csY259" fmla="*/ 25728 h 874206"/>
              <a:gd name="csX260" fmla="*/ 436169 w 868140"/>
              <a:gd name="csY260" fmla="*/ 39164 h 874206"/>
              <a:gd name="csX261" fmla="*/ 430844 w 868140"/>
              <a:gd name="csY261" fmla="*/ 54863 h 874206"/>
              <a:gd name="csX262" fmla="*/ 417013 w 868140"/>
              <a:gd name="csY262" fmla="*/ 63994 h 874206"/>
              <a:gd name="csX263" fmla="*/ 392420 w 868140"/>
              <a:gd name="csY263" fmla="*/ 72270 h 874206"/>
              <a:gd name="csX264" fmla="*/ 369047 w 868140"/>
              <a:gd name="csY264" fmla="*/ 83925 h 874206"/>
              <a:gd name="csX265" fmla="*/ 352887 w 868140"/>
              <a:gd name="csY265" fmla="*/ 87302 h 874206"/>
              <a:gd name="csX266" fmla="*/ 338020 w 868140"/>
              <a:gd name="csY266" fmla="*/ 79991 h 874206"/>
              <a:gd name="csX267" fmla="*/ 328590 w 868140"/>
              <a:gd name="csY267" fmla="*/ 70489 h 874206"/>
              <a:gd name="csX268" fmla="*/ 323856 w 868140"/>
              <a:gd name="csY268" fmla="*/ 68559 h 874206"/>
              <a:gd name="csX269" fmla="*/ 319196 w 868140"/>
              <a:gd name="csY269" fmla="*/ 70489 h 874206"/>
              <a:gd name="csX270" fmla="*/ 287392 w 868140"/>
              <a:gd name="csY270" fmla="*/ 102409 h 874206"/>
              <a:gd name="csX271" fmla="*/ 285469 w 868140"/>
              <a:gd name="csY271" fmla="*/ 107122 h 874206"/>
              <a:gd name="csX272" fmla="*/ 287392 w 868140"/>
              <a:gd name="csY272" fmla="*/ 111799 h 874206"/>
              <a:gd name="csX273" fmla="*/ 296822 w 868140"/>
              <a:gd name="csY273" fmla="*/ 121337 h 874206"/>
              <a:gd name="csX274" fmla="*/ 304145 w 868140"/>
              <a:gd name="csY274" fmla="*/ 136183 h 874206"/>
              <a:gd name="csX275" fmla="*/ 300779 w 868140"/>
              <a:gd name="csY275" fmla="*/ 152439 h 874206"/>
              <a:gd name="csX276" fmla="*/ 289167 w 868140"/>
              <a:gd name="csY276" fmla="*/ 175859 h 874206"/>
              <a:gd name="csX277" fmla="*/ 280883 w 868140"/>
              <a:gd name="csY277" fmla="*/ 200578 h 874206"/>
              <a:gd name="csX278" fmla="*/ 271823 w 868140"/>
              <a:gd name="csY278" fmla="*/ 214458 h 874206"/>
              <a:gd name="csX279" fmla="*/ 256180 w 868140"/>
              <a:gd name="csY279" fmla="*/ 219803 h 874206"/>
              <a:gd name="csX280" fmla="*/ 242829 w 868140"/>
              <a:gd name="csY280" fmla="*/ 219803 h 874206"/>
              <a:gd name="csX281" fmla="*/ 238169 w 868140"/>
              <a:gd name="csY281" fmla="*/ 221770 h 874206"/>
              <a:gd name="csX282" fmla="*/ 236209 w 868140"/>
              <a:gd name="csY282" fmla="*/ 226447 h 874206"/>
              <a:gd name="csX283" fmla="*/ 236209 w 868140"/>
              <a:gd name="csY283" fmla="*/ 271542 h 874206"/>
              <a:gd name="csX284" fmla="*/ 238132 w 868140"/>
              <a:gd name="csY284" fmla="*/ 276218 h 874206"/>
              <a:gd name="csX285" fmla="*/ 242866 w 868140"/>
              <a:gd name="csY285" fmla="*/ 278185 h 874206"/>
              <a:gd name="csX286" fmla="*/ 256254 w 868140"/>
              <a:gd name="csY286" fmla="*/ 278185 h 874206"/>
              <a:gd name="csX287" fmla="*/ 271896 w 868140"/>
              <a:gd name="csY287" fmla="*/ 283530 h 874206"/>
              <a:gd name="csX288" fmla="*/ 280994 w 868140"/>
              <a:gd name="csY288" fmla="*/ 297411 h 874206"/>
              <a:gd name="csX289" fmla="*/ 289241 w 868140"/>
              <a:gd name="csY289" fmla="*/ 322093 h 874206"/>
              <a:gd name="csX290" fmla="*/ 300853 w 868140"/>
              <a:gd name="csY290" fmla="*/ 345550 h 874206"/>
              <a:gd name="csX291" fmla="*/ 304219 w 868140"/>
              <a:gd name="csY291" fmla="*/ 361769 h 874206"/>
              <a:gd name="csX292" fmla="*/ 296933 w 868140"/>
              <a:gd name="csY292" fmla="*/ 376689 h 874206"/>
              <a:gd name="csX293" fmla="*/ 287466 w 868140"/>
              <a:gd name="csY293" fmla="*/ 386153 h 874206"/>
              <a:gd name="csX294" fmla="*/ 285543 w 868140"/>
              <a:gd name="csY294" fmla="*/ 390904 h 874206"/>
              <a:gd name="csX295" fmla="*/ 287466 w 868140"/>
              <a:gd name="csY295" fmla="*/ 395581 h 874206"/>
              <a:gd name="csX296" fmla="*/ 319270 w 868140"/>
              <a:gd name="csY296" fmla="*/ 427500 h 874206"/>
              <a:gd name="csX297" fmla="*/ 323967 w 868140"/>
              <a:gd name="csY297" fmla="*/ 429430 h 874206"/>
              <a:gd name="csX298" fmla="*/ 328627 w 868140"/>
              <a:gd name="csY298" fmla="*/ 427500 h 874206"/>
              <a:gd name="csX299" fmla="*/ 338131 w 868140"/>
              <a:gd name="csY299" fmla="*/ 418036 h 874206"/>
              <a:gd name="csX300" fmla="*/ 352924 w 868140"/>
              <a:gd name="csY300" fmla="*/ 410687 h 874206"/>
              <a:gd name="csX301" fmla="*/ 369121 w 868140"/>
              <a:gd name="csY301" fmla="*/ 414064 h 874206"/>
              <a:gd name="csX302" fmla="*/ 392456 w 868140"/>
              <a:gd name="csY302" fmla="*/ 425719 h 874206"/>
              <a:gd name="csX303" fmla="*/ 417086 w 868140"/>
              <a:gd name="csY303" fmla="*/ 434033 h 874206"/>
              <a:gd name="csX304" fmla="*/ 430917 w 868140"/>
              <a:gd name="csY304" fmla="*/ 443126 h 874206"/>
              <a:gd name="csX305" fmla="*/ 436242 w 868140"/>
              <a:gd name="csY305" fmla="*/ 458825 h 874206"/>
              <a:gd name="csX306" fmla="*/ 436242 w 868140"/>
              <a:gd name="csY306" fmla="*/ 472224 h 874206"/>
              <a:gd name="csX307" fmla="*/ 438165 w 868140"/>
              <a:gd name="csY307" fmla="*/ 476901 h 874206"/>
              <a:gd name="csX308" fmla="*/ 442899 w 868140"/>
              <a:gd name="csY308" fmla="*/ 478868 h 874206"/>
              <a:gd name="csX309" fmla="*/ 487831 w 868140"/>
              <a:gd name="csY309" fmla="*/ 478868 h 874206"/>
              <a:gd name="csX310" fmla="*/ 492491 w 868140"/>
              <a:gd name="csY310" fmla="*/ 476938 h 874206"/>
              <a:gd name="csX311" fmla="*/ 494451 w 868140"/>
              <a:gd name="csY311" fmla="*/ 472187 h 874206"/>
              <a:gd name="csX312" fmla="*/ 494451 w 868140"/>
              <a:gd name="csY312" fmla="*/ 458751 h 874206"/>
              <a:gd name="csX313" fmla="*/ 499776 w 868140"/>
              <a:gd name="csY313" fmla="*/ 443052 h 874206"/>
              <a:gd name="csX314" fmla="*/ 513607 w 868140"/>
              <a:gd name="csY314" fmla="*/ 433921 h 874206"/>
              <a:gd name="csX315" fmla="*/ 538200 w 868140"/>
              <a:gd name="csY315" fmla="*/ 425645 h 874206"/>
              <a:gd name="csX316" fmla="*/ 561573 w 868140"/>
              <a:gd name="csY316" fmla="*/ 413990 h 874206"/>
              <a:gd name="csX317" fmla="*/ 577734 w 868140"/>
              <a:gd name="csY317" fmla="*/ 410613 h 874206"/>
              <a:gd name="csX318" fmla="*/ 592600 w 868140"/>
              <a:gd name="csY318" fmla="*/ 417924 h 874206"/>
              <a:gd name="csX319" fmla="*/ 602031 w 868140"/>
              <a:gd name="csY319" fmla="*/ 427426 h 874206"/>
              <a:gd name="csX320" fmla="*/ 606764 w 868140"/>
              <a:gd name="csY320" fmla="*/ 429356 h 874206"/>
              <a:gd name="csX321" fmla="*/ 611424 w 868140"/>
              <a:gd name="csY321" fmla="*/ 427426 h 874206"/>
              <a:gd name="csX322" fmla="*/ 643228 w 868140"/>
              <a:gd name="csY322" fmla="*/ 395507 h 874206"/>
              <a:gd name="csX323" fmla="*/ 645151 w 868140"/>
              <a:gd name="csY323" fmla="*/ 390793 h 874206"/>
              <a:gd name="csX324" fmla="*/ 643228 w 868140"/>
              <a:gd name="csY324" fmla="*/ 386116 h 874206"/>
              <a:gd name="csX325" fmla="*/ 633798 w 868140"/>
              <a:gd name="csY325" fmla="*/ 376578 h 874206"/>
              <a:gd name="csX326" fmla="*/ 626476 w 868140"/>
              <a:gd name="csY326" fmla="*/ 361732 h 874206"/>
              <a:gd name="csX327" fmla="*/ 629841 w 868140"/>
              <a:gd name="csY327" fmla="*/ 345476 h 874206"/>
              <a:gd name="csX328" fmla="*/ 641453 w 868140"/>
              <a:gd name="csY328" fmla="*/ 322056 h 874206"/>
              <a:gd name="csX329" fmla="*/ 649737 w 868140"/>
              <a:gd name="csY329" fmla="*/ 297337 h 874206"/>
              <a:gd name="csX330" fmla="*/ 658798 w 868140"/>
              <a:gd name="csY330" fmla="*/ 283457 h 874206"/>
              <a:gd name="csX331" fmla="*/ 674441 w 868140"/>
              <a:gd name="csY331" fmla="*/ 278112 h 874206"/>
              <a:gd name="csX332" fmla="*/ 687791 w 868140"/>
              <a:gd name="csY332" fmla="*/ 278112 h 874206"/>
              <a:gd name="csX333" fmla="*/ 692451 w 868140"/>
              <a:gd name="csY333" fmla="*/ 276182 h 874206"/>
              <a:gd name="csX334" fmla="*/ 694411 w 868140"/>
              <a:gd name="csY334" fmla="*/ 271431 h 874206"/>
              <a:gd name="csX335" fmla="*/ 694411 w 868140"/>
              <a:gd name="csY335" fmla="*/ 226336 h 874206"/>
              <a:gd name="csX336" fmla="*/ 692451 w 868140"/>
              <a:gd name="csY336" fmla="*/ 221660 h 874206"/>
              <a:gd name="csX337" fmla="*/ 687791 w 868140"/>
              <a:gd name="csY337" fmla="*/ 219693 h 874206"/>
              <a:gd name="csX338" fmla="*/ 674404 w 868140"/>
              <a:gd name="csY338" fmla="*/ 219693 h 874206"/>
              <a:gd name="csX339" fmla="*/ 658761 w 868140"/>
              <a:gd name="csY339" fmla="*/ 214348 h 874206"/>
              <a:gd name="csX340" fmla="*/ 649663 w 868140"/>
              <a:gd name="csY340" fmla="*/ 200467 h 874206"/>
              <a:gd name="csX341" fmla="*/ 641417 w 868140"/>
              <a:gd name="csY341" fmla="*/ 175785 h 874206"/>
              <a:gd name="csX342" fmla="*/ 629804 w 868140"/>
              <a:gd name="csY342" fmla="*/ 152328 h 874206"/>
              <a:gd name="csX343" fmla="*/ 626439 w 868140"/>
              <a:gd name="csY343" fmla="*/ 136109 h 874206"/>
              <a:gd name="csX344" fmla="*/ 633724 w 868140"/>
              <a:gd name="csY344" fmla="*/ 121189 h 874206"/>
              <a:gd name="csX345" fmla="*/ 643191 w 868140"/>
              <a:gd name="csY345" fmla="*/ 111725 h 874206"/>
              <a:gd name="csX346" fmla="*/ 645114 w 868140"/>
              <a:gd name="csY346" fmla="*/ 106974 h 874206"/>
              <a:gd name="csX347" fmla="*/ 643191 w 868140"/>
              <a:gd name="csY347" fmla="*/ 102297 h 874206"/>
              <a:gd name="csX348" fmla="*/ 611387 w 868140"/>
              <a:gd name="csY348" fmla="*/ 70378 h 874206"/>
              <a:gd name="csX349" fmla="*/ 606690 w 868140"/>
              <a:gd name="csY349" fmla="*/ 68448 h 874206"/>
              <a:gd name="csX350" fmla="*/ 602031 w 868140"/>
              <a:gd name="csY350" fmla="*/ 70378 h 874206"/>
              <a:gd name="csX351" fmla="*/ 592526 w 868140"/>
              <a:gd name="csY351" fmla="*/ 79842 h 874206"/>
              <a:gd name="csX352" fmla="*/ 577734 w 868140"/>
              <a:gd name="csY352" fmla="*/ 87191 h 874206"/>
              <a:gd name="csX353" fmla="*/ 561536 w 868140"/>
              <a:gd name="csY353" fmla="*/ 83814 h 874206"/>
              <a:gd name="csX354" fmla="*/ 538201 w 868140"/>
              <a:gd name="csY354" fmla="*/ 72159 h 874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Lst>
            <a:rect l="l" t="t" r="r" b="b"/>
            <a:pathLst>
              <a:path w="868140" h="874206">
                <a:moveTo>
                  <a:pt x="518268" y="45655"/>
                </a:moveTo>
                <a:cubicBezTo>
                  <a:pt x="527587" y="48105"/>
                  <a:pt x="536685" y="51148"/>
                  <a:pt x="545376" y="54785"/>
                </a:cubicBezTo>
                <a:cubicBezTo>
                  <a:pt x="554214" y="58460"/>
                  <a:pt x="562831" y="62765"/>
                  <a:pt x="571040" y="67628"/>
                </a:cubicBezTo>
                <a:cubicBezTo>
                  <a:pt x="572372" y="68407"/>
                  <a:pt x="573851" y="68704"/>
                  <a:pt x="575256" y="68518"/>
                </a:cubicBezTo>
                <a:cubicBezTo>
                  <a:pt x="576624" y="68333"/>
                  <a:pt x="577993" y="67665"/>
                  <a:pt x="579102" y="66514"/>
                </a:cubicBezTo>
                <a:lnTo>
                  <a:pt x="588607" y="57050"/>
                </a:lnTo>
                <a:cubicBezTo>
                  <a:pt x="593562" y="52039"/>
                  <a:pt x="600107" y="49515"/>
                  <a:pt x="606653" y="49515"/>
                </a:cubicBezTo>
                <a:cubicBezTo>
                  <a:pt x="613162" y="49515"/>
                  <a:pt x="619707" y="52039"/>
                  <a:pt x="624663" y="57013"/>
                </a:cubicBezTo>
                <a:lnTo>
                  <a:pt x="656504" y="88932"/>
                </a:lnTo>
                <a:cubicBezTo>
                  <a:pt x="661496" y="93942"/>
                  <a:pt x="663974" y="100512"/>
                  <a:pt x="663974" y="107082"/>
                </a:cubicBezTo>
                <a:cubicBezTo>
                  <a:pt x="663974" y="113651"/>
                  <a:pt x="661459" y="120220"/>
                  <a:pt x="656504" y="125231"/>
                </a:cubicBezTo>
                <a:lnTo>
                  <a:pt x="647037" y="134696"/>
                </a:lnTo>
                <a:cubicBezTo>
                  <a:pt x="645890" y="135883"/>
                  <a:pt x="645225" y="137257"/>
                  <a:pt x="645040" y="138630"/>
                </a:cubicBezTo>
                <a:cubicBezTo>
                  <a:pt x="644855" y="140003"/>
                  <a:pt x="645188" y="141525"/>
                  <a:pt x="645927" y="142861"/>
                </a:cubicBezTo>
                <a:cubicBezTo>
                  <a:pt x="650772" y="151175"/>
                  <a:pt x="655099" y="159823"/>
                  <a:pt x="658723" y="168619"/>
                </a:cubicBezTo>
                <a:cubicBezTo>
                  <a:pt x="662310" y="177341"/>
                  <a:pt x="665380" y="186434"/>
                  <a:pt x="667821" y="195787"/>
                </a:cubicBezTo>
                <a:cubicBezTo>
                  <a:pt x="668227" y="197309"/>
                  <a:pt x="669041" y="198571"/>
                  <a:pt x="670150" y="199424"/>
                </a:cubicBezTo>
                <a:cubicBezTo>
                  <a:pt x="671223" y="200241"/>
                  <a:pt x="672665" y="200761"/>
                  <a:pt x="674255" y="200761"/>
                </a:cubicBezTo>
                <a:lnTo>
                  <a:pt x="687643" y="200761"/>
                </a:lnTo>
                <a:cubicBezTo>
                  <a:pt x="694669" y="200761"/>
                  <a:pt x="701068" y="203656"/>
                  <a:pt x="705689" y="208295"/>
                </a:cubicBezTo>
                <a:cubicBezTo>
                  <a:pt x="710312" y="212897"/>
                  <a:pt x="713197" y="219356"/>
                  <a:pt x="713197" y="226407"/>
                </a:cubicBezTo>
                <a:lnTo>
                  <a:pt x="713197" y="271502"/>
                </a:lnTo>
                <a:cubicBezTo>
                  <a:pt x="713197" y="278554"/>
                  <a:pt x="710312" y="284938"/>
                  <a:pt x="705689" y="289576"/>
                </a:cubicBezTo>
                <a:cubicBezTo>
                  <a:pt x="701030" y="294253"/>
                  <a:pt x="694632" y="297148"/>
                  <a:pt x="687605" y="297148"/>
                </a:cubicBezTo>
                <a:lnTo>
                  <a:pt x="674254" y="297148"/>
                </a:lnTo>
                <a:cubicBezTo>
                  <a:pt x="672664" y="297148"/>
                  <a:pt x="671222" y="297667"/>
                  <a:pt x="670112" y="298521"/>
                </a:cubicBezTo>
                <a:cubicBezTo>
                  <a:pt x="669040" y="299375"/>
                  <a:pt x="668189" y="300637"/>
                  <a:pt x="667820" y="302121"/>
                </a:cubicBezTo>
                <a:cubicBezTo>
                  <a:pt x="665379" y="311474"/>
                  <a:pt x="662346" y="320567"/>
                  <a:pt x="658722" y="329327"/>
                </a:cubicBezTo>
                <a:cubicBezTo>
                  <a:pt x="655061" y="338197"/>
                  <a:pt x="650734" y="346846"/>
                  <a:pt x="645926" y="355084"/>
                </a:cubicBezTo>
                <a:cubicBezTo>
                  <a:pt x="645149" y="356421"/>
                  <a:pt x="644854" y="357905"/>
                  <a:pt x="645039" y="359316"/>
                </a:cubicBezTo>
                <a:cubicBezTo>
                  <a:pt x="645223" y="360689"/>
                  <a:pt x="645889" y="362062"/>
                  <a:pt x="647036" y="363176"/>
                </a:cubicBezTo>
                <a:lnTo>
                  <a:pt x="656466" y="372714"/>
                </a:lnTo>
                <a:cubicBezTo>
                  <a:pt x="661458" y="377687"/>
                  <a:pt x="663973" y="384256"/>
                  <a:pt x="663973" y="390826"/>
                </a:cubicBezTo>
                <a:cubicBezTo>
                  <a:pt x="663973" y="397358"/>
                  <a:pt x="661458" y="403927"/>
                  <a:pt x="656503" y="408900"/>
                </a:cubicBezTo>
                <a:lnTo>
                  <a:pt x="624698" y="440857"/>
                </a:lnTo>
                <a:cubicBezTo>
                  <a:pt x="619706" y="445867"/>
                  <a:pt x="613160" y="448354"/>
                  <a:pt x="606614" y="448354"/>
                </a:cubicBezTo>
                <a:cubicBezTo>
                  <a:pt x="600068" y="448354"/>
                  <a:pt x="593523" y="445830"/>
                  <a:pt x="588530" y="440857"/>
                </a:cubicBezTo>
                <a:lnTo>
                  <a:pt x="579099" y="431355"/>
                </a:lnTo>
                <a:cubicBezTo>
                  <a:pt x="577916" y="430205"/>
                  <a:pt x="576548" y="429537"/>
                  <a:pt x="575179" y="429351"/>
                </a:cubicBezTo>
                <a:cubicBezTo>
                  <a:pt x="573811" y="429166"/>
                  <a:pt x="572295" y="429500"/>
                  <a:pt x="570964" y="430242"/>
                </a:cubicBezTo>
                <a:cubicBezTo>
                  <a:pt x="562680" y="435104"/>
                  <a:pt x="554063" y="439446"/>
                  <a:pt x="545299" y="443084"/>
                </a:cubicBezTo>
                <a:cubicBezTo>
                  <a:pt x="536608" y="446684"/>
                  <a:pt x="527548" y="449765"/>
                  <a:pt x="518228" y="452214"/>
                </a:cubicBezTo>
                <a:cubicBezTo>
                  <a:pt x="516712" y="452623"/>
                  <a:pt x="515454" y="453476"/>
                  <a:pt x="514604" y="454553"/>
                </a:cubicBezTo>
                <a:cubicBezTo>
                  <a:pt x="513790" y="455629"/>
                  <a:pt x="513273" y="457076"/>
                  <a:pt x="513273" y="458672"/>
                </a:cubicBezTo>
                <a:lnTo>
                  <a:pt x="513273" y="472108"/>
                </a:lnTo>
                <a:cubicBezTo>
                  <a:pt x="513273" y="479160"/>
                  <a:pt x="510388" y="485544"/>
                  <a:pt x="505765" y="490183"/>
                </a:cubicBezTo>
                <a:cubicBezTo>
                  <a:pt x="501106" y="494860"/>
                  <a:pt x="494708" y="497755"/>
                  <a:pt x="487681" y="497755"/>
                </a:cubicBezTo>
                <a:lnTo>
                  <a:pt x="442748" y="497755"/>
                </a:lnTo>
                <a:cubicBezTo>
                  <a:pt x="435722" y="497755"/>
                  <a:pt x="429287" y="494860"/>
                  <a:pt x="424664" y="490220"/>
                </a:cubicBezTo>
                <a:cubicBezTo>
                  <a:pt x="420041" y="485544"/>
                  <a:pt x="417157" y="479122"/>
                  <a:pt x="417157" y="472070"/>
                </a:cubicBezTo>
                <a:lnTo>
                  <a:pt x="417157" y="458671"/>
                </a:lnTo>
                <a:cubicBezTo>
                  <a:pt x="417157" y="457076"/>
                  <a:pt x="416639" y="455628"/>
                  <a:pt x="415788" y="454515"/>
                </a:cubicBezTo>
                <a:cubicBezTo>
                  <a:pt x="414938" y="453438"/>
                  <a:pt x="413680" y="452585"/>
                  <a:pt x="412201" y="452213"/>
                </a:cubicBezTo>
                <a:cubicBezTo>
                  <a:pt x="402882" y="449764"/>
                  <a:pt x="393821" y="446720"/>
                  <a:pt x="385093" y="443083"/>
                </a:cubicBezTo>
                <a:cubicBezTo>
                  <a:pt x="376255" y="439409"/>
                  <a:pt x="367638" y="435066"/>
                  <a:pt x="359429" y="430241"/>
                </a:cubicBezTo>
                <a:cubicBezTo>
                  <a:pt x="358097" y="429461"/>
                  <a:pt x="356618" y="429165"/>
                  <a:pt x="355213" y="429350"/>
                </a:cubicBezTo>
                <a:cubicBezTo>
                  <a:pt x="353844" y="429536"/>
                  <a:pt x="352476" y="430204"/>
                  <a:pt x="351367" y="431354"/>
                </a:cubicBezTo>
                <a:lnTo>
                  <a:pt x="341862" y="440819"/>
                </a:lnTo>
                <a:cubicBezTo>
                  <a:pt x="336907" y="445829"/>
                  <a:pt x="330362" y="448353"/>
                  <a:pt x="323816" y="448353"/>
                </a:cubicBezTo>
                <a:cubicBezTo>
                  <a:pt x="317307" y="448353"/>
                  <a:pt x="310762" y="445866"/>
                  <a:pt x="305806" y="440856"/>
                </a:cubicBezTo>
                <a:lnTo>
                  <a:pt x="273965" y="408937"/>
                </a:lnTo>
                <a:cubicBezTo>
                  <a:pt x="268973" y="403926"/>
                  <a:pt x="266495" y="397356"/>
                  <a:pt x="266495" y="390787"/>
                </a:cubicBezTo>
                <a:cubicBezTo>
                  <a:pt x="266495" y="384217"/>
                  <a:pt x="269010" y="377648"/>
                  <a:pt x="273965" y="372637"/>
                </a:cubicBezTo>
                <a:lnTo>
                  <a:pt x="283432" y="363173"/>
                </a:lnTo>
                <a:cubicBezTo>
                  <a:pt x="284579" y="361985"/>
                  <a:pt x="285244" y="360612"/>
                  <a:pt x="285429" y="359239"/>
                </a:cubicBezTo>
                <a:cubicBezTo>
                  <a:pt x="285614" y="357865"/>
                  <a:pt x="285281" y="356344"/>
                  <a:pt x="284542" y="355007"/>
                </a:cubicBezTo>
                <a:cubicBezTo>
                  <a:pt x="279697" y="346694"/>
                  <a:pt x="275370" y="338045"/>
                  <a:pt x="271746" y="329250"/>
                </a:cubicBezTo>
                <a:cubicBezTo>
                  <a:pt x="268159" y="320528"/>
                  <a:pt x="265089" y="311435"/>
                  <a:pt x="262648" y="302081"/>
                </a:cubicBezTo>
                <a:cubicBezTo>
                  <a:pt x="262242" y="300560"/>
                  <a:pt x="261391" y="299298"/>
                  <a:pt x="260319" y="298444"/>
                </a:cubicBezTo>
                <a:cubicBezTo>
                  <a:pt x="259246" y="297628"/>
                  <a:pt x="257804" y="297108"/>
                  <a:pt x="256214" y="297108"/>
                </a:cubicBezTo>
                <a:lnTo>
                  <a:pt x="242826" y="297108"/>
                </a:lnTo>
                <a:cubicBezTo>
                  <a:pt x="235799" y="297108"/>
                  <a:pt x="229364" y="294213"/>
                  <a:pt x="224742" y="289574"/>
                </a:cubicBezTo>
                <a:cubicBezTo>
                  <a:pt x="220119" y="284897"/>
                  <a:pt x="217234" y="278476"/>
                  <a:pt x="217234" y="271424"/>
                </a:cubicBezTo>
                <a:lnTo>
                  <a:pt x="217234" y="226329"/>
                </a:lnTo>
                <a:cubicBezTo>
                  <a:pt x="217234" y="219277"/>
                  <a:pt x="220119" y="212819"/>
                  <a:pt x="224742" y="208179"/>
                </a:cubicBezTo>
                <a:cubicBezTo>
                  <a:pt x="229364" y="203540"/>
                  <a:pt x="235762" y="200645"/>
                  <a:pt x="242826" y="200645"/>
                </a:cubicBezTo>
                <a:lnTo>
                  <a:pt x="256177" y="200645"/>
                </a:lnTo>
                <a:cubicBezTo>
                  <a:pt x="257767" y="200645"/>
                  <a:pt x="259209" y="200125"/>
                  <a:pt x="260319" y="199271"/>
                </a:cubicBezTo>
                <a:cubicBezTo>
                  <a:pt x="261391" y="198418"/>
                  <a:pt x="262242" y="197156"/>
                  <a:pt x="262612" y="195671"/>
                </a:cubicBezTo>
                <a:cubicBezTo>
                  <a:pt x="265052" y="186318"/>
                  <a:pt x="268085" y="177225"/>
                  <a:pt x="271709" y="168466"/>
                </a:cubicBezTo>
                <a:cubicBezTo>
                  <a:pt x="275370" y="159595"/>
                  <a:pt x="279697" y="150947"/>
                  <a:pt x="284505" y="142708"/>
                </a:cubicBezTo>
                <a:cubicBezTo>
                  <a:pt x="285282" y="141372"/>
                  <a:pt x="285577" y="139887"/>
                  <a:pt x="285393" y="138477"/>
                </a:cubicBezTo>
                <a:cubicBezTo>
                  <a:pt x="285208" y="137104"/>
                  <a:pt x="284542" y="135730"/>
                  <a:pt x="283396" y="134617"/>
                </a:cubicBezTo>
                <a:lnTo>
                  <a:pt x="273965" y="125078"/>
                </a:lnTo>
                <a:cubicBezTo>
                  <a:pt x="268973" y="120105"/>
                  <a:pt x="266458" y="113536"/>
                  <a:pt x="266458" y="106967"/>
                </a:cubicBezTo>
                <a:cubicBezTo>
                  <a:pt x="266458" y="100434"/>
                  <a:pt x="268936" y="93865"/>
                  <a:pt x="273928" y="88892"/>
                </a:cubicBezTo>
                <a:lnTo>
                  <a:pt x="305733" y="56936"/>
                </a:lnTo>
                <a:cubicBezTo>
                  <a:pt x="310725" y="51925"/>
                  <a:pt x="317271" y="49438"/>
                  <a:pt x="323817" y="49438"/>
                </a:cubicBezTo>
                <a:cubicBezTo>
                  <a:pt x="330363" y="49438"/>
                  <a:pt x="336908" y="51962"/>
                  <a:pt x="341901" y="56936"/>
                </a:cubicBezTo>
                <a:lnTo>
                  <a:pt x="351332" y="66437"/>
                </a:lnTo>
                <a:cubicBezTo>
                  <a:pt x="352478" y="67551"/>
                  <a:pt x="353883" y="68256"/>
                  <a:pt x="355252" y="68441"/>
                </a:cubicBezTo>
                <a:cubicBezTo>
                  <a:pt x="356620" y="68627"/>
                  <a:pt x="358136" y="68293"/>
                  <a:pt x="359468" y="67551"/>
                </a:cubicBezTo>
                <a:cubicBezTo>
                  <a:pt x="367751" y="62689"/>
                  <a:pt x="376369" y="58346"/>
                  <a:pt x="385132" y="54708"/>
                </a:cubicBezTo>
                <a:cubicBezTo>
                  <a:pt x="393823" y="51108"/>
                  <a:pt x="402884" y="48028"/>
                  <a:pt x="412203" y="45578"/>
                </a:cubicBezTo>
                <a:cubicBezTo>
                  <a:pt x="413719" y="45170"/>
                  <a:pt x="414977" y="44316"/>
                  <a:pt x="415827" y="43240"/>
                </a:cubicBezTo>
                <a:cubicBezTo>
                  <a:pt x="416641" y="42164"/>
                  <a:pt x="417159" y="40716"/>
                  <a:pt x="417159" y="39120"/>
                </a:cubicBezTo>
                <a:lnTo>
                  <a:pt x="417159" y="25684"/>
                </a:lnTo>
                <a:cubicBezTo>
                  <a:pt x="417159" y="18632"/>
                  <a:pt x="420043" y="12174"/>
                  <a:pt x="424666" y="7534"/>
                </a:cubicBezTo>
                <a:cubicBezTo>
                  <a:pt x="429288" y="2895"/>
                  <a:pt x="435687" y="0"/>
                  <a:pt x="442750" y="0"/>
                </a:cubicBezTo>
                <a:lnTo>
                  <a:pt x="487683" y="0"/>
                </a:lnTo>
                <a:cubicBezTo>
                  <a:pt x="494709" y="0"/>
                  <a:pt x="501107" y="2895"/>
                  <a:pt x="505729" y="7534"/>
                </a:cubicBezTo>
                <a:cubicBezTo>
                  <a:pt x="510352" y="12137"/>
                  <a:pt x="513237" y="18595"/>
                  <a:pt x="513237" y="25646"/>
                </a:cubicBezTo>
                <a:lnTo>
                  <a:pt x="513237" y="39045"/>
                </a:lnTo>
                <a:cubicBezTo>
                  <a:pt x="513237" y="40641"/>
                  <a:pt x="513717" y="42089"/>
                  <a:pt x="514568" y="43165"/>
                </a:cubicBezTo>
                <a:cubicBezTo>
                  <a:pt x="515418" y="44278"/>
                  <a:pt x="516676" y="45132"/>
                  <a:pt x="518192" y="45503"/>
                </a:cubicBezTo>
                <a:close/>
                <a:moveTo>
                  <a:pt x="508579" y="373903"/>
                </a:moveTo>
                <a:lnTo>
                  <a:pt x="508579" y="211855"/>
                </a:lnTo>
                <a:cubicBezTo>
                  <a:pt x="508579" y="206622"/>
                  <a:pt x="512832" y="202353"/>
                  <a:pt x="518046" y="202353"/>
                </a:cubicBezTo>
                <a:lnTo>
                  <a:pt x="567971" y="202353"/>
                </a:lnTo>
                <a:cubicBezTo>
                  <a:pt x="573185" y="202353"/>
                  <a:pt x="577438" y="206622"/>
                  <a:pt x="577438" y="211855"/>
                </a:cubicBezTo>
                <a:lnTo>
                  <a:pt x="577438" y="318376"/>
                </a:lnTo>
                <a:cubicBezTo>
                  <a:pt x="589864" y="298185"/>
                  <a:pt x="597038" y="274395"/>
                  <a:pt x="597038" y="248934"/>
                </a:cubicBezTo>
                <a:cubicBezTo>
                  <a:pt x="597038" y="212412"/>
                  <a:pt x="582283" y="179343"/>
                  <a:pt x="558430" y="155403"/>
                </a:cubicBezTo>
                <a:cubicBezTo>
                  <a:pt x="534577" y="131463"/>
                  <a:pt x="501626" y="116655"/>
                  <a:pt x="465236" y="116655"/>
                </a:cubicBezTo>
                <a:cubicBezTo>
                  <a:pt x="428846" y="116655"/>
                  <a:pt x="395896" y="131464"/>
                  <a:pt x="372042" y="155403"/>
                </a:cubicBezTo>
                <a:cubicBezTo>
                  <a:pt x="348188" y="179342"/>
                  <a:pt x="333434" y="212412"/>
                  <a:pt x="333434" y="248934"/>
                </a:cubicBezTo>
                <a:cubicBezTo>
                  <a:pt x="333434" y="274395"/>
                  <a:pt x="340608" y="298185"/>
                  <a:pt x="353034" y="318376"/>
                </a:cubicBezTo>
                <a:lnTo>
                  <a:pt x="353034" y="250752"/>
                </a:lnTo>
                <a:cubicBezTo>
                  <a:pt x="353034" y="245519"/>
                  <a:pt x="357287" y="241251"/>
                  <a:pt x="362501" y="241251"/>
                </a:cubicBezTo>
                <a:lnTo>
                  <a:pt x="412426" y="241251"/>
                </a:lnTo>
                <a:cubicBezTo>
                  <a:pt x="417640" y="241251"/>
                  <a:pt x="421893" y="245519"/>
                  <a:pt x="421893" y="250752"/>
                </a:cubicBezTo>
                <a:lnTo>
                  <a:pt x="421893" y="373901"/>
                </a:lnTo>
                <a:cubicBezTo>
                  <a:pt x="424814" y="374940"/>
                  <a:pt x="427773" y="375831"/>
                  <a:pt x="430768" y="376647"/>
                </a:cubicBezTo>
                <a:lnTo>
                  <a:pt x="430768" y="236909"/>
                </a:lnTo>
                <a:cubicBezTo>
                  <a:pt x="430768" y="231676"/>
                  <a:pt x="435021" y="227408"/>
                  <a:pt x="440236" y="227408"/>
                </a:cubicBezTo>
                <a:lnTo>
                  <a:pt x="490161" y="227408"/>
                </a:lnTo>
                <a:cubicBezTo>
                  <a:pt x="495375" y="227408"/>
                  <a:pt x="499628" y="231676"/>
                  <a:pt x="499628" y="236909"/>
                </a:cubicBezTo>
                <a:lnTo>
                  <a:pt x="499628" y="376685"/>
                </a:lnTo>
                <a:cubicBezTo>
                  <a:pt x="502623" y="375869"/>
                  <a:pt x="505582" y="374941"/>
                  <a:pt x="508503" y="373939"/>
                </a:cubicBezTo>
                <a:close/>
                <a:moveTo>
                  <a:pt x="558504" y="342429"/>
                </a:moveTo>
                <a:lnTo>
                  <a:pt x="558504" y="221399"/>
                </a:lnTo>
                <a:lnTo>
                  <a:pt x="527514" y="221399"/>
                </a:lnTo>
                <a:lnTo>
                  <a:pt x="527514" y="365556"/>
                </a:lnTo>
                <a:cubicBezTo>
                  <a:pt x="538941" y="359395"/>
                  <a:pt x="549370" y="351600"/>
                  <a:pt x="558467" y="342470"/>
                </a:cubicBezTo>
                <a:close/>
                <a:moveTo>
                  <a:pt x="480769" y="380287"/>
                </a:moveTo>
                <a:lnTo>
                  <a:pt x="480769" y="246373"/>
                </a:lnTo>
                <a:lnTo>
                  <a:pt x="449779" y="246373"/>
                </a:lnTo>
                <a:lnTo>
                  <a:pt x="449779" y="380287"/>
                </a:lnTo>
                <a:cubicBezTo>
                  <a:pt x="454845" y="380881"/>
                  <a:pt x="460022" y="381178"/>
                  <a:pt x="465274" y="381178"/>
                </a:cubicBezTo>
                <a:cubicBezTo>
                  <a:pt x="470525" y="381178"/>
                  <a:pt x="475703" y="380881"/>
                  <a:pt x="480769" y="380287"/>
                </a:cubicBezTo>
                <a:close/>
                <a:moveTo>
                  <a:pt x="403034" y="365515"/>
                </a:moveTo>
                <a:lnTo>
                  <a:pt x="403034" y="260219"/>
                </a:lnTo>
                <a:lnTo>
                  <a:pt x="372044" y="260219"/>
                </a:lnTo>
                <a:lnTo>
                  <a:pt x="372044" y="342392"/>
                </a:lnTo>
                <a:lnTo>
                  <a:pt x="372118" y="342466"/>
                </a:lnTo>
                <a:cubicBezTo>
                  <a:pt x="381215" y="351597"/>
                  <a:pt x="391644" y="359390"/>
                  <a:pt x="403034" y="365552"/>
                </a:cubicBezTo>
                <a:close/>
                <a:moveTo>
                  <a:pt x="465311" y="97659"/>
                </a:moveTo>
                <a:cubicBezTo>
                  <a:pt x="506952" y="97659"/>
                  <a:pt x="544636" y="114621"/>
                  <a:pt x="571893" y="141974"/>
                </a:cubicBezTo>
                <a:cubicBezTo>
                  <a:pt x="599149" y="169328"/>
                  <a:pt x="616050" y="207186"/>
                  <a:pt x="616050" y="248942"/>
                </a:cubicBezTo>
                <a:cubicBezTo>
                  <a:pt x="616050" y="290733"/>
                  <a:pt x="599149" y="328554"/>
                  <a:pt x="571893" y="355910"/>
                </a:cubicBezTo>
                <a:cubicBezTo>
                  <a:pt x="543565" y="384340"/>
                  <a:pt x="505364" y="400226"/>
                  <a:pt x="465311" y="400226"/>
                </a:cubicBezTo>
                <a:cubicBezTo>
                  <a:pt x="425519" y="400226"/>
                  <a:pt x="387280" y="384600"/>
                  <a:pt x="358728" y="355910"/>
                </a:cubicBezTo>
                <a:cubicBezTo>
                  <a:pt x="330363" y="326514"/>
                  <a:pt x="314572" y="290216"/>
                  <a:pt x="314572" y="248942"/>
                </a:cubicBezTo>
                <a:cubicBezTo>
                  <a:pt x="314572" y="207188"/>
                  <a:pt x="331473" y="169330"/>
                  <a:pt x="358728" y="141974"/>
                </a:cubicBezTo>
                <a:cubicBezTo>
                  <a:pt x="385984" y="114621"/>
                  <a:pt x="423705" y="97659"/>
                  <a:pt x="465311" y="97659"/>
                </a:cubicBezTo>
                <a:close/>
                <a:moveTo>
                  <a:pt x="14214" y="626882"/>
                </a:moveTo>
                <a:lnTo>
                  <a:pt x="63622" y="598229"/>
                </a:lnTo>
                <a:cubicBezTo>
                  <a:pt x="70390" y="594295"/>
                  <a:pt x="78156" y="593515"/>
                  <a:pt x="85145" y="595408"/>
                </a:cubicBezTo>
                <a:cubicBezTo>
                  <a:pt x="92134" y="597264"/>
                  <a:pt x="98458" y="601866"/>
                  <a:pt x="102378" y="608658"/>
                </a:cubicBezTo>
                <a:lnTo>
                  <a:pt x="109811" y="621574"/>
                </a:lnTo>
                <a:lnTo>
                  <a:pt x="211916" y="582974"/>
                </a:lnTo>
                <a:cubicBezTo>
                  <a:pt x="226782" y="557068"/>
                  <a:pt x="249120" y="541554"/>
                  <a:pt x="274637" y="533426"/>
                </a:cubicBezTo>
                <a:cubicBezTo>
                  <a:pt x="306219" y="523405"/>
                  <a:pt x="342646" y="524890"/>
                  <a:pt x="375482" y="532053"/>
                </a:cubicBezTo>
                <a:cubicBezTo>
                  <a:pt x="385689" y="534280"/>
                  <a:pt x="395342" y="535282"/>
                  <a:pt x="404772" y="535059"/>
                </a:cubicBezTo>
                <a:cubicBezTo>
                  <a:pt x="414202" y="534837"/>
                  <a:pt x="423780" y="533315"/>
                  <a:pt x="433876" y="530568"/>
                </a:cubicBezTo>
                <a:lnTo>
                  <a:pt x="543602" y="500765"/>
                </a:lnTo>
                <a:cubicBezTo>
                  <a:pt x="556138" y="497387"/>
                  <a:pt x="568971" y="499503"/>
                  <a:pt x="579437" y="505553"/>
                </a:cubicBezTo>
                <a:cubicBezTo>
                  <a:pt x="589977" y="511640"/>
                  <a:pt x="598150" y="521772"/>
                  <a:pt x="601552" y="534392"/>
                </a:cubicBezTo>
                <a:cubicBezTo>
                  <a:pt x="604917" y="547011"/>
                  <a:pt x="602809" y="559890"/>
                  <a:pt x="596781" y="570394"/>
                </a:cubicBezTo>
                <a:cubicBezTo>
                  <a:pt x="590716" y="580972"/>
                  <a:pt x="580658" y="589211"/>
                  <a:pt x="568084" y="592588"/>
                </a:cubicBezTo>
                <a:lnTo>
                  <a:pt x="465203" y="620240"/>
                </a:lnTo>
                <a:cubicBezTo>
                  <a:pt x="479515" y="624582"/>
                  <a:pt x="492385" y="630261"/>
                  <a:pt x="504774" y="635717"/>
                </a:cubicBezTo>
                <a:lnTo>
                  <a:pt x="507621" y="636978"/>
                </a:lnTo>
                <a:cubicBezTo>
                  <a:pt x="513094" y="635717"/>
                  <a:pt x="518827" y="633824"/>
                  <a:pt x="524891" y="631226"/>
                </a:cubicBezTo>
                <a:cubicBezTo>
                  <a:pt x="532214" y="628071"/>
                  <a:pt x="539980" y="623877"/>
                  <a:pt x="548189" y="618532"/>
                </a:cubicBezTo>
                <a:lnTo>
                  <a:pt x="721336" y="518206"/>
                </a:lnTo>
                <a:cubicBezTo>
                  <a:pt x="732875" y="511489"/>
                  <a:pt x="746151" y="510152"/>
                  <a:pt x="758133" y="513344"/>
                </a:cubicBezTo>
                <a:cubicBezTo>
                  <a:pt x="770189" y="516573"/>
                  <a:pt x="780988" y="524405"/>
                  <a:pt x="787681" y="536021"/>
                </a:cubicBezTo>
                <a:lnTo>
                  <a:pt x="787755" y="536207"/>
                </a:lnTo>
                <a:lnTo>
                  <a:pt x="795336" y="531827"/>
                </a:lnTo>
                <a:cubicBezTo>
                  <a:pt x="806875" y="525110"/>
                  <a:pt x="820151" y="523773"/>
                  <a:pt x="832133" y="526965"/>
                </a:cubicBezTo>
                <a:cubicBezTo>
                  <a:pt x="844188" y="530194"/>
                  <a:pt x="854988" y="538026"/>
                  <a:pt x="861681" y="549642"/>
                </a:cubicBezTo>
                <a:lnTo>
                  <a:pt x="861977" y="550199"/>
                </a:lnTo>
                <a:cubicBezTo>
                  <a:pt x="868375" y="561668"/>
                  <a:pt x="869632" y="574621"/>
                  <a:pt x="866489" y="586424"/>
                </a:cubicBezTo>
                <a:cubicBezTo>
                  <a:pt x="863308" y="598449"/>
                  <a:pt x="855505" y="609324"/>
                  <a:pt x="844041" y="616153"/>
                </a:cubicBezTo>
                <a:lnTo>
                  <a:pt x="558177" y="787141"/>
                </a:lnTo>
                <a:cubicBezTo>
                  <a:pt x="548451" y="792969"/>
                  <a:pt x="538429" y="796383"/>
                  <a:pt x="528110" y="798239"/>
                </a:cubicBezTo>
                <a:cubicBezTo>
                  <a:pt x="518162" y="799984"/>
                  <a:pt x="507845" y="800243"/>
                  <a:pt x="497120" y="799761"/>
                </a:cubicBezTo>
                <a:lnTo>
                  <a:pt x="234290" y="787847"/>
                </a:lnTo>
                <a:lnTo>
                  <a:pt x="210030" y="795753"/>
                </a:lnTo>
                <a:lnTo>
                  <a:pt x="214135" y="802879"/>
                </a:lnTo>
                <a:cubicBezTo>
                  <a:pt x="218055" y="809671"/>
                  <a:pt x="218831" y="817465"/>
                  <a:pt x="216945" y="824479"/>
                </a:cubicBezTo>
                <a:cubicBezTo>
                  <a:pt x="215096" y="831494"/>
                  <a:pt x="210511" y="837840"/>
                  <a:pt x="203706" y="841775"/>
                </a:cubicBezTo>
                <a:lnTo>
                  <a:pt x="154299" y="870391"/>
                </a:lnTo>
                <a:cubicBezTo>
                  <a:pt x="147531" y="874325"/>
                  <a:pt x="139802" y="875104"/>
                  <a:pt x="132813" y="873248"/>
                </a:cubicBezTo>
                <a:cubicBezTo>
                  <a:pt x="125786" y="871393"/>
                  <a:pt x="119462" y="866790"/>
                  <a:pt x="115542" y="859999"/>
                </a:cubicBezTo>
                <a:lnTo>
                  <a:pt x="3819" y="665741"/>
                </a:lnTo>
                <a:cubicBezTo>
                  <a:pt x="-101" y="658949"/>
                  <a:pt x="-915" y="651154"/>
                  <a:pt x="972" y="644140"/>
                </a:cubicBezTo>
                <a:cubicBezTo>
                  <a:pt x="2821" y="637125"/>
                  <a:pt x="7406" y="630779"/>
                  <a:pt x="14174" y="626845"/>
                </a:cubicBezTo>
                <a:close/>
                <a:moveTo>
                  <a:pt x="119386" y="638202"/>
                </a:moveTo>
                <a:lnTo>
                  <a:pt x="200376" y="778976"/>
                </a:lnTo>
                <a:lnTo>
                  <a:pt x="230035" y="769326"/>
                </a:lnTo>
                <a:cubicBezTo>
                  <a:pt x="231070" y="768992"/>
                  <a:pt x="232217" y="768843"/>
                  <a:pt x="233363" y="768880"/>
                </a:cubicBezTo>
                <a:lnTo>
                  <a:pt x="497926" y="780868"/>
                </a:lnTo>
                <a:cubicBezTo>
                  <a:pt x="507319" y="781277"/>
                  <a:pt x="516269" y="781054"/>
                  <a:pt x="524886" y="779569"/>
                </a:cubicBezTo>
                <a:cubicBezTo>
                  <a:pt x="533096" y="778122"/>
                  <a:pt x="540973" y="775413"/>
                  <a:pt x="548517" y="770922"/>
                </a:cubicBezTo>
                <a:lnTo>
                  <a:pt x="834382" y="599933"/>
                </a:lnTo>
                <a:cubicBezTo>
                  <a:pt x="841445" y="595702"/>
                  <a:pt x="846253" y="588984"/>
                  <a:pt x="848249" y="581561"/>
                </a:cubicBezTo>
                <a:cubicBezTo>
                  <a:pt x="850135" y="574361"/>
                  <a:pt x="849433" y="566492"/>
                  <a:pt x="845624" y="559552"/>
                </a:cubicBezTo>
                <a:lnTo>
                  <a:pt x="845402" y="559143"/>
                </a:lnTo>
                <a:cubicBezTo>
                  <a:pt x="841334" y="552091"/>
                  <a:pt x="834714" y="547267"/>
                  <a:pt x="827392" y="545300"/>
                </a:cubicBezTo>
                <a:cubicBezTo>
                  <a:pt x="820033" y="543333"/>
                  <a:pt x="811934" y="544149"/>
                  <a:pt x="804907" y="548232"/>
                </a:cubicBezTo>
                <a:cubicBezTo>
                  <a:pt x="747475" y="581487"/>
                  <a:pt x="690041" y="614742"/>
                  <a:pt x="632613" y="648035"/>
                </a:cubicBezTo>
                <a:cubicBezTo>
                  <a:pt x="580358" y="682107"/>
                  <a:pt x="549700" y="676131"/>
                  <a:pt x="497259" y="653120"/>
                </a:cubicBezTo>
                <a:cubicBezTo>
                  <a:pt x="475107" y="643359"/>
                  <a:pt x="451291" y="632818"/>
                  <a:pt x="421151" y="631927"/>
                </a:cubicBezTo>
                <a:cubicBezTo>
                  <a:pt x="416824" y="632113"/>
                  <a:pt x="412756" y="629292"/>
                  <a:pt x="411609" y="624875"/>
                </a:cubicBezTo>
                <a:cubicBezTo>
                  <a:pt x="410278" y="619828"/>
                  <a:pt x="413274" y="614595"/>
                  <a:pt x="418303" y="613258"/>
                </a:cubicBezTo>
                <a:lnTo>
                  <a:pt x="563304" y="574249"/>
                </a:lnTo>
                <a:cubicBezTo>
                  <a:pt x="570848" y="572245"/>
                  <a:pt x="576913" y="567272"/>
                  <a:pt x="580537" y="560963"/>
                </a:cubicBezTo>
                <a:cubicBezTo>
                  <a:pt x="584161" y="554653"/>
                  <a:pt x="585419" y="546896"/>
                  <a:pt x="583385" y="539288"/>
                </a:cubicBezTo>
                <a:cubicBezTo>
                  <a:pt x="581351" y="531716"/>
                  <a:pt x="576432" y="525629"/>
                  <a:pt x="570109" y="521955"/>
                </a:cubicBezTo>
                <a:cubicBezTo>
                  <a:pt x="563822" y="518318"/>
                  <a:pt x="556092" y="517056"/>
                  <a:pt x="548549" y="519097"/>
                </a:cubicBezTo>
                <a:lnTo>
                  <a:pt x="438823" y="548901"/>
                </a:lnTo>
                <a:cubicBezTo>
                  <a:pt x="427470" y="551981"/>
                  <a:pt x="416449" y="553688"/>
                  <a:pt x="405281" y="553948"/>
                </a:cubicBezTo>
                <a:cubicBezTo>
                  <a:pt x="394149" y="554208"/>
                  <a:pt x="383017" y="553095"/>
                  <a:pt x="371517" y="550571"/>
                </a:cubicBezTo>
                <a:cubicBezTo>
                  <a:pt x="341487" y="544001"/>
                  <a:pt x="308500" y="542554"/>
                  <a:pt x="280357" y="551462"/>
                </a:cubicBezTo>
                <a:cubicBezTo>
                  <a:pt x="258316" y="558439"/>
                  <a:pt x="239159" y="571987"/>
                  <a:pt x="226956" y="594701"/>
                </a:cubicBezTo>
                <a:cubicBezTo>
                  <a:pt x="225920" y="596779"/>
                  <a:pt x="224145" y="598524"/>
                  <a:pt x="221816" y="599414"/>
                </a:cubicBezTo>
                <a:lnTo>
                  <a:pt x="119380" y="638125"/>
                </a:lnTo>
                <a:close/>
                <a:moveTo>
                  <a:pt x="73085" y="614633"/>
                </a:moveTo>
                <a:lnTo>
                  <a:pt x="23678" y="643286"/>
                </a:lnTo>
                <a:cubicBezTo>
                  <a:pt x="21422" y="644548"/>
                  <a:pt x="19906" y="646700"/>
                  <a:pt x="19277" y="649076"/>
                </a:cubicBezTo>
                <a:cubicBezTo>
                  <a:pt x="18648" y="651414"/>
                  <a:pt x="18907" y="654049"/>
                  <a:pt x="20164" y="656276"/>
                </a:cubicBezTo>
                <a:lnTo>
                  <a:pt x="131926" y="850534"/>
                </a:lnTo>
                <a:cubicBezTo>
                  <a:pt x="133220" y="852761"/>
                  <a:pt x="135328" y="854320"/>
                  <a:pt x="137695" y="854951"/>
                </a:cubicBezTo>
                <a:cubicBezTo>
                  <a:pt x="140061" y="855582"/>
                  <a:pt x="142687" y="855322"/>
                  <a:pt x="144943" y="854023"/>
                </a:cubicBezTo>
                <a:lnTo>
                  <a:pt x="194351" y="825407"/>
                </a:lnTo>
                <a:cubicBezTo>
                  <a:pt x="196570" y="824145"/>
                  <a:pt x="198086" y="821993"/>
                  <a:pt x="198715" y="819617"/>
                </a:cubicBezTo>
                <a:cubicBezTo>
                  <a:pt x="199343" y="817242"/>
                  <a:pt x="199085" y="814644"/>
                  <a:pt x="197827" y="812417"/>
                </a:cubicBezTo>
                <a:cubicBezTo>
                  <a:pt x="160587" y="747725"/>
                  <a:pt x="123309" y="682921"/>
                  <a:pt x="86066" y="618197"/>
                </a:cubicBezTo>
                <a:cubicBezTo>
                  <a:pt x="84809" y="615933"/>
                  <a:pt x="82664" y="614411"/>
                  <a:pt x="80297" y="613780"/>
                </a:cubicBezTo>
                <a:cubicBezTo>
                  <a:pt x="77930" y="613149"/>
                  <a:pt x="75341" y="613409"/>
                  <a:pt x="73122" y="614671"/>
                </a:cubicBezTo>
                <a:close/>
                <a:moveTo>
                  <a:pt x="771448" y="545710"/>
                </a:moveTo>
                <a:lnTo>
                  <a:pt x="771374" y="545562"/>
                </a:lnTo>
                <a:cubicBezTo>
                  <a:pt x="767306" y="538510"/>
                  <a:pt x="760687" y="533685"/>
                  <a:pt x="753365" y="531718"/>
                </a:cubicBezTo>
                <a:cubicBezTo>
                  <a:pt x="746005" y="529751"/>
                  <a:pt x="737907" y="530568"/>
                  <a:pt x="730880" y="534650"/>
                </a:cubicBezTo>
                <a:lnTo>
                  <a:pt x="558585" y="634454"/>
                </a:lnTo>
                <a:cubicBezTo>
                  <a:pt x="550190" y="639947"/>
                  <a:pt x="542276" y="644290"/>
                  <a:pt x="534769" y="647704"/>
                </a:cubicBezTo>
                <a:cubicBezTo>
                  <a:pt x="559769" y="655535"/>
                  <a:pt x="586063" y="655795"/>
                  <a:pt x="622268" y="632190"/>
                </a:cubicBezTo>
                <a:lnTo>
                  <a:pt x="771491" y="545748"/>
                </a:lnTo>
                <a:close/>
                <a:moveTo>
                  <a:pt x="538127" y="72271"/>
                </a:moveTo>
                <a:cubicBezTo>
                  <a:pt x="530176" y="68967"/>
                  <a:pt x="521930" y="66184"/>
                  <a:pt x="513497" y="63957"/>
                </a:cubicBezTo>
                <a:cubicBezTo>
                  <a:pt x="507802" y="62472"/>
                  <a:pt x="503031" y="59206"/>
                  <a:pt x="499667" y="54826"/>
                </a:cubicBezTo>
                <a:cubicBezTo>
                  <a:pt x="496301" y="50447"/>
                  <a:pt x="494341" y="44990"/>
                  <a:pt x="494341" y="39127"/>
                </a:cubicBezTo>
                <a:lnTo>
                  <a:pt x="494341" y="25728"/>
                </a:lnTo>
                <a:cubicBezTo>
                  <a:pt x="494341" y="23909"/>
                  <a:pt x="493565" y="22239"/>
                  <a:pt x="492381" y="21052"/>
                </a:cubicBezTo>
                <a:cubicBezTo>
                  <a:pt x="491198" y="19827"/>
                  <a:pt x="489534" y="19084"/>
                  <a:pt x="487722" y="19084"/>
                </a:cubicBezTo>
                <a:lnTo>
                  <a:pt x="442789" y="19084"/>
                </a:lnTo>
                <a:cubicBezTo>
                  <a:pt x="440977" y="19084"/>
                  <a:pt x="439313" y="19864"/>
                  <a:pt x="438129" y="21052"/>
                </a:cubicBezTo>
                <a:cubicBezTo>
                  <a:pt x="436946" y="22239"/>
                  <a:pt x="436169" y="23909"/>
                  <a:pt x="436169" y="25728"/>
                </a:cubicBezTo>
                <a:lnTo>
                  <a:pt x="436169" y="39164"/>
                </a:lnTo>
                <a:cubicBezTo>
                  <a:pt x="436169" y="45028"/>
                  <a:pt x="434209" y="50484"/>
                  <a:pt x="430844" y="54863"/>
                </a:cubicBezTo>
                <a:cubicBezTo>
                  <a:pt x="427479" y="59243"/>
                  <a:pt x="422708" y="62509"/>
                  <a:pt x="417013" y="63994"/>
                </a:cubicBezTo>
                <a:cubicBezTo>
                  <a:pt x="408618" y="66184"/>
                  <a:pt x="400372" y="68967"/>
                  <a:pt x="392420" y="72270"/>
                </a:cubicBezTo>
                <a:cubicBezTo>
                  <a:pt x="384284" y="75648"/>
                  <a:pt x="376444" y="79582"/>
                  <a:pt x="369047" y="83925"/>
                </a:cubicBezTo>
                <a:cubicBezTo>
                  <a:pt x="364018" y="86894"/>
                  <a:pt x="358323" y="87971"/>
                  <a:pt x="352887" y="87302"/>
                </a:cubicBezTo>
                <a:cubicBezTo>
                  <a:pt x="347413" y="86597"/>
                  <a:pt x="342162" y="84111"/>
                  <a:pt x="338020" y="79991"/>
                </a:cubicBezTo>
                <a:lnTo>
                  <a:pt x="328590" y="70489"/>
                </a:lnTo>
                <a:cubicBezTo>
                  <a:pt x="327259" y="69190"/>
                  <a:pt x="325557" y="68559"/>
                  <a:pt x="323856" y="68559"/>
                </a:cubicBezTo>
                <a:cubicBezTo>
                  <a:pt x="322155" y="68559"/>
                  <a:pt x="320454" y="69227"/>
                  <a:pt x="319196" y="70489"/>
                </a:cubicBezTo>
                <a:lnTo>
                  <a:pt x="287392" y="102409"/>
                </a:lnTo>
                <a:cubicBezTo>
                  <a:pt x="286098" y="103670"/>
                  <a:pt x="285469" y="105378"/>
                  <a:pt x="285469" y="107122"/>
                </a:cubicBezTo>
                <a:cubicBezTo>
                  <a:pt x="285469" y="108829"/>
                  <a:pt x="286135" y="110537"/>
                  <a:pt x="287392" y="111799"/>
                </a:cubicBezTo>
                <a:lnTo>
                  <a:pt x="296822" y="121337"/>
                </a:lnTo>
                <a:cubicBezTo>
                  <a:pt x="300964" y="125457"/>
                  <a:pt x="303442" y="130690"/>
                  <a:pt x="304145" y="136183"/>
                </a:cubicBezTo>
                <a:cubicBezTo>
                  <a:pt x="304810" y="141676"/>
                  <a:pt x="303738" y="147392"/>
                  <a:pt x="300779" y="152439"/>
                </a:cubicBezTo>
                <a:cubicBezTo>
                  <a:pt x="296416" y="159937"/>
                  <a:pt x="292496" y="167768"/>
                  <a:pt x="289167" y="175859"/>
                </a:cubicBezTo>
                <a:cubicBezTo>
                  <a:pt x="285875" y="183876"/>
                  <a:pt x="283065" y="192152"/>
                  <a:pt x="280883" y="200578"/>
                </a:cubicBezTo>
                <a:cubicBezTo>
                  <a:pt x="279441" y="206256"/>
                  <a:pt x="276149" y="211082"/>
                  <a:pt x="271823" y="214458"/>
                </a:cubicBezTo>
                <a:cubicBezTo>
                  <a:pt x="267422" y="217836"/>
                  <a:pt x="262022" y="219803"/>
                  <a:pt x="256180" y="219803"/>
                </a:cubicBezTo>
                <a:lnTo>
                  <a:pt x="242829" y="219803"/>
                </a:lnTo>
                <a:cubicBezTo>
                  <a:pt x="241017" y="219803"/>
                  <a:pt x="239353" y="220582"/>
                  <a:pt x="238169" y="221770"/>
                </a:cubicBezTo>
                <a:cubicBezTo>
                  <a:pt x="236986" y="222958"/>
                  <a:pt x="236209" y="224628"/>
                  <a:pt x="236209" y="226447"/>
                </a:cubicBezTo>
                <a:lnTo>
                  <a:pt x="236209" y="271542"/>
                </a:lnTo>
                <a:cubicBezTo>
                  <a:pt x="236209" y="273397"/>
                  <a:pt x="236949" y="275068"/>
                  <a:pt x="238132" y="276218"/>
                </a:cubicBezTo>
                <a:cubicBezTo>
                  <a:pt x="239390" y="277406"/>
                  <a:pt x="241054" y="278185"/>
                  <a:pt x="242866" y="278185"/>
                </a:cubicBezTo>
                <a:lnTo>
                  <a:pt x="256254" y="278185"/>
                </a:lnTo>
                <a:cubicBezTo>
                  <a:pt x="262097" y="278185"/>
                  <a:pt x="267533" y="280152"/>
                  <a:pt x="271896" y="283530"/>
                </a:cubicBezTo>
                <a:cubicBezTo>
                  <a:pt x="276223" y="286870"/>
                  <a:pt x="279515" y="291695"/>
                  <a:pt x="280994" y="297411"/>
                </a:cubicBezTo>
                <a:cubicBezTo>
                  <a:pt x="283176" y="305836"/>
                  <a:pt x="285950" y="314112"/>
                  <a:pt x="289241" y="322093"/>
                </a:cubicBezTo>
                <a:cubicBezTo>
                  <a:pt x="292606" y="330258"/>
                  <a:pt x="296526" y="338126"/>
                  <a:pt x="300853" y="345550"/>
                </a:cubicBezTo>
                <a:cubicBezTo>
                  <a:pt x="303812" y="350597"/>
                  <a:pt x="304884" y="356313"/>
                  <a:pt x="304219" y="361769"/>
                </a:cubicBezTo>
                <a:cubicBezTo>
                  <a:pt x="303516" y="367262"/>
                  <a:pt x="301038" y="372532"/>
                  <a:pt x="296933" y="376689"/>
                </a:cubicBezTo>
                <a:lnTo>
                  <a:pt x="287466" y="386153"/>
                </a:lnTo>
                <a:cubicBezTo>
                  <a:pt x="286172" y="387489"/>
                  <a:pt x="285543" y="389197"/>
                  <a:pt x="285543" y="390904"/>
                </a:cubicBezTo>
                <a:cubicBezTo>
                  <a:pt x="285543" y="392611"/>
                  <a:pt x="286209" y="394319"/>
                  <a:pt x="287466" y="395581"/>
                </a:cubicBezTo>
                <a:lnTo>
                  <a:pt x="319270" y="427500"/>
                </a:lnTo>
                <a:cubicBezTo>
                  <a:pt x="320528" y="428799"/>
                  <a:pt x="322229" y="429430"/>
                  <a:pt x="323967" y="429430"/>
                </a:cubicBezTo>
                <a:cubicBezTo>
                  <a:pt x="325668" y="429430"/>
                  <a:pt x="327369" y="428762"/>
                  <a:pt x="328627" y="427500"/>
                </a:cubicBezTo>
                <a:lnTo>
                  <a:pt x="338131" y="418036"/>
                </a:lnTo>
                <a:cubicBezTo>
                  <a:pt x="342236" y="413879"/>
                  <a:pt x="347450" y="411392"/>
                  <a:pt x="352924" y="410687"/>
                </a:cubicBezTo>
                <a:cubicBezTo>
                  <a:pt x="358397" y="410019"/>
                  <a:pt x="364092" y="411095"/>
                  <a:pt x="369121" y="414064"/>
                </a:cubicBezTo>
                <a:cubicBezTo>
                  <a:pt x="376591" y="418444"/>
                  <a:pt x="384395" y="422378"/>
                  <a:pt x="392456" y="425719"/>
                </a:cubicBezTo>
                <a:cubicBezTo>
                  <a:pt x="400444" y="429022"/>
                  <a:pt x="408691" y="431843"/>
                  <a:pt x="417086" y="434033"/>
                </a:cubicBezTo>
                <a:cubicBezTo>
                  <a:pt x="422744" y="435480"/>
                  <a:pt x="427552" y="438783"/>
                  <a:pt x="430917" y="443126"/>
                </a:cubicBezTo>
                <a:cubicBezTo>
                  <a:pt x="434282" y="447542"/>
                  <a:pt x="436242" y="452962"/>
                  <a:pt x="436242" y="458825"/>
                </a:cubicBezTo>
                <a:lnTo>
                  <a:pt x="436242" y="472224"/>
                </a:lnTo>
                <a:cubicBezTo>
                  <a:pt x="436242" y="474080"/>
                  <a:pt x="436982" y="475750"/>
                  <a:pt x="438165" y="476901"/>
                </a:cubicBezTo>
                <a:cubicBezTo>
                  <a:pt x="439423" y="478088"/>
                  <a:pt x="441087" y="478868"/>
                  <a:pt x="442899" y="478868"/>
                </a:cubicBezTo>
                <a:lnTo>
                  <a:pt x="487831" y="478868"/>
                </a:lnTo>
                <a:cubicBezTo>
                  <a:pt x="489680" y="478868"/>
                  <a:pt x="491345" y="478125"/>
                  <a:pt x="492491" y="476938"/>
                </a:cubicBezTo>
                <a:cubicBezTo>
                  <a:pt x="493712" y="475713"/>
                  <a:pt x="494451" y="474043"/>
                  <a:pt x="494451" y="472187"/>
                </a:cubicBezTo>
                <a:lnTo>
                  <a:pt x="494451" y="458751"/>
                </a:lnTo>
                <a:cubicBezTo>
                  <a:pt x="494451" y="452887"/>
                  <a:pt x="496411" y="447431"/>
                  <a:pt x="499776" y="443052"/>
                </a:cubicBezTo>
                <a:cubicBezTo>
                  <a:pt x="503142" y="438672"/>
                  <a:pt x="507912" y="435406"/>
                  <a:pt x="513607" y="433921"/>
                </a:cubicBezTo>
                <a:cubicBezTo>
                  <a:pt x="522002" y="431731"/>
                  <a:pt x="530249" y="428948"/>
                  <a:pt x="538200" y="425645"/>
                </a:cubicBezTo>
                <a:cubicBezTo>
                  <a:pt x="546336" y="422267"/>
                  <a:pt x="554176" y="418333"/>
                  <a:pt x="561573" y="413990"/>
                </a:cubicBezTo>
                <a:cubicBezTo>
                  <a:pt x="566603" y="411021"/>
                  <a:pt x="572298" y="409945"/>
                  <a:pt x="577734" y="410613"/>
                </a:cubicBezTo>
                <a:cubicBezTo>
                  <a:pt x="583207" y="411318"/>
                  <a:pt x="588458" y="413805"/>
                  <a:pt x="592600" y="417924"/>
                </a:cubicBezTo>
                <a:lnTo>
                  <a:pt x="602031" y="427426"/>
                </a:lnTo>
                <a:cubicBezTo>
                  <a:pt x="603362" y="428725"/>
                  <a:pt x="605063" y="429356"/>
                  <a:pt x="606764" y="429356"/>
                </a:cubicBezTo>
                <a:cubicBezTo>
                  <a:pt x="608465" y="429356"/>
                  <a:pt x="610166" y="428688"/>
                  <a:pt x="611424" y="427426"/>
                </a:cubicBezTo>
                <a:lnTo>
                  <a:pt x="643228" y="395507"/>
                </a:lnTo>
                <a:cubicBezTo>
                  <a:pt x="644523" y="394245"/>
                  <a:pt x="645151" y="392537"/>
                  <a:pt x="645151" y="390793"/>
                </a:cubicBezTo>
                <a:cubicBezTo>
                  <a:pt x="645151" y="389086"/>
                  <a:pt x="644486" y="387378"/>
                  <a:pt x="643228" y="386116"/>
                </a:cubicBezTo>
                <a:lnTo>
                  <a:pt x="633798" y="376578"/>
                </a:lnTo>
                <a:cubicBezTo>
                  <a:pt x="629656" y="372458"/>
                  <a:pt x="627178" y="367225"/>
                  <a:pt x="626476" y="361732"/>
                </a:cubicBezTo>
                <a:cubicBezTo>
                  <a:pt x="625810" y="356239"/>
                  <a:pt x="626882" y="350523"/>
                  <a:pt x="629841" y="345476"/>
                </a:cubicBezTo>
                <a:cubicBezTo>
                  <a:pt x="634205" y="337978"/>
                  <a:pt x="638125" y="330147"/>
                  <a:pt x="641453" y="322056"/>
                </a:cubicBezTo>
                <a:cubicBezTo>
                  <a:pt x="644745" y="314040"/>
                  <a:pt x="647555" y="305763"/>
                  <a:pt x="649737" y="297337"/>
                </a:cubicBezTo>
                <a:cubicBezTo>
                  <a:pt x="651180" y="291659"/>
                  <a:pt x="654471" y="286833"/>
                  <a:pt x="658798" y="283457"/>
                </a:cubicBezTo>
                <a:cubicBezTo>
                  <a:pt x="663199" y="280079"/>
                  <a:pt x="668598" y="278112"/>
                  <a:pt x="674441" y="278112"/>
                </a:cubicBezTo>
                <a:lnTo>
                  <a:pt x="687791" y="278112"/>
                </a:lnTo>
                <a:cubicBezTo>
                  <a:pt x="689640" y="278112"/>
                  <a:pt x="691305" y="277370"/>
                  <a:pt x="692451" y="276182"/>
                </a:cubicBezTo>
                <a:cubicBezTo>
                  <a:pt x="693671" y="274957"/>
                  <a:pt x="694411" y="273287"/>
                  <a:pt x="694411" y="271431"/>
                </a:cubicBezTo>
                <a:lnTo>
                  <a:pt x="694411" y="226336"/>
                </a:lnTo>
                <a:cubicBezTo>
                  <a:pt x="694411" y="224518"/>
                  <a:pt x="693634" y="222848"/>
                  <a:pt x="692451" y="221660"/>
                </a:cubicBezTo>
                <a:cubicBezTo>
                  <a:pt x="691268" y="220435"/>
                  <a:pt x="689603" y="219693"/>
                  <a:pt x="687791" y="219693"/>
                </a:cubicBezTo>
                <a:lnTo>
                  <a:pt x="674404" y="219693"/>
                </a:lnTo>
                <a:cubicBezTo>
                  <a:pt x="668561" y="219693"/>
                  <a:pt x="663124" y="217726"/>
                  <a:pt x="658761" y="214348"/>
                </a:cubicBezTo>
                <a:cubicBezTo>
                  <a:pt x="654397" y="210971"/>
                  <a:pt x="651143" y="206183"/>
                  <a:pt x="649663" y="200467"/>
                </a:cubicBezTo>
                <a:cubicBezTo>
                  <a:pt x="647481" y="192042"/>
                  <a:pt x="644708" y="183766"/>
                  <a:pt x="641417" y="175785"/>
                </a:cubicBezTo>
                <a:cubicBezTo>
                  <a:pt x="638051" y="167620"/>
                  <a:pt x="634131" y="159752"/>
                  <a:pt x="629804" y="152328"/>
                </a:cubicBezTo>
                <a:cubicBezTo>
                  <a:pt x="626845" y="147281"/>
                  <a:pt x="625773" y="141565"/>
                  <a:pt x="626439" y="136109"/>
                </a:cubicBezTo>
                <a:cubicBezTo>
                  <a:pt x="627141" y="130616"/>
                  <a:pt x="629619" y="125346"/>
                  <a:pt x="633724" y="121189"/>
                </a:cubicBezTo>
                <a:lnTo>
                  <a:pt x="643191" y="111725"/>
                </a:lnTo>
                <a:cubicBezTo>
                  <a:pt x="644486" y="110389"/>
                  <a:pt x="645114" y="108681"/>
                  <a:pt x="645114" y="106974"/>
                </a:cubicBezTo>
                <a:cubicBezTo>
                  <a:pt x="645114" y="105267"/>
                  <a:pt x="644449" y="103559"/>
                  <a:pt x="643191" y="102297"/>
                </a:cubicBezTo>
                <a:lnTo>
                  <a:pt x="611387" y="70378"/>
                </a:lnTo>
                <a:cubicBezTo>
                  <a:pt x="610130" y="69079"/>
                  <a:pt x="608428" y="68448"/>
                  <a:pt x="606690" y="68448"/>
                </a:cubicBezTo>
                <a:cubicBezTo>
                  <a:pt x="604989" y="68448"/>
                  <a:pt x="603288" y="69116"/>
                  <a:pt x="602031" y="70378"/>
                </a:cubicBezTo>
                <a:lnTo>
                  <a:pt x="592526" y="79842"/>
                </a:lnTo>
                <a:cubicBezTo>
                  <a:pt x="588422" y="83999"/>
                  <a:pt x="583207" y="86486"/>
                  <a:pt x="577734" y="87191"/>
                </a:cubicBezTo>
                <a:cubicBezTo>
                  <a:pt x="572261" y="87859"/>
                  <a:pt x="566602" y="86783"/>
                  <a:pt x="561536" y="83814"/>
                </a:cubicBezTo>
                <a:cubicBezTo>
                  <a:pt x="554103" y="79434"/>
                  <a:pt x="546300" y="75537"/>
                  <a:pt x="538201" y="72159"/>
                </a:cubicBezTo>
                <a:close/>
              </a:path>
            </a:pathLst>
          </a:custGeom>
          <a:solidFill>
            <a:srgbClr val="000000"/>
          </a:solidFill>
          <a:ln w="9438" cap="flat">
            <a:noFill/>
            <a:prstDash val="solid"/>
            <a:miter/>
          </a:ln>
        </p:spPr>
        <p:txBody>
          <a:bodyPr/>
          <a:lstStyle/>
          <a:p>
            <a:endParaRPr lang="en-US"/>
          </a:p>
        </p:txBody>
      </p:sp>
      <p:sp>
        <p:nvSpPr>
          <p:cNvPr id="14" name="Round Same Side Corner Rectangle 13">
            <a:extLst>
              <a:ext uri="{FF2B5EF4-FFF2-40B4-BE49-F238E27FC236}">
                <a16:creationId xmlns:a16="http://schemas.microsoft.com/office/drawing/2014/main" id="{B988007B-2875-7108-669C-8C7CF56C3F5E}"/>
              </a:ext>
              <a:ext uri="{C183D7F6-B498-43B3-948B-1728B52AA6E4}">
                <adec:decorative xmlns:adec="http://schemas.microsoft.com/office/drawing/2017/decorative" val="1"/>
              </a:ext>
            </a:extLst>
          </p:cNvPr>
          <p:cNvSpPr/>
          <p:nvPr/>
        </p:nvSpPr>
        <p:spPr>
          <a:xfrm>
            <a:off x="371475"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 Same Side Corner Rectangle 14">
            <a:extLst>
              <a:ext uri="{FF2B5EF4-FFF2-40B4-BE49-F238E27FC236}">
                <a16:creationId xmlns:a16="http://schemas.microsoft.com/office/drawing/2014/main" id="{C65377CB-E655-457E-F3FB-6AF61F6B0E18}"/>
              </a:ext>
              <a:ext uri="{C183D7F6-B498-43B3-948B-1728B52AA6E4}">
                <adec:decorative xmlns:adec="http://schemas.microsoft.com/office/drawing/2017/decorative" val="1"/>
              </a:ext>
            </a:extLst>
          </p:cNvPr>
          <p:cNvSpPr/>
          <p:nvPr/>
        </p:nvSpPr>
        <p:spPr>
          <a:xfrm>
            <a:off x="4253243"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a:extLst>
              <a:ext uri="{FF2B5EF4-FFF2-40B4-BE49-F238E27FC236}">
                <a16:creationId xmlns:a16="http://schemas.microsoft.com/office/drawing/2014/main" id="{9DBF0D0B-A566-97B0-A6FB-0A862619027F}"/>
              </a:ext>
              <a:ext uri="{C183D7F6-B498-43B3-948B-1728B52AA6E4}">
                <adec:decorative xmlns:adec="http://schemas.microsoft.com/office/drawing/2017/decorative" val="1"/>
              </a:ext>
            </a:extLst>
          </p:cNvPr>
          <p:cNvSpPr/>
          <p:nvPr/>
        </p:nvSpPr>
        <p:spPr>
          <a:xfrm>
            <a:off x="8135012"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9385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6BB81-4D60-7953-754B-C259D9C9B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8DD00-C14F-1BEA-A3C8-56D0061031CD}"/>
              </a:ext>
            </a:extLst>
          </p:cNvPr>
          <p:cNvSpPr>
            <a:spLocks noGrp="1"/>
          </p:cNvSpPr>
          <p:nvPr>
            <p:ph type="title"/>
          </p:nvPr>
        </p:nvSpPr>
        <p:spPr>
          <a:xfrm>
            <a:off x="360363" y="360363"/>
            <a:ext cx="11460162" cy="1169551"/>
          </a:xfrm>
        </p:spPr>
        <p:txBody>
          <a:bodyPr/>
          <a:lstStyle/>
          <a:p>
            <a:r>
              <a:rPr lang="en-US" sz="1200" cap="all">
                <a:solidFill>
                  <a:prstClr val="black">
                    <a:lumMod val="50000"/>
                    <a:lumOff val="50000"/>
                  </a:prstClr>
                </a:solidFill>
              </a:rPr>
              <a:t>CASE STUDY: </a:t>
            </a:r>
            <a:r>
              <a:rPr lang="en-US" sz="1200" cap="all" err="1">
                <a:solidFill>
                  <a:prstClr val="black">
                    <a:lumMod val="50000"/>
                    <a:lumOff val="50000"/>
                  </a:prstClr>
                </a:solidFill>
              </a:rPr>
              <a:t>Eskalera</a:t>
            </a:r>
            <a:br>
              <a:rPr lang="en-US"/>
            </a:br>
            <a:r>
              <a:rPr lang="en-US"/>
              <a:t>We Helped </a:t>
            </a:r>
            <a:r>
              <a:rPr lang="en-US" err="1"/>
              <a:t>Eskalera</a:t>
            </a:r>
            <a:r>
              <a:rPr lang="en-US"/>
              <a:t> Deliver Inclusive </a:t>
            </a:r>
            <a:br>
              <a:rPr lang="en-US"/>
            </a:br>
            <a:r>
              <a:rPr lang="en-US"/>
              <a:t>Learning for All Employees</a:t>
            </a:r>
          </a:p>
        </p:txBody>
      </p:sp>
      <p:pic>
        <p:nvPicPr>
          <p:cNvPr id="7" name="Picture 10" descr="Eskalera logo">
            <a:extLst>
              <a:ext uri="{FF2B5EF4-FFF2-40B4-BE49-F238E27FC236}">
                <a16:creationId xmlns:a16="http://schemas.microsoft.com/office/drawing/2014/main" id="{5E729296-C6C6-6A62-F326-A481DFAA75E5}"/>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036884" y="464715"/>
            <a:ext cx="1781857" cy="3628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2FA139F-1997-E26F-65F4-34D4A0193583}"/>
              </a:ext>
            </a:extLst>
          </p:cNvPr>
          <p:cNvSpPr/>
          <p:nvPr/>
        </p:nvSpPr>
        <p:spPr>
          <a:xfrm>
            <a:off x="371475"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mj-lt"/>
                <a:ea typeface="+mn-ea"/>
                <a:cs typeface="+mn-cs"/>
              </a:rPr>
              <a:t>Challenge</a:t>
            </a:r>
          </a:p>
        </p:txBody>
      </p:sp>
      <p:sp>
        <p:nvSpPr>
          <p:cNvPr id="6" name="TextBox 5">
            <a:extLst>
              <a:ext uri="{FF2B5EF4-FFF2-40B4-BE49-F238E27FC236}">
                <a16:creationId xmlns:a16="http://schemas.microsoft.com/office/drawing/2014/main" id="{9E349F7A-6A23-DADA-BC5F-57A3E260C90B}"/>
              </a:ext>
            </a:extLst>
          </p:cNvPr>
          <p:cNvSpPr txBox="1"/>
          <p:nvPr/>
        </p:nvSpPr>
        <p:spPr>
          <a:xfrm>
            <a:off x="371475" y="3606876"/>
            <a:ext cx="36311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err="1">
                <a:solidFill>
                  <a:srgbClr val="282828"/>
                </a:solidFill>
                <a:latin typeface="+mj-lt"/>
              </a:rPr>
              <a:t>Eskalera's</a:t>
            </a:r>
            <a:r>
              <a:rPr lang="en-US" sz="1400">
                <a:solidFill>
                  <a:srgbClr val="282828"/>
                </a:solidFill>
                <a:latin typeface="+mj-lt"/>
              </a:rPr>
              <a:t> HR upskilling platform needed to be accessible to ensure all employees could benefit from professional development opportunities.</a:t>
            </a:r>
          </a:p>
        </p:txBody>
      </p:sp>
      <p:sp>
        <p:nvSpPr>
          <p:cNvPr id="8" name="Rectangle 7">
            <a:extLst>
              <a:ext uri="{FF2B5EF4-FFF2-40B4-BE49-F238E27FC236}">
                <a16:creationId xmlns:a16="http://schemas.microsoft.com/office/drawing/2014/main" id="{FD893F76-7133-0106-B3DD-47113B98B277}"/>
              </a:ext>
            </a:extLst>
          </p:cNvPr>
          <p:cNvSpPr/>
          <p:nvPr/>
        </p:nvSpPr>
        <p:spPr>
          <a:xfrm>
            <a:off x="4253243"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Solution</a:t>
            </a:r>
          </a:p>
        </p:txBody>
      </p:sp>
      <p:sp>
        <p:nvSpPr>
          <p:cNvPr id="21" name="TextBox 20">
            <a:extLst>
              <a:ext uri="{FF2B5EF4-FFF2-40B4-BE49-F238E27FC236}">
                <a16:creationId xmlns:a16="http://schemas.microsoft.com/office/drawing/2014/main" id="{ECCBD162-78C0-6296-0E81-C7D011F60C41}"/>
              </a:ext>
            </a:extLst>
          </p:cNvPr>
          <p:cNvSpPr txBox="1"/>
          <p:nvPr/>
        </p:nvSpPr>
        <p:spPr>
          <a:xfrm>
            <a:off x="4247688" y="3606876"/>
            <a:ext cx="3696625"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err="1">
                <a:solidFill>
                  <a:srgbClr val="282828"/>
                </a:solidFill>
                <a:latin typeface="+mj-lt"/>
              </a:rPr>
              <a:t>IAccessible</a:t>
            </a:r>
            <a:r>
              <a:rPr lang="en-US" sz="1400">
                <a:solidFill>
                  <a:srgbClr val="282828"/>
                </a:solidFill>
                <a:latin typeface="+mj-lt"/>
              </a:rPr>
              <a:t> evaluated learning interfaces, tested with users who rely on assistive technologies, and recommended accessible design patterns for educational content.</a:t>
            </a:r>
          </a:p>
        </p:txBody>
      </p:sp>
      <p:sp>
        <p:nvSpPr>
          <p:cNvPr id="9" name="Rectangle 8">
            <a:extLst>
              <a:ext uri="{FF2B5EF4-FFF2-40B4-BE49-F238E27FC236}">
                <a16:creationId xmlns:a16="http://schemas.microsoft.com/office/drawing/2014/main" id="{90DC04A7-2F7E-C116-66B5-02F043A0A5BE}"/>
              </a:ext>
            </a:extLst>
          </p:cNvPr>
          <p:cNvSpPr/>
          <p:nvPr/>
        </p:nvSpPr>
        <p:spPr>
          <a:xfrm>
            <a:off x="8135012" y="2916690"/>
            <a:ext cx="3696625" cy="668868"/>
          </a:xfrm>
          <a:prstGeom prst="rect">
            <a:avLst/>
          </a:prstGeom>
          <a:solidFill>
            <a:srgbClr val="2F7D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prstClr val="white"/>
                </a:solidFill>
                <a:latin typeface="+mj-lt"/>
              </a:rPr>
              <a:t>Outcome</a:t>
            </a:r>
          </a:p>
        </p:txBody>
      </p:sp>
      <p:sp>
        <p:nvSpPr>
          <p:cNvPr id="24" name="TextBox 23">
            <a:extLst>
              <a:ext uri="{FF2B5EF4-FFF2-40B4-BE49-F238E27FC236}">
                <a16:creationId xmlns:a16="http://schemas.microsoft.com/office/drawing/2014/main" id="{7E28704A-A8BB-7165-6148-D7987E95E20E}"/>
              </a:ext>
            </a:extLst>
          </p:cNvPr>
          <p:cNvSpPr txBox="1"/>
          <p:nvPr/>
        </p:nvSpPr>
        <p:spPr>
          <a:xfrm>
            <a:off x="8130998" y="3606876"/>
            <a:ext cx="3689526" cy="1828800"/>
          </a:xfrm>
          <a:prstGeom prst="rect">
            <a:avLst/>
          </a:prstGeom>
          <a:solidFill>
            <a:schemeClr val="bg1"/>
          </a:solidFill>
        </p:spPr>
        <p:txBody>
          <a:bodyPr wrap="square" lIns="182880" tIns="182880" rIns="182880" bIns="182880">
            <a:noAutofit/>
          </a:bodyPr>
          <a:lstStyle/>
          <a:p>
            <a:pPr algn="l">
              <a:lnSpc>
                <a:spcPct val="120000"/>
              </a:lnSpc>
              <a:spcAft>
                <a:spcPts val="800"/>
              </a:spcAft>
            </a:pPr>
            <a:r>
              <a:rPr lang="en-US" sz="1400">
                <a:solidFill>
                  <a:srgbClr val="282828"/>
                </a:solidFill>
                <a:latin typeface="+mj-lt"/>
              </a:rPr>
              <a:t>Launched accessible learning platform. Enabled equitable professional development for all employees.</a:t>
            </a:r>
          </a:p>
        </p:txBody>
      </p:sp>
      <p:sp>
        <p:nvSpPr>
          <p:cNvPr id="3" name="Slide Number Placeholder 2">
            <a:extLst>
              <a:ext uri="{FF2B5EF4-FFF2-40B4-BE49-F238E27FC236}">
                <a16:creationId xmlns:a16="http://schemas.microsoft.com/office/drawing/2014/main" id="{AC979CE2-8766-8604-3833-83B7BDBDDDDD}"/>
              </a:ext>
              <a:ext uri="{C183D7F6-B498-43B3-948B-1728B52AA6E4}">
                <adec:decorative xmlns:adec="http://schemas.microsoft.com/office/drawing/2017/decorative" val="1"/>
              </a:ext>
            </a:extLst>
          </p:cNvPr>
          <p:cNvSpPr>
            <a:spLocks noGrp="1"/>
          </p:cNvSpPr>
          <p:nvPr>
            <p:ph type="sldNum" sz="quarter" idx="12"/>
          </p:nvPr>
        </p:nvSpPr>
        <p:spPr>
          <a:xfrm>
            <a:off x="11515345" y="6446330"/>
            <a:ext cx="305179" cy="123111"/>
          </a:xfrm>
        </p:spPr>
        <p:txBody>
          <a:bodyPr/>
          <a:lstStyle/>
          <a:p>
            <a:fld id="{EFBDB023-C1A5-4ABF-B6D8-70426759D17D}" type="slidenum">
              <a:rPr lang="en-IN" smtClean="0"/>
              <a:pPr/>
              <a:t>25</a:t>
            </a:fld>
            <a:endParaRPr lang="en-IN"/>
          </a:p>
        </p:txBody>
      </p:sp>
      <p:sp>
        <p:nvSpPr>
          <p:cNvPr id="30" name="Freeform 29">
            <a:extLst>
              <a:ext uri="{FF2B5EF4-FFF2-40B4-BE49-F238E27FC236}">
                <a16:creationId xmlns:a16="http://schemas.microsoft.com/office/drawing/2014/main" id="{2FDA37DB-A330-8862-0A45-B9118DD48CAD}"/>
              </a:ext>
              <a:ext uri="{C183D7F6-B498-43B3-948B-1728B52AA6E4}">
                <adec:decorative xmlns:adec="http://schemas.microsoft.com/office/drawing/2017/decorative" val="1"/>
              </a:ext>
            </a:extLst>
          </p:cNvPr>
          <p:cNvSpPr>
            <a:spLocks noChangeAspect="1"/>
          </p:cNvSpPr>
          <p:nvPr/>
        </p:nvSpPr>
        <p:spPr>
          <a:xfrm>
            <a:off x="5818841" y="2203462"/>
            <a:ext cx="565428" cy="567456"/>
          </a:xfrm>
          <a:custGeom>
            <a:avLst/>
            <a:gdLst>
              <a:gd name="csX0" fmla="*/ 827038 w 827843"/>
              <a:gd name="csY0" fmla="*/ 530109 h 830812"/>
              <a:gd name="csX1" fmla="*/ 805108 w 827843"/>
              <a:gd name="csY1" fmla="*/ 560914 h 830812"/>
              <a:gd name="csX2" fmla="*/ 528597 w 827843"/>
              <a:gd name="csY2" fmla="*/ 721138 h 830812"/>
              <a:gd name="csX3" fmla="*/ 444242 w 827843"/>
              <a:gd name="csY3" fmla="*/ 743815 h 830812"/>
              <a:gd name="csX4" fmla="*/ 357853 w 827843"/>
              <a:gd name="csY4" fmla="*/ 743815 h 830812"/>
              <a:gd name="csX5" fmla="*/ 314806 w 827843"/>
              <a:gd name="csY5" fmla="*/ 768682 h 830812"/>
              <a:gd name="csX6" fmla="*/ 282004 w 827843"/>
              <a:gd name="csY6" fmla="*/ 825728 h 830812"/>
              <a:gd name="csX7" fmla="*/ 273239 w 827843"/>
              <a:gd name="csY7" fmla="*/ 830813 h 830812"/>
              <a:gd name="csX8" fmla="*/ 268210 w 827843"/>
              <a:gd name="csY8" fmla="*/ 829440 h 830812"/>
              <a:gd name="csX9" fmla="*/ 264512 w 827843"/>
              <a:gd name="csY9" fmla="*/ 815596 h 830812"/>
              <a:gd name="csX10" fmla="*/ 297314 w 827843"/>
              <a:gd name="csY10" fmla="*/ 758550 h 830812"/>
              <a:gd name="csX11" fmla="*/ 357852 w 827843"/>
              <a:gd name="csY11" fmla="*/ 723550 h 830812"/>
              <a:gd name="csX12" fmla="*/ 444241 w 827843"/>
              <a:gd name="csY12" fmla="*/ 723550 h 830812"/>
              <a:gd name="csX13" fmla="*/ 518501 w 827843"/>
              <a:gd name="csY13" fmla="*/ 703582 h 830812"/>
              <a:gd name="csX14" fmla="*/ 795011 w 827843"/>
              <a:gd name="csY14" fmla="*/ 543359 h 830812"/>
              <a:gd name="csX15" fmla="*/ 807216 w 827843"/>
              <a:gd name="csY15" fmla="*/ 526285 h 830812"/>
              <a:gd name="csX16" fmla="*/ 802186 w 827843"/>
              <a:gd name="csY16" fmla="*/ 505872 h 830812"/>
              <a:gd name="csX17" fmla="*/ 703300 w 827843"/>
              <a:gd name="csY17" fmla="*/ 505019 h 830812"/>
              <a:gd name="csX18" fmla="*/ 539876 w 827843"/>
              <a:gd name="csY18" fmla="*/ 599699 h 830812"/>
              <a:gd name="csX19" fmla="*/ 529078 w 827843"/>
              <a:gd name="csY19" fmla="*/ 633696 h 830812"/>
              <a:gd name="csX20" fmla="*/ 494759 w 827843"/>
              <a:gd name="csY20" fmla="*/ 649396 h 830812"/>
              <a:gd name="csX21" fmla="*/ 355372 w 827843"/>
              <a:gd name="csY21" fmla="*/ 649396 h 830812"/>
              <a:gd name="csX22" fmla="*/ 345277 w 827843"/>
              <a:gd name="csY22" fmla="*/ 639263 h 830812"/>
              <a:gd name="csX23" fmla="*/ 355372 w 827843"/>
              <a:gd name="csY23" fmla="*/ 629131 h 830812"/>
              <a:gd name="csX24" fmla="*/ 494759 w 827843"/>
              <a:gd name="csY24" fmla="*/ 629131 h 830812"/>
              <a:gd name="csX25" fmla="*/ 513841 w 827843"/>
              <a:gd name="csY25" fmla="*/ 620446 h 830812"/>
              <a:gd name="csX26" fmla="*/ 519647 w 827843"/>
              <a:gd name="csY26" fmla="*/ 600255 h 830812"/>
              <a:gd name="csX27" fmla="*/ 519093 w 827843"/>
              <a:gd name="csY27" fmla="*/ 597101 h 830812"/>
              <a:gd name="csX28" fmla="*/ 518908 w 827843"/>
              <a:gd name="csY28" fmla="*/ 596210 h 830812"/>
              <a:gd name="csX29" fmla="*/ 434479 w 827843"/>
              <a:gd name="csY29" fmla="*/ 549890 h 830812"/>
              <a:gd name="csX30" fmla="*/ 305156 w 827843"/>
              <a:gd name="csY30" fmla="*/ 549964 h 830812"/>
              <a:gd name="csX31" fmla="*/ 302530 w 827843"/>
              <a:gd name="csY31" fmla="*/ 549630 h 830812"/>
              <a:gd name="csX32" fmla="*/ 124725 w 827843"/>
              <a:gd name="csY32" fmla="*/ 635329 h 830812"/>
              <a:gd name="csX33" fmla="*/ 116072 w 827843"/>
              <a:gd name="csY33" fmla="*/ 653553 h 830812"/>
              <a:gd name="csX34" fmla="*/ 18843 w 827843"/>
              <a:gd name="csY34" fmla="*/ 822537 h 830812"/>
              <a:gd name="csX35" fmla="*/ 5049 w 827843"/>
              <a:gd name="csY35" fmla="*/ 826248 h 830812"/>
              <a:gd name="csX36" fmla="*/ 1351 w 827843"/>
              <a:gd name="csY36" fmla="*/ 812405 h 830812"/>
              <a:gd name="csX37" fmla="*/ 98580 w 827843"/>
              <a:gd name="csY37" fmla="*/ 643383 h 830812"/>
              <a:gd name="csX38" fmla="*/ 106272 w 827843"/>
              <a:gd name="csY38" fmla="*/ 627090 h 830812"/>
              <a:gd name="csX39" fmla="*/ 306486 w 827843"/>
              <a:gd name="csY39" fmla="*/ 529661 h 830812"/>
              <a:gd name="csX40" fmla="*/ 434445 w 827843"/>
              <a:gd name="csY40" fmla="*/ 529661 h 830812"/>
              <a:gd name="csX41" fmla="*/ 534439 w 827843"/>
              <a:gd name="csY41" fmla="*/ 579470 h 830812"/>
              <a:gd name="csX42" fmla="*/ 693233 w 827843"/>
              <a:gd name="csY42" fmla="*/ 487461 h 830812"/>
              <a:gd name="csX43" fmla="*/ 818050 w 827843"/>
              <a:gd name="csY43" fmla="*/ 493326 h 830812"/>
              <a:gd name="csX44" fmla="*/ 827036 w 827843"/>
              <a:gd name="csY44" fmla="*/ 530107 h 830812"/>
              <a:gd name="csX45" fmla="*/ 354857 w 827843"/>
              <a:gd name="csY45" fmla="*/ 225358 h 830812"/>
              <a:gd name="csX46" fmla="*/ 512809 w 827843"/>
              <a:gd name="csY46" fmla="*/ 66835 h 830812"/>
              <a:gd name="csX47" fmla="*/ 670761 w 827843"/>
              <a:gd name="csY47" fmla="*/ 225358 h 830812"/>
              <a:gd name="csX48" fmla="*/ 621132 w 827843"/>
              <a:gd name="csY48" fmla="*/ 340716 h 830812"/>
              <a:gd name="csX49" fmla="*/ 602641 w 827843"/>
              <a:gd name="csY49" fmla="*/ 376866 h 830812"/>
              <a:gd name="csX50" fmla="*/ 621613 w 827843"/>
              <a:gd name="csY50" fmla="*/ 404517 h 830812"/>
              <a:gd name="csX51" fmla="*/ 614254 w 827843"/>
              <a:gd name="csY51" fmla="*/ 424077 h 830812"/>
              <a:gd name="csX52" fmla="*/ 621613 w 827843"/>
              <a:gd name="csY52" fmla="*/ 443637 h 830812"/>
              <a:gd name="csX53" fmla="*/ 592028 w 827843"/>
              <a:gd name="csY53" fmla="*/ 473329 h 830812"/>
              <a:gd name="csX54" fmla="*/ 581303 w 827843"/>
              <a:gd name="csY54" fmla="*/ 473329 h 830812"/>
              <a:gd name="csX55" fmla="*/ 575756 w 827843"/>
              <a:gd name="csY55" fmla="*/ 488546 h 830812"/>
              <a:gd name="csX56" fmla="*/ 539625 w 827843"/>
              <a:gd name="csY56" fmla="*/ 513896 h 830812"/>
              <a:gd name="csX57" fmla="*/ 486001 w 827843"/>
              <a:gd name="csY57" fmla="*/ 513896 h 830812"/>
              <a:gd name="csX58" fmla="*/ 449871 w 827843"/>
              <a:gd name="csY58" fmla="*/ 488546 h 830812"/>
              <a:gd name="csX59" fmla="*/ 444323 w 827843"/>
              <a:gd name="csY59" fmla="*/ 473329 h 830812"/>
              <a:gd name="csX60" fmla="*/ 433599 w 827843"/>
              <a:gd name="csY60" fmla="*/ 473329 h 830812"/>
              <a:gd name="csX61" fmla="*/ 404014 w 827843"/>
              <a:gd name="csY61" fmla="*/ 443637 h 830812"/>
              <a:gd name="csX62" fmla="*/ 411373 w 827843"/>
              <a:gd name="csY62" fmla="*/ 424077 h 830812"/>
              <a:gd name="csX63" fmla="*/ 404014 w 827843"/>
              <a:gd name="csY63" fmla="*/ 404517 h 830812"/>
              <a:gd name="csX64" fmla="*/ 422985 w 827843"/>
              <a:gd name="csY64" fmla="*/ 376866 h 830812"/>
              <a:gd name="csX65" fmla="*/ 404494 w 827843"/>
              <a:gd name="csY65" fmla="*/ 340716 h 830812"/>
              <a:gd name="csX66" fmla="*/ 354865 w 827843"/>
              <a:gd name="csY66" fmla="*/ 225358 h 830812"/>
              <a:gd name="csX67" fmla="*/ 559776 w 827843"/>
              <a:gd name="csY67" fmla="*/ 473366 h 830812"/>
              <a:gd name="csX68" fmla="*/ 465843 w 827843"/>
              <a:gd name="csY68" fmla="*/ 473366 h 830812"/>
              <a:gd name="csX69" fmla="*/ 468839 w 827843"/>
              <a:gd name="csY69" fmla="*/ 481605 h 830812"/>
              <a:gd name="csX70" fmla="*/ 485998 w 827843"/>
              <a:gd name="csY70" fmla="*/ 493630 h 830812"/>
              <a:gd name="csX71" fmla="*/ 539622 w 827843"/>
              <a:gd name="csY71" fmla="*/ 493630 h 830812"/>
              <a:gd name="csX72" fmla="*/ 556781 w 827843"/>
              <a:gd name="csY72" fmla="*/ 481605 h 830812"/>
              <a:gd name="csX73" fmla="*/ 601380 w 827843"/>
              <a:gd name="csY73" fmla="*/ 443674 h 830812"/>
              <a:gd name="csX74" fmla="*/ 591987 w 827843"/>
              <a:gd name="csY74" fmla="*/ 434246 h 830812"/>
              <a:gd name="csX75" fmla="*/ 433600 w 827843"/>
              <a:gd name="csY75" fmla="*/ 434246 h 830812"/>
              <a:gd name="csX76" fmla="*/ 424206 w 827843"/>
              <a:gd name="csY76" fmla="*/ 443674 h 830812"/>
              <a:gd name="csX77" fmla="*/ 433600 w 827843"/>
              <a:gd name="csY77" fmla="*/ 453101 h 830812"/>
              <a:gd name="csX78" fmla="*/ 591987 w 827843"/>
              <a:gd name="csY78" fmla="*/ 453101 h 830812"/>
              <a:gd name="csX79" fmla="*/ 601380 w 827843"/>
              <a:gd name="csY79" fmla="*/ 443674 h 830812"/>
              <a:gd name="csX80" fmla="*/ 601380 w 827843"/>
              <a:gd name="csY80" fmla="*/ 404517 h 830812"/>
              <a:gd name="csX81" fmla="*/ 591987 w 827843"/>
              <a:gd name="csY81" fmla="*/ 395090 h 830812"/>
              <a:gd name="csX82" fmla="*/ 433600 w 827843"/>
              <a:gd name="csY82" fmla="*/ 395090 h 830812"/>
              <a:gd name="csX83" fmla="*/ 424206 w 827843"/>
              <a:gd name="csY83" fmla="*/ 404517 h 830812"/>
              <a:gd name="csX84" fmla="*/ 433600 w 827843"/>
              <a:gd name="csY84" fmla="*/ 413944 h 830812"/>
              <a:gd name="csX85" fmla="*/ 591987 w 827843"/>
              <a:gd name="csY85" fmla="*/ 413944 h 830812"/>
              <a:gd name="csX86" fmla="*/ 601380 w 827843"/>
              <a:gd name="csY86" fmla="*/ 404517 h 830812"/>
              <a:gd name="csX87" fmla="*/ 375056 w 827843"/>
              <a:gd name="csY87" fmla="*/ 225367 h 830812"/>
              <a:gd name="csX88" fmla="*/ 418324 w 827843"/>
              <a:gd name="csY88" fmla="*/ 325987 h 830812"/>
              <a:gd name="csX89" fmla="*/ 443065 w 827843"/>
              <a:gd name="csY89" fmla="*/ 374831 h 830812"/>
              <a:gd name="csX90" fmla="*/ 582518 w 827843"/>
              <a:gd name="csY90" fmla="*/ 374831 h 830812"/>
              <a:gd name="csX91" fmla="*/ 607259 w 827843"/>
              <a:gd name="csY91" fmla="*/ 325987 h 830812"/>
              <a:gd name="csX92" fmla="*/ 650527 w 827843"/>
              <a:gd name="csY92" fmla="*/ 225367 h 830812"/>
              <a:gd name="csX93" fmla="*/ 512769 w 827843"/>
              <a:gd name="csY93" fmla="*/ 87111 h 830812"/>
              <a:gd name="csX94" fmla="*/ 375048 w 827843"/>
              <a:gd name="csY94" fmla="*/ 225367 h 830812"/>
              <a:gd name="csX95" fmla="*/ 512814 w 827843"/>
              <a:gd name="csY95" fmla="*/ 49846 h 830812"/>
              <a:gd name="csX96" fmla="*/ 522910 w 827843"/>
              <a:gd name="csY96" fmla="*/ 39713 h 830812"/>
              <a:gd name="csX97" fmla="*/ 522910 w 827843"/>
              <a:gd name="csY97" fmla="*/ 10132 h 830812"/>
              <a:gd name="csX98" fmla="*/ 512814 w 827843"/>
              <a:gd name="csY98" fmla="*/ 0 h 830812"/>
              <a:gd name="csX99" fmla="*/ 502718 w 827843"/>
              <a:gd name="csY99" fmla="*/ 10132 h 830812"/>
              <a:gd name="csX100" fmla="*/ 502718 w 827843"/>
              <a:gd name="csY100" fmla="*/ 39750 h 830812"/>
              <a:gd name="csX101" fmla="*/ 512814 w 827843"/>
              <a:gd name="csY101" fmla="*/ 49846 h 830812"/>
              <a:gd name="csX102" fmla="*/ 643576 w 827843"/>
              <a:gd name="csY102" fmla="*/ 104220 h 830812"/>
              <a:gd name="csX103" fmla="*/ 650714 w 827843"/>
              <a:gd name="csY103" fmla="*/ 101251 h 830812"/>
              <a:gd name="csX104" fmla="*/ 671571 w 827843"/>
              <a:gd name="csY104" fmla="*/ 80318 h 830812"/>
              <a:gd name="csX105" fmla="*/ 671571 w 827843"/>
              <a:gd name="csY105" fmla="*/ 65992 h 830812"/>
              <a:gd name="csX106" fmla="*/ 657296 w 827843"/>
              <a:gd name="csY106" fmla="*/ 65992 h 830812"/>
              <a:gd name="csX107" fmla="*/ 636439 w 827843"/>
              <a:gd name="csY107" fmla="*/ 86924 h 830812"/>
              <a:gd name="csX108" fmla="*/ 636439 w 827843"/>
              <a:gd name="csY108" fmla="*/ 101251 h 830812"/>
              <a:gd name="csX109" fmla="*/ 643576 w 827843"/>
              <a:gd name="csY109" fmla="*/ 104220 h 830812"/>
              <a:gd name="csX110" fmla="*/ 697754 w 827843"/>
              <a:gd name="csY110" fmla="*/ 235492 h 830812"/>
              <a:gd name="csX111" fmla="*/ 727266 w 827843"/>
              <a:gd name="csY111" fmla="*/ 235492 h 830812"/>
              <a:gd name="csX112" fmla="*/ 737362 w 827843"/>
              <a:gd name="csY112" fmla="*/ 225360 h 830812"/>
              <a:gd name="csX113" fmla="*/ 727266 w 827843"/>
              <a:gd name="csY113" fmla="*/ 215228 h 830812"/>
              <a:gd name="csX114" fmla="*/ 697754 w 827843"/>
              <a:gd name="csY114" fmla="*/ 215228 h 830812"/>
              <a:gd name="csX115" fmla="*/ 687659 w 827843"/>
              <a:gd name="csY115" fmla="*/ 225360 h 830812"/>
              <a:gd name="csX116" fmla="*/ 697754 w 827843"/>
              <a:gd name="csY116" fmla="*/ 235492 h 830812"/>
              <a:gd name="csX117" fmla="*/ 374873 w 827843"/>
              <a:gd name="csY117" fmla="*/ 101246 h 830812"/>
              <a:gd name="csX118" fmla="*/ 382011 w 827843"/>
              <a:gd name="csY118" fmla="*/ 104215 h 830812"/>
              <a:gd name="csX119" fmla="*/ 389148 w 827843"/>
              <a:gd name="csY119" fmla="*/ 101246 h 830812"/>
              <a:gd name="csX120" fmla="*/ 389148 w 827843"/>
              <a:gd name="csY120" fmla="*/ 86920 h 830812"/>
              <a:gd name="csX121" fmla="*/ 368291 w 827843"/>
              <a:gd name="csY121" fmla="*/ 65987 h 830812"/>
              <a:gd name="csX122" fmla="*/ 354016 w 827843"/>
              <a:gd name="csY122" fmla="*/ 65987 h 830812"/>
              <a:gd name="csX123" fmla="*/ 354016 w 827843"/>
              <a:gd name="csY123" fmla="*/ 80313 h 830812"/>
              <a:gd name="csX124" fmla="*/ 361153 w 827843"/>
              <a:gd name="csY124" fmla="*/ 387697 h 830812"/>
              <a:gd name="csX125" fmla="*/ 368291 w 827843"/>
              <a:gd name="csY125" fmla="*/ 384727 h 830812"/>
              <a:gd name="csX126" fmla="*/ 389148 w 827843"/>
              <a:gd name="csY126" fmla="*/ 363795 h 830812"/>
              <a:gd name="csX127" fmla="*/ 389148 w 827843"/>
              <a:gd name="csY127" fmla="*/ 349468 h 830812"/>
              <a:gd name="csX128" fmla="*/ 374873 w 827843"/>
              <a:gd name="csY128" fmla="*/ 349468 h 830812"/>
              <a:gd name="csX129" fmla="*/ 354016 w 827843"/>
              <a:gd name="csY129" fmla="*/ 370401 h 830812"/>
              <a:gd name="csX130" fmla="*/ 354016 w 827843"/>
              <a:gd name="csY130" fmla="*/ 384727 h 830812"/>
              <a:gd name="csX131" fmla="*/ 361153 w 827843"/>
              <a:gd name="csY131" fmla="*/ 387697 h 830812"/>
              <a:gd name="csX132" fmla="*/ 298322 w 827843"/>
              <a:gd name="csY132" fmla="*/ 235483 h 830812"/>
              <a:gd name="csX133" fmla="*/ 327833 w 827843"/>
              <a:gd name="csY133" fmla="*/ 235483 h 830812"/>
              <a:gd name="csX134" fmla="*/ 337929 w 827843"/>
              <a:gd name="csY134" fmla="*/ 225350 h 830812"/>
              <a:gd name="csX135" fmla="*/ 327833 w 827843"/>
              <a:gd name="csY135" fmla="*/ 215218 h 830812"/>
              <a:gd name="csX136" fmla="*/ 298322 w 827843"/>
              <a:gd name="csY136" fmla="*/ 215218 h 830812"/>
              <a:gd name="csX137" fmla="*/ 288226 w 827843"/>
              <a:gd name="csY137" fmla="*/ 225350 h 830812"/>
              <a:gd name="csX138" fmla="*/ 298322 w 827843"/>
              <a:gd name="csY138" fmla="*/ 235483 h 830812"/>
              <a:gd name="csX139" fmla="*/ 650760 w 827843"/>
              <a:gd name="csY139" fmla="*/ 349463 h 830812"/>
              <a:gd name="csX140" fmla="*/ 636485 w 827843"/>
              <a:gd name="csY140" fmla="*/ 349463 h 830812"/>
              <a:gd name="csX141" fmla="*/ 636485 w 827843"/>
              <a:gd name="csY141" fmla="*/ 363789 h 830812"/>
              <a:gd name="csX142" fmla="*/ 657342 w 827843"/>
              <a:gd name="csY142" fmla="*/ 384722 h 830812"/>
              <a:gd name="csX143" fmla="*/ 664480 w 827843"/>
              <a:gd name="csY143" fmla="*/ 387691 h 830812"/>
              <a:gd name="csX144" fmla="*/ 671617 w 827843"/>
              <a:gd name="csY144" fmla="*/ 384722 h 830812"/>
              <a:gd name="csX145" fmla="*/ 671617 w 827843"/>
              <a:gd name="csY145" fmla="*/ 370395 h 830812"/>
              <a:gd name="csX146" fmla="*/ 408568 w 827843"/>
              <a:gd name="csY146" fmla="*/ 209648 h 830812"/>
              <a:gd name="csX147" fmla="*/ 422990 w 827843"/>
              <a:gd name="csY147" fmla="*/ 188344 h 830812"/>
              <a:gd name="csX148" fmla="*/ 448212 w 827843"/>
              <a:gd name="csY148" fmla="*/ 183519 h 830812"/>
              <a:gd name="csX149" fmla="*/ 469440 w 827843"/>
              <a:gd name="csY149" fmla="*/ 197994 h 830812"/>
              <a:gd name="csX150" fmla="*/ 483974 w 827843"/>
              <a:gd name="csY150" fmla="*/ 220188 h 830812"/>
              <a:gd name="csX151" fmla="*/ 559934 w 827843"/>
              <a:gd name="csY151" fmla="*/ 165444 h 830812"/>
              <a:gd name="csX152" fmla="*/ 584933 w 827843"/>
              <a:gd name="csY152" fmla="*/ 159542 h 830812"/>
              <a:gd name="csX153" fmla="*/ 606789 w 827843"/>
              <a:gd name="csY153" fmla="*/ 173127 h 830812"/>
              <a:gd name="csX154" fmla="*/ 612669 w 827843"/>
              <a:gd name="csY154" fmla="*/ 198216 h 830812"/>
              <a:gd name="csX155" fmla="*/ 599134 w 827843"/>
              <a:gd name="csY155" fmla="*/ 220151 h 830812"/>
              <a:gd name="csX156" fmla="*/ 494804 w 827843"/>
              <a:gd name="csY156" fmla="*/ 295347 h 830812"/>
              <a:gd name="csX157" fmla="*/ 475352 w 827843"/>
              <a:gd name="csY157" fmla="*/ 301694 h 830812"/>
              <a:gd name="csX158" fmla="*/ 469139 w 827843"/>
              <a:gd name="csY158" fmla="*/ 301100 h 830812"/>
              <a:gd name="csX159" fmla="*/ 447209 w 827843"/>
              <a:gd name="csY159" fmla="*/ 286476 h 830812"/>
              <a:gd name="csX160" fmla="*/ 413445 w 827843"/>
              <a:gd name="csY160" fmla="*/ 234960 h 830812"/>
              <a:gd name="csX161" fmla="*/ 408564 w 827843"/>
              <a:gd name="csY161" fmla="*/ 209647 h 830812"/>
              <a:gd name="csX162" fmla="*/ 430277 w 827843"/>
              <a:gd name="csY162" fmla="*/ 223826 h 830812"/>
              <a:gd name="csX163" fmla="*/ 464041 w 827843"/>
              <a:gd name="csY163" fmla="*/ 275343 h 830812"/>
              <a:gd name="csX164" fmla="*/ 472805 w 827843"/>
              <a:gd name="csY164" fmla="*/ 281170 h 830812"/>
              <a:gd name="csX165" fmla="*/ 483049 w 827843"/>
              <a:gd name="csY165" fmla="*/ 278868 h 830812"/>
              <a:gd name="csX166" fmla="*/ 587407 w 827843"/>
              <a:gd name="csY166" fmla="*/ 203636 h 830812"/>
              <a:gd name="csX167" fmla="*/ 592769 w 827843"/>
              <a:gd name="csY167" fmla="*/ 194914 h 830812"/>
              <a:gd name="csX168" fmla="*/ 590439 w 827843"/>
              <a:gd name="csY168" fmla="*/ 184929 h 830812"/>
              <a:gd name="csX169" fmla="*/ 581748 w 827843"/>
              <a:gd name="csY169" fmla="*/ 179511 h 830812"/>
              <a:gd name="csX170" fmla="*/ 571800 w 827843"/>
              <a:gd name="csY170" fmla="*/ 181849 h 830812"/>
              <a:gd name="csX171" fmla="*/ 487297 w 827843"/>
              <a:gd name="csY171" fmla="*/ 242755 h 830812"/>
              <a:gd name="csX172" fmla="*/ 479568 w 827843"/>
              <a:gd name="csY172" fmla="*/ 244500 h 830812"/>
              <a:gd name="csX173" fmla="*/ 472985 w 827843"/>
              <a:gd name="csY173" fmla="*/ 240120 h 830812"/>
              <a:gd name="csX174" fmla="*/ 452646 w 827843"/>
              <a:gd name="csY174" fmla="*/ 209092 h 830812"/>
              <a:gd name="csX175" fmla="*/ 434155 w 827843"/>
              <a:gd name="csY175" fmla="*/ 205232 h 830812"/>
              <a:gd name="csX176" fmla="*/ 428423 w 827843"/>
              <a:gd name="csY176" fmla="*/ 213731 h 830812"/>
              <a:gd name="csX177" fmla="*/ 430272 w 827843"/>
              <a:gd name="csY177" fmla="*/ 223827 h 830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Lst>
            <a:rect l="l" t="t" r="r" b="b"/>
            <a:pathLst>
              <a:path w="827843" h="830812">
                <a:moveTo>
                  <a:pt x="827038" y="530109"/>
                </a:moveTo>
                <a:cubicBezTo>
                  <a:pt x="824560" y="543062"/>
                  <a:pt x="816572" y="554271"/>
                  <a:pt x="805108" y="560914"/>
                </a:cubicBezTo>
                <a:lnTo>
                  <a:pt x="528597" y="721138"/>
                </a:lnTo>
                <a:cubicBezTo>
                  <a:pt x="501896" y="736615"/>
                  <a:pt x="475085" y="743815"/>
                  <a:pt x="444242" y="743815"/>
                </a:cubicBezTo>
                <a:lnTo>
                  <a:pt x="357853" y="743815"/>
                </a:lnTo>
                <a:cubicBezTo>
                  <a:pt x="336515" y="743815"/>
                  <a:pt x="328415" y="745003"/>
                  <a:pt x="314806" y="768682"/>
                </a:cubicBezTo>
                <a:lnTo>
                  <a:pt x="282004" y="825728"/>
                </a:lnTo>
                <a:cubicBezTo>
                  <a:pt x="280118" y="828994"/>
                  <a:pt x="276752" y="830813"/>
                  <a:pt x="273239" y="830813"/>
                </a:cubicBezTo>
                <a:cubicBezTo>
                  <a:pt x="271538" y="830813"/>
                  <a:pt x="269800" y="830368"/>
                  <a:pt x="268210" y="829440"/>
                </a:cubicBezTo>
                <a:cubicBezTo>
                  <a:pt x="263365" y="826656"/>
                  <a:pt x="261738" y="820458"/>
                  <a:pt x="264512" y="815596"/>
                </a:cubicBezTo>
                <a:lnTo>
                  <a:pt x="297314" y="758550"/>
                </a:lnTo>
                <a:cubicBezTo>
                  <a:pt x="316101" y="725926"/>
                  <a:pt x="332705" y="723550"/>
                  <a:pt x="357852" y="723550"/>
                </a:cubicBezTo>
                <a:lnTo>
                  <a:pt x="444241" y="723550"/>
                </a:lnTo>
                <a:cubicBezTo>
                  <a:pt x="471755" y="723550"/>
                  <a:pt x="494647" y="717389"/>
                  <a:pt x="518501" y="703582"/>
                </a:cubicBezTo>
                <a:lnTo>
                  <a:pt x="795011" y="543359"/>
                </a:lnTo>
                <a:cubicBezTo>
                  <a:pt x="801372" y="539684"/>
                  <a:pt x="805810" y="533449"/>
                  <a:pt x="807216" y="526285"/>
                </a:cubicBezTo>
                <a:cubicBezTo>
                  <a:pt x="808584" y="519122"/>
                  <a:pt x="806772" y="511699"/>
                  <a:pt x="802186" y="505872"/>
                </a:cubicBezTo>
                <a:cubicBezTo>
                  <a:pt x="787023" y="486573"/>
                  <a:pt x="753075" y="476180"/>
                  <a:pt x="703300" y="505019"/>
                </a:cubicBezTo>
                <a:lnTo>
                  <a:pt x="539876" y="599699"/>
                </a:lnTo>
                <a:cubicBezTo>
                  <a:pt x="541023" y="612059"/>
                  <a:pt x="537140" y="624344"/>
                  <a:pt x="529078" y="633696"/>
                </a:cubicBezTo>
                <a:cubicBezTo>
                  <a:pt x="520498" y="643681"/>
                  <a:pt x="507961" y="649396"/>
                  <a:pt x="494759" y="649396"/>
                </a:cubicBezTo>
                <a:lnTo>
                  <a:pt x="355372" y="649396"/>
                </a:lnTo>
                <a:cubicBezTo>
                  <a:pt x="349788" y="649396"/>
                  <a:pt x="345277" y="644868"/>
                  <a:pt x="345277" y="639263"/>
                </a:cubicBezTo>
                <a:cubicBezTo>
                  <a:pt x="345277" y="633659"/>
                  <a:pt x="349788" y="629131"/>
                  <a:pt x="355372" y="629131"/>
                </a:cubicBezTo>
                <a:lnTo>
                  <a:pt x="494759" y="629131"/>
                </a:lnTo>
                <a:cubicBezTo>
                  <a:pt x="502118" y="629131"/>
                  <a:pt x="509071" y="625976"/>
                  <a:pt x="513841" y="620446"/>
                </a:cubicBezTo>
                <a:cubicBezTo>
                  <a:pt x="518612" y="614916"/>
                  <a:pt x="520720" y="607567"/>
                  <a:pt x="519647" y="600255"/>
                </a:cubicBezTo>
                <a:cubicBezTo>
                  <a:pt x="519499" y="599216"/>
                  <a:pt x="519315" y="598177"/>
                  <a:pt x="519093" y="597101"/>
                </a:cubicBezTo>
                <a:cubicBezTo>
                  <a:pt x="519019" y="596804"/>
                  <a:pt x="518945" y="596507"/>
                  <a:pt x="518908" y="596210"/>
                </a:cubicBezTo>
                <a:cubicBezTo>
                  <a:pt x="513398" y="573124"/>
                  <a:pt x="488768" y="549890"/>
                  <a:pt x="434479" y="549890"/>
                </a:cubicBezTo>
                <a:lnTo>
                  <a:pt x="305156" y="549964"/>
                </a:lnTo>
                <a:cubicBezTo>
                  <a:pt x="304268" y="549964"/>
                  <a:pt x="303381" y="549853"/>
                  <a:pt x="302530" y="549630"/>
                </a:cubicBezTo>
                <a:cubicBezTo>
                  <a:pt x="177202" y="515930"/>
                  <a:pt x="144360" y="590643"/>
                  <a:pt x="124725" y="635329"/>
                </a:cubicBezTo>
                <a:cubicBezTo>
                  <a:pt x="121545" y="642529"/>
                  <a:pt x="118845" y="648728"/>
                  <a:pt x="116072" y="653553"/>
                </a:cubicBezTo>
                <a:lnTo>
                  <a:pt x="18843" y="822537"/>
                </a:lnTo>
                <a:cubicBezTo>
                  <a:pt x="16069" y="827399"/>
                  <a:pt x="9893" y="829032"/>
                  <a:pt x="5049" y="826248"/>
                </a:cubicBezTo>
                <a:cubicBezTo>
                  <a:pt x="204" y="823465"/>
                  <a:pt x="-1423" y="817266"/>
                  <a:pt x="1351" y="812405"/>
                </a:cubicBezTo>
                <a:lnTo>
                  <a:pt x="98580" y="643383"/>
                </a:lnTo>
                <a:cubicBezTo>
                  <a:pt x="100799" y="639523"/>
                  <a:pt x="103350" y="633770"/>
                  <a:pt x="106272" y="627090"/>
                </a:cubicBezTo>
                <a:cubicBezTo>
                  <a:pt x="125502" y="583330"/>
                  <a:pt x="165479" y="492359"/>
                  <a:pt x="306486" y="529661"/>
                </a:cubicBezTo>
                <a:lnTo>
                  <a:pt x="434445" y="529661"/>
                </a:lnTo>
                <a:cubicBezTo>
                  <a:pt x="491951" y="529661"/>
                  <a:pt x="522609" y="553044"/>
                  <a:pt x="534439" y="579470"/>
                </a:cubicBezTo>
                <a:lnTo>
                  <a:pt x="693233" y="487461"/>
                </a:lnTo>
                <a:cubicBezTo>
                  <a:pt x="754142" y="452165"/>
                  <a:pt x="797667" y="467345"/>
                  <a:pt x="818050" y="493326"/>
                </a:cubicBezTo>
                <a:cubicBezTo>
                  <a:pt x="826223" y="503755"/>
                  <a:pt x="829514" y="517191"/>
                  <a:pt x="827036" y="530107"/>
                </a:cubicBezTo>
                <a:close/>
                <a:moveTo>
                  <a:pt x="354857" y="225358"/>
                </a:moveTo>
                <a:cubicBezTo>
                  <a:pt x="354857" y="137952"/>
                  <a:pt x="425714" y="66835"/>
                  <a:pt x="512809" y="66835"/>
                </a:cubicBezTo>
                <a:cubicBezTo>
                  <a:pt x="599901" y="66835"/>
                  <a:pt x="670761" y="137948"/>
                  <a:pt x="670761" y="225358"/>
                </a:cubicBezTo>
                <a:cubicBezTo>
                  <a:pt x="670761" y="269488"/>
                  <a:pt x="653121" y="310426"/>
                  <a:pt x="621132" y="340716"/>
                </a:cubicBezTo>
                <a:cubicBezTo>
                  <a:pt x="610518" y="350774"/>
                  <a:pt x="604343" y="362910"/>
                  <a:pt x="602641" y="376866"/>
                </a:cubicBezTo>
                <a:cubicBezTo>
                  <a:pt x="613699" y="381171"/>
                  <a:pt x="621613" y="391897"/>
                  <a:pt x="621613" y="404517"/>
                </a:cubicBezTo>
                <a:cubicBezTo>
                  <a:pt x="621613" y="412014"/>
                  <a:pt x="618839" y="418843"/>
                  <a:pt x="614254" y="424077"/>
                </a:cubicBezTo>
                <a:cubicBezTo>
                  <a:pt x="618839" y="429310"/>
                  <a:pt x="621613" y="436176"/>
                  <a:pt x="621613" y="443637"/>
                </a:cubicBezTo>
                <a:cubicBezTo>
                  <a:pt x="621613" y="460005"/>
                  <a:pt x="608337" y="473329"/>
                  <a:pt x="592028" y="473329"/>
                </a:cubicBezTo>
                <a:lnTo>
                  <a:pt x="581303" y="473329"/>
                </a:lnTo>
                <a:lnTo>
                  <a:pt x="575756" y="488546"/>
                </a:lnTo>
                <a:cubicBezTo>
                  <a:pt x="570135" y="503949"/>
                  <a:pt x="555971" y="513896"/>
                  <a:pt x="539625" y="513896"/>
                </a:cubicBezTo>
                <a:lnTo>
                  <a:pt x="486001" y="513896"/>
                </a:lnTo>
                <a:cubicBezTo>
                  <a:pt x="469692" y="513896"/>
                  <a:pt x="455491" y="503949"/>
                  <a:pt x="449871" y="488546"/>
                </a:cubicBezTo>
                <a:lnTo>
                  <a:pt x="444323" y="473329"/>
                </a:lnTo>
                <a:lnTo>
                  <a:pt x="433599" y="473329"/>
                </a:lnTo>
                <a:cubicBezTo>
                  <a:pt x="417290" y="473329"/>
                  <a:pt x="404014" y="460005"/>
                  <a:pt x="404014" y="443637"/>
                </a:cubicBezTo>
                <a:cubicBezTo>
                  <a:pt x="404014" y="436139"/>
                  <a:pt x="406787" y="429310"/>
                  <a:pt x="411373" y="424077"/>
                </a:cubicBezTo>
                <a:cubicBezTo>
                  <a:pt x="406787" y="418844"/>
                  <a:pt x="404014" y="411978"/>
                  <a:pt x="404014" y="404517"/>
                </a:cubicBezTo>
                <a:cubicBezTo>
                  <a:pt x="404014" y="391898"/>
                  <a:pt x="411928" y="381172"/>
                  <a:pt x="422985" y="376866"/>
                </a:cubicBezTo>
                <a:cubicBezTo>
                  <a:pt x="421284" y="362910"/>
                  <a:pt x="415108" y="350737"/>
                  <a:pt x="404494" y="340716"/>
                </a:cubicBezTo>
                <a:cubicBezTo>
                  <a:pt x="372506" y="310430"/>
                  <a:pt x="354865" y="269491"/>
                  <a:pt x="354865" y="225358"/>
                </a:cubicBezTo>
                <a:close/>
                <a:moveTo>
                  <a:pt x="559776" y="473366"/>
                </a:moveTo>
                <a:lnTo>
                  <a:pt x="465843" y="473366"/>
                </a:lnTo>
                <a:lnTo>
                  <a:pt x="468839" y="481605"/>
                </a:lnTo>
                <a:cubicBezTo>
                  <a:pt x="471538" y="489028"/>
                  <a:pt x="478121" y="493630"/>
                  <a:pt x="485998" y="493630"/>
                </a:cubicBezTo>
                <a:lnTo>
                  <a:pt x="539622" y="493630"/>
                </a:lnTo>
                <a:cubicBezTo>
                  <a:pt x="547499" y="493630"/>
                  <a:pt x="554081" y="489028"/>
                  <a:pt x="556781" y="481605"/>
                </a:cubicBezTo>
                <a:close/>
                <a:moveTo>
                  <a:pt x="601380" y="443674"/>
                </a:moveTo>
                <a:cubicBezTo>
                  <a:pt x="601380" y="438478"/>
                  <a:pt x="597165" y="434246"/>
                  <a:pt x="591987" y="434246"/>
                </a:cubicBezTo>
                <a:lnTo>
                  <a:pt x="433600" y="434246"/>
                </a:lnTo>
                <a:cubicBezTo>
                  <a:pt x="428422" y="434246"/>
                  <a:pt x="424206" y="438477"/>
                  <a:pt x="424206" y="443674"/>
                </a:cubicBezTo>
                <a:cubicBezTo>
                  <a:pt x="424206" y="448870"/>
                  <a:pt x="428422" y="453101"/>
                  <a:pt x="433600" y="453101"/>
                </a:cubicBezTo>
                <a:lnTo>
                  <a:pt x="591987" y="453101"/>
                </a:lnTo>
                <a:cubicBezTo>
                  <a:pt x="597165" y="453101"/>
                  <a:pt x="601380" y="448870"/>
                  <a:pt x="601380" y="443674"/>
                </a:cubicBezTo>
                <a:close/>
                <a:moveTo>
                  <a:pt x="601380" y="404517"/>
                </a:moveTo>
                <a:cubicBezTo>
                  <a:pt x="601380" y="399321"/>
                  <a:pt x="597165" y="395090"/>
                  <a:pt x="591987" y="395090"/>
                </a:cubicBezTo>
                <a:lnTo>
                  <a:pt x="433600" y="395090"/>
                </a:lnTo>
                <a:cubicBezTo>
                  <a:pt x="428422" y="395090"/>
                  <a:pt x="424206" y="399321"/>
                  <a:pt x="424206" y="404517"/>
                </a:cubicBezTo>
                <a:cubicBezTo>
                  <a:pt x="424206" y="409713"/>
                  <a:pt x="428422" y="413944"/>
                  <a:pt x="433600" y="413944"/>
                </a:cubicBezTo>
                <a:lnTo>
                  <a:pt x="591987" y="413944"/>
                </a:lnTo>
                <a:cubicBezTo>
                  <a:pt x="597165" y="413981"/>
                  <a:pt x="601380" y="409713"/>
                  <a:pt x="601380" y="404517"/>
                </a:cubicBezTo>
                <a:close/>
                <a:moveTo>
                  <a:pt x="375056" y="225367"/>
                </a:moveTo>
                <a:cubicBezTo>
                  <a:pt x="375056" y="263855"/>
                  <a:pt x="390440" y="299560"/>
                  <a:pt x="418324" y="325987"/>
                </a:cubicBezTo>
                <a:cubicBezTo>
                  <a:pt x="432636" y="339535"/>
                  <a:pt x="440883" y="355939"/>
                  <a:pt x="443065" y="374831"/>
                </a:cubicBezTo>
                <a:lnTo>
                  <a:pt x="582518" y="374831"/>
                </a:lnTo>
                <a:cubicBezTo>
                  <a:pt x="584663" y="355939"/>
                  <a:pt x="592947" y="339535"/>
                  <a:pt x="607259" y="325987"/>
                </a:cubicBezTo>
                <a:cubicBezTo>
                  <a:pt x="635180" y="299599"/>
                  <a:pt x="650527" y="263856"/>
                  <a:pt x="650527" y="225367"/>
                </a:cubicBezTo>
                <a:cubicBezTo>
                  <a:pt x="650527" y="149132"/>
                  <a:pt x="588731" y="87111"/>
                  <a:pt x="512769" y="87111"/>
                </a:cubicBezTo>
                <a:cubicBezTo>
                  <a:pt x="436846" y="87111"/>
                  <a:pt x="375048" y="149130"/>
                  <a:pt x="375048" y="225367"/>
                </a:cubicBezTo>
                <a:close/>
                <a:moveTo>
                  <a:pt x="512814" y="49846"/>
                </a:moveTo>
                <a:cubicBezTo>
                  <a:pt x="518398" y="49846"/>
                  <a:pt x="522910" y="45318"/>
                  <a:pt x="522910" y="39713"/>
                </a:cubicBezTo>
                <a:lnTo>
                  <a:pt x="522910" y="10132"/>
                </a:lnTo>
                <a:cubicBezTo>
                  <a:pt x="522910" y="4528"/>
                  <a:pt x="518398" y="0"/>
                  <a:pt x="512814" y="0"/>
                </a:cubicBezTo>
                <a:cubicBezTo>
                  <a:pt x="507230" y="0"/>
                  <a:pt x="502718" y="4528"/>
                  <a:pt x="502718" y="10132"/>
                </a:cubicBezTo>
                <a:lnTo>
                  <a:pt x="502718" y="39750"/>
                </a:lnTo>
                <a:cubicBezTo>
                  <a:pt x="502718" y="45318"/>
                  <a:pt x="507230" y="49846"/>
                  <a:pt x="512814" y="49846"/>
                </a:cubicBezTo>
                <a:close/>
                <a:moveTo>
                  <a:pt x="643576" y="104220"/>
                </a:moveTo>
                <a:cubicBezTo>
                  <a:pt x="646165" y="104220"/>
                  <a:pt x="648754" y="103218"/>
                  <a:pt x="650714" y="101251"/>
                </a:cubicBezTo>
                <a:lnTo>
                  <a:pt x="671571" y="80318"/>
                </a:lnTo>
                <a:cubicBezTo>
                  <a:pt x="675528" y="76347"/>
                  <a:pt x="675528" y="69963"/>
                  <a:pt x="671571" y="65992"/>
                </a:cubicBezTo>
                <a:cubicBezTo>
                  <a:pt x="667614" y="62020"/>
                  <a:pt x="661253" y="62020"/>
                  <a:pt x="657296" y="65992"/>
                </a:cubicBezTo>
                <a:lnTo>
                  <a:pt x="636439" y="86924"/>
                </a:lnTo>
                <a:cubicBezTo>
                  <a:pt x="632482" y="90896"/>
                  <a:pt x="632482" y="97279"/>
                  <a:pt x="636439" y="101251"/>
                </a:cubicBezTo>
                <a:cubicBezTo>
                  <a:pt x="638436" y="103255"/>
                  <a:pt x="641025" y="104220"/>
                  <a:pt x="643576" y="104220"/>
                </a:cubicBezTo>
                <a:close/>
                <a:moveTo>
                  <a:pt x="697754" y="235492"/>
                </a:moveTo>
                <a:lnTo>
                  <a:pt x="727266" y="235492"/>
                </a:lnTo>
                <a:cubicBezTo>
                  <a:pt x="732850" y="235492"/>
                  <a:pt x="737362" y="230964"/>
                  <a:pt x="737362" y="225360"/>
                </a:cubicBezTo>
                <a:cubicBezTo>
                  <a:pt x="737362" y="219756"/>
                  <a:pt x="732850" y="215228"/>
                  <a:pt x="727266" y="215228"/>
                </a:cubicBezTo>
                <a:lnTo>
                  <a:pt x="697754" y="215228"/>
                </a:lnTo>
                <a:cubicBezTo>
                  <a:pt x="692170" y="215228"/>
                  <a:pt x="687659" y="219756"/>
                  <a:pt x="687659" y="225360"/>
                </a:cubicBezTo>
                <a:cubicBezTo>
                  <a:pt x="687659" y="230964"/>
                  <a:pt x="692207" y="235492"/>
                  <a:pt x="697754" y="235492"/>
                </a:cubicBezTo>
                <a:close/>
                <a:moveTo>
                  <a:pt x="374873" y="101246"/>
                </a:moveTo>
                <a:cubicBezTo>
                  <a:pt x="376833" y="103213"/>
                  <a:pt x="379422" y="104215"/>
                  <a:pt x="382011" y="104215"/>
                </a:cubicBezTo>
                <a:cubicBezTo>
                  <a:pt x="384599" y="104215"/>
                  <a:pt x="387188" y="103213"/>
                  <a:pt x="389148" y="101246"/>
                </a:cubicBezTo>
                <a:cubicBezTo>
                  <a:pt x="393105" y="97275"/>
                  <a:pt x="393105" y="90891"/>
                  <a:pt x="389148" y="86920"/>
                </a:cubicBezTo>
                <a:lnTo>
                  <a:pt x="368291" y="65987"/>
                </a:lnTo>
                <a:cubicBezTo>
                  <a:pt x="364334" y="62016"/>
                  <a:pt x="357973" y="62016"/>
                  <a:pt x="354016" y="65987"/>
                </a:cubicBezTo>
                <a:cubicBezTo>
                  <a:pt x="350059" y="69958"/>
                  <a:pt x="350059" y="76342"/>
                  <a:pt x="354016" y="80313"/>
                </a:cubicBezTo>
                <a:close/>
                <a:moveTo>
                  <a:pt x="361153" y="387697"/>
                </a:moveTo>
                <a:cubicBezTo>
                  <a:pt x="363742" y="387697"/>
                  <a:pt x="366331" y="386694"/>
                  <a:pt x="368291" y="384727"/>
                </a:cubicBezTo>
                <a:lnTo>
                  <a:pt x="389148" y="363795"/>
                </a:lnTo>
                <a:cubicBezTo>
                  <a:pt x="393105" y="359823"/>
                  <a:pt x="393105" y="353440"/>
                  <a:pt x="389148" y="349468"/>
                </a:cubicBezTo>
                <a:cubicBezTo>
                  <a:pt x="385191" y="345497"/>
                  <a:pt x="378830" y="345497"/>
                  <a:pt x="374873" y="349468"/>
                </a:cubicBezTo>
                <a:lnTo>
                  <a:pt x="354016" y="370401"/>
                </a:lnTo>
                <a:cubicBezTo>
                  <a:pt x="350059" y="374372"/>
                  <a:pt x="350059" y="380756"/>
                  <a:pt x="354016" y="384727"/>
                </a:cubicBezTo>
                <a:cubicBezTo>
                  <a:pt x="355976" y="386694"/>
                  <a:pt x="358565" y="387697"/>
                  <a:pt x="361153" y="387697"/>
                </a:cubicBezTo>
                <a:close/>
                <a:moveTo>
                  <a:pt x="298322" y="235483"/>
                </a:moveTo>
                <a:lnTo>
                  <a:pt x="327833" y="235483"/>
                </a:lnTo>
                <a:cubicBezTo>
                  <a:pt x="333417" y="235483"/>
                  <a:pt x="337929" y="230955"/>
                  <a:pt x="337929" y="225350"/>
                </a:cubicBezTo>
                <a:cubicBezTo>
                  <a:pt x="337929" y="219746"/>
                  <a:pt x="333417" y="215218"/>
                  <a:pt x="327833" y="215218"/>
                </a:cubicBezTo>
                <a:lnTo>
                  <a:pt x="298322" y="215218"/>
                </a:lnTo>
                <a:cubicBezTo>
                  <a:pt x="292737" y="215218"/>
                  <a:pt x="288226" y="219746"/>
                  <a:pt x="288226" y="225350"/>
                </a:cubicBezTo>
                <a:cubicBezTo>
                  <a:pt x="288226" y="230955"/>
                  <a:pt x="292737" y="235483"/>
                  <a:pt x="298322" y="235483"/>
                </a:cubicBezTo>
                <a:close/>
                <a:moveTo>
                  <a:pt x="650760" y="349463"/>
                </a:moveTo>
                <a:cubicBezTo>
                  <a:pt x="646803" y="345491"/>
                  <a:pt x="640442" y="345491"/>
                  <a:pt x="636485" y="349463"/>
                </a:cubicBezTo>
                <a:cubicBezTo>
                  <a:pt x="632528" y="353434"/>
                  <a:pt x="632528" y="359817"/>
                  <a:pt x="636485" y="363789"/>
                </a:cubicBezTo>
                <a:lnTo>
                  <a:pt x="657342" y="384722"/>
                </a:lnTo>
                <a:cubicBezTo>
                  <a:pt x="659302" y="386689"/>
                  <a:pt x="661891" y="387691"/>
                  <a:pt x="664480" y="387691"/>
                </a:cubicBezTo>
                <a:cubicBezTo>
                  <a:pt x="667069" y="387691"/>
                  <a:pt x="669657" y="386689"/>
                  <a:pt x="671617" y="384722"/>
                </a:cubicBezTo>
                <a:cubicBezTo>
                  <a:pt x="675574" y="380750"/>
                  <a:pt x="675574" y="374367"/>
                  <a:pt x="671617" y="370395"/>
                </a:cubicBezTo>
                <a:close/>
                <a:moveTo>
                  <a:pt x="408568" y="209648"/>
                </a:moveTo>
                <a:cubicBezTo>
                  <a:pt x="410380" y="200852"/>
                  <a:pt x="415521" y="193280"/>
                  <a:pt x="422990" y="188344"/>
                </a:cubicBezTo>
                <a:cubicBezTo>
                  <a:pt x="430498" y="183408"/>
                  <a:pt x="439447" y="181700"/>
                  <a:pt x="448212" y="183519"/>
                </a:cubicBezTo>
                <a:cubicBezTo>
                  <a:pt x="456977" y="185338"/>
                  <a:pt x="464522" y="190497"/>
                  <a:pt x="469440" y="197994"/>
                </a:cubicBezTo>
                <a:lnTo>
                  <a:pt x="483974" y="220188"/>
                </a:lnTo>
                <a:lnTo>
                  <a:pt x="559934" y="165444"/>
                </a:lnTo>
                <a:cubicBezTo>
                  <a:pt x="567219" y="160210"/>
                  <a:pt x="576094" y="158095"/>
                  <a:pt x="584933" y="159542"/>
                </a:cubicBezTo>
                <a:cubicBezTo>
                  <a:pt x="593771" y="160990"/>
                  <a:pt x="601538" y="165815"/>
                  <a:pt x="606789" y="173127"/>
                </a:cubicBezTo>
                <a:cubicBezTo>
                  <a:pt x="612041" y="180438"/>
                  <a:pt x="614111" y="189346"/>
                  <a:pt x="612669" y="198216"/>
                </a:cubicBezTo>
                <a:cubicBezTo>
                  <a:pt x="611227" y="207087"/>
                  <a:pt x="606419" y="214881"/>
                  <a:pt x="599134" y="220151"/>
                </a:cubicBezTo>
                <a:lnTo>
                  <a:pt x="494804" y="295347"/>
                </a:lnTo>
                <a:cubicBezTo>
                  <a:pt x="489035" y="299504"/>
                  <a:pt x="482305" y="301694"/>
                  <a:pt x="475352" y="301694"/>
                </a:cubicBezTo>
                <a:cubicBezTo>
                  <a:pt x="473281" y="301694"/>
                  <a:pt x="471210" y="301508"/>
                  <a:pt x="469139" y="301100"/>
                </a:cubicBezTo>
                <a:cubicBezTo>
                  <a:pt x="460042" y="299430"/>
                  <a:pt x="452276" y="294233"/>
                  <a:pt x="447209" y="286476"/>
                </a:cubicBezTo>
                <a:lnTo>
                  <a:pt x="413445" y="234960"/>
                </a:lnTo>
                <a:cubicBezTo>
                  <a:pt x="408489" y="227463"/>
                  <a:pt x="406751" y="218481"/>
                  <a:pt x="408564" y="209647"/>
                </a:cubicBezTo>
                <a:close/>
                <a:moveTo>
                  <a:pt x="430277" y="223826"/>
                </a:moveTo>
                <a:lnTo>
                  <a:pt x="464041" y="275343"/>
                </a:lnTo>
                <a:cubicBezTo>
                  <a:pt x="466075" y="278423"/>
                  <a:pt x="469181" y="280502"/>
                  <a:pt x="472805" y="281170"/>
                </a:cubicBezTo>
                <a:cubicBezTo>
                  <a:pt x="476429" y="281838"/>
                  <a:pt x="480054" y="281021"/>
                  <a:pt x="483049" y="278868"/>
                </a:cubicBezTo>
                <a:lnTo>
                  <a:pt x="587407" y="203636"/>
                </a:lnTo>
                <a:cubicBezTo>
                  <a:pt x="590291" y="201557"/>
                  <a:pt x="592214" y="198439"/>
                  <a:pt x="592769" y="194914"/>
                </a:cubicBezTo>
                <a:cubicBezTo>
                  <a:pt x="593361" y="191388"/>
                  <a:pt x="592510" y="187825"/>
                  <a:pt x="590439" y="184929"/>
                </a:cubicBezTo>
                <a:cubicBezTo>
                  <a:pt x="588368" y="182034"/>
                  <a:pt x="585262" y="180104"/>
                  <a:pt x="581748" y="179511"/>
                </a:cubicBezTo>
                <a:cubicBezTo>
                  <a:pt x="578235" y="178917"/>
                  <a:pt x="574685" y="179770"/>
                  <a:pt x="571800" y="181849"/>
                </a:cubicBezTo>
                <a:lnTo>
                  <a:pt x="487297" y="242755"/>
                </a:lnTo>
                <a:cubicBezTo>
                  <a:pt x="485078" y="244351"/>
                  <a:pt x="482268" y="244982"/>
                  <a:pt x="479568" y="244500"/>
                </a:cubicBezTo>
                <a:cubicBezTo>
                  <a:pt x="476868" y="243980"/>
                  <a:pt x="474465" y="242421"/>
                  <a:pt x="472985" y="240120"/>
                </a:cubicBezTo>
                <a:lnTo>
                  <a:pt x="452646" y="209092"/>
                </a:lnTo>
                <a:cubicBezTo>
                  <a:pt x="448615" y="202931"/>
                  <a:pt x="440294" y="201186"/>
                  <a:pt x="434155" y="205232"/>
                </a:cubicBezTo>
                <a:cubicBezTo>
                  <a:pt x="431160" y="207199"/>
                  <a:pt x="429126" y="210205"/>
                  <a:pt x="428423" y="213731"/>
                </a:cubicBezTo>
                <a:cubicBezTo>
                  <a:pt x="427647" y="217257"/>
                  <a:pt x="428312" y="220857"/>
                  <a:pt x="430272" y="223827"/>
                </a:cubicBezTo>
                <a:close/>
              </a:path>
            </a:pathLst>
          </a:custGeom>
          <a:solidFill>
            <a:srgbClr val="000000"/>
          </a:solidFill>
          <a:ln w="9438" cap="flat">
            <a:noFill/>
            <a:prstDash val="solid"/>
            <a:miter/>
          </a:ln>
        </p:spPr>
        <p:txBody>
          <a:bodyPr/>
          <a:lstStyle/>
          <a:p>
            <a:endParaRPr lang="en-US"/>
          </a:p>
        </p:txBody>
      </p:sp>
      <p:grpSp>
        <p:nvGrpSpPr>
          <p:cNvPr id="46" name="Group 45">
            <a:extLst>
              <a:ext uri="{FF2B5EF4-FFF2-40B4-BE49-F238E27FC236}">
                <a16:creationId xmlns:a16="http://schemas.microsoft.com/office/drawing/2014/main" id="{4A14CD05-FD07-52E9-030D-DD7A46C66EAE}"/>
              </a:ext>
              <a:ext uri="{C183D7F6-B498-43B3-948B-1728B52AA6E4}">
                <adec:decorative xmlns:adec="http://schemas.microsoft.com/office/drawing/2017/decorative" val="1"/>
              </a:ext>
            </a:extLst>
          </p:cNvPr>
          <p:cNvGrpSpPr>
            <a:grpSpLocks noChangeAspect="1"/>
          </p:cNvGrpSpPr>
          <p:nvPr/>
        </p:nvGrpSpPr>
        <p:grpSpPr>
          <a:xfrm>
            <a:off x="1939935" y="2206420"/>
            <a:ext cx="559704" cy="561541"/>
            <a:chOff x="3666571" y="4495948"/>
            <a:chExt cx="891664" cy="894591"/>
          </a:xfrm>
        </p:grpSpPr>
        <p:sp>
          <p:nvSpPr>
            <p:cNvPr id="36" name="Freeform 35">
              <a:extLst>
                <a:ext uri="{FF2B5EF4-FFF2-40B4-BE49-F238E27FC236}">
                  <a16:creationId xmlns:a16="http://schemas.microsoft.com/office/drawing/2014/main" id="{A031ECBA-5B6A-A41D-DFD2-33D51A106808}"/>
                </a:ext>
              </a:extLst>
            </p:cNvPr>
            <p:cNvSpPr/>
            <p:nvPr/>
          </p:nvSpPr>
          <p:spPr>
            <a:xfrm>
              <a:off x="3666571" y="4495948"/>
              <a:ext cx="891664" cy="842689"/>
            </a:xfrm>
            <a:custGeom>
              <a:avLst/>
              <a:gdLst>
                <a:gd name="csX0" fmla="*/ 588252 w 891664"/>
                <a:gd name="csY0" fmla="*/ 23414 h 842689"/>
                <a:gd name="csX1" fmla="*/ 586181 w 891664"/>
                <a:gd name="csY1" fmla="*/ 22745 h 842689"/>
                <a:gd name="csX2" fmla="*/ 370725 w 891664"/>
                <a:gd name="csY2" fmla="*/ 6340 h 842689"/>
                <a:gd name="csX3" fmla="*/ 71691 w 891664"/>
                <a:gd name="csY3" fmla="*/ 690333 h 842689"/>
                <a:gd name="csX4" fmla="*/ 29273 w 891664"/>
                <a:gd name="csY4" fmla="*/ 732904 h 842689"/>
                <a:gd name="csX5" fmla="*/ 29273 w 891664"/>
                <a:gd name="csY5" fmla="*/ 746043 h 842689"/>
                <a:gd name="csX6" fmla="*/ 42365 w 891664"/>
                <a:gd name="csY6" fmla="*/ 746043 h 842689"/>
                <a:gd name="csX7" fmla="*/ 90108 w 891664"/>
                <a:gd name="csY7" fmla="*/ 698127 h 842689"/>
                <a:gd name="csX8" fmla="*/ 91254 w 891664"/>
                <a:gd name="csY8" fmla="*/ 686398 h 842689"/>
                <a:gd name="csX9" fmla="*/ 19400 w 891664"/>
                <a:gd name="csY9" fmla="*/ 421991 h 842689"/>
                <a:gd name="csX10" fmla="*/ 70139 w 891664"/>
                <a:gd name="csY10" fmla="*/ 421991 h 842689"/>
                <a:gd name="csX11" fmla="*/ 79347 w 891664"/>
                <a:gd name="csY11" fmla="*/ 413566 h 842689"/>
                <a:gd name="csX12" fmla="*/ 198947 w 891664"/>
                <a:gd name="csY12" fmla="*/ 173616 h 842689"/>
                <a:gd name="csX13" fmla="*/ 199576 w 891664"/>
                <a:gd name="csY13" fmla="*/ 160514 h 842689"/>
                <a:gd name="csX14" fmla="*/ 186521 w 891664"/>
                <a:gd name="csY14" fmla="*/ 159883 h 842689"/>
                <a:gd name="csX15" fmla="*/ 61781 w 891664"/>
                <a:gd name="csY15" fmla="*/ 403472 h 842689"/>
                <a:gd name="csX16" fmla="*/ 20879 w 891664"/>
                <a:gd name="csY16" fmla="*/ 403472 h 842689"/>
                <a:gd name="csX17" fmla="*/ 364882 w 891664"/>
                <a:gd name="csY17" fmla="*/ 26273 h 842689"/>
                <a:gd name="csX18" fmla="*/ 372020 w 891664"/>
                <a:gd name="csY18" fmla="*/ 50695 h 842689"/>
                <a:gd name="csX19" fmla="*/ 380895 w 891664"/>
                <a:gd name="csY19" fmla="*/ 57375 h 842689"/>
                <a:gd name="csX20" fmla="*/ 389771 w 891664"/>
                <a:gd name="csY20" fmla="*/ 45499 h 842689"/>
                <a:gd name="csX21" fmla="*/ 383225 w 891664"/>
                <a:gd name="csY21" fmla="*/ 23155 h 842689"/>
                <a:gd name="csX22" fmla="*/ 572315 w 891664"/>
                <a:gd name="csY22" fmla="*/ 37779 h 842689"/>
                <a:gd name="csX23" fmla="*/ 554711 w 891664"/>
                <a:gd name="csY23" fmla="*/ 84210 h 842689"/>
                <a:gd name="csX24" fmla="*/ 555007 w 891664"/>
                <a:gd name="csY24" fmla="*/ 91484 h 842689"/>
                <a:gd name="csX25" fmla="*/ 560480 w 891664"/>
                <a:gd name="csY25" fmla="*/ 96309 h 842689"/>
                <a:gd name="csX26" fmla="*/ 811401 w 891664"/>
                <a:gd name="csY26" fmla="*/ 405554 h 842689"/>
                <a:gd name="csX27" fmla="*/ 821608 w 891664"/>
                <a:gd name="csY27" fmla="*/ 413719 h 842689"/>
                <a:gd name="csX28" fmla="*/ 829744 w 891664"/>
                <a:gd name="csY28" fmla="*/ 403475 h 842689"/>
                <a:gd name="csX29" fmla="*/ 575386 w 891664"/>
                <a:gd name="csY29" fmla="*/ 81831 h 842689"/>
                <a:gd name="csX30" fmla="*/ 589846 w 891664"/>
                <a:gd name="csY30" fmla="*/ 43677 h 842689"/>
                <a:gd name="csX31" fmla="*/ 870683 w 891664"/>
                <a:gd name="csY31" fmla="*/ 490874 h 842689"/>
                <a:gd name="csX32" fmla="*/ 849789 w 891664"/>
                <a:gd name="csY32" fmla="*/ 487237 h 842689"/>
                <a:gd name="csX33" fmla="*/ 846608 w 891664"/>
                <a:gd name="csY33" fmla="*/ 505535 h 842689"/>
                <a:gd name="csX34" fmla="*/ 868391 w 891664"/>
                <a:gd name="csY34" fmla="*/ 509320 h 842689"/>
                <a:gd name="csX35" fmla="*/ 647424 w 891664"/>
                <a:gd name="csY35" fmla="*/ 825245 h 842689"/>
                <a:gd name="csX36" fmla="*/ 651788 w 891664"/>
                <a:gd name="csY36" fmla="*/ 842688 h 842689"/>
                <a:gd name="csX37" fmla="*/ 887770 w 891664"/>
                <a:gd name="csY37" fmla="*/ 503714 h 842689"/>
                <a:gd name="csX38" fmla="*/ 887991 w 891664"/>
                <a:gd name="csY38" fmla="*/ 502043 h 842689"/>
                <a:gd name="csX39" fmla="*/ 588220 w 891664"/>
                <a:gd name="csY39" fmla="*/ 23444 h 8426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891664" h="842689">
                  <a:moveTo>
                    <a:pt x="588252" y="23414"/>
                  </a:moveTo>
                  <a:cubicBezTo>
                    <a:pt x="587623" y="23042"/>
                    <a:pt x="586884" y="22857"/>
                    <a:pt x="586181" y="22745"/>
                  </a:cubicBezTo>
                  <a:cubicBezTo>
                    <a:pt x="519540" y="31"/>
                    <a:pt x="441398" y="-6130"/>
                    <a:pt x="370725" y="6340"/>
                  </a:cubicBezTo>
                  <a:cubicBezTo>
                    <a:pt x="62338" y="54664"/>
                    <a:pt x="-104381" y="425185"/>
                    <a:pt x="71691" y="690333"/>
                  </a:cubicBezTo>
                  <a:lnTo>
                    <a:pt x="29273" y="732904"/>
                  </a:lnTo>
                  <a:cubicBezTo>
                    <a:pt x="25649" y="736542"/>
                    <a:pt x="25649" y="742406"/>
                    <a:pt x="29273" y="746043"/>
                  </a:cubicBezTo>
                  <a:cubicBezTo>
                    <a:pt x="32897" y="749680"/>
                    <a:pt x="38741" y="749680"/>
                    <a:pt x="42365" y="746043"/>
                  </a:cubicBezTo>
                  <a:lnTo>
                    <a:pt x="90108" y="698127"/>
                  </a:lnTo>
                  <a:cubicBezTo>
                    <a:pt x="93252" y="694972"/>
                    <a:pt x="93695" y="690073"/>
                    <a:pt x="91254" y="686398"/>
                  </a:cubicBezTo>
                  <a:cubicBezTo>
                    <a:pt x="39074" y="608864"/>
                    <a:pt x="13815" y="515704"/>
                    <a:pt x="19400" y="421991"/>
                  </a:cubicBezTo>
                  <a:lnTo>
                    <a:pt x="70139" y="421991"/>
                  </a:lnTo>
                  <a:cubicBezTo>
                    <a:pt x="74909" y="421991"/>
                    <a:pt x="78903" y="418317"/>
                    <a:pt x="79347" y="413566"/>
                  </a:cubicBezTo>
                  <a:cubicBezTo>
                    <a:pt x="87705" y="321409"/>
                    <a:pt x="130160" y="236192"/>
                    <a:pt x="198947" y="173616"/>
                  </a:cubicBezTo>
                  <a:cubicBezTo>
                    <a:pt x="202719" y="170164"/>
                    <a:pt x="203015" y="164300"/>
                    <a:pt x="199576" y="160514"/>
                  </a:cubicBezTo>
                  <a:cubicBezTo>
                    <a:pt x="196137" y="156728"/>
                    <a:pt x="190293" y="156431"/>
                    <a:pt x="186521" y="159883"/>
                  </a:cubicBezTo>
                  <a:cubicBezTo>
                    <a:pt x="116405" y="223646"/>
                    <a:pt x="72289" y="309902"/>
                    <a:pt x="61781" y="403472"/>
                  </a:cubicBezTo>
                  <a:lnTo>
                    <a:pt x="20879" y="403472"/>
                  </a:lnTo>
                  <a:cubicBezTo>
                    <a:pt x="40035" y="214554"/>
                    <a:pt x="181861" y="61609"/>
                    <a:pt x="364882" y="26273"/>
                  </a:cubicBezTo>
                  <a:lnTo>
                    <a:pt x="372020" y="50695"/>
                  </a:lnTo>
                  <a:cubicBezTo>
                    <a:pt x="373203" y="54740"/>
                    <a:pt x="376901" y="57375"/>
                    <a:pt x="380895" y="57375"/>
                  </a:cubicBezTo>
                  <a:cubicBezTo>
                    <a:pt x="386960" y="57450"/>
                    <a:pt x="391583" y="51289"/>
                    <a:pt x="389771" y="45499"/>
                  </a:cubicBezTo>
                  <a:lnTo>
                    <a:pt x="383225" y="23155"/>
                  </a:lnTo>
                  <a:cubicBezTo>
                    <a:pt x="445502" y="13653"/>
                    <a:pt x="513438" y="19072"/>
                    <a:pt x="572315" y="37779"/>
                  </a:cubicBezTo>
                  <a:lnTo>
                    <a:pt x="554711" y="84210"/>
                  </a:lnTo>
                  <a:cubicBezTo>
                    <a:pt x="553824" y="86585"/>
                    <a:pt x="553935" y="89220"/>
                    <a:pt x="555007" y="91484"/>
                  </a:cubicBezTo>
                  <a:cubicBezTo>
                    <a:pt x="556080" y="93785"/>
                    <a:pt x="558077" y="95530"/>
                    <a:pt x="560480" y="96309"/>
                  </a:cubicBezTo>
                  <a:cubicBezTo>
                    <a:pt x="696866" y="141330"/>
                    <a:pt x="795354" y="262699"/>
                    <a:pt x="811401" y="405554"/>
                  </a:cubicBezTo>
                  <a:cubicBezTo>
                    <a:pt x="811956" y="410676"/>
                    <a:pt x="816652" y="414313"/>
                    <a:pt x="821608" y="413719"/>
                  </a:cubicBezTo>
                  <a:cubicBezTo>
                    <a:pt x="826674" y="413125"/>
                    <a:pt x="830335" y="408560"/>
                    <a:pt x="829744" y="403475"/>
                  </a:cubicBezTo>
                  <a:cubicBezTo>
                    <a:pt x="813250" y="256649"/>
                    <a:pt x="713845" y="131420"/>
                    <a:pt x="575386" y="81831"/>
                  </a:cubicBezTo>
                  <a:lnTo>
                    <a:pt x="589846" y="43677"/>
                  </a:lnTo>
                  <a:cubicBezTo>
                    <a:pt x="768323" y="106402"/>
                    <a:pt x="892212" y="293015"/>
                    <a:pt x="870683" y="490874"/>
                  </a:cubicBezTo>
                  <a:lnTo>
                    <a:pt x="849789" y="487237"/>
                  </a:lnTo>
                  <a:cubicBezTo>
                    <a:pt x="837733" y="485418"/>
                    <a:pt x="834663" y="503122"/>
                    <a:pt x="846608" y="505535"/>
                  </a:cubicBezTo>
                  <a:lnTo>
                    <a:pt x="868391" y="509320"/>
                  </a:lnTo>
                  <a:cubicBezTo>
                    <a:pt x="849049" y="642636"/>
                    <a:pt x="768094" y="760255"/>
                    <a:pt x="647424" y="825245"/>
                  </a:cubicBezTo>
                  <a:cubicBezTo>
                    <a:pt x="638993" y="829698"/>
                    <a:pt x="642395" y="842838"/>
                    <a:pt x="651788" y="842688"/>
                  </a:cubicBezTo>
                  <a:cubicBezTo>
                    <a:pt x="783033" y="777551"/>
                    <a:pt x="869384" y="646350"/>
                    <a:pt x="887770" y="503714"/>
                  </a:cubicBezTo>
                  <a:cubicBezTo>
                    <a:pt x="887954" y="503157"/>
                    <a:pt x="887954" y="502600"/>
                    <a:pt x="887991" y="502043"/>
                  </a:cubicBezTo>
                  <a:cubicBezTo>
                    <a:pt x="915912" y="290227"/>
                    <a:pt x="781636" y="87019"/>
                    <a:pt x="588220" y="23444"/>
                  </a:cubicBezTo>
                  <a:close/>
                </a:path>
              </a:pathLst>
            </a:custGeom>
            <a:solidFill>
              <a:srgbClr val="000000"/>
            </a:solidFill>
            <a:ln w="9438" cap="flat">
              <a:noFill/>
              <a:prstDash val="solid"/>
              <a:miter/>
            </a:ln>
          </p:spPr>
          <p:txBody>
            <a:bodyPr/>
            <a:lstStyle/>
            <a:p>
              <a:endParaRPr lang="en-US"/>
            </a:p>
          </p:txBody>
        </p:sp>
        <p:sp>
          <p:nvSpPr>
            <p:cNvPr id="37" name="Freeform 36">
              <a:extLst>
                <a:ext uri="{FF2B5EF4-FFF2-40B4-BE49-F238E27FC236}">
                  <a16:creationId xmlns:a16="http://schemas.microsoft.com/office/drawing/2014/main" id="{6B270F83-AD83-81EF-7E35-FDA122DF1B29}"/>
                </a:ext>
              </a:extLst>
            </p:cNvPr>
            <p:cNvSpPr/>
            <p:nvPr/>
          </p:nvSpPr>
          <p:spPr>
            <a:xfrm>
              <a:off x="3748796" y="5063944"/>
              <a:ext cx="198445" cy="224177"/>
            </a:xfrm>
            <a:custGeom>
              <a:avLst/>
              <a:gdLst>
                <a:gd name="csX0" fmla="*/ 6070 w 198445"/>
                <a:gd name="csY0" fmla="*/ 561 h 224177"/>
                <a:gd name="csX1" fmla="*/ 560 w 198445"/>
                <a:gd name="csY1" fmla="*/ 12475 h 224177"/>
                <a:gd name="csX2" fmla="*/ 189242 w 198445"/>
                <a:gd name="csY2" fmla="*/ 224177 h 224177"/>
                <a:gd name="csX3" fmla="*/ 193532 w 198445"/>
                <a:gd name="csY3" fmla="*/ 206659 h 224177"/>
                <a:gd name="csX4" fmla="*/ 17943 w 198445"/>
                <a:gd name="csY4" fmla="*/ 6092 h 224177"/>
                <a:gd name="csX5" fmla="*/ 6072 w 198445"/>
                <a:gd name="csY5" fmla="*/ 562 h 224177"/>
              </a:gdLst>
              <a:ahLst/>
              <a:cxnLst>
                <a:cxn ang="0">
                  <a:pos x="csX0" y="csY0"/>
                </a:cxn>
                <a:cxn ang="0">
                  <a:pos x="csX1" y="csY1"/>
                </a:cxn>
                <a:cxn ang="0">
                  <a:pos x="csX2" y="csY2"/>
                </a:cxn>
                <a:cxn ang="0">
                  <a:pos x="csX3" y="csY3"/>
                </a:cxn>
                <a:cxn ang="0">
                  <a:pos x="csX4" y="csY4"/>
                </a:cxn>
                <a:cxn ang="0">
                  <a:pos x="csX5" y="csY5"/>
                </a:cxn>
              </a:cxnLst>
              <a:rect l="l" t="t" r="r" b="b"/>
              <a:pathLst>
                <a:path w="198445" h="224177">
                  <a:moveTo>
                    <a:pt x="6070" y="561"/>
                  </a:moveTo>
                  <a:cubicBezTo>
                    <a:pt x="1262" y="2343"/>
                    <a:pt x="-1178" y="7650"/>
                    <a:pt x="560" y="12475"/>
                  </a:cubicBezTo>
                  <a:cubicBezTo>
                    <a:pt x="34472" y="103518"/>
                    <a:pt x="100932" y="182608"/>
                    <a:pt x="189242" y="224177"/>
                  </a:cubicBezTo>
                  <a:cubicBezTo>
                    <a:pt x="198673" y="224252"/>
                    <a:pt x="202112" y="211113"/>
                    <a:pt x="193532" y="206659"/>
                  </a:cubicBezTo>
                  <a:cubicBezTo>
                    <a:pt x="111951" y="163828"/>
                    <a:pt x="49563" y="92565"/>
                    <a:pt x="17943" y="6092"/>
                  </a:cubicBezTo>
                  <a:cubicBezTo>
                    <a:pt x="16168" y="1267"/>
                    <a:pt x="10879" y="-1183"/>
                    <a:pt x="6072" y="562"/>
                  </a:cubicBezTo>
                  <a:close/>
                </a:path>
              </a:pathLst>
            </a:custGeom>
            <a:solidFill>
              <a:srgbClr val="000000"/>
            </a:solidFill>
            <a:ln w="9438" cap="flat">
              <a:noFill/>
              <a:prstDash val="solid"/>
              <a:miter/>
            </a:ln>
          </p:spPr>
          <p:txBody>
            <a:bodyPr/>
            <a:lstStyle/>
            <a:p>
              <a:endParaRPr lang="en-US"/>
            </a:p>
          </p:txBody>
        </p:sp>
        <p:sp>
          <p:nvSpPr>
            <p:cNvPr id="38" name="Freeform 37">
              <a:extLst>
                <a:ext uri="{FF2B5EF4-FFF2-40B4-BE49-F238E27FC236}">
                  <a16:creationId xmlns:a16="http://schemas.microsoft.com/office/drawing/2014/main" id="{41E1AA91-FF8D-5573-263E-A20451FB4B14}"/>
                </a:ext>
              </a:extLst>
            </p:cNvPr>
            <p:cNvSpPr/>
            <p:nvPr/>
          </p:nvSpPr>
          <p:spPr>
            <a:xfrm>
              <a:off x="3812389" y="5118249"/>
              <a:ext cx="638621" cy="272290"/>
            </a:xfrm>
            <a:custGeom>
              <a:avLst/>
              <a:gdLst>
                <a:gd name="csX0" fmla="*/ 637403 w 638621"/>
                <a:gd name="csY0" fmla="*/ 13812 h 272290"/>
                <a:gd name="csX1" fmla="*/ 621279 w 638621"/>
                <a:gd name="csY1" fmla="*/ 4756 h 272290"/>
                <a:gd name="csX2" fmla="*/ 424313 w 638621"/>
                <a:gd name="csY2" fmla="*/ 172514 h 272290"/>
                <a:gd name="csX3" fmla="*/ 418654 w 638621"/>
                <a:gd name="csY3" fmla="*/ 184094 h 272290"/>
                <a:gd name="csX4" fmla="*/ 434002 w 638621"/>
                <a:gd name="csY4" fmla="*/ 231973 h 272290"/>
                <a:gd name="csX5" fmla="*/ 309223 w 638621"/>
                <a:gd name="csY5" fmla="*/ 253389 h 272290"/>
                <a:gd name="csX6" fmla="*/ 309223 w 638621"/>
                <a:gd name="csY6" fmla="*/ 202727 h 272290"/>
                <a:gd name="csX7" fmla="*/ 299978 w 638621"/>
                <a:gd name="csY7" fmla="*/ 193448 h 272290"/>
                <a:gd name="csX8" fmla="*/ 290732 w 638621"/>
                <a:gd name="csY8" fmla="*/ 202727 h 272290"/>
                <a:gd name="csX9" fmla="*/ 290732 w 638621"/>
                <a:gd name="csY9" fmla="*/ 253389 h 272290"/>
                <a:gd name="csX10" fmla="*/ 62259 w 638621"/>
                <a:gd name="csY10" fmla="*/ 181088 h 272290"/>
                <a:gd name="csX11" fmla="*/ 50572 w 638621"/>
                <a:gd name="csY11" fmla="*/ 182239 h 272290"/>
                <a:gd name="csX12" fmla="*/ 2718 w 638621"/>
                <a:gd name="csY12" fmla="*/ 230266 h 272290"/>
                <a:gd name="csX13" fmla="*/ 2718 w 638621"/>
                <a:gd name="csY13" fmla="*/ 243404 h 272290"/>
                <a:gd name="csX14" fmla="*/ 15809 w 638621"/>
                <a:gd name="csY14" fmla="*/ 243404 h 272290"/>
                <a:gd name="csX15" fmla="*/ 58338 w 638621"/>
                <a:gd name="csY15" fmla="*/ 200722 h 272290"/>
                <a:gd name="csX16" fmla="*/ 451713 w 638621"/>
                <a:gd name="csY16" fmla="*/ 244851 h 272290"/>
                <a:gd name="csX17" fmla="*/ 454413 w 638621"/>
                <a:gd name="csY17" fmla="*/ 235053 h 272290"/>
                <a:gd name="csX18" fmla="*/ 438955 w 638621"/>
                <a:gd name="csY18" fmla="*/ 186841 h 272290"/>
                <a:gd name="csX19" fmla="*/ 637436 w 638621"/>
                <a:gd name="csY19" fmla="*/ 13848 h 272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38621" h="272290">
                  <a:moveTo>
                    <a:pt x="637403" y="13812"/>
                  </a:moveTo>
                  <a:cubicBezTo>
                    <a:pt x="643061" y="3048"/>
                    <a:pt x="627529" y="-5822"/>
                    <a:pt x="621279" y="4756"/>
                  </a:cubicBezTo>
                  <a:cubicBezTo>
                    <a:pt x="577752" y="82771"/>
                    <a:pt x="507823" y="142337"/>
                    <a:pt x="424313" y="172514"/>
                  </a:cubicBezTo>
                  <a:cubicBezTo>
                    <a:pt x="419616" y="174221"/>
                    <a:pt x="417138" y="179343"/>
                    <a:pt x="418654" y="184094"/>
                  </a:cubicBezTo>
                  <a:lnTo>
                    <a:pt x="434002" y="231973"/>
                  </a:lnTo>
                  <a:cubicBezTo>
                    <a:pt x="393803" y="245297"/>
                    <a:pt x="351903" y="252498"/>
                    <a:pt x="309223" y="253389"/>
                  </a:cubicBezTo>
                  <a:lnTo>
                    <a:pt x="309223" y="202727"/>
                  </a:lnTo>
                  <a:cubicBezTo>
                    <a:pt x="309223" y="197605"/>
                    <a:pt x="305081" y="193448"/>
                    <a:pt x="299978" y="193448"/>
                  </a:cubicBezTo>
                  <a:cubicBezTo>
                    <a:pt x="294874" y="193448"/>
                    <a:pt x="290732" y="197605"/>
                    <a:pt x="290732" y="202727"/>
                  </a:cubicBezTo>
                  <a:lnTo>
                    <a:pt x="290732" y="253389"/>
                  </a:lnTo>
                  <a:cubicBezTo>
                    <a:pt x="208930" y="251644"/>
                    <a:pt x="130120" y="226777"/>
                    <a:pt x="62259" y="181088"/>
                  </a:cubicBezTo>
                  <a:cubicBezTo>
                    <a:pt x="58598" y="178601"/>
                    <a:pt x="53679" y="179084"/>
                    <a:pt x="50572" y="182239"/>
                  </a:cubicBezTo>
                  <a:lnTo>
                    <a:pt x="2718" y="230266"/>
                  </a:lnTo>
                  <a:cubicBezTo>
                    <a:pt x="-906" y="233903"/>
                    <a:pt x="-906" y="239767"/>
                    <a:pt x="2718" y="243404"/>
                  </a:cubicBezTo>
                  <a:cubicBezTo>
                    <a:pt x="6342" y="247042"/>
                    <a:pt x="12185" y="247042"/>
                    <a:pt x="15809" y="243404"/>
                  </a:cubicBezTo>
                  <a:lnTo>
                    <a:pt x="58338" y="200722"/>
                  </a:lnTo>
                  <a:cubicBezTo>
                    <a:pt x="172466" y="275472"/>
                    <a:pt x="324085" y="294214"/>
                    <a:pt x="451713" y="244851"/>
                  </a:cubicBezTo>
                  <a:cubicBezTo>
                    <a:pt x="454450" y="242439"/>
                    <a:pt x="455485" y="238505"/>
                    <a:pt x="454413" y="235053"/>
                  </a:cubicBezTo>
                  <a:lnTo>
                    <a:pt x="438955" y="186841"/>
                  </a:lnTo>
                  <a:cubicBezTo>
                    <a:pt x="522940" y="154254"/>
                    <a:pt x="593205" y="93125"/>
                    <a:pt x="637436" y="13848"/>
                  </a:cubicBezTo>
                  <a:close/>
                </a:path>
              </a:pathLst>
            </a:custGeom>
            <a:solidFill>
              <a:srgbClr val="000000"/>
            </a:solidFill>
            <a:ln w="9438" cap="flat">
              <a:noFill/>
              <a:prstDash val="solid"/>
              <a:miter/>
            </a:ln>
          </p:spPr>
          <p:txBody>
            <a:bodyPr/>
            <a:lstStyle/>
            <a:p>
              <a:endParaRPr lang="en-US"/>
            </a:p>
          </p:txBody>
        </p:sp>
        <p:sp>
          <p:nvSpPr>
            <p:cNvPr id="39" name="Freeform 38">
              <a:extLst>
                <a:ext uri="{FF2B5EF4-FFF2-40B4-BE49-F238E27FC236}">
                  <a16:creationId xmlns:a16="http://schemas.microsoft.com/office/drawing/2014/main" id="{F298849B-0571-FA41-4D26-AF67FFB6BA69}"/>
                </a:ext>
              </a:extLst>
            </p:cNvPr>
            <p:cNvSpPr/>
            <p:nvPr/>
          </p:nvSpPr>
          <p:spPr>
            <a:xfrm>
              <a:off x="3785043" y="4690913"/>
              <a:ext cx="662399" cy="580057"/>
            </a:xfrm>
            <a:custGeom>
              <a:avLst/>
              <a:gdLst>
                <a:gd name="csX0" fmla="*/ 83837 w 662399"/>
                <a:gd name="csY0" fmla="*/ 46836 h 580057"/>
                <a:gd name="csX1" fmla="*/ 70857 w 662399"/>
                <a:gd name="csY1" fmla="*/ 48320 h 580057"/>
                <a:gd name="csX2" fmla="*/ 0 w 662399"/>
                <a:gd name="csY2" fmla="*/ 252232 h 580057"/>
                <a:gd name="csX3" fmla="*/ 627907 w 662399"/>
                <a:gd name="csY3" fmla="*/ 382022 h 580057"/>
                <a:gd name="csX4" fmla="*/ 649653 w 662399"/>
                <a:gd name="csY4" fmla="*/ 391004 h 580057"/>
                <a:gd name="csX5" fmla="*/ 661708 w 662399"/>
                <a:gd name="csY5" fmla="*/ 385956 h 580057"/>
                <a:gd name="csX6" fmla="*/ 656679 w 662399"/>
                <a:gd name="csY6" fmla="*/ 373857 h 580057"/>
                <a:gd name="csX7" fmla="*/ 634749 w 662399"/>
                <a:gd name="csY7" fmla="*/ 364801 h 580057"/>
                <a:gd name="csX8" fmla="*/ 539300 w 662399"/>
                <a:gd name="csY8" fmla="*/ 2224 h 580057"/>
                <a:gd name="csX9" fmla="*/ 526282 w 662399"/>
                <a:gd name="csY9" fmla="*/ 3264 h 580057"/>
                <a:gd name="csX10" fmla="*/ 527318 w 662399"/>
                <a:gd name="csY10" fmla="*/ 16328 h 580057"/>
                <a:gd name="csX11" fmla="*/ 635898 w 662399"/>
                <a:gd name="csY11" fmla="*/ 242958 h 580057"/>
                <a:gd name="csX12" fmla="*/ 590115 w 662399"/>
                <a:gd name="csY12" fmla="*/ 242958 h 580057"/>
                <a:gd name="csX13" fmla="*/ 580870 w 662399"/>
                <a:gd name="csY13" fmla="*/ 252236 h 580057"/>
                <a:gd name="csX14" fmla="*/ 590115 w 662399"/>
                <a:gd name="csY14" fmla="*/ 261515 h 580057"/>
                <a:gd name="csX15" fmla="*/ 635824 w 662399"/>
                <a:gd name="csY15" fmla="*/ 261515 h 580057"/>
                <a:gd name="csX16" fmla="*/ 409310 w 662399"/>
                <a:gd name="csY16" fmla="*/ 550940 h 580057"/>
                <a:gd name="csX17" fmla="*/ 401248 w 662399"/>
                <a:gd name="csY17" fmla="*/ 510893 h 580057"/>
                <a:gd name="csX18" fmla="*/ 582272 w 662399"/>
                <a:gd name="csY18" fmla="*/ 335334 h 580057"/>
                <a:gd name="csX19" fmla="*/ 576355 w 662399"/>
                <a:gd name="csY19" fmla="*/ 323642 h 580057"/>
                <a:gd name="csX20" fmla="*/ 564706 w 662399"/>
                <a:gd name="csY20" fmla="*/ 329581 h 580057"/>
                <a:gd name="csX21" fmla="*/ 388226 w 662399"/>
                <a:gd name="csY21" fmla="*/ 495192 h 580057"/>
                <a:gd name="csX22" fmla="*/ 381421 w 662399"/>
                <a:gd name="csY22" fmla="*/ 506029 h 580057"/>
                <a:gd name="csX23" fmla="*/ 391333 w 662399"/>
                <a:gd name="csY23" fmla="*/ 555392 h 580057"/>
                <a:gd name="csX24" fmla="*/ 250318 w 662399"/>
                <a:gd name="csY24" fmla="*/ 552423 h 580057"/>
                <a:gd name="csX25" fmla="*/ 259896 w 662399"/>
                <a:gd name="csY25" fmla="*/ 520504 h 580057"/>
                <a:gd name="csX26" fmla="*/ 253720 w 662399"/>
                <a:gd name="csY26" fmla="*/ 508923 h 580057"/>
                <a:gd name="csX27" fmla="*/ 242181 w 662399"/>
                <a:gd name="csY27" fmla="*/ 515121 h 580057"/>
                <a:gd name="csX28" fmla="*/ 232566 w 662399"/>
                <a:gd name="csY28" fmla="*/ 547152 h 580057"/>
                <a:gd name="csX29" fmla="*/ 85265 w 662399"/>
                <a:gd name="csY29" fmla="*/ 59830 h 580057"/>
                <a:gd name="csX30" fmla="*/ 83786 w 662399"/>
                <a:gd name="csY30" fmla="*/ 46803 h 580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662399" h="580057">
                  <a:moveTo>
                    <a:pt x="83837" y="46836"/>
                  </a:moveTo>
                  <a:cubicBezTo>
                    <a:pt x="79843" y="43644"/>
                    <a:pt x="74037" y="44312"/>
                    <a:pt x="70857" y="48320"/>
                  </a:cubicBezTo>
                  <a:cubicBezTo>
                    <a:pt x="24482" y="106926"/>
                    <a:pt x="0" y="177408"/>
                    <a:pt x="0" y="252232"/>
                  </a:cubicBezTo>
                  <a:cubicBezTo>
                    <a:pt x="9504" y="613811"/>
                    <a:pt x="482679" y="704075"/>
                    <a:pt x="627907" y="382022"/>
                  </a:cubicBezTo>
                  <a:lnTo>
                    <a:pt x="649653" y="391004"/>
                  </a:lnTo>
                  <a:cubicBezTo>
                    <a:pt x="654275" y="392934"/>
                    <a:pt x="659786" y="390744"/>
                    <a:pt x="661708" y="385956"/>
                  </a:cubicBezTo>
                  <a:cubicBezTo>
                    <a:pt x="663631" y="381205"/>
                    <a:pt x="661413" y="375787"/>
                    <a:pt x="656679" y="373857"/>
                  </a:cubicBezTo>
                  <a:lnTo>
                    <a:pt x="634749" y="364801"/>
                  </a:lnTo>
                  <a:cubicBezTo>
                    <a:pt x="681975" y="239571"/>
                    <a:pt x="642626" y="88327"/>
                    <a:pt x="539300" y="2224"/>
                  </a:cubicBezTo>
                  <a:cubicBezTo>
                    <a:pt x="535417" y="-1116"/>
                    <a:pt x="529574" y="-633"/>
                    <a:pt x="526282" y="3264"/>
                  </a:cubicBezTo>
                  <a:cubicBezTo>
                    <a:pt x="522954" y="7161"/>
                    <a:pt x="523435" y="13025"/>
                    <a:pt x="527318" y="16328"/>
                  </a:cubicBezTo>
                  <a:cubicBezTo>
                    <a:pt x="594070" y="73411"/>
                    <a:pt x="633304" y="155582"/>
                    <a:pt x="635898" y="242958"/>
                  </a:cubicBezTo>
                  <a:lnTo>
                    <a:pt x="590115" y="242958"/>
                  </a:lnTo>
                  <a:cubicBezTo>
                    <a:pt x="585012" y="242958"/>
                    <a:pt x="580870" y="247114"/>
                    <a:pt x="580870" y="252236"/>
                  </a:cubicBezTo>
                  <a:cubicBezTo>
                    <a:pt x="580870" y="257358"/>
                    <a:pt x="585012" y="261515"/>
                    <a:pt x="590115" y="261515"/>
                  </a:cubicBezTo>
                  <a:lnTo>
                    <a:pt x="635824" y="261515"/>
                  </a:lnTo>
                  <a:cubicBezTo>
                    <a:pt x="631756" y="399809"/>
                    <a:pt x="537005" y="515566"/>
                    <a:pt x="409310" y="550940"/>
                  </a:cubicBezTo>
                  <a:lnTo>
                    <a:pt x="401248" y="510893"/>
                  </a:lnTo>
                  <a:cubicBezTo>
                    <a:pt x="485973" y="486397"/>
                    <a:pt x="554874" y="419850"/>
                    <a:pt x="582272" y="335334"/>
                  </a:cubicBezTo>
                  <a:cubicBezTo>
                    <a:pt x="583862" y="330472"/>
                    <a:pt x="581200" y="325239"/>
                    <a:pt x="576355" y="323642"/>
                  </a:cubicBezTo>
                  <a:cubicBezTo>
                    <a:pt x="571473" y="322046"/>
                    <a:pt x="566296" y="324719"/>
                    <a:pt x="564706" y="329581"/>
                  </a:cubicBezTo>
                  <a:cubicBezTo>
                    <a:pt x="538337" y="410863"/>
                    <a:pt x="470698" y="474326"/>
                    <a:pt x="388226" y="495192"/>
                  </a:cubicBezTo>
                  <a:cubicBezTo>
                    <a:pt x="383455" y="496416"/>
                    <a:pt x="380460" y="501167"/>
                    <a:pt x="381421" y="506029"/>
                  </a:cubicBezTo>
                  <a:lnTo>
                    <a:pt x="391333" y="555392"/>
                  </a:lnTo>
                  <a:cubicBezTo>
                    <a:pt x="345993" y="565302"/>
                    <a:pt x="294956" y="564188"/>
                    <a:pt x="250318" y="552423"/>
                  </a:cubicBezTo>
                  <a:lnTo>
                    <a:pt x="259896" y="520504"/>
                  </a:lnTo>
                  <a:cubicBezTo>
                    <a:pt x="261375" y="515604"/>
                    <a:pt x="258601" y="510408"/>
                    <a:pt x="253720" y="508923"/>
                  </a:cubicBezTo>
                  <a:cubicBezTo>
                    <a:pt x="248838" y="507438"/>
                    <a:pt x="243661" y="510222"/>
                    <a:pt x="242181" y="515121"/>
                  </a:cubicBezTo>
                  <a:lnTo>
                    <a:pt x="232566" y="547152"/>
                  </a:lnTo>
                  <a:cubicBezTo>
                    <a:pt x="32277" y="485281"/>
                    <a:pt x="-50458" y="227066"/>
                    <a:pt x="85265" y="59830"/>
                  </a:cubicBezTo>
                  <a:cubicBezTo>
                    <a:pt x="88445" y="55822"/>
                    <a:pt x="87780" y="49994"/>
                    <a:pt x="83786" y="46803"/>
                  </a:cubicBezTo>
                  <a:close/>
                </a:path>
              </a:pathLst>
            </a:custGeom>
            <a:solidFill>
              <a:srgbClr val="000000"/>
            </a:solidFill>
            <a:ln w="9438" cap="flat">
              <a:noFill/>
              <a:prstDash val="solid"/>
              <a:miter/>
            </a:ln>
          </p:spPr>
          <p:txBody>
            <a:bodyPr/>
            <a:lstStyle/>
            <a:p>
              <a:endParaRPr lang="en-US"/>
            </a:p>
          </p:txBody>
        </p:sp>
        <p:sp>
          <p:nvSpPr>
            <p:cNvPr id="40" name="Freeform 39">
              <a:extLst>
                <a:ext uri="{FF2B5EF4-FFF2-40B4-BE49-F238E27FC236}">
                  <a16:creationId xmlns:a16="http://schemas.microsoft.com/office/drawing/2014/main" id="{FD9E52DF-EFE8-DE54-E730-CF08FA72C61F}"/>
                </a:ext>
              </a:extLst>
            </p:cNvPr>
            <p:cNvSpPr/>
            <p:nvPr/>
          </p:nvSpPr>
          <p:spPr>
            <a:xfrm>
              <a:off x="3844355" y="4789162"/>
              <a:ext cx="471821" cy="363775"/>
            </a:xfrm>
            <a:custGeom>
              <a:avLst/>
              <a:gdLst>
                <a:gd name="csX0" fmla="*/ 45419 w 471821"/>
                <a:gd name="csY0" fmla="*/ 4038 h 363775"/>
                <a:gd name="csX1" fmla="*/ 35952 w 471821"/>
                <a:gd name="csY1" fmla="*/ 288712 h 363775"/>
                <a:gd name="csX2" fmla="*/ 43940 w 471821"/>
                <a:gd name="csY2" fmla="*/ 293351 h 363775"/>
                <a:gd name="csX3" fmla="*/ 51928 w 471821"/>
                <a:gd name="csY3" fmla="*/ 279395 h 363775"/>
                <a:gd name="csX4" fmla="*/ 56181 w 471821"/>
                <a:gd name="csY4" fmla="*/ 21478 h 363775"/>
                <a:gd name="csX5" fmla="*/ 91978 w 471821"/>
                <a:gd name="csY5" fmla="*/ 41075 h 363775"/>
                <a:gd name="csX6" fmla="*/ 144973 w 471821"/>
                <a:gd name="csY6" fmla="*/ 323373 h 363775"/>
                <a:gd name="csX7" fmla="*/ 128110 w 471821"/>
                <a:gd name="csY7" fmla="*/ 349354 h 363775"/>
                <a:gd name="csX8" fmla="*/ 130810 w 471821"/>
                <a:gd name="csY8" fmla="*/ 362196 h 363775"/>
                <a:gd name="csX9" fmla="*/ 143606 w 471821"/>
                <a:gd name="csY9" fmla="*/ 359487 h 363775"/>
                <a:gd name="csX10" fmla="*/ 160358 w 471821"/>
                <a:gd name="csY10" fmla="*/ 333692 h 363775"/>
                <a:gd name="csX11" fmla="*/ 471557 w 471821"/>
                <a:gd name="csY11" fmla="*/ 201298 h 363775"/>
                <a:gd name="csX12" fmla="*/ 462534 w 471821"/>
                <a:gd name="csY12" fmla="*/ 189941 h 363775"/>
                <a:gd name="csX13" fmla="*/ 426736 w 471821"/>
                <a:gd name="csY13" fmla="*/ 189941 h 363775"/>
                <a:gd name="csX14" fmla="*/ 426736 w 471821"/>
                <a:gd name="csY14" fmla="*/ 208499 h 363775"/>
                <a:gd name="csX15" fmla="*/ 450515 w 471821"/>
                <a:gd name="csY15" fmla="*/ 208499 h 363775"/>
                <a:gd name="csX16" fmla="*/ 77485 w 471821"/>
                <a:gd name="csY16" fmla="*/ 154013 h 363775"/>
                <a:gd name="csX17" fmla="*/ 113098 w 471821"/>
                <a:gd name="csY17" fmla="*/ 42742 h 363775"/>
                <a:gd name="csX18" fmla="*/ 113727 w 471821"/>
                <a:gd name="csY18" fmla="*/ 34094 h 363775"/>
                <a:gd name="csX19" fmla="*/ 109733 w 471821"/>
                <a:gd name="csY19" fmla="*/ 29714 h 363775"/>
                <a:gd name="csX20" fmla="*/ 57515 w 471821"/>
                <a:gd name="csY20" fmla="*/ 1135 h 363775"/>
                <a:gd name="csX21" fmla="*/ 45423 w 471821"/>
                <a:gd name="csY21" fmla="*/ 4105 h 363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471821" h="363775">
                  <a:moveTo>
                    <a:pt x="45419" y="4038"/>
                  </a:moveTo>
                  <a:cubicBezTo>
                    <a:pt x="-11532" y="87102"/>
                    <a:pt x="-15193" y="202049"/>
                    <a:pt x="35952" y="288712"/>
                  </a:cubicBezTo>
                  <a:cubicBezTo>
                    <a:pt x="37653" y="291681"/>
                    <a:pt x="40760" y="293351"/>
                    <a:pt x="43940" y="293351"/>
                  </a:cubicBezTo>
                  <a:cubicBezTo>
                    <a:pt x="50818" y="293500"/>
                    <a:pt x="55589" y="285372"/>
                    <a:pt x="51928" y="279395"/>
                  </a:cubicBezTo>
                  <a:cubicBezTo>
                    <a:pt x="5849" y="201268"/>
                    <a:pt x="7476" y="97974"/>
                    <a:pt x="56181" y="21478"/>
                  </a:cubicBezTo>
                  <a:lnTo>
                    <a:pt x="91978" y="41075"/>
                  </a:lnTo>
                  <a:cubicBezTo>
                    <a:pt x="31366" y="132155"/>
                    <a:pt x="58251" y="262573"/>
                    <a:pt x="144973" y="323373"/>
                  </a:cubicBezTo>
                  <a:lnTo>
                    <a:pt x="128110" y="349354"/>
                  </a:lnTo>
                  <a:cubicBezTo>
                    <a:pt x="125337" y="353659"/>
                    <a:pt x="126520" y="359412"/>
                    <a:pt x="130810" y="362196"/>
                  </a:cubicBezTo>
                  <a:cubicBezTo>
                    <a:pt x="135026" y="364980"/>
                    <a:pt x="140795" y="363829"/>
                    <a:pt x="143606" y="359487"/>
                  </a:cubicBezTo>
                  <a:lnTo>
                    <a:pt x="160358" y="333692"/>
                  </a:lnTo>
                  <a:cubicBezTo>
                    <a:pt x="278699" y="407329"/>
                    <a:pt x="441934" y="339148"/>
                    <a:pt x="471557" y="201298"/>
                  </a:cubicBezTo>
                  <a:cubicBezTo>
                    <a:pt x="472999" y="195694"/>
                    <a:pt x="468340" y="189793"/>
                    <a:pt x="462534" y="189941"/>
                  </a:cubicBezTo>
                  <a:lnTo>
                    <a:pt x="426736" y="189941"/>
                  </a:lnTo>
                  <a:cubicBezTo>
                    <a:pt x="414532" y="190238"/>
                    <a:pt x="414532" y="208202"/>
                    <a:pt x="426736" y="208499"/>
                  </a:cubicBezTo>
                  <a:lnTo>
                    <a:pt x="450515" y="208499"/>
                  </a:lnTo>
                  <a:cubicBezTo>
                    <a:pt x="382802" y="417275"/>
                    <a:pt x="82730" y="374585"/>
                    <a:pt x="77485" y="154013"/>
                  </a:cubicBezTo>
                  <a:cubicBezTo>
                    <a:pt x="77448" y="113817"/>
                    <a:pt x="89911" y="75441"/>
                    <a:pt x="113098" y="42742"/>
                  </a:cubicBezTo>
                  <a:cubicBezTo>
                    <a:pt x="114726" y="40218"/>
                    <a:pt x="114948" y="36803"/>
                    <a:pt x="113727" y="34094"/>
                  </a:cubicBezTo>
                  <a:cubicBezTo>
                    <a:pt x="112951" y="32238"/>
                    <a:pt x="111471" y="30716"/>
                    <a:pt x="109733" y="29714"/>
                  </a:cubicBezTo>
                  <a:lnTo>
                    <a:pt x="57515" y="1135"/>
                  </a:lnTo>
                  <a:cubicBezTo>
                    <a:pt x="53336" y="-1166"/>
                    <a:pt x="48085" y="133"/>
                    <a:pt x="45423" y="4105"/>
                  </a:cubicBezTo>
                  <a:close/>
                </a:path>
              </a:pathLst>
            </a:custGeom>
            <a:solidFill>
              <a:srgbClr val="000000"/>
            </a:solidFill>
            <a:ln w="9438" cap="flat">
              <a:noFill/>
              <a:prstDash val="solid"/>
              <a:miter/>
            </a:ln>
          </p:spPr>
          <p:txBody>
            <a:bodyPr/>
            <a:lstStyle/>
            <a:p>
              <a:endParaRPr lang="en-US"/>
            </a:p>
          </p:txBody>
        </p:sp>
        <p:sp>
          <p:nvSpPr>
            <p:cNvPr id="41" name="Freeform 40">
              <a:extLst>
                <a:ext uri="{FF2B5EF4-FFF2-40B4-BE49-F238E27FC236}">
                  <a16:creationId xmlns:a16="http://schemas.microsoft.com/office/drawing/2014/main" id="{2C3AA4AD-57C7-3A27-575A-36B47DE97E89}"/>
                </a:ext>
              </a:extLst>
            </p:cNvPr>
            <p:cNvSpPr/>
            <p:nvPr/>
          </p:nvSpPr>
          <p:spPr>
            <a:xfrm>
              <a:off x="3919038" y="4578583"/>
              <a:ext cx="338333" cy="137241"/>
            </a:xfrm>
            <a:custGeom>
              <a:avLst/>
              <a:gdLst>
                <a:gd name="csX0" fmla="*/ 221033 w 338333"/>
                <a:gd name="csY0" fmla="*/ 16 h 137241"/>
                <a:gd name="csX1" fmla="*/ 211270 w 338333"/>
                <a:gd name="csY1" fmla="*/ 8738 h 137241"/>
                <a:gd name="csX2" fmla="*/ 209643 w 338333"/>
                <a:gd name="csY2" fmla="*/ 36500 h 137241"/>
                <a:gd name="csX3" fmla="*/ 34536 w 338333"/>
                <a:gd name="csY3" fmla="*/ 77364 h 137241"/>
                <a:gd name="csX4" fmla="*/ 16230 w 338333"/>
                <a:gd name="csY4" fmla="*/ 56208 h 137241"/>
                <a:gd name="csX5" fmla="*/ 3176 w 338333"/>
                <a:gd name="csY5" fmla="*/ 55280 h 137241"/>
                <a:gd name="csX6" fmla="*/ 2251 w 338333"/>
                <a:gd name="csY6" fmla="*/ 68382 h 137241"/>
                <a:gd name="csX7" fmla="*/ 25549 w 338333"/>
                <a:gd name="csY7" fmla="*/ 95290 h 137241"/>
                <a:gd name="csX8" fmla="*/ 37199 w 338333"/>
                <a:gd name="csY8" fmla="*/ 97220 h 137241"/>
                <a:gd name="csX9" fmla="*/ 217740 w 338333"/>
                <a:gd name="csY9" fmla="*/ 55651 h 137241"/>
                <a:gd name="csX10" fmla="*/ 316152 w 338333"/>
                <a:gd name="csY10" fmla="*/ 80333 h 137241"/>
                <a:gd name="csX11" fmla="*/ 296108 w 338333"/>
                <a:gd name="csY11" fmla="*/ 116112 h 137241"/>
                <a:gd name="csX12" fmla="*/ 136717 w 338333"/>
                <a:gd name="csY12" fmla="*/ 101525 h 137241"/>
                <a:gd name="csX13" fmla="*/ 140600 w 338333"/>
                <a:gd name="csY13" fmla="*/ 119675 h 137241"/>
                <a:gd name="csX14" fmla="*/ 296223 w 338333"/>
                <a:gd name="csY14" fmla="*/ 136414 h 137241"/>
                <a:gd name="csX15" fmla="*/ 308094 w 338333"/>
                <a:gd name="csY15" fmla="*/ 132517 h 137241"/>
                <a:gd name="csX16" fmla="*/ 337161 w 338333"/>
                <a:gd name="csY16" fmla="*/ 80593 h 137241"/>
                <a:gd name="csX17" fmla="*/ 338086 w 338333"/>
                <a:gd name="csY17" fmla="*/ 74024 h 137241"/>
                <a:gd name="csX18" fmla="*/ 333056 w 338333"/>
                <a:gd name="csY18" fmla="*/ 67677 h 137241"/>
                <a:gd name="csX19" fmla="*/ 227951 w 338333"/>
                <a:gd name="csY19" fmla="*/ 37985 h 137241"/>
                <a:gd name="csX20" fmla="*/ 229578 w 338333"/>
                <a:gd name="csY20" fmla="*/ 9889 h 137241"/>
                <a:gd name="csX21" fmla="*/ 220887 w 338333"/>
                <a:gd name="csY21" fmla="*/ 91 h 1372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38333" h="137241">
                  <a:moveTo>
                    <a:pt x="221033" y="16"/>
                  </a:moveTo>
                  <a:cubicBezTo>
                    <a:pt x="216003" y="-281"/>
                    <a:pt x="211565" y="3616"/>
                    <a:pt x="211270" y="8738"/>
                  </a:cubicBezTo>
                  <a:lnTo>
                    <a:pt x="209643" y="36500"/>
                  </a:lnTo>
                  <a:cubicBezTo>
                    <a:pt x="148734" y="33383"/>
                    <a:pt x="87600" y="47672"/>
                    <a:pt x="34536" y="77364"/>
                  </a:cubicBezTo>
                  <a:lnTo>
                    <a:pt x="16230" y="56208"/>
                  </a:lnTo>
                  <a:cubicBezTo>
                    <a:pt x="12902" y="52348"/>
                    <a:pt x="7059" y="51940"/>
                    <a:pt x="3176" y="55280"/>
                  </a:cubicBezTo>
                  <a:cubicBezTo>
                    <a:pt x="-670" y="58621"/>
                    <a:pt x="-1077" y="64485"/>
                    <a:pt x="2251" y="68382"/>
                  </a:cubicBezTo>
                  <a:lnTo>
                    <a:pt x="25549" y="95290"/>
                  </a:lnTo>
                  <a:cubicBezTo>
                    <a:pt x="28471" y="98668"/>
                    <a:pt x="33426" y="99447"/>
                    <a:pt x="37199" y="97220"/>
                  </a:cubicBezTo>
                  <a:cubicBezTo>
                    <a:pt x="91302" y="65190"/>
                    <a:pt x="155019" y="50566"/>
                    <a:pt x="217740" y="55651"/>
                  </a:cubicBezTo>
                  <a:cubicBezTo>
                    <a:pt x="251800" y="58323"/>
                    <a:pt x="284787" y="66600"/>
                    <a:pt x="316152" y="80333"/>
                  </a:cubicBezTo>
                  <a:lnTo>
                    <a:pt x="296108" y="116112"/>
                  </a:lnTo>
                  <a:cubicBezTo>
                    <a:pt x="246368" y="95068"/>
                    <a:pt x="189639" y="90057"/>
                    <a:pt x="136717" y="101525"/>
                  </a:cubicBezTo>
                  <a:cubicBezTo>
                    <a:pt x="124957" y="104346"/>
                    <a:pt x="128544" y="121938"/>
                    <a:pt x="140600" y="119675"/>
                  </a:cubicBezTo>
                  <a:cubicBezTo>
                    <a:pt x="192522" y="108392"/>
                    <a:pt x="248035" y="114219"/>
                    <a:pt x="296223" y="136414"/>
                  </a:cubicBezTo>
                  <a:cubicBezTo>
                    <a:pt x="300513" y="138381"/>
                    <a:pt x="305764" y="136748"/>
                    <a:pt x="308094" y="132517"/>
                  </a:cubicBezTo>
                  <a:lnTo>
                    <a:pt x="337161" y="80593"/>
                  </a:lnTo>
                  <a:cubicBezTo>
                    <a:pt x="338234" y="78589"/>
                    <a:pt x="338641" y="76213"/>
                    <a:pt x="338086" y="74024"/>
                  </a:cubicBezTo>
                  <a:cubicBezTo>
                    <a:pt x="337494" y="71277"/>
                    <a:pt x="335534" y="68939"/>
                    <a:pt x="333056" y="67677"/>
                  </a:cubicBezTo>
                  <a:cubicBezTo>
                    <a:pt x="299663" y="51754"/>
                    <a:pt x="264419" y="41844"/>
                    <a:pt x="227951" y="37985"/>
                  </a:cubicBezTo>
                  <a:lnTo>
                    <a:pt x="229578" y="9889"/>
                  </a:lnTo>
                  <a:cubicBezTo>
                    <a:pt x="229874" y="4767"/>
                    <a:pt x="225991" y="387"/>
                    <a:pt x="220887" y="91"/>
                  </a:cubicBezTo>
                  <a:close/>
                </a:path>
              </a:pathLst>
            </a:custGeom>
            <a:solidFill>
              <a:srgbClr val="000000"/>
            </a:solidFill>
            <a:ln w="9438" cap="flat">
              <a:noFill/>
              <a:prstDash val="solid"/>
              <a:miter/>
            </a:ln>
          </p:spPr>
          <p:txBody>
            <a:bodyPr/>
            <a:lstStyle/>
            <a:p>
              <a:endParaRPr lang="en-US"/>
            </a:p>
          </p:txBody>
        </p:sp>
        <p:sp>
          <p:nvSpPr>
            <p:cNvPr id="42" name="Freeform 41">
              <a:extLst>
                <a:ext uri="{FF2B5EF4-FFF2-40B4-BE49-F238E27FC236}">
                  <a16:creationId xmlns:a16="http://schemas.microsoft.com/office/drawing/2014/main" id="{23A9E7E8-8662-E8A2-ED28-21C8EF6BA7D2}"/>
                </a:ext>
              </a:extLst>
            </p:cNvPr>
            <p:cNvSpPr/>
            <p:nvPr/>
          </p:nvSpPr>
          <p:spPr>
            <a:xfrm>
              <a:off x="3988072" y="4733630"/>
              <a:ext cx="366180" cy="175999"/>
            </a:xfrm>
            <a:custGeom>
              <a:avLst/>
              <a:gdLst>
                <a:gd name="csX0" fmla="*/ 365419 w 366180"/>
                <a:gd name="csY0" fmla="*/ 94601 h 175999"/>
                <a:gd name="csX1" fmla="*/ 353252 w 366180"/>
                <a:gd name="csY1" fmla="*/ 89776 h 175999"/>
                <a:gd name="csX2" fmla="*/ 307801 w 366180"/>
                <a:gd name="csY2" fmla="*/ 109558 h 175999"/>
                <a:gd name="csX3" fmla="*/ 3921 w 366180"/>
                <a:gd name="csY3" fmla="*/ 38112 h 175999"/>
                <a:gd name="csX4" fmla="*/ 1702 w 366180"/>
                <a:gd name="csY4" fmla="*/ 51028 h 175999"/>
                <a:gd name="csX5" fmla="*/ 14572 w 366180"/>
                <a:gd name="csY5" fmla="*/ 53255 h 175999"/>
                <a:gd name="csX6" fmla="*/ 307537 w 366180"/>
                <a:gd name="csY6" fmla="*/ 157439 h 175999"/>
                <a:gd name="csX7" fmla="*/ 278987 w 366180"/>
                <a:gd name="csY7" fmla="*/ 157439 h 175999"/>
                <a:gd name="csX8" fmla="*/ 278987 w 366180"/>
                <a:gd name="csY8" fmla="*/ 175996 h 175999"/>
                <a:gd name="csX9" fmla="*/ 319371 w 366180"/>
                <a:gd name="csY9" fmla="*/ 175996 h 175999"/>
                <a:gd name="csX10" fmla="*/ 328394 w 366180"/>
                <a:gd name="csY10" fmla="*/ 164750 h 175999"/>
                <a:gd name="csX11" fmla="*/ 315931 w 366180"/>
                <a:gd name="csY11" fmla="*/ 126225 h 175999"/>
                <a:gd name="csX12" fmla="*/ 360606 w 366180"/>
                <a:gd name="csY12" fmla="*/ 106776 h 175999"/>
                <a:gd name="csX13" fmla="*/ 365413 w 366180"/>
                <a:gd name="csY13" fmla="*/ 94565 h 175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66180" h="175999">
                  <a:moveTo>
                    <a:pt x="365419" y="94601"/>
                  </a:moveTo>
                  <a:cubicBezTo>
                    <a:pt x="363385" y="89888"/>
                    <a:pt x="357949" y="87735"/>
                    <a:pt x="353252" y="89776"/>
                  </a:cubicBezTo>
                  <a:lnTo>
                    <a:pt x="307801" y="109558"/>
                  </a:lnTo>
                  <a:cubicBezTo>
                    <a:pt x="251182" y="1774"/>
                    <a:pt x="103734" y="-35121"/>
                    <a:pt x="3921" y="38112"/>
                  </a:cubicBezTo>
                  <a:cubicBezTo>
                    <a:pt x="-258" y="41081"/>
                    <a:pt x="-1257" y="46871"/>
                    <a:pt x="1702" y="51028"/>
                  </a:cubicBezTo>
                  <a:cubicBezTo>
                    <a:pt x="4661" y="55222"/>
                    <a:pt x="10430" y="56187"/>
                    <a:pt x="14572" y="53255"/>
                  </a:cubicBezTo>
                  <a:cubicBezTo>
                    <a:pt x="119299" y="-23313"/>
                    <a:pt x="273814" y="32990"/>
                    <a:pt x="307537" y="157439"/>
                  </a:cubicBezTo>
                  <a:lnTo>
                    <a:pt x="278987" y="157439"/>
                  </a:lnTo>
                  <a:cubicBezTo>
                    <a:pt x="266820" y="157736"/>
                    <a:pt x="266783" y="175700"/>
                    <a:pt x="278987" y="175996"/>
                  </a:cubicBezTo>
                  <a:lnTo>
                    <a:pt x="319371" y="175996"/>
                  </a:lnTo>
                  <a:cubicBezTo>
                    <a:pt x="325103" y="176145"/>
                    <a:pt x="329763" y="170318"/>
                    <a:pt x="328394" y="164750"/>
                  </a:cubicBezTo>
                  <a:cubicBezTo>
                    <a:pt x="325473" y="151351"/>
                    <a:pt x="321257" y="138473"/>
                    <a:pt x="315931" y="126225"/>
                  </a:cubicBezTo>
                  <a:lnTo>
                    <a:pt x="360606" y="106776"/>
                  </a:lnTo>
                  <a:cubicBezTo>
                    <a:pt x="365302" y="104735"/>
                    <a:pt x="367447" y="99279"/>
                    <a:pt x="365413" y="94565"/>
                  </a:cubicBezTo>
                  <a:close/>
                </a:path>
              </a:pathLst>
            </a:custGeom>
            <a:solidFill>
              <a:srgbClr val="000000"/>
            </a:solidFill>
            <a:ln w="9438" cap="flat">
              <a:noFill/>
              <a:prstDash val="solid"/>
              <a:miter/>
            </a:ln>
          </p:spPr>
          <p:txBody>
            <a:bodyPr/>
            <a:lstStyle/>
            <a:p>
              <a:endParaRPr lang="en-US"/>
            </a:p>
          </p:txBody>
        </p:sp>
        <p:sp>
          <p:nvSpPr>
            <p:cNvPr id="43" name="Freeform 42">
              <a:extLst>
                <a:ext uri="{FF2B5EF4-FFF2-40B4-BE49-F238E27FC236}">
                  <a16:creationId xmlns:a16="http://schemas.microsoft.com/office/drawing/2014/main" id="{DD6DAE2F-E6F5-3F5D-2526-48681E86C3E3}"/>
                </a:ext>
              </a:extLst>
            </p:cNvPr>
            <p:cNvSpPr/>
            <p:nvPr/>
          </p:nvSpPr>
          <p:spPr>
            <a:xfrm>
              <a:off x="4004823" y="4787978"/>
              <a:ext cx="214976" cy="273192"/>
            </a:xfrm>
            <a:custGeom>
              <a:avLst/>
              <a:gdLst>
                <a:gd name="csX0" fmla="*/ 198517 w 214976"/>
                <a:gd name="csY0" fmla="*/ 132751 h 273192"/>
                <a:gd name="csX1" fmla="*/ 204361 w 214976"/>
                <a:gd name="csY1" fmla="*/ 133233 h 273192"/>
                <a:gd name="csX2" fmla="*/ 214974 w 214976"/>
                <a:gd name="csY2" fmla="*/ 124066 h 273192"/>
                <a:gd name="csX3" fmla="*/ 214974 w 214976"/>
                <a:gd name="csY3" fmla="*/ 95153 h 273192"/>
                <a:gd name="csX4" fmla="*/ 191898 w 214976"/>
                <a:gd name="csY4" fmla="*/ 72030 h 273192"/>
                <a:gd name="csX5" fmla="*/ 164088 w 214976"/>
                <a:gd name="csY5" fmla="*/ 72030 h 273192"/>
                <a:gd name="csX6" fmla="*/ 114014 w 214976"/>
                <a:gd name="csY6" fmla="*/ 434 h 273192"/>
                <a:gd name="csX7" fmla="*/ 50924 w 214976"/>
                <a:gd name="csY7" fmla="*/ 72030 h 273192"/>
                <a:gd name="csX8" fmla="*/ 23076 w 214976"/>
                <a:gd name="csY8" fmla="*/ 72030 h 273192"/>
                <a:gd name="csX9" fmla="*/ 0 w 214976"/>
                <a:gd name="csY9" fmla="*/ 95153 h 273192"/>
                <a:gd name="csX10" fmla="*/ 0 w 214976"/>
                <a:gd name="csY10" fmla="*/ 155205 h 273192"/>
                <a:gd name="csX11" fmla="*/ 18491 w 214976"/>
                <a:gd name="csY11" fmla="*/ 155205 h 273192"/>
                <a:gd name="csX12" fmla="*/ 18491 w 214976"/>
                <a:gd name="csY12" fmla="*/ 95153 h 273192"/>
                <a:gd name="csX13" fmla="*/ 23076 w 214976"/>
                <a:gd name="csY13" fmla="*/ 90588 h 273192"/>
                <a:gd name="csX14" fmla="*/ 64200 w 214976"/>
                <a:gd name="csY14" fmla="*/ 90588 h 273192"/>
                <a:gd name="csX15" fmla="*/ 72373 w 214976"/>
                <a:gd name="csY15" fmla="*/ 76966 h 273192"/>
                <a:gd name="csX16" fmla="*/ 111980 w 214976"/>
                <a:gd name="csY16" fmla="*/ 18844 h 273192"/>
                <a:gd name="csX17" fmla="*/ 142601 w 214976"/>
                <a:gd name="csY17" fmla="*/ 76966 h 273192"/>
                <a:gd name="csX18" fmla="*/ 150774 w 214976"/>
                <a:gd name="csY18" fmla="*/ 90588 h 273192"/>
                <a:gd name="csX19" fmla="*/ 191898 w 214976"/>
                <a:gd name="csY19" fmla="*/ 90588 h 273192"/>
                <a:gd name="csX20" fmla="*/ 196484 w 214976"/>
                <a:gd name="csY20" fmla="*/ 95153 h 273192"/>
                <a:gd name="csX21" fmla="*/ 196484 w 214976"/>
                <a:gd name="csY21" fmla="*/ 114230 h 273192"/>
                <a:gd name="csX22" fmla="*/ 196484 w 214976"/>
                <a:gd name="csY22" fmla="*/ 230956 h 273192"/>
                <a:gd name="csX23" fmla="*/ 196484 w 214976"/>
                <a:gd name="csY23" fmla="*/ 250033 h 273192"/>
                <a:gd name="csX24" fmla="*/ 191898 w 214976"/>
                <a:gd name="csY24" fmla="*/ 254635 h 273192"/>
                <a:gd name="csX25" fmla="*/ 23078 w 214976"/>
                <a:gd name="csY25" fmla="*/ 254635 h 273192"/>
                <a:gd name="csX26" fmla="*/ 18492 w 214976"/>
                <a:gd name="csY26" fmla="*/ 250033 h 273192"/>
                <a:gd name="csX27" fmla="*/ 18492 w 214976"/>
                <a:gd name="csY27" fmla="*/ 204307 h 273192"/>
                <a:gd name="csX28" fmla="*/ 1 w 214976"/>
                <a:gd name="csY28" fmla="*/ 204307 h 273192"/>
                <a:gd name="csX29" fmla="*/ 1 w 214976"/>
                <a:gd name="csY29" fmla="*/ 250033 h 273192"/>
                <a:gd name="csX30" fmla="*/ 23078 w 214976"/>
                <a:gd name="csY30" fmla="*/ 273192 h 273192"/>
                <a:gd name="csX31" fmla="*/ 191898 w 214976"/>
                <a:gd name="csY31" fmla="*/ 273192 h 273192"/>
                <a:gd name="csX32" fmla="*/ 214975 w 214976"/>
                <a:gd name="csY32" fmla="*/ 250033 h 273192"/>
                <a:gd name="csX33" fmla="*/ 214975 w 214976"/>
                <a:gd name="csY33" fmla="*/ 221120 h 273192"/>
                <a:gd name="csX34" fmla="*/ 211757 w 214976"/>
                <a:gd name="csY34" fmla="*/ 214105 h 273192"/>
                <a:gd name="csX35" fmla="*/ 198518 w 214976"/>
                <a:gd name="csY35" fmla="*/ 212435 h 273192"/>
                <a:gd name="csX36" fmla="*/ 198518 w 214976"/>
                <a:gd name="csY36" fmla="*/ 132749 h 2731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14976" h="273192">
                  <a:moveTo>
                    <a:pt x="198517" y="132751"/>
                  </a:moveTo>
                  <a:cubicBezTo>
                    <a:pt x="200256" y="132751"/>
                    <a:pt x="202105" y="132899"/>
                    <a:pt x="204361" y="133233"/>
                  </a:cubicBezTo>
                  <a:cubicBezTo>
                    <a:pt x="209760" y="134161"/>
                    <a:pt x="215085" y="129559"/>
                    <a:pt x="214974" y="124066"/>
                  </a:cubicBezTo>
                  <a:lnTo>
                    <a:pt x="214974" y="95153"/>
                  </a:lnTo>
                  <a:cubicBezTo>
                    <a:pt x="214974" y="82385"/>
                    <a:pt x="204619" y="72030"/>
                    <a:pt x="191898" y="72030"/>
                  </a:cubicBezTo>
                  <a:lnTo>
                    <a:pt x="164088" y="72030"/>
                  </a:lnTo>
                  <a:cubicBezTo>
                    <a:pt x="172630" y="38960"/>
                    <a:pt x="148112" y="3553"/>
                    <a:pt x="114014" y="434"/>
                  </a:cubicBezTo>
                  <a:cubicBezTo>
                    <a:pt x="74629" y="-4502"/>
                    <a:pt x="41124" y="33467"/>
                    <a:pt x="50924" y="72030"/>
                  </a:cubicBezTo>
                  <a:lnTo>
                    <a:pt x="23076" y="72030"/>
                  </a:lnTo>
                  <a:cubicBezTo>
                    <a:pt x="10354" y="72030"/>
                    <a:pt x="0" y="82423"/>
                    <a:pt x="0" y="95153"/>
                  </a:cubicBezTo>
                  <a:lnTo>
                    <a:pt x="0" y="155205"/>
                  </a:lnTo>
                  <a:cubicBezTo>
                    <a:pt x="333" y="167416"/>
                    <a:pt x="18158" y="167453"/>
                    <a:pt x="18491" y="155205"/>
                  </a:cubicBezTo>
                  <a:lnTo>
                    <a:pt x="18491" y="95153"/>
                  </a:lnTo>
                  <a:cubicBezTo>
                    <a:pt x="18491" y="92629"/>
                    <a:pt x="20524" y="90588"/>
                    <a:pt x="23076" y="90588"/>
                  </a:cubicBezTo>
                  <a:lnTo>
                    <a:pt x="64200" y="90588"/>
                  </a:lnTo>
                  <a:cubicBezTo>
                    <a:pt x="70931" y="90810"/>
                    <a:pt x="75701" y="82868"/>
                    <a:pt x="72373" y="76966"/>
                  </a:cubicBezTo>
                  <a:cubicBezTo>
                    <a:pt x="57359" y="49315"/>
                    <a:pt x="80842" y="14872"/>
                    <a:pt x="111980" y="18844"/>
                  </a:cubicBezTo>
                  <a:cubicBezTo>
                    <a:pt x="139125" y="21590"/>
                    <a:pt x="155840" y="52952"/>
                    <a:pt x="142601" y="76966"/>
                  </a:cubicBezTo>
                  <a:cubicBezTo>
                    <a:pt x="139273" y="82868"/>
                    <a:pt x="144044" y="90773"/>
                    <a:pt x="150774" y="90588"/>
                  </a:cubicBezTo>
                  <a:lnTo>
                    <a:pt x="191898" y="90588"/>
                  </a:lnTo>
                  <a:cubicBezTo>
                    <a:pt x="194413" y="90588"/>
                    <a:pt x="196484" y="92629"/>
                    <a:pt x="196484" y="95153"/>
                  </a:cubicBezTo>
                  <a:lnTo>
                    <a:pt x="196484" y="114230"/>
                  </a:lnTo>
                  <a:cubicBezTo>
                    <a:pt x="122003" y="119500"/>
                    <a:pt x="122040" y="225720"/>
                    <a:pt x="196484" y="230956"/>
                  </a:cubicBezTo>
                  <a:lnTo>
                    <a:pt x="196484" y="250033"/>
                  </a:lnTo>
                  <a:cubicBezTo>
                    <a:pt x="196484" y="252556"/>
                    <a:pt x="194450" y="254635"/>
                    <a:pt x="191898" y="254635"/>
                  </a:cubicBezTo>
                  <a:lnTo>
                    <a:pt x="23078" y="254635"/>
                  </a:lnTo>
                  <a:cubicBezTo>
                    <a:pt x="20563" y="254635"/>
                    <a:pt x="18492" y="252594"/>
                    <a:pt x="18492" y="250033"/>
                  </a:cubicBezTo>
                  <a:lnTo>
                    <a:pt x="18492" y="204307"/>
                  </a:lnTo>
                  <a:cubicBezTo>
                    <a:pt x="18233" y="192095"/>
                    <a:pt x="297" y="192058"/>
                    <a:pt x="1" y="204307"/>
                  </a:cubicBezTo>
                  <a:lnTo>
                    <a:pt x="1" y="250033"/>
                  </a:lnTo>
                  <a:cubicBezTo>
                    <a:pt x="1" y="262801"/>
                    <a:pt x="10357" y="273192"/>
                    <a:pt x="23078" y="273192"/>
                  </a:cubicBezTo>
                  <a:lnTo>
                    <a:pt x="191898" y="273192"/>
                  </a:lnTo>
                  <a:cubicBezTo>
                    <a:pt x="204620" y="273192"/>
                    <a:pt x="214975" y="262800"/>
                    <a:pt x="214975" y="250033"/>
                  </a:cubicBezTo>
                  <a:lnTo>
                    <a:pt x="214975" y="221120"/>
                  </a:lnTo>
                  <a:cubicBezTo>
                    <a:pt x="214975" y="218410"/>
                    <a:pt x="213791" y="215849"/>
                    <a:pt x="211757" y="214105"/>
                  </a:cubicBezTo>
                  <a:cubicBezTo>
                    <a:pt x="208244" y="210542"/>
                    <a:pt x="202586" y="212472"/>
                    <a:pt x="198518" y="212435"/>
                  </a:cubicBezTo>
                  <a:cubicBezTo>
                    <a:pt x="145820" y="210245"/>
                    <a:pt x="145894" y="134939"/>
                    <a:pt x="198518" y="132749"/>
                  </a:cubicBezTo>
                  <a:close/>
                </a:path>
              </a:pathLst>
            </a:custGeom>
            <a:solidFill>
              <a:srgbClr val="000000"/>
            </a:solidFill>
            <a:ln w="9438" cap="flat">
              <a:noFill/>
              <a:prstDash val="solid"/>
              <a:miter/>
            </a:ln>
          </p:spPr>
          <p:txBody>
            <a:bodyPr/>
            <a:lstStyle/>
            <a:p>
              <a:endParaRPr lang="en-US"/>
            </a:p>
          </p:txBody>
        </p:sp>
      </p:grpSp>
      <p:sp>
        <p:nvSpPr>
          <p:cNvPr id="50" name="Freeform 49">
            <a:extLst>
              <a:ext uri="{FF2B5EF4-FFF2-40B4-BE49-F238E27FC236}">
                <a16:creationId xmlns:a16="http://schemas.microsoft.com/office/drawing/2014/main" id="{2665A8AA-0065-BBB3-361B-F4A97531F800}"/>
              </a:ext>
              <a:ext uri="{C183D7F6-B498-43B3-948B-1728B52AA6E4}">
                <adec:decorative xmlns:adec="http://schemas.microsoft.com/office/drawing/2017/decorative" val="1"/>
              </a:ext>
            </a:extLst>
          </p:cNvPr>
          <p:cNvSpPr>
            <a:spLocks noChangeAspect="1"/>
          </p:cNvSpPr>
          <p:nvPr/>
        </p:nvSpPr>
        <p:spPr>
          <a:xfrm>
            <a:off x="9686849" y="2188643"/>
            <a:ext cx="592951" cy="597095"/>
          </a:xfrm>
          <a:custGeom>
            <a:avLst/>
            <a:gdLst>
              <a:gd name="csX0" fmla="*/ 518268 w 868140"/>
              <a:gd name="csY0" fmla="*/ 45655 h 874206"/>
              <a:gd name="csX1" fmla="*/ 545376 w 868140"/>
              <a:gd name="csY1" fmla="*/ 54785 h 874206"/>
              <a:gd name="csX2" fmla="*/ 571040 w 868140"/>
              <a:gd name="csY2" fmla="*/ 67628 h 874206"/>
              <a:gd name="csX3" fmla="*/ 575256 w 868140"/>
              <a:gd name="csY3" fmla="*/ 68518 h 874206"/>
              <a:gd name="csX4" fmla="*/ 579102 w 868140"/>
              <a:gd name="csY4" fmla="*/ 66514 h 874206"/>
              <a:gd name="csX5" fmla="*/ 588607 w 868140"/>
              <a:gd name="csY5" fmla="*/ 57050 h 874206"/>
              <a:gd name="csX6" fmla="*/ 606653 w 868140"/>
              <a:gd name="csY6" fmla="*/ 49515 h 874206"/>
              <a:gd name="csX7" fmla="*/ 624663 w 868140"/>
              <a:gd name="csY7" fmla="*/ 57013 h 874206"/>
              <a:gd name="csX8" fmla="*/ 656504 w 868140"/>
              <a:gd name="csY8" fmla="*/ 88932 h 874206"/>
              <a:gd name="csX9" fmla="*/ 663974 w 868140"/>
              <a:gd name="csY9" fmla="*/ 107082 h 874206"/>
              <a:gd name="csX10" fmla="*/ 656504 w 868140"/>
              <a:gd name="csY10" fmla="*/ 125231 h 874206"/>
              <a:gd name="csX11" fmla="*/ 647037 w 868140"/>
              <a:gd name="csY11" fmla="*/ 134696 h 874206"/>
              <a:gd name="csX12" fmla="*/ 645040 w 868140"/>
              <a:gd name="csY12" fmla="*/ 138630 h 874206"/>
              <a:gd name="csX13" fmla="*/ 645927 w 868140"/>
              <a:gd name="csY13" fmla="*/ 142861 h 874206"/>
              <a:gd name="csX14" fmla="*/ 658723 w 868140"/>
              <a:gd name="csY14" fmla="*/ 168619 h 874206"/>
              <a:gd name="csX15" fmla="*/ 667821 w 868140"/>
              <a:gd name="csY15" fmla="*/ 195787 h 874206"/>
              <a:gd name="csX16" fmla="*/ 670150 w 868140"/>
              <a:gd name="csY16" fmla="*/ 199424 h 874206"/>
              <a:gd name="csX17" fmla="*/ 674255 w 868140"/>
              <a:gd name="csY17" fmla="*/ 200761 h 874206"/>
              <a:gd name="csX18" fmla="*/ 687643 w 868140"/>
              <a:gd name="csY18" fmla="*/ 200761 h 874206"/>
              <a:gd name="csX19" fmla="*/ 705689 w 868140"/>
              <a:gd name="csY19" fmla="*/ 208295 h 874206"/>
              <a:gd name="csX20" fmla="*/ 713197 w 868140"/>
              <a:gd name="csY20" fmla="*/ 226407 h 874206"/>
              <a:gd name="csX21" fmla="*/ 713197 w 868140"/>
              <a:gd name="csY21" fmla="*/ 271502 h 874206"/>
              <a:gd name="csX22" fmla="*/ 705689 w 868140"/>
              <a:gd name="csY22" fmla="*/ 289576 h 874206"/>
              <a:gd name="csX23" fmla="*/ 687605 w 868140"/>
              <a:gd name="csY23" fmla="*/ 297148 h 874206"/>
              <a:gd name="csX24" fmla="*/ 674254 w 868140"/>
              <a:gd name="csY24" fmla="*/ 297148 h 874206"/>
              <a:gd name="csX25" fmla="*/ 670112 w 868140"/>
              <a:gd name="csY25" fmla="*/ 298521 h 874206"/>
              <a:gd name="csX26" fmla="*/ 667820 w 868140"/>
              <a:gd name="csY26" fmla="*/ 302121 h 874206"/>
              <a:gd name="csX27" fmla="*/ 658722 w 868140"/>
              <a:gd name="csY27" fmla="*/ 329327 h 874206"/>
              <a:gd name="csX28" fmla="*/ 645926 w 868140"/>
              <a:gd name="csY28" fmla="*/ 355084 h 874206"/>
              <a:gd name="csX29" fmla="*/ 645039 w 868140"/>
              <a:gd name="csY29" fmla="*/ 359316 h 874206"/>
              <a:gd name="csX30" fmla="*/ 647036 w 868140"/>
              <a:gd name="csY30" fmla="*/ 363176 h 874206"/>
              <a:gd name="csX31" fmla="*/ 656466 w 868140"/>
              <a:gd name="csY31" fmla="*/ 372714 h 874206"/>
              <a:gd name="csX32" fmla="*/ 663973 w 868140"/>
              <a:gd name="csY32" fmla="*/ 390826 h 874206"/>
              <a:gd name="csX33" fmla="*/ 656503 w 868140"/>
              <a:gd name="csY33" fmla="*/ 408900 h 874206"/>
              <a:gd name="csX34" fmla="*/ 624698 w 868140"/>
              <a:gd name="csY34" fmla="*/ 440857 h 874206"/>
              <a:gd name="csX35" fmla="*/ 606614 w 868140"/>
              <a:gd name="csY35" fmla="*/ 448354 h 874206"/>
              <a:gd name="csX36" fmla="*/ 588530 w 868140"/>
              <a:gd name="csY36" fmla="*/ 440857 h 874206"/>
              <a:gd name="csX37" fmla="*/ 579099 w 868140"/>
              <a:gd name="csY37" fmla="*/ 431355 h 874206"/>
              <a:gd name="csX38" fmla="*/ 575179 w 868140"/>
              <a:gd name="csY38" fmla="*/ 429351 h 874206"/>
              <a:gd name="csX39" fmla="*/ 570964 w 868140"/>
              <a:gd name="csY39" fmla="*/ 430242 h 874206"/>
              <a:gd name="csX40" fmla="*/ 545299 w 868140"/>
              <a:gd name="csY40" fmla="*/ 443084 h 874206"/>
              <a:gd name="csX41" fmla="*/ 518228 w 868140"/>
              <a:gd name="csY41" fmla="*/ 452214 h 874206"/>
              <a:gd name="csX42" fmla="*/ 514604 w 868140"/>
              <a:gd name="csY42" fmla="*/ 454553 h 874206"/>
              <a:gd name="csX43" fmla="*/ 513273 w 868140"/>
              <a:gd name="csY43" fmla="*/ 458672 h 874206"/>
              <a:gd name="csX44" fmla="*/ 513273 w 868140"/>
              <a:gd name="csY44" fmla="*/ 472108 h 874206"/>
              <a:gd name="csX45" fmla="*/ 505765 w 868140"/>
              <a:gd name="csY45" fmla="*/ 490183 h 874206"/>
              <a:gd name="csX46" fmla="*/ 487681 w 868140"/>
              <a:gd name="csY46" fmla="*/ 497755 h 874206"/>
              <a:gd name="csX47" fmla="*/ 442748 w 868140"/>
              <a:gd name="csY47" fmla="*/ 497755 h 874206"/>
              <a:gd name="csX48" fmla="*/ 424664 w 868140"/>
              <a:gd name="csY48" fmla="*/ 490220 h 874206"/>
              <a:gd name="csX49" fmla="*/ 417157 w 868140"/>
              <a:gd name="csY49" fmla="*/ 472070 h 874206"/>
              <a:gd name="csX50" fmla="*/ 417157 w 868140"/>
              <a:gd name="csY50" fmla="*/ 458671 h 874206"/>
              <a:gd name="csX51" fmla="*/ 415788 w 868140"/>
              <a:gd name="csY51" fmla="*/ 454515 h 874206"/>
              <a:gd name="csX52" fmla="*/ 412201 w 868140"/>
              <a:gd name="csY52" fmla="*/ 452213 h 874206"/>
              <a:gd name="csX53" fmla="*/ 385093 w 868140"/>
              <a:gd name="csY53" fmla="*/ 443083 h 874206"/>
              <a:gd name="csX54" fmla="*/ 359429 w 868140"/>
              <a:gd name="csY54" fmla="*/ 430241 h 874206"/>
              <a:gd name="csX55" fmla="*/ 355213 w 868140"/>
              <a:gd name="csY55" fmla="*/ 429350 h 874206"/>
              <a:gd name="csX56" fmla="*/ 351367 w 868140"/>
              <a:gd name="csY56" fmla="*/ 431354 h 874206"/>
              <a:gd name="csX57" fmla="*/ 341862 w 868140"/>
              <a:gd name="csY57" fmla="*/ 440819 h 874206"/>
              <a:gd name="csX58" fmla="*/ 323816 w 868140"/>
              <a:gd name="csY58" fmla="*/ 448353 h 874206"/>
              <a:gd name="csX59" fmla="*/ 305806 w 868140"/>
              <a:gd name="csY59" fmla="*/ 440856 h 874206"/>
              <a:gd name="csX60" fmla="*/ 273965 w 868140"/>
              <a:gd name="csY60" fmla="*/ 408937 h 874206"/>
              <a:gd name="csX61" fmla="*/ 266495 w 868140"/>
              <a:gd name="csY61" fmla="*/ 390787 h 874206"/>
              <a:gd name="csX62" fmla="*/ 273965 w 868140"/>
              <a:gd name="csY62" fmla="*/ 372637 h 874206"/>
              <a:gd name="csX63" fmla="*/ 283432 w 868140"/>
              <a:gd name="csY63" fmla="*/ 363173 h 874206"/>
              <a:gd name="csX64" fmla="*/ 285429 w 868140"/>
              <a:gd name="csY64" fmla="*/ 359239 h 874206"/>
              <a:gd name="csX65" fmla="*/ 284542 w 868140"/>
              <a:gd name="csY65" fmla="*/ 355007 h 874206"/>
              <a:gd name="csX66" fmla="*/ 271746 w 868140"/>
              <a:gd name="csY66" fmla="*/ 329250 h 874206"/>
              <a:gd name="csX67" fmla="*/ 262648 w 868140"/>
              <a:gd name="csY67" fmla="*/ 302081 h 874206"/>
              <a:gd name="csX68" fmla="*/ 260319 w 868140"/>
              <a:gd name="csY68" fmla="*/ 298444 h 874206"/>
              <a:gd name="csX69" fmla="*/ 256214 w 868140"/>
              <a:gd name="csY69" fmla="*/ 297108 h 874206"/>
              <a:gd name="csX70" fmla="*/ 242826 w 868140"/>
              <a:gd name="csY70" fmla="*/ 297108 h 874206"/>
              <a:gd name="csX71" fmla="*/ 224742 w 868140"/>
              <a:gd name="csY71" fmla="*/ 289574 h 874206"/>
              <a:gd name="csX72" fmla="*/ 217234 w 868140"/>
              <a:gd name="csY72" fmla="*/ 271424 h 874206"/>
              <a:gd name="csX73" fmla="*/ 217234 w 868140"/>
              <a:gd name="csY73" fmla="*/ 226329 h 874206"/>
              <a:gd name="csX74" fmla="*/ 224742 w 868140"/>
              <a:gd name="csY74" fmla="*/ 208179 h 874206"/>
              <a:gd name="csX75" fmla="*/ 242826 w 868140"/>
              <a:gd name="csY75" fmla="*/ 200645 h 874206"/>
              <a:gd name="csX76" fmla="*/ 256177 w 868140"/>
              <a:gd name="csY76" fmla="*/ 200645 h 874206"/>
              <a:gd name="csX77" fmla="*/ 260319 w 868140"/>
              <a:gd name="csY77" fmla="*/ 199271 h 874206"/>
              <a:gd name="csX78" fmla="*/ 262612 w 868140"/>
              <a:gd name="csY78" fmla="*/ 195671 h 874206"/>
              <a:gd name="csX79" fmla="*/ 271709 w 868140"/>
              <a:gd name="csY79" fmla="*/ 168466 h 874206"/>
              <a:gd name="csX80" fmla="*/ 284505 w 868140"/>
              <a:gd name="csY80" fmla="*/ 142708 h 874206"/>
              <a:gd name="csX81" fmla="*/ 285393 w 868140"/>
              <a:gd name="csY81" fmla="*/ 138477 h 874206"/>
              <a:gd name="csX82" fmla="*/ 283396 w 868140"/>
              <a:gd name="csY82" fmla="*/ 134617 h 874206"/>
              <a:gd name="csX83" fmla="*/ 273965 w 868140"/>
              <a:gd name="csY83" fmla="*/ 125078 h 874206"/>
              <a:gd name="csX84" fmla="*/ 266458 w 868140"/>
              <a:gd name="csY84" fmla="*/ 106967 h 874206"/>
              <a:gd name="csX85" fmla="*/ 273928 w 868140"/>
              <a:gd name="csY85" fmla="*/ 88892 h 874206"/>
              <a:gd name="csX86" fmla="*/ 305733 w 868140"/>
              <a:gd name="csY86" fmla="*/ 56936 h 874206"/>
              <a:gd name="csX87" fmla="*/ 323817 w 868140"/>
              <a:gd name="csY87" fmla="*/ 49438 h 874206"/>
              <a:gd name="csX88" fmla="*/ 341901 w 868140"/>
              <a:gd name="csY88" fmla="*/ 56936 h 874206"/>
              <a:gd name="csX89" fmla="*/ 351332 w 868140"/>
              <a:gd name="csY89" fmla="*/ 66437 h 874206"/>
              <a:gd name="csX90" fmla="*/ 355252 w 868140"/>
              <a:gd name="csY90" fmla="*/ 68441 h 874206"/>
              <a:gd name="csX91" fmla="*/ 359468 w 868140"/>
              <a:gd name="csY91" fmla="*/ 67551 h 874206"/>
              <a:gd name="csX92" fmla="*/ 385132 w 868140"/>
              <a:gd name="csY92" fmla="*/ 54708 h 874206"/>
              <a:gd name="csX93" fmla="*/ 412203 w 868140"/>
              <a:gd name="csY93" fmla="*/ 45578 h 874206"/>
              <a:gd name="csX94" fmla="*/ 415827 w 868140"/>
              <a:gd name="csY94" fmla="*/ 43240 h 874206"/>
              <a:gd name="csX95" fmla="*/ 417159 w 868140"/>
              <a:gd name="csY95" fmla="*/ 39120 h 874206"/>
              <a:gd name="csX96" fmla="*/ 417159 w 868140"/>
              <a:gd name="csY96" fmla="*/ 25684 h 874206"/>
              <a:gd name="csX97" fmla="*/ 424666 w 868140"/>
              <a:gd name="csY97" fmla="*/ 7534 h 874206"/>
              <a:gd name="csX98" fmla="*/ 442750 w 868140"/>
              <a:gd name="csY98" fmla="*/ 0 h 874206"/>
              <a:gd name="csX99" fmla="*/ 487683 w 868140"/>
              <a:gd name="csY99" fmla="*/ 0 h 874206"/>
              <a:gd name="csX100" fmla="*/ 505729 w 868140"/>
              <a:gd name="csY100" fmla="*/ 7534 h 874206"/>
              <a:gd name="csX101" fmla="*/ 513237 w 868140"/>
              <a:gd name="csY101" fmla="*/ 25646 h 874206"/>
              <a:gd name="csX102" fmla="*/ 513237 w 868140"/>
              <a:gd name="csY102" fmla="*/ 39045 h 874206"/>
              <a:gd name="csX103" fmla="*/ 514568 w 868140"/>
              <a:gd name="csY103" fmla="*/ 43165 h 874206"/>
              <a:gd name="csX104" fmla="*/ 518192 w 868140"/>
              <a:gd name="csY104" fmla="*/ 45503 h 874206"/>
              <a:gd name="csX105" fmla="*/ 508579 w 868140"/>
              <a:gd name="csY105" fmla="*/ 373903 h 874206"/>
              <a:gd name="csX106" fmla="*/ 508579 w 868140"/>
              <a:gd name="csY106" fmla="*/ 211855 h 874206"/>
              <a:gd name="csX107" fmla="*/ 518046 w 868140"/>
              <a:gd name="csY107" fmla="*/ 202353 h 874206"/>
              <a:gd name="csX108" fmla="*/ 567971 w 868140"/>
              <a:gd name="csY108" fmla="*/ 202353 h 874206"/>
              <a:gd name="csX109" fmla="*/ 577438 w 868140"/>
              <a:gd name="csY109" fmla="*/ 211855 h 874206"/>
              <a:gd name="csX110" fmla="*/ 577438 w 868140"/>
              <a:gd name="csY110" fmla="*/ 318376 h 874206"/>
              <a:gd name="csX111" fmla="*/ 597038 w 868140"/>
              <a:gd name="csY111" fmla="*/ 248934 h 874206"/>
              <a:gd name="csX112" fmla="*/ 558430 w 868140"/>
              <a:gd name="csY112" fmla="*/ 155403 h 874206"/>
              <a:gd name="csX113" fmla="*/ 465236 w 868140"/>
              <a:gd name="csY113" fmla="*/ 116655 h 874206"/>
              <a:gd name="csX114" fmla="*/ 372042 w 868140"/>
              <a:gd name="csY114" fmla="*/ 155403 h 874206"/>
              <a:gd name="csX115" fmla="*/ 333434 w 868140"/>
              <a:gd name="csY115" fmla="*/ 248934 h 874206"/>
              <a:gd name="csX116" fmla="*/ 353034 w 868140"/>
              <a:gd name="csY116" fmla="*/ 318376 h 874206"/>
              <a:gd name="csX117" fmla="*/ 353034 w 868140"/>
              <a:gd name="csY117" fmla="*/ 250752 h 874206"/>
              <a:gd name="csX118" fmla="*/ 362501 w 868140"/>
              <a:gd name="csY118" fmla="*/ 241251 h 874206"/>
              <a:gd name="csX119" fmla="*/ 412426 w 868140"/>
              <a:gd name="csY119" fmla="*/ 241251 h 874206"/>
              <a:gd name="csX120" fmla="*/ 421893 w 868140"/>
              <a:gd name="csY120" fmla="*/ 250752 h 874206"/>
              <a:gd name="csX121" fmla="*/ 421893 w 868140"/>
              <a:gd name="csY121" fmla="*/ 373901 h 874206"/>
              <a:gd name="csX122" fmla="*/ 430768 w 868140"/>
              <a:gd name="csY122" fmla="*/ 376647 h 874206"/>
              <a:gd name="csX123" fmla="*/ 430768 w 868140"/>
              <a:gd name="csY123" fmla="*/ 236909 h 874206"/>
              <a:gd name="csX124" fmla="*/ 440236 w 868140"/>
              <a:gd name="csY124" fmla="*/ 227408 h 874206"/>
              <a:gd name="csX125" fmla="*/ 490161 w 868140"/>
              <a:gd name="csY125" fmla="*/ 227408 h 874206"/>
              <a:gd name="csX126" fmla="*/ 499628 w 868140"/>
              <a:gd name="csY126" fmla="*/ 236909 h 874206"/>
              <a:gd name="csX127" fmla="*/ 499628 w 868140"/>
              <a:gd name="csY127" fmla="*/ 376685 h 874206"/>
              <a:gd name="csX128" fmla="*/ 508503 w 868140"/>
              <a:gd name="csY128" fmla="*/ 373939 h 874206"/>
              <a:gd name="csX129" fmla="*/ 558504 w 868140"/>
              <a:gd name="csY129" fmla="*/ 342429 h 874206"/>
              <a:gd name="csX130" fmla="*/ 558504 w 868140"/>
              <a:gd name="csY130" fmla="*/ 221399 h 874206"/>
              <a:gd name="csX131" fmla="*/ 527514 w 868140"/>
              <a:gd name="csY131" fmla="*/ 221399 h 874206"/>
              <a:gd name="csX132" fmla="*/ 527514 w 868140"/>
              <a:gd name="csY132" fmla="*/ 365556 h 874206"/>
              <a:gd name="csX133" fmla="*/ 558467 w 868140"/>
              <a:gd name="csY133" fmla="*/ 342470 h 874206"/>
              <a:gd name="csX134" fmla="*/ 480769 w 868140"/>
              <a:gd name="csY134" fmla="*/ 380287 h 874206"/>
              <a:gd name="csX135" fmla="*/ 480769 w 868140"/>
              <a:gd name="csY135" fmla="*/ 246373 h 874206"/>
              <a:gd name="csX136" fmla="*/ 449779 w 868140"/>
              <a:gd name="csY136" fmla="*/ 246373 h 874206"/>
              <a:gd name="csX137" fmla="*/ 449779 w 868140"/>
              <a:gd name="csY137" fmla="*/ 380287 h 874206"/>
              <a:gd name="csX138" fmla="*/ 465274 w 868140"/>
              <a:gd name="csY138" fmla="*/ 381178 h 874206"/>
              <a:gd name="csX139" fmla="*/ 480769 w 868140"/>
              <a:gd name="csY139" fmla="*/ 380287 h 874206"/>
              <a:gd name="csX140" fmla="*/ 403034 w 868140"/>
              <a:gd name="csY140" fmla="*/ 365515 h 874206"/>
              <a:gd name="csX141" fmla="*/ 403034 w 868140"/>
              <a:gd name="csY141" fmla="*/ 260219 h 874206"/>
              <a:gd name="csX142" fmla="*/ 372044 w 868140"/>
              <a:gd name="csY142" fmla="*/ 260219 h 874206"/>
              <a:gd name="csX143" fmla="*/ 372044 w 868140"/>
              <a:gd name="csY143" fmla="*/ 342392 h 874206"/>
              <a:gd name="csX144" fmla="*/ 372118 w 868140"/>
              <a:gd name="csY144" fmla="*/ 342466 h 874206"/>
              <a:gd name="csX145" fmla="*/ 403034 w 868140"/>
              <a:gd name="csY145" fmla="*/ 365552 h 874206"/>
              <a:gd name="csX146" fmla="*/ 465311 w 868140"/>
              <a:gd name="csY146" fmla="*/ 97659 h 874206"/>
              <a:gd name="csX147" fmla="*/ 571893 w 868140"/>
              <a:gd name="csY147" fmla="*/ 141974 h 874206"/>
              <a:gd name="csX148" fmla="*/ 616050 w 868140"/>
              <a:gd name="csY148" fmla="*/ 248942 h 874206"/>
              <a:gd name="csX149" fmla="*/ 571893 w 868140"/>
              <a:gd name="csY149" fmla="*/ 355910 h 874206"/>
              <a:gd name="csX150" fmla="*/ 465311 w 868140"/>
              <a:gd name="csY150" fmla="*/ 400226 h 874206"/>
              <a:gd name="csX151" fmla="*/ 358728 w 868140"/>
              <a:gd name="csY151" fmla="*/ 355910 h 874206"/>
              <a:gd name="csX152" fmla="*/ 314572 w 868140"/>
              <a:gd name="csY152" fmla="*/ 248942 h 874206"/>
              <a:gd name="csX153" fmla="*/ 358728 w 868140"/>
              <a:gd name="csY153" fmla="*/ 141974 h 874206"/>
              <a:gd name="csX154" fmla="*/ 465311 w 868140"/>
              <a:gd name="csY154" fmla="*/ 97659 h 874206"/>
              <a:gd name="csX155" fmla="*/ 14214 w 868140"/>
              <a:gd name="csY155" fmla="*/ 626882 h 874206"/>
              <a:gd name="csX156" fmla="*/ 63622 w 868140"/>
              <a:gd name="csY156" fmla="*/ 598229 h 874206"/>
              <a:gd name="csX157" fmla="*/ 85145 w 868140"/>
              <a:gd name="csY157" fmla="*/ 595408 h 874206"/>
              <a:gd name="csX158" fmla="*/ 102378 w 868140"/>
              <a:gd name="csY158" fmla="*/ 608658 h 874206"/>
              <a:gd name="csX159" fmla="*/ 109811 w 868140"/>
              <a:gd name="csY159" fmla="*/ 621574 h 874206"/>
              <a:gd name="csX160" fmla="*/ 211916 w 868140"/>
              <a:gd name="csY160" fmla="*/ 582974 h 874206"/>
              <a:gd name="csX161" fmla="*/ 274637 w 868140"/>
              <a:gd name="csY161" fmla="*/ 533426 h 874206"/>
              <a:gd name="csX162" fmla="*/ 375482 w 868140"/>
              <a:gd name="csY162" fmla="*/ 532053 h 874206"/>
              <a:gd name="csX163" fmla="*/ 404772 w 868140"/>
              <a:gd name="csY163" fmla="*/ 535059 h 874206"/>
              <a:gd name="csX164" fmla="*/ 433876 w 868140"/>
              <a:gd name="csY164" fmla="*/ 530568 h 874206"/>
              <a:gd name="csX165" fmla="*/ 543602 w 868140"/>
              <a:gd name="csY165" fmla="*/ 500765 h 874206"/>
              <a:gd name="csX166" fmla="*/ 579437 w 868140"/>
              <a:gd name="csY166" fmla="*/ 505553 h 874206"/>
              <a:gd name="csX167" fmla="*/ 601552 w 868140"/>
              <a:gd name="csY167" fmla="*/ 534392 h 874206"/>
              <a:gd name="csX168" fmla="*/ 596781 w 868140"/>
              <a:gd name="csY168" fmla="*/ 570394 h 874206"/>
              <a:gd name="csX169" fmla="*/ 568084 w 868140"/>
              <a:gd name="csY169" fmla="*/ 592588 h 874206"/>
              <a:gd name="csX170" fmla="*/ 465203 w 868140"/>
              <a:gd name="csY170" fmla="*/ 620240 h 874206"/>
              <a:gd name="csX171" fmla="*/ 504774 w 868140"/>
              <a:gd name="csY171" fmla="*/ 635717 h 874206"/>
              <a:gd name="csX172" fmla="*/ 507621 w 868140"/>
              <a:gd name="csY172" fmla="*/ 636978 h 874206"/>
              <a:gd name="csX173" fmla="*/ 524891 w 868140"/>
              <a:gd name="csY173" fmla="*/ 631226 h 874206"/>
              <a:gd name="csX174" fmla="*/ 548189 w 868140"/>
              <a:gd name="csY174" fmla="*/ 618532 h 874206"/>
              <a:gd name="csX175" fmla="*/ 721336 w 868140"/>
              <a:gd name="csY175" fmla="*/ 518206 h 874206"/>
              <a:gd name="csX176" fmla="*/ 758133 w 868140"/>
              <a:gd name="csY176" fmla="*/ 513344 h 874206"/>
              <a:gd name="csX177" fmla="*/ 787681 w 868140"/>
              <a:gd name="csY177" fmla="*/ 536021 h 874206"/>
              <a:gd name="csX178" fmla="*/ 787755 w 868140"/>
              <a:gd name="csY178" fmla="*/ 536207 h 874206"/>
              <a:gd name="csX179" fmla="*/ 795336 w 868140"/>
              <a:gd name="csY179" fmla="*/ 531827 h 874206"/>
              <a:gd name="csX180" fmla="*/ 832133 w 868140"/>
              <a:gd name="csY180" fmla="*/ 526965 h 874206"/>
              <a:gd name="csX181" fmla="*/ 861681 w 868140"/>
              <a:gd name="csY181" fmla="*/ 549642 h 874206"/>
              <a:gd name="csX182" fmla="*/ 861977 w 868140"/>
              <a:gd name="csY182" fmla="*/ 550199 h 874206"/>
              <a:gd name="csX183" fmla="*/ 866489 w 868140"/>
              <a:gd name="csY183" fmla="*/ 586424 h 874206"/>
              <a:gd name="csX184" fmla="*/ 844041 w 868140"/>
              <a:gd name="csY184" fmla="*/ 616153 h 874206"/>
              <a:gd name="csX185" fmla="*/ 558177 w 868140"/>
              <a:gd name="csY185" fmla="*/ 787141 h 874206"/>
              <a:gd name="csX186" fmla="*/ 528110 w 868140"/>
              <a:gd name="csY186" fmla="*/ 798239 h 874206"/>
              <a:gd name="csX187" fmla="*/ 497120 w 868140"/>
              <a:gd name="csY187" fmla="*/ 799761 h 874206"/>
              <a:gd name="csX188" fmla="*/ 234290 w 868140"/>
              <a:gd name="csY188" fmla="*/ 787847 h 874206"/>
              <a:gd name="csX189" fmla="*/ 210030 w 868140"/>
              <a:gd name="csY189" fmla="*/ 795753 h 874206"/>
              <a:gd name="csX190" fmla="*/ 214135 w 868140"/>
              <a:gd name="csY190" fmla="*/ 802879 h 874206"/>
              <a:gd name="csX191" fmla="*/ 216945 w 868140"/>
              <a:gd name="csY191" fmla="*/ 824479 h 874206"/>
              <a:gd name="csX192" fmla="*/ 203706 w 868140"/>
              <a:gd name="csY192" fmla="*/ 841775 h 874206"/>
              <a:gd name="csX193" fmla="*/ 154299 w 868140"/>
              <a:gd name="csY193" fmla="*/ 870391 h 874206"/>
              <a:gd name="csX194" fmla="*/ 132813 w 868140"/>
              <a:gd name="csY194" fmla="*/ 873248 h 874206"/>
              <a:gd name="csX195" fmla="*/ 115542 w 868140"/>
              <a:gd name="csY195" fmla="*/ 859999 h 874206"/>
              <a:gd name="csX196" fmla="*/ 3819 w 868140"/>
              <a:gd name="csY196" fmla="*/ 665741 h 874206"/>
              <a:gd name="csX197" fmla="*/ 972 w 868140"/>
              <a:gd name="csY197" fmla="*/ 644140 h 874206"/>
              <a:gd name="csX198" fmla="*/ 14174 w 868140"/>
              <a:gd name="csY198" fmla="*/ 626845 h 874206"/>
              <a:gd name="csX199" fmla="*/ 119386 w 868140"/>
              <a:gd name="csY199" fmla="*/ 638202 h 874206"/>
              <a:gd name="csX200" fmla="*/ 200376 w 868140"/>
              <a:gd name="csY200" fmla="*/ 778976 h 874206"/>
              <a:gd name="csX201" fmla="*/ 230035 w 868140"/>
              <a:gd name="csY201" fmla="*/ 769326 h 874206"/>
              <a:gd name="csX202" fmla="*/ 233363 w 868140"/>
              <a:gd name="csY202" fmla="*/ 768880 h 874206"/>
              <a:gd name="csX203" fmla="*/ 497926 w 868140"/>
              <a:gd name="csY203" fmla="*/ 780868 h 874206"/>
              <a:gd name="csX204" fmla="*/ 524886 w 868140"/>
              <a:gd name="csY204" fmla="*/ 779569 h 874206"/>
              <a:gd name="csX205" fmla="*/ 548517 w 868140"/>
              <a:gd name="csY205" fmla="*/ 770922 h 874206"/>
              <a:gd name="csX206" fmla="*/ 834382 w 868140"/>
              <a:gd name="csY206" fmla="*/ 599933 h 874206"/>
              <a:gd name="csX207" fmla="*/ 848249 w 868140"/>
              <a:gd name="csY207" fmla="*/ 581561 h 874206"/>
              <a:gd name="csX208" fmla="*/ 845624 w 868140"/>
              <a:gd name="csY208" fmla="*/ 559552 h 874206"/>
              <a:gd name="csX209" fmla="*/ 845402 w 868140"/>
              <a:gd name="csY209" fmla="*/ 559143 h 874206"/>
              <a:gd name="csX210" fmla="*/ 827392 w 868140"/>
              <a:gd name="csY210" fmla="*/ 545300 h 874206"/>
              <a:gd name="csX211" fmla="*/ 804907 w 868140"/>
              <a:gd name="csY211" fmla="*/ 548232 h 874206"/>
              <a:gd name="csX212" fmla="*/ 632613 w 868140"/>
              <a:gd name="csY212" fmla="*/ 648035 h 874206"/>
              <a:gd name="csX213" fmla="*/ 497259 w 868140"/>
              <a:gd name="csY213" fmla="*/ 653120 h 874206"/>
              <a:gd name="csX214" fmla="*/ 421151 w 868140"/>
              <a:gd name="csY214" fmla="*/ 631927 h 874206"/>
              <a:gd name="csX215" fmla="*/ 411609 w 868140"/>
              <a:gd name="csY215" fmla="*/ 624875 h 874206"/>
              <a:gd name="csX216" fmla="*/ 418303 w 868140"/>
              <a:gd name="csY216" fmla="*/ 613258 h 874206"/>
              <a:gd name="csX217" fmla="*/ 563304 w 868140"/>
              <a:gd name="csY217" fmla="*/ 574249 h 874206"/>
              <a:gd name="csX218" fmla="*/ 580537 w 868140"/>
              <a:gd name="csY218" fmla="*/ 560963 h 874206"/>
              <a:gd name="csX219" fmla="*/ 583385 w 868140"/>
              <a:gd name="csY219" fmla="*/ 539288 h 874206"/>
              <a:gd name="csX220" fmla="*/ 570109 w 868140"/>
              <a:gd name="csY220" fmla="*/ 521955 h 874206"/>
              <a:gd name="csX221" fmla="*/ 548549 w 868140"/>
              <a:gd name="csY221" fmla="*/ 519097 h 874206"/>
              <a:gd name="csX222" fmla="*/ 438823 w 868140"/>
              <a:gd name="csY222" fmla="*/ 548901 h 874206"/>
              <a:gd name="csX223" fmla="*/ 405281 w 868140"/>
              <a:gd name="csY223" fmla="*/ 553948 h 874206"/>
              <a:gd name="csX224" fmla="*/ 371517 w 868140"/>
              <a:gd name="csY224" fmla="*/ 550571 h 874206"/>
              <a:gd name="csX225" fmla="*/ 280357 w 868140"/>
              <a:gd name="csY225" fmla="*/ 551462 h 874206"/>
              <a:gd name="csX226" fmla="*/ 226956 w 868140"/>
              <a:gd name="csY226" fmla="*/ 594701 h 874206"/>
              <a:gd name="csX227" fmla="*/ 221816 w 868140"/>
              <a:gd name="csY227" fmla="*/ 599414 h 874206"/>
              <a:gd name="csX228" fmla="*/ 119380 w 868140"/>
              <a:gd name="csY228" fmla="*/ 638125 h 874206"/>
              <a:gd name="csX229" fmla="*/ 73085 w 868140"/>
              <a:gd name="csY229" fmla="*/ 614633 h 874206"/>
              <a:gd name="csX230" fmla="*/ 23678 w 868140"/>
              <a:gd name="csY230" fmla="*/ 643286 h 874206"/>
              <a:gd name="csX231" fmla="*/ 19277 w 868140"/>
              <a:gd name="csY231" fmla="*/ 649076 h 874206"/>
              <a:gd name="csX232" fmla="*/ 20164 w 868140"/>
              <a:gd name="csY232" fmla="*/ 656276 h 874206"/>
              <a:gd name="csX233" fmla="*/ 131926 w 868140"/>
              <a:gd name="csY233" fmla="*/ 850534 h 874206"/>
              <a:gd name="csX234" fmla="*/ 137695 w 868140"/>
              <a:gd name="csY234" fmla="*/ 854951 h 874206"/>
              <a:gd name="csX235" fmla="*/ 144943 w 868140"/>
              <a:gd name="csY235" fmla="*/ 854023 h 874206"/>
              <a:gd name="csX236" fmla="*/ 194351 w 868140"/>
              <a:gd name="csY236" fmla="*/ 825407 h 874206"/>
              <a:gd name="csX237" fmla="*/ 198715 w 868140"/>
              <a:gd name="csY237" fmla="*/ 819617 h 874206"/>
              <a:gd name="csX238" fmla="*/ 197827 w 868140"/>
              <a:gd name="csY238" fmla="*/ 812417 h 874206"/>
              <a:gd name="csX239" fmla="*/ 86066 w 868140"/>
              <a:gd name="csY239" fmla="*/ 618197 h 874206"/>
              <a:gd name="csX240" fmla="*/ 80297 w 868140"/>
              <a:gd name="csY240" fmla="*/ 613780 h 874206"/>
              <a:gd name="csX241" fmla="*/ 73122 w 868140"/>
              <a:gd name="csY241" fmla="*/ 614671 h 874206"/>
              <a:gd name="csX242" fmla="*/ 771448 w 868140"/>
              <a:gd name="csY242" fmla="*/ 545710 h 874206"/>
              <a:gd name="csX243" fmla="*/ 771374 w 868140"/>
              <a:gd name="csY243" fmla="*/ 545562 h 874206"/>
              <a:gd name="csX244" fmla="*/ 753365 w 868140"/>
              <a:gd name="csY244" fmla="*/ 531718 h 874206"/>
              <a:gd name="csX245" fmla="*/ 730880 w 868140"/>
              <a:gd name="csY245" fmla="*/ 534650 h 874206"/>
              <a:gd name="csX246" fmla="*/ 558585 w 868140"/>
              <a:gd name="csY246" fmla="*/ 634454 h 874206"/>
              <a:gd name="csX247" fmla="*/ 534769 w 868140"/>
              <a:gd name="csY247" fmla="*/ 647704 h 874206"/>
              <a:gd name="csX248" fmla="*/ 622268 w 868140"/>
              <a:gd name="csY248" fmla="*/ 632190 h 874206"/>
              <a:gd name="csX249" fmla="*/ 771491 w 868140"/>
              <a:gd name="csY249" fmla="*/ 545748 h 874206"/>
              <a:gd name="csX250" fmla="*/ 538127 w 868140"/>
              <a:gd name="csY250" fmla="*/ 72271 h 874206"/>
              <a:gd name="csX251" fmla="*/ 513497 w 868140"/>
              <a:gd name="csY251" fmla="*/ 63957 h 874206"/>
              <a:gd name="csX252" fmla="*/ 499667 w 868140"/>
              <a:gd name="csY252" fmla="*/ 54826 h 874206"/>
              <a:gd name="csX253" fmla="*/ 494341 w 868140"/>
              <a:gd name="csY253" fmla="*/ 39127 h 874206"/>
              <a:gd name="csX254" fmla="*/ 494341 w 868140"/>
              <a:gd name="csY254" fmla="*/ 25728 h 874206"/>
              <a:gd name="csX255" fmla="*/ 492381 w 868140"/>
              <a:gd name="csY255" fmla="*/ 21052 h 874206"/>
              <a:gd name="csX256" fmla="*/ 487722 w 868140"/>
              <a:gd name="csY256" fmla="*/ 19084 h 874206"/>
              <a:gd name="csX257" fmla="*/ 442789 w 868140"/>
              <a:gd name="csY257" fmla="*/ 19084 h 874206"/>
              <a:gd name="csX258" fmla="*/ 438129 w 868140"/>
              <a:gd name="csY258" fmla="*/ 21052 h 874206"/>
              <a:gd name="csX259" fmla="*/ 436169 w 868140"/>
              <a:gd name="csY259" fmla="*/ 25728 h 874206"/>
              <a:gd name="csX260" fmla="*/ 436169 w 868140"/>
              <a:gd name="csY260" fmla="*/ 39164 h 874206"/>
              <a:gd name="csX261" fmla="*/ 430844 w 868140"/>
              <a:gd name="csY261" fmla="*/ 54863 h 874206"/>
              <a:gd name="csX262" fmla="*/ 417013 w 868140"/>
              <a:gd name="csY262" fmla="*/ 63994 h 874206"/>
              <a:gd name="csX263" fmla="*/ 392420 w 868140"/>
              <a:gd name="csY263" fmla="*/ 72270 h 874206"/>
              <a:gd name="csX264" fmla="*/ 369047 w 868140"/>
              <a:gd name="csY264" fmla="*/ 83925 h 874206"/>
              <a:gd name="csX265" fmla="*/ 352887 w 868140"/>
              <a:gd name="csY265" fmla="*/ 87302 h 874206"/>
              <a:gd name="csX266" fmla="*/ 338020 w 868140"/>
              <a:gd name="csY266" fmla="*/ 79991 h 874206"/>
              <a:gd name="csX267" fmla="*/ 328590 w 868140"/>
              <a:gd name="csY267" fmla="*/ 70489 h 874206"/>
              <a:gd name="csX268" fmla="*/ 323856 w 868140"/>
              <a:gd name="csY268" fmla="*/ 68559 h 874206"/>
              <a:gd name="csX269" fmla="*/ 319196 w 868140"/>
              <a:gd name="csY269" fmla="*/ 70489 h 874206"/>
              <a:gd name="csX270" fmla="*/ 287392 w 868140"/>
              <a:gd name="csY270" fmla="*/ 102409 h 874206"/>
              <a:gd name="csX271" fmla="*/ 285469 w 868140"/>
              <a:gd name="csY271" fmla="*/ 107122 h 874206"/>
              <a:gd name="csX272" fmla="*/ 287392 w 868140"/>
              <a:gd name="csY272" fmla="*/ 111799 h 874206"/>
              <a:gd name="csX273" fmla="*/ 296822 w 868140"/>
              <a:gd name="csY273" fmla="*/ 121337 h 874206"/>
              <a:gd name="csX274" fmla="*/ 304145 w 868140"/>
              <a:gd name="csY274" fmla="*/ 136183 h 874206"/>
              <a:gd name="csX275" fmla="*/ 300779 w 868140"/>
              <a:gd name="csY275" fmla="*/ 152439 h 874206"/>
              <a:gd name="csX276" fmla="*/ 289167 w 868140"/>
              <a:gd name="csY276" fmla="*/ 175859 h 874206"/>
              <a:gd name="csX277" fmla="*/ 280883 w 868140"/>
              <a:gd name="csY277" fmla="*/ 200578 h 874206"/>
              <a:gd name="csX278" fmla="*/ 271823 w 868140"/>
              <a:gd name="csY278" fmla="*/ 214458 h 874206"/>
              <a:gd name="csX279" fmla="*/ 256180 w 868140"/>
              <a:gd name="csY279" fmla="*/ 219803 h 874206"/>
              <a:gd name="csX280" fmla="*/ 242829 w 868140"/>
              <a:gd name="csY280" fmla="*/ 219803 h 874206"/>
              <a:gd name="csX281" fmla="*/ 238169 w 868140"/>
              <a:gd name="csY281" fmla="*/ 221770 h 874206"/>
              <a:gd name="csX282" fmla="*/ 236209 w 868140"/>
              <a:gd name="csY282" fmla="*/ 226447 h 874206"/>
              <a:gd name="csX283" fmla="*/ 236209 w 868140"/>
              <a:gd name="csY283" fmla="*/ 271542 h 874206"/>
              <a:gd name="csX284" fmla="*/ 238132 w 868140"/>
              <a:gd name="csY284" fmla="*/ 276218 h 874206"/>
              <a:gd name="csX285" fmla="*/ 242866 w 868140"/>
              <a:gd name="csY285" fmla="*/ 278185 h 874206"/>
              <a:gd name="csX286" fmla="*/ 256254 w 868140"/>
              <a:gd name="csY286" fmla="*/ 278185 h 874206"/>
              <a:gd name="csX287" fmla="*/ 271896 w 868140"/>
              <a:gd name="csY287" fmla="*/ 283530 h 874206"/>
              <a:gd name="csX288" fmla="*/ 280994 w 868140"/>
              <a:gd name="csY288" fmla="*/ 297411 h 874206"/>
              <a:gd name="csX289" fmla="*/ 289241 w 868140"/>
              <a:gd name="csY289" fmla="*/ 322093 h 874206"/>
              <a:gd name="csX290" fmla="*/ 300853 w 868140"/>
              <a:gd name="csY290" fmla="*/ 345550 h 874206"/>
              <a:gd name="csX291" fmla="*/ 304219 w 868140"/>
              <a:gd name="csY291" fmla="*/ 361769 h 874206"/>
              <a:gd name="csX292" fmla="*/ 296933 w 868140"/>
              <a:gd name="csY292" fmla="*/ 376689 h 874206"/>
              <a:gd name="csX293" fmla="*/ 287466 w 868140"/>
              <a:gd name="csY293" fmla="*/ 386153 h 874206"/>
              <a:gd name="csX294" fmla="*/ 285543 w 868140"/>
              <a:gd name="csY294" fmla="*/ 390904 h 874206"/>
              <a:gd name="csX295" fmla="*/ 287466 w 868140"/>
              <a:gd name="csY295" fmla="*/ 395581 h 874206"/>
              <a:gd name="csX296" fmla="*/ 319270 w 868140"/>
              <a:gd name="csY296" fmla="*/ 427500 h 874206"/>
              <a:gd name="csX297" fmla="*/ 323967 w 868140"/>
              <a:gd name="csY297" fmla="*/ 429430 h 874206"/>
              <a:gd name="csX298" fmla="*/ 328627 w 868140"/>
              <a:gd name="csY298" fmla="*/ 427500 h 874206"/>
              <a:gd name="csX299" fmla="*/ 338131 w 868140"/>
              <a:gd name="csY299" fmla="*/ 418036 h 874206"/>
              <a:gd name="csX300" fmla="*/ 352924 w 868140"/>
              <a:gd name="csY300" fmla="*/ 410687 h 874206"/>
              <a:gd name="csX301" fmla="*/ 369121 w 868140"/>
              <a:gd name="csY301" fmla="*/ 414064 h 874206"/>
              <a:gd name="csX302" fmla="*/ 392456 w 868140"/>
              <a:gd name="csY302" fmla="*/ 425719 h 874206"/>
              <a:gd name="csX303" fmla="*/ 417086 w 868140"/>
              <a:gd name="csY303" fmla="*/ 434033 h 874206"/>
              <a:gd name="csX304" fmla="*/ 430917 w 868140"/>
              <a:gd name="csY304" fmla="*/ 443126 h 874206"/>
              <a:gd name="csX305" fmla="*/ 436242 w 868140"/>
              <a:gd name="csY305" fmla="*/ 458825 h 874206"/>
              <a:gd name="csX306" fmla="*/ 436242 w 868140"/>
              <a:gd name="csY306" fmla="*/ 472224 h 874206"/>
              <a:gd name="csX307" fmla="*/ 438165 w 868140"/>
              <a:gd name="csY307" fmla="*/ 476901 h 874206"/>
              <a:gd name="csX308" fmla="*/ 442899 w 868140"/>
              <a:gd name="csY308" fmla="*/ 478868 h 874206"/>
              <a:gd name="csX309" fmla="*/ 487831 w 868140"/>
              <a:gd name="csY309" fmla="*/ 478868 h 874206"/>
              <a:gd name="csX310" fmla="*/ 492491 w 868140"/>
              <a:gd name="csY310" fmla="*/ 476938 h 874206"/>
              <a:gd name="csX311" fmla="*/ 494451 w 868140"/>
              <a:gd name="csY311" fmla="*/ 472187 h 874206"/>
              <a:gd name="csX312" fmla="*/ 494451 w 868140"/>
              <a:gd name="csY312" fmla="*/ 458751 h 874206"/>
              <a:gd name="csX313" fmla="*/ 499776 w 868140"/>
              <a:gd name="csY313" fmla="*/ 443052 h 874206"/>
              <a:gd name="csX314" fmla="*/ 513607 w 868140"/>
              <a:gd name="csY314" fmla="*/ 433921 h 874206"/>
              <a:gd name="csX315" fmla="*/ 538200 w 868140"/>
              <a:gd name="csY315" fmla="*/ 425645 h 874206"/>
              <a:gd name="csX316" fmla="*/ 561573 w 868140"/>
              <a:gd name="csY316" fmla="*/ 413990 h 874206"/>
              <a:gd name="csX317" fmla="*/ 577734 w 868140"/>
              <a:gd name="csY317" fmla="*/ 410613 h 874206"/>
              <a:gd name="csX318" fmla="*/ 592600 w 868140"/>
              <a:gd name="csY318" fmla="*/ 417924 h 874206"/>
              <a:gd name="csX319" fmla="*/ 602031 w 868140"/>
              <a:gd name="csY319" fmla="*/ 427426 h 874206"/>
              <a:gd name="csX320" fmla="*/ 606764 w 868140"/>
              <a:gd name="csY320" fmla="*/ 429356 h 874206"/>
              <a:gd name="csX321" fmla="*/ 611424 w 868140"/>
              <a:gd name="csY321" fmla="*/ 427426 h 874206"/>
              <a:gd name="csX322" fmla="*/ 643228 w 868140"/>
              <a:gd name="csY322" fmla="*/ 395507 h 874206"/>
              <a:gd name="csX323" fmla="*/ 645151 w 868140"/>
              <a:gd name="csY323" fmla="*/ 390793 h 874206"/>
              <a:gd name="csX324" fmla="*/ 643228 w 868140"/>
              <a:gd name="csY324" fmla="*/ 386116 h 874206"/>
              <a:gd name="csX325" fmla="*/ 633798 w 868140"/>
              <a:gd name="csY325" fmla="*/ 376578 h 874206"/>
              <a:gd name="csX326" fmla="*/ 626476 w 868140"/>
              <a:gd name="csY326" fmla="*/ 361732 h 874206"/>
              <a:gd name="csX327" fmla="*/ 629841 w 868140"/>
              <a:gd name="csY327" fmla="*/ 345476 h 874206"/>
              <a:gd name="csX328" fmla="*/ 641453 w 868140"/>
              <a:gd name="csY328" fmla="*/ 322056 h 874206"/>
              <a:gd name="csX329" fmla="*/ 649737 w 868140"/>
              <a:gd name="csY329" fmla="*/ 297337 h 874206"/>
              <a:gd name="csX330" fmla="*/ 658798 w 868140"/>
              <a:gd name="csY330" fmla="*/ 283457 h 874206"/>
              <a:gd name="csX331" fmla="*/ 674441 w 868140"/>
              <a:gd name="csY331" fmla="*/ 278112 h 874206"/>
              <a:gd name="csX332" fmla="*/ 687791 w 868140"/>
              <a:gd name="csY332" fmla="*/ 278112 h 874206"/>
              <a:gd name="csX333" fmla="*/ 692451 w 868140"/>
              <a:gd name="csY333" fmla="*/ 276182 h 874206"/>
              <a:gd name="csX334" fmla="*/ 694411 w 868140"/>
              <a:gd name="csY334" fmla="*/ 271431 h 874206"/>
              <a:gd name="csX335" fmla="*/ 694411 w 868140"/>
              <a:gd name="csY335" fmla="*/ 226336 h 874206"/>
              <a:gd name="csX336" fmla="*/ 692451 w 868140"/>
              <a:gd name="csY336" fmla="*/ 221660 h 874206"/>
              <a:gd name="csX337" fmla="*/ 687791 w 868140"/>
              <a:gd name="csY337" fmla="*/ 219693 h 874206"/>
              <a:gd name="csX338" fmla="*/ 674404 w 868140"/>
              <a:gd name="csY338" fmla="*/ 219693 h 874206"/>
              <a:gd name="csX339" fmla="*/ 658761 w 868140"/>
              <a:gd name="csY339" fmla="*/ 214348 h 874206"/>
              <a:gd name="csX340" fmla="*/ 649663 w 868140"/>
              <a:gd name="csY340" fmla="*/ 200467 h 874206"/>
              <a:gd name="csX341" fmla="*/ 641417 w 868140"/>
              <a:gd name="csY341" fmla="*/ 175785 h 874206"/>
              <a:gd name="csX342" fmla="*/ 629804 w 868140"/>
              <a:gd name="csY342" fmla="*/ 152328 h 874206"/>
              <a:gd name="csX343" fmla="*/ 626439 w 868140"/>
              <a:gd name="csY343" fmla="*/ 136109 h 874206"/>
              <a:gd name="csX344" fmla="*/ 633724 w 868140"/>
              <a:gd name="csY344" fmla="*/ 121189 h 874206"/>
              <a:gd name="csX345" fmla="*/ 643191 w 868140"/>
              <a:gd name="csY345" fmla="*/ 111725 h 874206"/>
              <a:gd name="csX346" fmla="*/ 645114 w 868140"/>
              <a:gd name="csY346" fmla="*/ 106974 h 874206"/>
              <a:gd name="csX347" fmla="*/ 643191 w 868140"/>
              <a:gd name="csY347" fmla="*/ 102297 h 874206"/>
              <a:gd name="csX348" fmla="*/ 611387 w 868140"/>
              <a:gd name="csY348" fmla="*/ 70378 h 874206"/>
              <a:gd name="csX349" fmla="*/ 606690 w 868140"/>
              <a:gd name="csY349" fmla="*/ 68448 h 874206"/>
              <a:gd name="csX350" fmla="*/ 602031 w 868140"/>
              <a:gd name="csY350" fmla="*/ 70378 h 874206"/>
              <a:gd name="csX351" fmla="*/ 592526 w 868140"/>
              <a:gd name="csY351" fmla="*/ 79842 h 874206"/>
              <a:gd name="csX352" fmla="*/ 577734 w 868140"/>
              <a:gd name="csY352" fmla="*/ 87191 h 874206"/>
              <a:gd name="csX353" fmla="*/ 561536 w 868140"/>
              <a:gd name="csY353" fmla="*/ 83814 h 874206"/>
              <a:gd name="csX354" fmla="*/ 538201 w 868140"/>
              <a:gd name="csY354" fmla="*/ 72159 h 874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Lst>
            <a:rect l="l" t="t" r="r" b="b"/>
            <a:pathLst>
              <a:path w="868140" h="874206">
                <a:moveTo>
                  <a:pt x="518268" y="45655"/>
                </a:moveTo>
                <a:cubicBezTo>
                  <a:pt x="527587" y="48105"/>
                  <a:pt x="536685" y="51148"/>
                  <a:pt x="545376" y="54785"/>
                </a:cubicBezTo>
                <a:cubicBezTo>
                  <a:pt x="554214" y="58460"/>
                  <a:pt x="562831" y="62765"/>
                  <a:pt x="571040" y="67628"/>
                </a:cubicBezTo>
                <a:cubicBezTo>
                  <a:pt x="572372" y="68407"/>
                  <a:pt x="573851" y="68704"/>
                  <a:pt x="575256" y="68518"/>
                </a:cubicBezTo>
                <a:cubicBezTo>
                  <a:pt x="576624" y="68333"/>
                  <a:pt x="577993" y="67665"/>
                  <a:pt x="579102" y="66514"/>
                </a:cubicBezTo>
                <a:lnTo>
                  <a:pt x="588607" y="57050"/>
                </a:lnTo>
                <a:cubicBezTo>
                  <a:pt x="593562" y="52039"/>
                  <a:pt x="600107" y="49515"/>
                  <a:pt x="606653" y="49515"/>
                </a:cubicBezTo>
                <a:cubicBezTo>
                  <a:pt x="613162" y="49515"/>
                  <a:pt x="619707" y="52039"/>
                  <a:pt x="624663" y="57013"/>
                </a:cubicBezTo>
                <a:lnTo>
                  <a:pt x="656504" y="88932"/>
                </a:lnTo>
                <a:cubicBezTo>
                  <a:pt x="661496" y="93942"/>
                  <a:pt x="663974" y="100512"/>
                  <a:pt x="663974" y="107082"/>
                </a:cubicBezTo>
                <a:cubicBezTo>
                  <a:pt x="663974" y="113651"/>
                  <a:pt x="661459" y="120220"/>
                  <a:pt x="656504" y="125231"/>
                </a:cubicBezTo>
                <a:lnTo>
                  <a:pt x="647037" y="134696"/>
                </a:lnTo>
                <a:cubicBezTo>
                  <a:pt x="645890" y="135883"/>
                  <a:pt x="645225" y="137257"/>
                  <a:pt x="645040" y="138630"/>
                </a:cubicBezTo>
                <a:cubicBezTo>
                  <a:pt x="644855" y="140003"/>
                  <a:pt x="645188" y="141525"/>
                  <a:pt x="645927" y="142861"/>
                </a:cubicBezTo>
                <a:cubicBezTo>
                  <a:pt x="650772" y="151175"/>
                  <a:pt x="655099" y="159823"/>
                  <a:pt x="658723" y="168619"/>
                </a:cubicBezTo>
                <a:cubicBezTo>
                  <a:pt x="662310" y="177341"/>
                  <a:pt x="665380" y="186434"/>
                  <a:pt x="667821" y="195787"/>
                </a:cubicBezTo>
                <a:cubicBezTo>
                  <a:pt x="668227" y="197309"/>
                  <a:pt x="669041" y="198571"/>
                  <a:pt x="670150" y="199424"/>
                </a:cubicBezTo>
                <a:cubicBezTo>
                  <a:pt x="671223" y="200241"/>
                  <a:pt x="672665" y="200761"/>
                  <a:pt x="674255" y="200761"/>
                </a:cubicBezTo>
                <a:lnTo>
                  <a:pt x="687643" y="200761"/>
                </a:lnTo>
                <a:cubicBezTo>
                  <a:pt x="694669" y="200761"/>
                  <a:pt x="701068" y="203656"/>
                  <a:pt x="705689" y="208295"/>
                </a:cubicBezTo>
                <a:cubicBezTo>
                  <a:pt x="710312" y="212897"/>
                  <a:pt x="713197" y="219356"/>
                  <a:pt x="713197" y="226407"/>
                </a:cubicBezTo>
                <a:lnTo>
                  <a:pt x="713197" y="271502"/>
                </a:lnTo>
                <a:cubicBezTo>
                  <a:pt x="713197" y="278554"/>
                  <a:pt x="710312" y="284938"/>
                  <a:pt x="705689" y="289576"/>
                </a:cubicBezTo>
                <a:cubicBezTo>
                  <a:pt x="701030" y="294253"/>
                  <a:pt x="694632" y="297148"/>
                  <a:pt x="687605" y="297148"/>
                </a:cubicBezTo>
                <a:lnTo>
                  <a:pt x="674254" y="297148"/>
                </a:lnTo>
                <a:cubicBezTo>
                  <a:pt x="672664" y="297148"/>
                  <a:pt x="671222" y="297667"/>
                  <a:pt x="670112" y="298521"/>
                </a:cubicBezTo>
                <a:cubicBezTo>
                  <a:pt x="669040" y="299375"/>
                  <a:pt x="668189" y="300637"/>
                  <a:pt x="667820" y="302121"/>
                </a:cubicBezTo>
                <a:cubicBezTo>
                  <a:pt x="665379" y="311474"/>
                  <a:pt x="662346" y="320567"/>
                  <a:pt x="658722" y="329327"/>
                </a:cubicBezTo>
                <a:cubicBezTo>
                  <a:pt x="655061" y="338197"/>
                  <a:pt x="650734" y="346846"/>
                  <a:pt x="645926" y="355084"/>
                </a:cubicBezTo>
                <a:cubicBezTo>
                  <a:pt x="645149" y="356421"/>
                  <a:pt x="644854" y="357905"/>
                  <a:pt x="645039" y="359316"/>
                </a:cubicBezTo>
                <a:cubicBezTo>
                  <a:pt x="645223" y="360689"/>
                  <a:pt x="645889" y="362062"/>
                  <a:pt x="647036" y="363176"/>
                </a:cubicBezTo>
                <a:lnTo>
                  <a:pt x="656466" y="372714"/>
                </a:lnTo>
                <a:cubicBezTo>
                  <a:pt x="661458" y="377687"/>
                  <a:pt x="663973" y="384256"/>
                  <a:pt x="663973" y="390826"/>
                </a:cubicBezTo>
                <a:cubicBezTo>
                  <a:pt x="663973" y="397358"/>
                  <a:pt x="661458" y="403927"/>
                  <a:pt x="656503" y="408900"/>
                </a:cubicBezTo>
                <a:lnTo>
                  <a:pt x="624698" y="440857"/>
                </a:lnTo>
                <a:cubicBezTo>
                  <a:pt x="619706" y="445867"/>
                  <a:pt x="613160" y="448354"/>
                  <a:pt x="606614" y="448354"/>
                </a:cubicBezTo>
                <a:cubicBezTo>
                  <a:pt x="600068" y="448354"/>
                  <a:pt x="593523" y="445830"/>
                  <a:pt x="588530" y="440857"/>
                </a:cubicBezTo>
                <a:lnTo>
                  <a:pt x="579099" y="431355"/>
                </a:lnTo>
                <a:cubicBezTo>
                  <a:pt x="577916" y="430205"/>
                  <a:pt x="576548" y="429537"/>
                  <a:pt x="575179" y="429351"/>
                </a:cubicBezTo>
                <a:cubicBezTo>
                  <a:pt x="573811" y="429166"/>
                  <a:pt x="572295" y="429500"/>
                  <a:pt x="570964" y="430242"/>
                </a:cubicBezTo>
                <a:cubicBezTo>
                  <a:pt x="562680" y="435104"/>
                  <a:pt x="554063" y="439446"/>
                  <a:pt x="545299" y="443084"/>
                </a:cubicBezTo>
                <a:cubicBezTo>
                  <a:pt x="536608" y="446684"/>
                  <a:pt x="527548" y="449765"/>
                  <a:pt x="518228" y="452214"/>
                </a:cubicBezTo>
                <a:cubicBezTo>
                  <a:pt x="516712" y="452623"/>
                  <a:pt x="515454" y="453476"/>
                  <a:pt x="514604" y="454553"/>
                </a:cubicBezTo>
                <a:cubicBezTo>
                  <a:pt x="513790" y="455629"/>
                  <a:pt x="513273" y="457076"/>
                  <a:pt x="513273" y="458672"/>
                </a:cubicBezTo>
                <a:lnTo>
                  <a:pt x="513273" y="472108"/>
                </a:lnTo>
                <a:cubicBezTo>
                  <a:pt x="513273" y="479160"/>
                  <a:pt x="510388" y="485544"/>
                  <a:pt x="505765" y="490183"/>
                </a:cubicBezTo>
                <a:cubicBezTo>
                  <a:pt x="501106" y="494860"/>
                  <a:pt x="494708" y="497755"/>
                  <a:pt x="487681" y="497755"/>
                </a:cubicBezTo>
                <a:lnTo>
                  <a:pt x="442748" y="497755"/>
                </a:lnTo>
                <a:cubicBezTo>
                  <a:pt x="435722" y="497755"/>
                  <a:pt x="429287" y="494860"/>
                  <a:pt x="424664" y="490220"/>
                </a:cubicBezTo>
                <a:cubicBezTo>
                  <a:pt x="420041" y="485544"/>
                  <a:pt x="417157" y="479122"/>
                  <a:pt x="417157" y="472070"/>
                </a:cubicBezTo>
                <a:lnTo>
                  <a:pt x="417157" y="458671"/>
                </a:lnTo>
                <a:cubicBezTo>
                  <a:pt x="417157" y="457076"/>
                  <a:pt x="416639" y="455628"/>
                  <a:pt x="415788" y="454515"/>
                </a:cubicBezTo>
                <a:cubicBezTo>
                  <a:pt x="414938" y="453438"/>
                  <a:pt x="413680" y="452585"/>
                  <a:pt x="412201" y="452213"/>
                </a:cubicBezTo>
                <a:cubicBezTo>
                  <a:pt x="402882" y="449764"/>
                  <a:pt x="393821" y="446720"/>
                  <a:pt x="385093" y="443083"/>
                </a:cubicBezTo>
                <a:cubicBezTo>
                  <a:pt x="376255" y="439409"/>
                  <a:pt x="367638" y="435066"/>
                  <a:pt x="359429" y="430241"/>
                </a:cubicBezTo>
                <a:cubicBezTo>
                  <a:pt x="358097" y="429461"/>
                  <a:pt x="356618" y="429165"/>
                  <a:pt x="355213" y="429350"/>
                </a:cubicBezTo>
                <a:cubicBezTo>
                  <a:pt x="353844" y="429536"/>
                  <a:pt x="352476" y="430204"/>
                  <a:pt x="351367" y="431354"/>
                </a:cubicBezTo>
                <a:lnTo>
                  <a:pt x="341862" y="440819"/>
                </a:lnTo>
                <a:cubicBezTo>
                  <a:pt x="336907" y="445829"/>
                  <a:pt x="330362" y="448353"/>
                  <a:pt x="323816" y="448353"/>
                </a:cubicBezTo>
                <a:cubicBezTo>
                  <a:pt x="317307" y="448353"/>
                  <a:pt x="310762" y="445866"/>
                  <a:pt x="305806" y="440856"/>
                </a:cubicBezTo>
                <a:lnTo>
                  <a:pt x="273965" y="408937"/>
                </a:lnTo>
                <a:cubicBezTo>
                  <a:pt x="268973" y="403926"/>
                  <a:pt x="266495" y="397356"/>
                  <a:pt x="266495" y="390787"/>
                </a:cubicBezTo>
                <a:cubicBezTo>
                  <a:pt x="266495" y="384217"/>
                  <a:pt x="269010" y="377648"/>
                  <a:pt x="273965" y="372637"/>
                </a:cubicBezTo>
                <a:lnTo>
                  <a:pt x="283432" y="363173"/>
                </a:lnTo>
                <a:cubicBezTo>
                  <a:pt x="284579" y="361985"/>
                  <a:pt x="285244" y="360612"/>
                  <a:pt x="285429" y="359239"/>
                </a:cubicBezTo>
                <a:cubicBezTo>
                  <a:pt x="285614" y="357865"/>
                  <a:pt x="285281" y="356344"/>
                  <a:pt x="284542" y="355007"/>
                </a:cubicBezTo>
                <a:cubicBezTo>
                  <a:pt x="279697" y="346694"/>
                  <a:pt x="275370" y="338045"/>
                  <a:pt x="271746" y="329250"/>
                </a:cubicBezTo>
                <a:cubicBezTo>
                  <a:pt x="268159" y="320528"/>
                  <a:pt x="265089" y="311435"/>
                  <a:pt x="262648" y="302081"/>
                </a:cubicBezTo>
                <a:cubicBezTo>
                  <a:pt x="262242" y="300560"/>
                  <a:pt x="261391" y="299298"/>
                  <a:pt x="260319" y="298444"/>
                </a:cubicBezTo>
                <a:cubicBezTo>
                  <a:pt x="259246" y="297628"/>
                  <a:pt x="257804" y="297108"/>
                  <a:pt x="256214" y="297108"/>
                </a:cubicBezTo>
                <a:lnTo>
                  <a:pt x="242826" y="297108"/>
                </a:lnTo>
                <a:cubicBezTo>
                  <a:pt x="235799" y="297108"/>
                  <a:pt x="229364" y="294213"/>
                  <a:pt x="224742" y="289574"/>
                </a:cubicBezTo>
                <a:cubicBezTo>
                  <a:pt x="220119" y="284897"/>
                  <a:pt x="217234" y="278476"/>
                  <a:pt x="217234" y="271424"/>
                </a:cubicBezTo>
                <a:lnTo>
                  <a:pt x="217234" y="226329"/>
                </a:lnTo>
                <a:cubicBezTo>
                  <a:pt x="217234" y="219277"/>
                  <a:pt x="220119" y="212819"/>
                  <a:pt x="224742" y="208179"/>
                </a:cubicBezTo>
                <a:cubicBezTo>
                  <a:pt x="229364" y="203540"/>
                  <a:pt x="235762" y="200645"/>
                  <a:pt x="242826" y="200645"/>
                </a:cubicBezTo>
                <a:lnTo>
                  <a:pt x="256177" y="200645"/>
                </a:lnTo>
                <a:cubicBezTo>
                  <a:pt x="257767" y="200645"/>
                  <a:pt x="259209" y="200125"/>
                  <a:pt x="260319" y="199271"/>
                </a:cubicBezTo>
                <a:cubicBezTo>
                  <a:pt x="261391" y="198418"/>
                  <a:pt x="262242" y="197156"/>
                  <a:pt x="262612" y="195671"/>
                </a:cubicBezTo>
                <a:cubicBezTo>
                  <a:pt x="265052" y="186318"/>
                  <a:pt x="268085" y="177225"/>
                  <a:pt x="271709" y="168466"/>
                </a:cubicBezTo>
                <a:cubicBezTo>
                  <a:pt x="275370" y="159595"/>
                  <a:pt x="279697" y="150947"/>
                  <a:pt x="284505" y="142708"/>
                </a:cubicBezTo>
                <a:cubicBezTo>
                  <a:pt x="285282" y="141372"/>
                  <a:pt x="285577" y="139887"/>
                  <a:pt x="285393" y="138477"/>
                </a:cubicBezTo>
                <a:cubicBezTo>
                  <a:pt x="285208" y="137104"/>
                  <a:pt x="284542" y="135730"/>
                  <a:pt x="283396" y="134617"/>
                </a:cubicBezTo>
                <a:lnTo>
                  <a:pt x="273965" y="125078"/>
                </a:lnTo>
                <a:cubicBezTo>
                  <a:pt x="268973" y="120105"/>
                  <a:pt x="266458" y="113536"/>
                  <a:pt x="266458" y="106967"/>
                </a:cubicBezTo>
                <a:cubicBezTo>
                  <a:pt x="266458" y="100434"/>
                  <a:pt x="268936" y="93865"/>
                  <a:pt x="273928" y="88892"/>
                </a:cubicBezTo>
                <a:lnTo>
                  <a:pt x="305733" y="56936"/>
                </a:lnTo>
                <a:cubicBezTo>
                  <a:pt x="310725" y="51925"/>
                  <a:pt x="317271" y="49438"/>
                  <a:pt x="323817" y="49438"/>
                </a:cubicBezTo>
                <a:cubicBezTo>
                  <a:pt x="330363" y="49438"/>
                  <a:pt x="336908" y="51962"/>
                  <a:pt x="341901" y="56936"/>
                </a:cubicBezTo>
                <a:lnTo>
                  <a:pt x="351332" y="66437"/>
                </a:lnTo>
                <a:cubicBezTo>
                  <a:pt x="352478" y="67551"/>
                  <a:pt x="353883" y="68256"/>
                  <a:pt x="355252" y="68441"/>
                </a:cubicBezTo>
                <a:cubicBezTo>
                  <a:pt x="356620" y="68627"/>
                  <a:pt x="358136" y="68293"/>
                  <a:pt x="359468" y="67551"/>
                </a:cubicBezTo>
                <a:cubicBezTo>
                  <a:pt x="367751" y="62689"/>
                  <a:pt x="376369" y="58346"/>
                  <a:pt x="385132" y="54708"/>
                </a:cubicBezTo>
                <a:cubicBezTo>
                  <a:pt x="393823" y="51108"/>
                  <a:pt x="402884" y="48028"/>
                  <a:pt x="412203" y="45578"/>
                </a:cubicBezTo>
                <a:cubicBezTo>
                  <a:pt x="413719" y="45170"/>
                  <a:pt x="414977" y="44316"/>
                  <a:pt x="415827" y="43240"/>
                </a:cubicBezTo>
                <a:cubicBezTo>
                  <a:pt x="416641" y="42164"/>
                  <a:pt x="417159" y="40716"/>
                  <a:pt x="417159" y="39120"/>
                </a:cubicBezTo>
                <a:lnTo>
                  <a:pt x="417159" y="25684"/>
                </a:lnTo>
                <a:cubicBezTo>
                  <a:pt x="417159" y="18632"/>
                  <a:pt x="420043" y="12174"/>
                  <a:pt x="424666" y="7534"/>
                </a:cubicBezTo>
                <a:cubicBezTo>
                  <a:pt x="429288" y="2895"/>
                  <a:pt x="435687" y="0"/>
                  <a:pt x="442750" y="0"/>
                </a:cubicBezTo>
                <a:lnTo>
                  <a:pt x="487683" y="0"/>
                </a:lnTo>
                <a:cubicBezTo>
                  <a:pt x="494709" y="0"/>
                  <a:pt x="501107" y="2895"/>
                  <a:pt x="505729" y="7534"/>
                </a:cubicBezTo>
                <a:cubicBezTo>
                  <a:pt x="510352" y="12137"/>
                  <a:pt x="513237" y="18595"/>
                  <a:pt x="513237" y="25646"/>
                </a:cubicBezTo>
                <a:lnTo>
                  <a:pt x="513237" y="39045"/>
                </a:lnTo>
                <a:cubicBezTo>
                  <a:pt x="513237" y="40641"/>
                  <a:pt x="513717" y="42089"/>
                  <a:pt x="514568" y="43165"/>
                </a:cubicBezTo>
                <a:cubicBezTo>
                  <a:pt x="515418" y="44278"/>
                  <a:pt x="516676" y="45132"/>
                  <a:pt x="518192" y="45503"/>
                </a:cubicBezTo>
                <a:close/>
                <a:moveTo>
                  <a:pt x="508579" y="373903"/>
                </a:moveTo>
                <a:lnTo>
                  <a:pt x="508579" y="211855"/>
                </a:lnTo>
                <a:cubicBezTo>
                  <a:pt x="508579" y="206622"/>
                  <a:pt x="512832" y="202353"/>
                  <a:pt x="518046" y="202353"/>
                </a:cubicBezTo>
                <a:lnTo>
                  <a:pt x="567971" y="202353"/>
                </a:lnTo>
                <a:cubicBezTo>
                  <a:pt x="573185" y="202353"/>
                  <a:pt x="577438" y="206622"/>
                  <a:pt x="577438" y="211855"/>
                </a:cubicBezTo>
                <a:lnTo>
                  <a:pt x="577438" y="318376"/>
                </a:lnTo>
                <a:cubicBezTo>
                  <a:pt x="589864" y="298185"/>
                  <a:pt x="597038" y="274395"/>
                  <a:pt x="597038" y="248934"/>
                </a:cubicBezTo>
                <a:cubicBezTo>
                  <a:pt x="597038" y="212412"/>
                  <a:pt x="582283" y="179343"/>
                  <a:pt x="558430" y="155403"/>
                </a:cubicBezTo>
                <a:cubicBezTo>
                  <a:pt x="534577" y="131463"/>
                  <a:pt x="501626" y="116655"/>
                  <a:pt x="465236" y="116655"/>
                </a:cubicBezTo>
                <a:cubicBezTo>
                  <a:pt x="428846" y="116655"/>
                  <a:pt x="395896" y="131464"/>
                  <a:pt x="372042" y="155403"/>
                </a:cubicBezTo>
                <a:cubicBezTo>
                  <a:pt x="348188" y="179342"/>
                  <a:pt x="333434" y="212412"/>
                  <a:pt x="333434" y="248934"/>
                </a:cubicBezTo>
                <a:cubicBezTo>
                  <a:pt x="333434" y="274395"/>
                  <a:pt x="340608" y="298185"/>
                  <a:pt x="353034" y="318376"/>
                </a:cubicBezTo>
                <a:lnTo>
                  <a:pt x="353034" y="250752"/>
                </a:lnTo>
                <a:cubicBezTo>
                  <a:pt x="353034" y="245519"/>
                  <a:pt x="357287" y="241251"/>
                  <a:pt x="362501" y="241251"/>
                </a:cubicBezTo>
                <a:lnTo>
                  <a:pt x="412426" y="241251"/>
                </a:lnTo>
                <a:cubicBezTo>
                  <a:pt x="417640" y="241251"/>
                  <a:pt x="421893" y="245519"/>
                  <a:pt x="421893" y="250752"/>
                </a:cubicBezTo>
                <a:lnTo>
                  <a:pt x="421893" y="373901"/>
                </a:lnTo>
                <a:cubicBezTo>
                  <a:pt x="424814" y="374940"/>
                  <a:pt x="427773" y="375831"/>
                  <a:pt x="430768" y="376647"/>
                </a:cubicBezTo>
                <a:lnTo>
                  <a:pt x="430768" y="236909"/>
                </a:lnTo>
                <a:cubicBezTo>
                  <a:pt x="430768" y="231676"/>
                  <a:pt x="435021" y="227408"/>
                  <a:pt x="440236" y="227408"/>
                </a:cubicBezTo>
                <a:lnTo>
                  <a:pt x="490161" y="227408"/>
                </a:lnTo>
                <a:cubicBezTo>
                  <a:pt x="495375" y="227408"/>
                  <a:pt x="499628" y="231676"/>
                  <a:pt x="499628" y="236909"/>
                </a:cubicBezTo>
                <a:lnTo>
                  <a:pt x="499628" y="376685"/>
                </a:lnTo>
                <a:cubicBezTo>
                  <a:pt x="502623" y="375869"/>
                  <a:pt x="505582" y="374941"/>
                  <a:pt x="508503" y="373939"/>
                </a:cubicBezTo>
                <a:close/>
                <a:moveTo>
                  <a:pt x="558504" y="342429"/>
                </a:moveTo>
                <a:lnTo>
                  <a:pt x="558504" y="221399"/>
                </a:lnTo>
                <a:lnTo>
                  <a:pt x="527514" y="221399"/>
                </a:lnTo>
                <a:lnTo>
                  <a:pt x="527514" y="365556"/>
                </a:lnTo>
                <a:cubicBezTo>
                  <a:pt x="538941" y="359395"/>
                  <a:pt x="549370" y="351600"/>
                  <a:pt x="558467" y="342470"/>
                </a:cubicBezTo>
                <a:close/>
                <a:moveTo>
                  <a:pt x="480769" y="380287"/>
                </a:moveTo>
                <a:lnTo>
                  <a:pt x="480769" y="246373"/>
                </a:lnTo>
                <a:lnTo>
                  <a:pt x="449779" y="246373"/>
                </a:lnTo>
                <a:lnTo>
                  <a:pt x="449779" y="380287"/>
                </a:lnTo>
                <a:cubicBezTo>
                  <a:pt x="454845" y="380881"/>
                  <a:pt x="460022" y="381178"/>
                  <a:pt x="465274" y="381178"/>
                </a:cubicBezTo>
                <a:cubicBezTo>
                  <a:pt x="470525" y="381178"/>
                  <a:pt x="475703" y="380881"/>
                  <a:pt x="480769" y="380287"/>
                </a:cubicBezTo>
                <a:close/>
                <a:moveTo>
                  <a:pt x="403034" y="365515"/>
                </a:moveTo>
                <a:lnTo>
                  <a:pt x="403034" y="260219"/>
                </a:lnTo>
                <a:lnTo>
                  <a:pt x="372044" y="260219"/>
                </a:lnTo>
                <a:lnTo>
                  <a:pt x="372044" y="342392"/>
                </a:lnTo>
                <a:lnTo>
                  <a:pt x="372118" y="342466"/>
                </a:lnTo>
                <a:cubicBezTo>
                  <a:pt x="381215" y="351597"/>
                  <a:pt x="391644" y="359390"/>
                  <a:pt x="403034" y="365552"/>
                </a:cubicBezTo>
                <a:close/>
                <a:moveTo>
                  <a:pt x="465311" y="97659"/>
                </a:moveTo>
                <a:cubicBezTo>
                  <a:pt x="506952" y="97659"/>
                  <a:pt x="544636" y="114621"/>
                  <a:pt x="571893" y="141974"/>
                </a:cubicBezTo>
                <a:cubicBezTo>
                  <a:pt x="599149" y="169328"/>
                  <a:pt x="616050" y="207186"/>
                  <a:pt x="616050" y="248942"/>
                </a:cubicBezTo>
                <a:cubicBezTo>
                  <a:pt x="616050" y="290733"/>
                  <a:pt x="599149" y="328554"/>
                  <a:pt x="571893" y="355910"/>
                </a:cubicBezTo>
                <a:cubicBezTo>
                  <a:pt x="543565" y="384340"/>
                  <a:pt x="505364" y="400226"/>
                  <a:pt x="465311" y="400226"/>
                </a:cubicBezTo>
                <a:cubicBezTo>
                  <a:pt x="425519" y="400226"/>
                  <a:pt x="387280" y="384600"/>
                  <a:pt x="358728" y="355910"/>
                </a:cubicBezTo>
                <a:cubicBezTo>
                  <a:pt x="330363" y="326514"/>
                  <a:pt x="314572" y="290216"/>
                  <a:pt x="314572" y="248942"/>
                </a:cubicBezTo>
                <a:cubicBezTo>
                  <a:pt x="314572" y="207188"/>
                  <a:pt x="331473" y="169330"/>
                  <a:pt x="358728" y="141974"/>
                </a:cubicBezTo>
                <a:cubicBezTo>
                  <a:pt x="385984" y="114621"/>
                  <a:pt x="423705" y="97659"/>
                  <a:pt x="465311" y="97659"/>
                </a:cubicBezTo>
                <a:close/>
                <a:moveTo>
                  <a:pt x="14214" y="626882"/>
                </a:moveTo>
                <a:lnTo>
                  <a:pt x="63622" y="598229"/>
                </a:lnTo>
                <a:cubicBezTo>
                  <a:pt x="70390" y="594295"/>
                  <a:pt x="78156" y="593515"/>
                  <a:pt x="85145" y="595408"/>
                </a:cubicBezTo>
                <a:cubicBezTo>
                  <a:pt x="92134" y="597264"/>
                  <a:pt x="98458" y="601866"/>
                  <a:pt x="102378" y="608658"/>
                </a:cubicBezTo>
                <a:lnTo>
                  <a:pt x="109811" y="621574"/>
                </a:lnTo>
                <a:lnTo>
                  <a:pt x="211916" y="582974"/>
                </a:lnTo>
                <a:cubicBezTo>
                  <a:pt x="226782" y="557068"/>
                  <a:pt x="249120" y="541554"/>
                  <a:pt x="274637" y="533426"/>
                </a:cubicBezTo>
                <a:cubicBezTo>
                  <a:pt x="306219" y="523405"/>
                  <a:pt x="342646" y="524890"/>
                  <a:pt x="375482" y="532053"/>
                </a:cubicBezTo>
                <a:cubicBezTo>
                  <a:pt x="385689" y="534280"/>
                  <a:pt x="395342" y="535282"/>
                  <a:pt x="404772" y="535059"/>
                </a:cubicBezTo>
                <a:cubicBezTo>
                  <a:pt x="414202" y="534837"/>
                  <a:pt x="423780" y="533315"/>
                  <a:pt x="433876" y="530568"/>
                </a:cubicBezTo>
                <a:lnTo>
                  <a:pt x="543602" y="500765"/>
                </a:lnTo>
                <a:cubicBezTo>
                  <a:pt x="556138" y="497387"/>
                  <a:pt x="568971" y="499503"/>
                  <a:pt x="579437" y="505553"/>
                </a:cubicBezTo>
                <a:cubicBezTo>
                  <a:pt x="589977" y="511640"/>
                  <a:pt x="598150" y="521772"/>
                  <a:pt x="601552" y="534392"/>
                </a:cubicBezTo>
                <a:cubicBezTo>
                  <a:pt x="604917" y="547011"/>
                  <a:pt x="602809" y="559890"/>
                  <a:pt x="596781" y="570394"/>
                </a:cubicBezTo>
                <a:cubicBezTo>
                  <a:pt x="590716" y="580972"/>
                  <a:pt x="580658" y="589211"/>
                  <a:pt x="568084" y="592588"/>
                </a:cubicBezTo>
                <a:lnTo>
                  <a:pt x="465203" y="620240"/>
                </a:lnTo>
                <a:cubicBezTo>
                  <a:pt x="479515" y="624582"/>
                  <a:pt x="492385" y="630261"/>
                  <a:pt x="504774" y="635717"/>
                </a:cubicBezTo>
                <a:lnTo>
                  <a:pt x="507621" y="636978"/>
                </a:lnTo>
                <a:cubicBezTo>
                  <a:pt x="513094" y="635717"/>
                  <a:pt x="518827" y="633824"/>
                  <a:pt x="524891" y="631226"/>
                </a:cubicBezTo>
                <a:cubicBezTo>
                  <a:pt x="532214" y="628071"/>
                  <a:pt x="539980" y="623877"/>
                  <a:pt x="548189" y="618532"/>
                </a:cubicBezTo>
                <a:lnTo>
                  <a:pt x="721336" y="518206"/>
                </a:lnTo>
                <a:cubicBezTo>
                  <a:pt x="732875" y="511489"/>
                  <a:pt x="746151" y="510152"/>
                  <a:pt x="758133" y="513344"/>
                </a:cubicBezTo>
                <a:cubicBezTo>
                  <a:pt x="770189" y="516573"/>
                  <a:pt x="780988" y="524405"/>
                  <a:pt x="787681" y="536021"/>
                </a:cubicBezTo>
                <a:lnTo>
                  <a:pt x="787755" y="536207"/>
                </a:lnTo>
                <a:lnTo>
                  <a:pt x="795336" y="531827"/>
                </a:lnTo>
                <a:cubicBezTo>
                  <a:pt x="806875" y="525110"/>
                  <a:pt x="820151" y="523773"/>
                  <a:pt x="832133" y="526965"/>
                </a:cubicBezTo>
                <a:cubicBezTo>
                  <a:pt x="844188" y="530194"/>
                  <a:pt x="854988" y="538026"/>
                  <a:pt x="861681" y="549642"/>
                </a:cubicBezTo>
                <a:lnTo>
                  <a:pt x="861977" y="550199"/>
                </a:lnTo>
                <a:cubicBezTo>
                  <a:pt x="868375" y="561668"/>
                  <a:pt x="869632" y="574621"/>
                  <a:pt x="866489" y="586424"/>
                </a:cubicBezTo>
                <a:cubicBezTo>
                  <a:pt x="863308" y="598449"/>
                  <a:pt x="855505" y="609324"/>
                  <a:pt x="844041" y="616153"/>
                </a:cubicBezTo>
                <a:lnTo>
                  <a:pt x="558177" y="787141"/>
                </a:lnTo>
                <a:cubicBezTo>
                  <a:pt x="548451" y="792969"/>
                  <a:pt x="538429" y="796383"/>
                  <a:pt x="528110" y="798239"/>
                </a:cubicBezTo>
                <a:cubicBezTo>
                  <a:pt x="518162" y="799984"/>
                  <a:pt x="507845" y="800243"/>
                  <a:pt x="497120" y="799761"/>
                </a:cubicBezTo>
                <a:lnTo>
                  <a:pt x="234290" y="787847"/>
                </a:lnTo>
                <a:lnTo>
                  <a:pt x="210030" y="795753"/>
                </a:lnTo>
                <a:lnTo>
                  <a:pt x="214135" y="802879"/>
                </a:lnTo>
                <a:cubicBezTo>
                  <a:pt x="218055" y="809671"/>
                  <a:pt x="218831" y="817465"/>
                  <a:pt x="216945" y="824479"/>
                </a:cubicBezTo>
                <a:cubicBezTo>
                  <a:pt x="215096" y="831494"/>
                  <a:pt x="210511" y="837840"/>
                  <a:pt x="203706" y="841775"/>
                </a:cubicBezTo>
                <a:lnTo>
                  <a:pt x="154299" y="870391"/>
                </a:lnTo>
                <a:cubicBezTo>
                  <a:pt x="147531" y="874325"/>
                  <a:pt x="139802" y="875104"/>
                  <a:pt x="132813" y="873248"/>
                </a:cubicBezTo>
                <a:cubicBezTo>
                  <a:pt x="125786" y="871393"/>
                  <a:pt x="119462" y="866790"/>
                  <a:pt x="115542" y="859999"/>
                </a:cubicBezTo>
                <a:lnTo>
                  <a:pt x="3819" y="665741"/>
                </a:lnTo>
                <a:cubicBezTo>
                  <a:pt x="-101" y="658949"/>
                  <a:pt x="-915" y="651154"/>
                  <a:pt x="972" y="644140"/>
                </a:cubicBezTo>
                <a:cubicBezTo>
                  <a:pt x="2821" y="637125"/>
                  <a:pt x="7406" y="630779"/>
                  <a:pt x="14174" y="626845"/>
                </a:cubicBezTo>
                <a:close/>
                <a:moveTo>
                  <a:pt x="119386" y="638202"/>
                </a:moveTo>
                <a:lnTo>
                  <a:pt x="200376" y="778976"/>
                </a:lnTo>
                <a:lnTo>
                  <a:pt x="230035" y="769326"/>
                </a:lnTo>
                <a:cubicBezTo>
                  <a:pt x="231070" y="768992"/>
                  <a:pt x="232217" y="768843"/>
                  <a:pt x="233363" y="768880"/>
                </a:cubicBezTo>
                <a:lnTo>
                  <a:pt x="497926" y="780868"/>
                </a:lnTo>
                <a:cubicBezTo>
                  <a:pt x="507319" y="781277"/>
                  <a:pt x="516269" y="781054"/>
                  <a:pt x="524886" y="779569"/>
                </a:cubicBezTo>
                <a:cubicBezTo>
                  <a:pt x="533096" y="778122"/>
                  <a:pt x="540973" y="775413"/>
                  <a:pt x="548517" y="770922"/>
                </a:cubicBezTo>
                <a:lnTo>
                  <a:pt x="834382" y="599933"/>
                </a:lnTo>
                <a:cubicBezTo>
                  <a:pt x="841445" y="595702"/>
                  <a:pt x="846253" y="588984"/>
                  <a:pt x="848249" y="581561"/>
                </a:cubicBezTo>
                <a:cubicBezTo>
                  <a:pt x="850135" y="574361"/>
                  <a:pt x="849433" y="566492"/>
                  <a:pt x="845624" y="559552"/>
                </a:cubicBezTo>
                <a:lnTo>
                  <a:pt x="845402" y="559143"/>
                </a:lnTo>
                <a:cubicBezTo>
                  <a:pt x="841334" y="552091"/>
                  <a:pt x="834714" y="547267"/>
                  <a:pt x="827392" y="545300"/>
                </a:cubicBezTo>
                <a:cubicBezTo>
                  <a:pt x="820033" y="543333"/>
                  <a:pt x="811934" y="544149"/>
                  <a:pt x="804907" y="548232"/>
                </a:cubicBezTo>
                <a:cubicBezTo>
                  <a:pt x="747475" y="581487"/>
                  <a:pt x="690041" y="614742"/>
                  <a:pt x="632613" y="648035"/>
                </a:cubicBezTo>
                <a:cubicBezTo>
                  <a:pt x="580358" y="682107"/>
                  <a:pt x="549700" y="676131"/>
                  <a:pt x="497259" y="653120"/>
                </a:cubicBezTo>
                <a:cubicBezTo>
                  <a:pt x="475107" y="643359"/>
                  <a:pt x="451291" y="632818"/>
                  <a:pt x="421151" y="631927"/>
                </a:cubicBezTo>
                <a:cubicBezTo>
                  <a:pt x="416824" y="632113"/>
                  <a:pt x="412756" y="629292"/>
                  <a:pt x="411609" y="624875"/>
                </a:cubicBezTo>
                <a:cubicBezTo>
                  <a:pt x="410278" y="619828"/>
                  <a:pt x="413274" y="614595"/>
                  <a:pt x="418303" y="613258"/>
                </a:cubicBezTo>
                <a:lnTo>
                  <a:pt x="563304" y="574249"/>
                </a:lnTo>
                <a:cubicBezTo>
                  <a:pt x="570848" y="572245"/>
                  <a:pt x="576913" y="567272"/>
                  <a:pt x="580537" y="560963"/>
                </a:cubicBezTo>
                <a:cubicBezTo>
                  <a:pt x="584161" y="554653"/>
                  <a:pt x="585419" y="546896"/>
                  <a:pt x="583385" y="539288"/>
                </a:cubicBezTo>
                <a:cubicBezTo>
                  <a:pt x="581351" y="531716"/>
                  <a:pt x="576432" y="525629"/>
                  <a:pt x="570109" y="521955"/>
                </a:cubicBezTo>
                <a:cubicBezTo>
                  <a:pt x="563822" y="518318"/>
                  <a:pt x="556092" y="517056"/>
                  <a:pt x="548549" y="519097"/>
                </a:cubicBezTo>
                <a:lnTo>
                  <a:pt x="438823" y="548901"/>
                </a:lnTo>
                <a:cubicBezTo>
                  <a:pt x="427470" y="551981"/>
                  <a:pt x="416449" y="553688"/>
                  <a:pt x="405281" y="553948"/>
                </a:cubicBezTo>
                <a:cubicBezTo>
                  <a:pt x="394149" y="554208"/>
                  <a:pt x="383017" y="553095"/>
                  <a:pt x="371517" y="550571"/>
                </a:cubicBezTo>
                <a:cubicBezTo>
                  <a:pt x="341487" y="544001"/>
                  <a:pt x="308500" y="542554"/>
                  <a:pt x="280357" y="551462"/>
                </a:cubicBezTo>
                <a:cubicBezTo>
                  <a:pt x="258316" y="558439"/>
                  <a:pt x="239159" y="571987"/>
                  <a:pt x="226956" y="594701"/>
                </a:cubicBezTo>
                <a:cubicBezTo>
                  <a:pt x="225920" y="596779"/>
                  <a:pt x="224145" y="598524"/>
                  <a:pt x="221816" y="599414"/>
                </a:cubicBezTo>
                <a:lnTo>
                  <a:pt x="119380" y="638125"/>
                </a:lnTo>
                <a:close/>
                <a:moveTo>
                  <a:pt x="73085" y="614633"/>
                </a:moveTo>
                <a:lnTo>
                  <a:pt x="23678" y="643286"/>
                </a:lnTo>
                <a:cubicBezTo>
                  <a:pt x="21422" y="644548"/>
                  <a:pt x="19906" y="646700"/>
                  <a:pt x="19277" y="649076"/>
                </a:cubicBezTo>
                <a:cubicBezTo>
                  <a:pt x="18648" y="651414"/>
                  <a:pt x="18907" y="654049"/>
                  <a:pt x="20164" y="656276"/>
                </a:cubicBezTo>
                <a:lnTo>
                  <a:pt x="131926" y="850534"/>
                </a:lnTo>
                <a:cubicBezTo>
                  <a:pt x="133220" y="852761"/>
                  <a:pt x="135328" y="854320"/>
                  <a:pt x="137695" y="854951"/>
                </a:cubicBezTo>
                <a:cubicBezTo>
                  <a:pt x="140061" y="855582"/>
                  <a:pt x="142687" y="855322"/>
                  <a:pt x="144943" y="854023"/>
                </a:cubicBezTo>
                <a:lnTo>
                  <a:pt x="194351" y="825407"/>
                </a:lnTo>
                <a:cubicBezTo>
                  <a:pt x="196570" y="824145"/>
                  <a:pt x="198086" y="821993"/>
                  <a:pt x="198715" y="819617"/>
                </a:cubicBezTo>
                <a:cubicBezTo>
                  <a:pt x="199343" y="817242"/>
                  <a:pt x="199085" y="814644"/>
                  <a:pt x="197827" y="812417"/>
                </a:cubicBezTo>
                <a:cubicBezTo>
                  <a:pt x="160587" y="747725"/>
                  <a:pt x="123309" y="682921"/>
                  <a:pt x="86066" y="618197"/>
                </a:cubicBezTo>
                <a:cubicBezTo>
                  <a:pt x="84809" y="615933"/>
                  <a:pt x="82664" y="614411"/>
                  <a:pt x="80297" y="613780"/>
                </a:cubicBezTo>
                <a:cubicBezTo>
                  <a:pt x="77930" y="613149"/>
                  <a:pt x="75341" y="613409"/>
                  <a:pt x="73122" y="614671"/>
                </a:cubicBezTo>
                <a:close/>
                <a:moveTo>
                  <a:pt x="771448" y="545710"/>
                </a:moveTo>
                <a:lnTo>
                  <a:pt x="771374" y="545562"/>
                </a:lnTo>
                <a:cubicBezTo>
                  <a:pt x="767306" y="538510"/>
                  <a:pt x="760687" y="533685"/>
                  <a:pt x="753365" y="531718"/>
                </a:cubicBezTo>
                <a:cubicBezTo>
                  <a:pt x="746005" y="529751"/>
                  <a:pt x="737907" y="530568"/>
                  <a:pt x="730880" y="534650"/>
                </a:cubicBezTo>
                <a:lnTo>
                  <a:pt x="558585" y="634454"/>
                </a:lnTo>
                <a:cubicBezTo>
                  <a:pt x="550190" y="639947"/>
                  <a:pt x="542276" y="644290"/>
                  <a:pt x="534769" y="647704"/>
                </a:cubicBezTo>
                <a:cubicBezTo>
                  <a:pt x="559769" y="655535"/>
                  <a:pt x="586063" y="655795"/>
                  <a:pt x="622268" y="632190"/>
                </a:cubicBezTo>
                <a:lnTo>
                  <a:pt x="771491" y="545748"/>
                </a:lnTo>
                <a:close/>
                <a:moveTo>
                  <a:pt x="538127" y="72271"/>
                </a:moveTo>
                <a:cubicBezTo>
                  <a:pt x="530176" y="68967"/>
                  <a:pt x="521930" y="66184"/>
                  <a:pt x="513497" y="63957"/>
                </a:cubicBezTo>
                <a:cubicBezTo>
                  <a:pt x="507802" y="62472"/>
                  <a:pt x="503031" y="59206"/>
                  <a:pt x="499667" y="54826"/>
                </a:cubicBezTo>
                <a:cubicBezTo>
                  <a:pt x="496301" y="50447"/>
                  <a:pt x="494341" y="44990"/>
                  <a:pt x="494341" y="39127"/>
                </a:cubicBezTo>
                <a:lnTo>
                  <a:pt x="494341" y="25728"/>
                </a:lnTo>
                <a:cubicBezTo>
                  <a:pt x="494341" y="23909"/>
                  <a:pt x="493565" y="22239"/>
                  <a:pt x="492381" y="21052"/>
                </a:cubicBezTo>
                <a:cubicBezTo>
                  <a:pt x="491198" y="19827"/>
                  <a:pt x="489534" y="19084"/>
                  <a:pt x="487722" y="19084"/>
                </a:cubicBezTo>
                <a:lnTo>
                  <a:pt x="442789" y="19084"/>
                </a:lnTo>
                <a:cubicBezTo>
                  <a:pt x="440977" y="19084"/>
                  <a:pt x="439313" y="19864"/>
                  <a:pt x="438129" y="21052"/>
                </a:cubicBezTo>
                <a:cubicBezTo>
                  <a:pt x="436946" y="22239"/>
                  <a:pt x="436169" y="23909"/>
                  <a:pt x="436169" y="25728"/>
                </a:cubicBezTo>
                <a:lnTo>
                  <a:pt x="436169" y="39164"/>
                </a:lnTo>
                <a:cubicBezTo>
                  <a:pt x="436169" y="45028"/>
                  <a:pt x="434209" y="50484"/>
                  <a:pt x="430844" y="54863"/>
                </a:cubicBezTo>
                <a:cubicBezTo>
                  <a:pt x="427479" y="59243"/>
                  <a:pt x="422708" y="62509"/>
                  <a:pt x="417013" y="63994"/>
                </a:cubicBezTo>
                <a:cubicBezTo>
                  <a:pt x="408618" y="66184"/>
                  <a:pt x="400372" y="68967"/>
                  <a:pt x="392420" y="72270"/>
                </a:cubicBezTo>
                <a:cubicBezTo>
                  <a:pt x="384284" y="75648"/>
                  <a:pt x="376444" y="79582"/>
                  <a:pt x="369047" y="83925"/>
                </a:cubicBezTo>
                <a:cubicBezTo>
                  <a:pt x="364018" y="86894"/>
                  <a:pt x="358323" y="87971"/>
                  <a:pt x="352887" y="87302"/>
                </a:cubicBezTo>
                <a:cubicBezTo>
                  <a:pt x="347413" y="86597"/>
                  <a:pt x="342162" y="84111"/>
                  <a:pt x="338020" y="79991"/>
                </a:cubicBezTo>
                <a:lnTo>
                  <a:pt x="328590" y="70489"/>
                </a:lnTo>
                <a:cubicBezTo>
                  <a:pt x="327259" y="69190"/>
                  <a:pt x="325557" y="68559"/>
                  <a:pt x="323856" y="68559"/>
                </a:cubicBezTo>
                <a:cubicBezTo>
                  <a:pt x="322155" y="68559"/>
                  <a:pt x="320454" y="69227"/>
                  <a:pt x="319196" y="70489"/>
                </a:cubicBezTo>
                <a:lnTo>
                  <a:pt x="287392" y="102409"/>
                </a:lnTo>
                <a:cubicBezTo>
                  <a:pt x="286098" y="103670"/>
                  <a:pt x="285469" y="105378"/>
                  <a:pt x="285469" y="107122"/>
                </a:cubicBezTo>
                <a:cubicBezTo>
                  <a:pt x="285469" y="108829"/>
                  <a:pt x="286135" y="110537"/>
                  <a:pt x="287392" y="111799"/>
                </a:cubicBezTo>
                <a:lnTo>
                  <a:pt x="296822" y="121337"/>
                </a:lnTo>
                <a:cubicBezTo>
                  <a:pt x="300964" y="125457"/>
                  <a:pt x="303442" y="130690"/>
                  <a:pt x="304145" y="136183"/>
                </a:cubicBezTo>
                <a:cubicBezTo>
                  <a:pt x="304810" y="141676"/>
                  <a:pt x="303738" y="147392"/>
                  <a:pt x="300779" y="152439"/>
                </a:cubicBezTo>
                <a:cubicBezTo>
                  <a:pt x="296416" y="159937"/>
                  <a:pt x="292496" y="167768"/>
                  <a:pt x="289167" y="175859"/>
                </a:cubicBezTo>
                <a:cubicBezTo>
                  <a:pt x="285875" y="183876"/>
                  <a:pt x="283065" y="192152"/>
                  <a:pt x="280883" y="200578"/>
                </a:cubicBezTo>
                <a:cubicBezTo>
                  <a:pt x="279441" y="206256"/>
                  <a:pt x="276149" y="211082"/>
                  <a:pt x="271823" y="214458"/>
                </a:cubicBezTo>
                <a:cubicBezTo>
                  <a:pt x="267422" y="217836"/>
                  <a:pt x="262022" y="219803"/>
                  <a:pt x="256180" y="219803"/>
                </a:cubicBezTo>
                <a:lnTo>
                  <a:pt x="242829" y="219803"/>
                </a:lnTo>
                <a:cubicBezTo>
                  <a:pt x="241017" y="219803"/>
                  <a:pt x="239353" y="220582"/>
                  <a:pt x="238169" y="221770"/>
                </a:cubicBezTo>
                <a:cubicBezTo>
                  <a:pt x="236986" y="222958"/>
                  <a:pt x="236209" y="224628"/>
                  <a:pt x="236209" y="226447"/>
                </a:cubicBezTo>
                <a:lnTo>
                  <a:pt x="236209" y="271542"/>
                </a:lnTo>
                <a:cubicBezTo>
                  <a:pt x="236209" y="273397"/>
                  <a:pt x="236949" y="275068"/>
                  <a:pt x="238132" y="276218"/>
                </a:cubicBezTo>
                <a:cubicBezTo>
                  <a:pt x="239390" y="277406"/>
                  <a:pt x="241054" y="278185"/>
                  <a:pt x="242866" y="278185"/>
                </a:cubicBezTo>
                <a:lnTo>
                  <a:pt x="256254" y="278185"/>
                </a:lnTo>
                <a:cubicBezTo>
                  <a:pt x="262097" y="278185"/>
                  <a:pt x="267533" y="280152"/>
                  <a:pt x="271896" y="283530"/>
                </a:cubicBezTo>
                <a:cubicBezTo>
                  <a:pt x="276223" y="286870"/>
                  <a:pt x="279515" y="291695"/>
                  <a:pt x="280994" y="297411"/>
                </a:cubicBezTo>
                <a:cubicBezTo>
                  <a:pt x="283176" y="305836"/>
                  <a:pt x="285950" y="314112"/>
                  <a:pt x="289241" y="322093"/>
                </a:cubicBezTo>
                <a:cubicBezTo>
                  <a:pt x="292606" y="330258"/>
                  <a:pt x="296526" y="338126"/>
                  <a:pt x="300853" y="345550"/>
                </a:cubicBezTo>
                <a:cubicBezTo>
                  <a:pt x="303812" y="350597"/>
                  <a:pt x="304884" y="356313"/>
                  <a:pt x="304219" y="361769"/>
                </a:cubicBezTo>
                <a:cubicBezTo>
                  <a:pt x="303516" y="367262"/>
                  <a:pt x="301038" y="372532"/>
                  <a:pt x="296933" y="376689"/>
                </a:cubicBezTo>
                <a:lnTo>
                  <a:pt x="287466" y="386153"/>
                </a:lnTo>
                <a:cubicBezTo>
                  <a:pt x="286172" y="387489"/>
                  <a:pt x="285543" y="389197"/>
                  <a:pt x="285543" y="390904"/>
                </a:cubicBezTo>
                <a:cubicBezTo>
                  <a:pt x="285543" y="392611"/>
                  <a:pt x="286209" y="394319"/>
                  <a:pt x="287466" y="395581"/>
                </a:cubicBezTo>
                <a:lnTo>
                  <a:pt x="319270" y="427500"/>
                </a:lnTo>
                <a:cubicBezTo>
                  <a:pt x="320528" y="428799"/>
                  <a:pt x="322229" y="429430"/>
                  <a:pt x="323967" y="429430"/>
                </a:cubicBezTo>
                <a:cubicBezTo>
                  <a:pt x="325668" y="429430"/>
                  <a:pt x="327369" y="428762"/>
                  <a:pt x="328627" y="427500"/>
                </a:cubicBezTo>
                <a:lnTo>
                  <a:pt x="338131" y="418036"/>
                </a:lnTo>
                <a:cubicBezTo>
                  <a:pt x="342236" y="413879"/>
                  <a:pt x="347450" y="411392"/>
                  <a:pt x="352924" y="410687"/>
                </a:cubicBezTo>
                <a:cubicBezTo>
                  <a:pt x="358397" y="410019"/>
                  <a:pt x="364092" y="411095"/>
                  <a:pt x="369121" y="414064"/>
                </a:cubicBezTo>
                <a:cubicBezTo>
                  <a:pt x="376591" y="418444"/>
                  <a:pt x="384395" y="422378"/>
                  <a:pt x="392456" y="425719"/>
                </a:cubicBezTo>
                <a:cubicBezTo>
                  <a:pt x="400444" y="429022"/>
                  <a:pt x="408691" y="431843"/>
                  <a:pt x="417086" y="434033"/>
                </a:cubicBezTo>
                <a:cubicBezTo>
                  <a:pt x="422744" y="435480"/>
                  <a:pt x="427552" y="438783"/>
                  <a:pt x="430917" y="443126"/>
                </a:cubicBezTo>
                <a:cubicBezTo>
                  <a:pt x="434282" y="447542"/>
                  <a:pt x="436242" y="452962"/>
                  <a:pt x="436242" y="458825"/>
                </a:cubicBezTo>
                <a:lnTo>
                  <a:pt x="436242" y="472224"/>
                </a:lnTo>
                <a:cubicBezTo>
                  <a:pt x="436242" y="474080"/>
                  <a:pt x="436982" y="475750"/>
                  <a:pt x="438165" y="476901"/>
                </a:cubicBezTo>
                <a:cubicBezTo>
                  <a:pt x="439423" y="478088"/>
                  <a:pt x="441087" y="478868"/>
                  <a:pt x="442899" y="478868"/>
                </a:cubicBezTo>
                <a:lnTo>
                  <a:pt x="487831" y="478868"/>
                </a:lnTo>
                <a:cubicBezTo>
                  <a:pt x="489680" y="478868"/>
                  <a:pt x="491345" y="478125"/>
                  <a:pt x="492491" y="476938"/>
                </a:cubicBezTo>
                <a:cubicBezTo>
                  <a:pt x="493712" y="475713"/>
                  <a:pt x="494451" y="474043"/>
                  <a:pt x="494451" y="472187"/>
                </a:cubicBezTo>
                <a:lnTo>
                  <a:pt x="494451" y="458751"/>
                </a:lnTo>
                <a:cubicBezTo>
                  <a:pt x="494451" y="452887"/>
                  <a:pt x="496411" y="447431"/>
                  <a:pt x="499776" y="443052"/>
                </a:cubicBezTo>
                <a:cubicBezTo>
                  <a:pt x="503142" y="438672"/>
                  <a:pt x="507912" y="435406"/>
                  <a:pt x="513607" y="433921"/>
                </a:cubicBezTo>
                <a:cubicBezTo>
                  <a:pt x="522002" y="431731"/>
                  <a:pt x="530249" y="428948"/>
                  <a:pt x="538200" y="425645"/>
                </a:cubicBezTo>
                <a:cubicBezTo>
                  <a:pt x="546336" y="422267"/>
                  <a:pt x="554176" y="418333"/>
                  <a:pt x="561573" y="413990"/>
                </a:cubicBezTo>
                <a:cubicBezTo>
                  <a:pt x="566603" y="411021"/>
                  <a:pt x="572298" y="409945"/>
                  <a:pt x="577734" y="410613"/>
                </a:cubicBezTo>
                <a:cubicBezTo>
                  <a:pt x="583207" y="411318"/>
                  <a:pt x="588458" y="413805"/>
                  <a:pt x="592600" y="417924"/>
                </a:cubicBezTo>
                <a:lnTo>
                  <a:pt x="602031" y="427426"/>
                </a:lnTo>
                <a:cubicBezTo>
                  <a:pt x="603362" y="428725"/>
                  <a:pt x="605063" y="429356"/>
                  <a:pt x="606764" y="429356"/>
                </a:cubicBezTo>
                <a:cubicBezTo>
                  <a:pt x="608465" y="429356"/>
                  <a:pt x="610166" y="428688"/>
                  <a:pt x="611424" y="427426"/>
                </a:cubicBezTo>
                <a:lnTo>
                  <a:pt x="643228" y="395507"/>
                </a:lnTo>
                <a:cubicBezTo>
                  <a:pt x="644523" y="394245"/>
                  <a:pt x="645151" y="392537"/>
                  <a:pt x="645151" y="390793"/>
                </a:cubicBezTo>
                <a:cubicBezTo>
                  <a:pt x="645151" y="389086"/>
                  <a:pt x="644486" y="387378"/>
                  <a:pt x="643228" y="386116"/>
                </a:cubicBezTo>
                <a:lnTo>
                  <a:pt x="633798" y="376578"/>
                </a:lnTo>
                <a:cubicBezTo>
                  <a:pt x="629656" y="372458"/>
                  <a:pt x="627178" y="367225"/>
                  <a:pt x="626476" y="361732"/>
                </a:cubicBezTo>
                <a:cubicBezTo>
                  <a:pt x="625810" y="356239"/>
                  <a:pt x="626882" y="350523"/>
                  <a:pt x="629841" y="345476"/>
                </a:cubicBezTo>
                <a:cubicBezTo>
                  <a:pt x="634205" y="337978"/>
                  <a:pt x="638125" y="330147"/>
                  <a:pt x="641453" y="322056"/>
                </a:cubicBezTo>
                <a:cubicBezTo>
                  <a:pt x="644745" y="314040"/>
                  <a:pt x="647555" y="305763"/>
                  <a:pt x="649737" y="297337"/>
                </a:cubicBezTo>
                <a:cubicBezTo>
                  <a:pt x="651180" y="291659"/>
                  <a:pt x="654471" y="286833"/>
                  <a:pt x="658798" y="283457"/>
                </a:cubicBezTo>
                <a:cubicBezTo>
                  <a:pt x="663199" y="280079"/>
                  <a:pt x="668598" y="278112"/>
                  <a:pt x="674441" y="278112"/>
                </a:cubicBezTo>
                <a:lnTo>
                  <a:pt x="687791" y="278112"/>
                </a:lnTo>
                <a:cubicBezTo>
                  <a:pt x="689640" y="278112"/>
                  <a:pt x="691305" y="277370"/>
                  <a:pt x="692451" y="276182"/>
                </a:cubicBezTo>
                <a:cubicBezTo>
                  <a:pt x="693671" y="274957"/>
                  <a:pt x="694411" y="273287"/>
                  <a:pt x="694411" y="271431"/>
                </a:cubicBezTo>
                <a:lnTo>
                  <a:pt x="694411" y="226336"/>
                </a:lnTo>
                <a:cubicBezTo>
                  <a:pt x="694411" y="224518"/>
                  <a:pt x="693634" y="222848"/>
                  <a:pt x="692451" y="221660"/>
                </a:cubicBezTo>
                <a:cubicBezTo>
                  <a:pt x="691268" y="220435"/>
                  <a:pt x="689603" y="219693"/>
                  <a:pt x="687791" y="219693"/>
                </a:cubicBezTo>
                <a:lnTo>
                  <a:pt x="674404" y="219693"/>
                </a:lnTo>
                <a:cubicBezTo>
                  <a:pt x="668561" y="219693"/>
                  <a:pt x="663124" y="217726"/>
                  <a:pt x="658761" y="214348"/>
                </a:cubicBezTo>
                <a:cubicBezTo>
                  <a:pt x="654397" y="210971"/>
                  <a:pt x="651143" y="206183"/>
                  <a:pt x="649663" y="200467"/>
                </a:cubicBezTo>
                <a:cubicBezTo>
                  <a:pt x="647481" y="192042"/>
                  <a:pt x="644708" y="183766"/>
                  <a:pt x="641417" y="175785"/>
                </a:cubicBezTo>
                <a:cubicBezTo>
                  <a:pt x="638051" y="167620"/>
                  <a:pt x="634131" y="159752"/>
                  <a:pt x="629804" y="152328"/>
                </a:cubicBezTo>
                <a:cubicBezTo>
                  <a:pt x="626845" y="147281"/>
                  <a:pt x="625773" y="141565"/>
                  <a:pt x="626439" y="136109"/>
                </a:cubicBezTo>
                <a:cubicBezTo>
                  <a:pt x="627141" y="130616"/>
                  <a:pt x="629619" y="125346"/>
                  <a:pt x="633724" y="121189"/>
                </a:cubicBezTo>
                <a:lnTo>
                  <a:pt x="643191" y="111725"/>
                </a:lnTo>
                <a:cubicBezTo>
                  <a:pt x="644486" y="110389"/>
                  <a:pt x="645114" y="108681"/>
                  <a:pt x="645114" y="106974"/>
                </a:cubicBezTo>
                <a:cubicBezTo>
                  <a:pt x="645114" y="105267"/>
                  <a:pt x="644449" y="103559"/>
                  <a:pt x="643191" y="102297"/>
                </a:cubicBezTo>
                <a:lnTo>
                  <a:pt x="611387" y="70378"/>
                </a:lnTo>
                <a:cubicBezTo>
                  <a:pt x="610130" y="69079"/>
                  <a:pt x="608428" y="68448"/>
                  <a:pt x="606690" y="68448"/>
                </a:cubicBezTo>
                <a:cubicBezTo>
                  <a:pt x="604989" y="68448"/>
                  <a:pt x="603288" y="69116"/>
                  <a:pt x="602031" y="70378"/>
                </a:cubicBezTo>
                <a:lnTo>
                  <a:pt x="592526" y="79842"/>
                </a:lnTo>
                <a:cubicBezTo>
                  <a:pt x="588422" y="83999"/>
                  <a:pt x="583207" y="86486"/>
                  <a:pt x="577734" y="87191"/>
                </a:cubicBezTo>
                <a:cubicBezTo>
                  <a:pt x="572261" y="87859"/>
                  <a:pt x="566602" y="86783"/>
                  <a:pt x="561536" y="83814"/>
                </a:cubicBezTo>
                <a:cubicBezTo>
                  <a:pt x="554103" y="79434"/>
                  <a:pt x="546300" y="75537"/>
                  <a:pt x="538201" y="72159"/>
                </a:cubicBezTo>
                <a:close/>
              </a:path>
            </a:pathLst>
          </a:custGeom>
          <a:solidFill>
            <a:srgbClr val="000000"/>
          </a:solidFill>
          <a:ln w="9438" cap="flat">
            <a:noFill/>
            <a:prstDash val="solid"/>
            <a:miter/>
          </a:ln>
        </p:spPr>
        <p:txBody>
          <a:bodyPr/>
          <a:lstStyle/>
          <a:p>
            <a:endParaRPr lang="en-US"/>
          </a:p>
        </p:txBody>
      </p:sp>
      <p:sp>
        <p:nvSpPr>
          <p:cNvPr id="14" name="Round Same Side Corner Rectangle 13">
            <a:extLst>
              <a:ext uri="{FF2B5EF4-FFF2-40B4-BE49-F238E27FC236}">
                <a16:creationId xmlns:a16="http://schemas.microsoft.com/office/drawing/2014/main" id="{3A38964F-35AE-89A8-FFAA-A37BA38871CA}"/>
              </a:ext>
              <a:ext uri="{C183D7F6-B498-43B3-948B-1728B52AA6E4}">
                <adec:decorative xmlns:adec="http://schemas.microsoft.com/office/drawing/2017/decorative" val="1"/>
              </a:ext>
            </a:extLst>
          </p:cNvPr>
          <p:cNvSpPr/>
          <p:nvPr/>
        </p:nvSpPr>
        <p:spPr>
          <a:xfrm>
            <a:off x="371475"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 Same Side Corner Rectangle 14">
            <a:extLst>
              <a:ext uri="{FF2B5EF4-FFF2-40B4-BE49-F238E27FC236}">
                <a16:creationId xmlns:a16="http://schemas.microsoft.com/office/drawing/2014/main" id="{7374A62A-7429-12A2-540C-8F858A6422CE}"/>
              </a:ext>
              <a:ext uri="{C183D7F6-B498-43B3-948B-1728B52AA6E4}">
                <adec:decorative xmlns:adec="http://schemas.microsoft.com/office/drawing/2017/decorative" val="1"/>
              </a:ext>
            </a:extLst>
          </p:cNvPr>
          <p:cNvSpPr/>
          <p:nvPr/>
        </p:nvSpPr>
        <p:spPr>
          <a:xfrm>
            <a:off x="4253243"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a:extLst>
              <a:ext uri="{FF2B5EF4-FFF2-40B4-BE49-F238E27FC236}">
                <a16:creationId xmlns:a16="http://schemas.microsoft.com/office/drawing/2014/main" id="{4EA5961C-FA70-2DEA-096D-2CF9002587D7}"/>
              </a:ext>
              <a:ext uri="{C183D7F6-B498-43B3-948B-1728B52AA6E4}">
                <adec:decorative xmlns:adec="http://schemas.microsoft.com/office/drawing/2017/decorative" val="1"/>
              </a:ext>
            </a:extLst>
          </p:cNvPr>
          <p:cNvSpPr/>
          <p:nvPr/>
        </p:nvSpPr>
        <p:spPr>
          <a:xfrm>
            <a:off x="8135012" y="2051515"/>
            <a:ext cx="3696625" cy="871350"/>
          </a:xfrm>
          <a:prstGeom prst="round2SameRect">
            <a:avLst/>
          </a:prstGeom>
          <a:solidFill>
            <a:srgbClr val="2F7D9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4345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F7D9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7ABED-F8EE-53FF-BCE1-D06CCF495EA1}"/>
              </a:ext>
            </a:extLst>
          </p:cNvPr>
          <p:cNvSpPr>
            <a:spLocks noGrp="1"/>
          </p:cNvSpPr>
          <p:nvPr>
            <p:ph type="ctrTitle"/>
          </p:nvPr>
        </p:nvSpPr>
        <p:spPr>
          <a:xfrm>
            <a:off x="3130384" y="3152001"/>
            <a:ext cx="5931232" cy="553998"/>
          </a:xfrm>
        </p:spPr>
        <p:txBody>
          <a:bodyPr anchor="ctr"/>
          <a:lstStyle/>
          <a:p>
            <a:pPr algn="ctr"/>
            <a:r>
              <a:rPr lang="en-US" sz="4000">
                <a:solidFill>
                  <a:schemeClr val="bg1"/>
                </a:solidFill>
              </a:rPr>
              <a:t>CONTACT US</a:t>
            </a:r>
          </a:p>
        </p:txBody>
      </p:sp>
      <p:grpSp>
        <p:nvGrpSpPr>
          <p:cNvPr id="18" name="Group 17" descr="IAccessible Logo">
            <a:extLst>
              <a:ext uri="{FF2B5EF4-FFF2-40B4-BE49-F238E27FC236}">
                <a16:creationId xmlns:a16="http://schemas.microsoft.com/office/drawing/2014/main" id="{EE9C17B8-7818-F61C-2856-4ADB3E48744A}"/>
              </a:ext>
            </a:extLst>
          </p:cNvPr>
          <p:cNvGrpSpPr/>
          <p:nvPr/>
        </p:nvGrpSpPr>
        <p:grpSpPr>
          <a:xfrm>
            <a:off x="4978989" y="978233"/>
            <a:ext cx="2234022" cy="1178222"/>
            <a:chOff x="4978989" y="978233"/>
            <a:chExt cx="2234022" cy="1178222"/>
          </a:xfrm>
        </p:grpSpPr>
        <p:pic>
          <p:nvPicPr>
            <p:cNvPr id="19" name="Picture 18" descr="IAccessible Logo">
              <a:extLst>
                <a:ext uri="{FF2B5EF4-FFF2-40B4-BE49-F238E27FC236}">
                  <a16:creationId xmlns:a16="http://schemas.microsoft.com/office/drawing/2014/main" id="{805A099A-47CD-B83F-512E-546856907CA3}"/>
                </a:ext>
              </a:extLst>
            </p:cNvPr>
            <p:cNvPicPr>
              <a:picLocks noChangeAspect="1"/>
            </p:cNvPicPr>
            <p:nvPr/>
          </p:nvPicPr>
          <p:blipFill>
            <a:blip r:embed="rId3"/>
            <a:stretch>
              <a:fillRect/>
            </a:stretch>
          </p:blipFill>
          <p:spPr>
            <a:xfrm>
              <a:off x="4978989" y="978233"/>
              <a:ext cx="2234022" cy="1178222"/>
            </a:xfrm>
            <a:prstGeom prst="rect">
              <a:avLst/>
            </a:prstGeom>
          </p:spPr>
        </p:pic>
        <p:pic>
          <p:nvPicPr>
            <p:cNvPr id="20" name="Picture 19" descr="IAccessible Logo">
              <a:extLst>
                <a:ext uri="{FF2B5EF4-FFF2-40B4-BE49-F238E27FC236}">
                  <a16:creationId xmlns:a16="http://schemas.microsoft.com/office/drawing/2014/main" id="{7CA6A679-E500-5907-AFD2-DD636B4079B9}"/>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Lst>
            </a:blip>
            <a:srcRect t="76635"/>
            <a:stretch/>
          </p:blipFill>
          <p:spPr>
            <a:xfrm>
              <a:off x="4978989" y="1880825"/>
              <a:ext cx="2234022" cy="275294"/>
            </a:xfrm>
            <a:prstGeom prst="rect">
              <a:avLst/>
            </a:prstGeom>
          </p:spPr>
        </p:pic>
      </p:grpSp>
      <p:sp>
        <p:nvSpPr>
          <p:cNvPr id="9" name="Subtitle 15">
            <a:extLst>
              <a:ext uri="{FF2B5EF4-FFF2-40B4-BE49-F238E27FC236}">
                <a16:creationId xmlns:a16="http://schemas.microsoft.com/office/drawing/2014/main" id="{B6CC716F-5C6A-1DEE-6C7E-3B6520A30CC8}"/>
              </a:ext>
            </a:extLst>
          </p:cNvPr>
          <p:cNvSpPr txBox="1">
            <a:spLocks/>
          </p:cNvSpPr>
          <p:nvPr/>
        </p:nvSpPr>
        <p:spPr>
          <a:xfrm>
            <a:off x="3646789" y="3895107"/>
            <a:ext cx="2423917" cy="566924"/>
          </a:xfrm>
          <a:prstGeom prst="roundRect">
            <a:avLst/>
          </a:prstGeom>
          <a:solidFill>
            <a:schemeClr val="bg1"/>
          </a:solidFill>
        </p:spPr>
        <p:txBody>
          <a:bodyPr wrap="none" lIns="144000" tIns="144000" rIns="144000" bIns="144000"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600">
                <a:solidFill>
                  <a:schemeClr val="tx2">
                    <a:lumMod val="50000"/>
                  </a:schemeClr>
                </a:solidFill>
                <a:hlinkClick r:id="rId6">
                  <a:extLst>
                    <a:ext uri="{A12FA001-AC4F-418D-AE19-62706E023703}">
                      <ahyp:hlinkClr xmlns:ahyp="http://schemas.microsoft.com/office/drawing/2018/hyperlinkcolor" val="tx"/>
                    </a:ext>
                  </a:extLst>
                </a:hlinkClick>
              </a:rPr>
              <a:t>https://iaccessible.net</a:t>
            </a:r>
            <a:endParaRPr lang="en-IN" sz="1600">
              <a:solidFill>
                <a:schemeClr val="tx2">
                  <a:lumMod val="50000"/>
                </a:schemeClr>
              </a:solidFill>
            </a:endParaRPr>
          </a:p>
        </p:txBody>
      </p:sp>
      <p:sp>
        <p:nvSpPr>
          <p:cNvPr id="10" name="Subtitle 15">
            <a:extLst>
              <a:ext uri="{FF2B5EF4-FFF2-40B4-BE49-F238E27FC236}">
                <a16:creationId xmlns:a16="http://schemas.microsoft.com/office/drawing/2014/main" id="{A0F5A549-9EF4-9DD1-8F72-2C44BF9F252F}"/>
              </a:ext>
            </a:extLst>
          </p:cNvPr>
          <p:cNvSpPr txBox="1">
            <a:spLocks/>
          </p:cNvSpPr>
          <p:nvPr/>
        </p:nvSpPr>
        <p:spPr>
          <a:xfrm>
            <a:off x="6316368" y="3895107"/>
            <a:ext cx="2271955" cy="566924"/>
          </a:xfrm>
          <a:prstGeom prst="roundRect">
            <a:avLst/>
          </a:prstGeom>
          <a:solidFill>
            <a:schemeClr val="bg1"/>
          </a:solidFill>
        </p:spPr>
        <p:txBody>
          <a:bodyPr vert="horz" wrap="none" lIns="144000" tIns="144000" rIns="144000" bIns="144000" rtlCol="0" anchor="ctr">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IN" sz="1800" kern="1200">
                <a:solidFill>
                  <a:schemeClr val="accent4"/>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600">
                <a:solidFill>
                  <a:schemeClr val="tx2">
                    <a:lumMod val="50000"/>
                  </a:schemeClr>
                </a:solidFill>
                <a:hlinkClick r:id="rId7">
                  <a:extLst>
                    <a:ext uri="{A12FA001-AC4F-418D-AE19-62706E023703}">
                      <ahyp:hlinkClr xmlns:ahyp="http://schemas.microsoft.com/office/drawing/2018/hyperlinkcolor" val="tx"/>
                    </a:ext>
                  </a:extLst>
                </a:hlinkClick>
              </a:rPr>
              <a:t>info@iaccessible.net</a:t>
            </a:r>
            <a:endParaRPr lang="en-IN" sz="1600">
              <a:solidFill>
                <a:schemeClr val="tx2">
                  <a:lumMod val="50000"/>
                </a:schemeClr>
              </a:solidFill>
            </a:endParaRPr>
          </a:p>
        </p:txBody>
      </p:sp>
      <p:sp>
        <p:nvSpPr>
          <p:cNvPr id="8" name="TextBox 7">
            <a:extLst>
              <a:ext uri="{FF2B5EF4-FFF2-40B4-BE49-F238E27FC236}">
                <a16:creationId xmlns:a16="http://schemas.microsoft.com/office/drawing/2014/main" id="{DA7C8293-8C2F-EBD9-8D24-C4B565C8D0E1}"/>
              </a:ext>
            </a:extLst>
          </p:cNvPr>
          <p:cNvSpPr txBox="1"/>
          <p:nvPr/>
        </p:nvSpPr>
        <p:spPr>
          <a:xfrm>
            <a:off x="4171262" y="6142382"/>
            <a:ext cx="3849476" cy="715618"/>
          </a:xfrm>
          <a:prstGeom prst="rect">
            <a:avLst/>
          </a:prstGeom>
          <a:noFill/>
        </p:spPr>
        <p:txBody>
          <a:bodyPr wrap="square" lIns="0" tIns="0" rIns="0" bIns="0" anchor="ctr" anchorCtr="0">
            <a:noAutofit/>
          </a:bodyPr>
          <a:lstStyle/>
          <a:p>
            <a:pPr algn="ctr">
              <a:spcBef>
                <a:spcPts val="300"/>
              </a:spcBef>
              <a:spcAft>
                <a:spcPts val="300"/>
              </a:spcAft>
            </a:pPr>
            <a:r>
              <a:rPr lang="en-US" sz="800" err="1">
                <a:solidFill>
                  <a:schemeClr val="bg1"/>
                </a:solidFill>
                <a:latin typeface="+mj-lt"/>
              </a:rPr>
              <a:t>www.iaccessible.net</a:t>
            </a:r>
            <a:r>
              <a:rPr lang="en-US" sz="800">
                <a:solidFill>
                  <a:schemeClr val="bg1"/>
                </a:solidFill>
                <a:latin typeface="+mj-lt"/>
              </a:rPr>
              <a:t> | © 2026 </a:t>
            </a:r>
            <a:r>
              <a:rPr lang="en-US" sz="800" err="1">
                <a:solidFill>
                  <a:schemeClr val="bg1"/>
                </a:solidFill>
                <a:latin typeface="+mj-lt"/>
              </a:rPr>
              <a:t>IAccessible</a:t>
            </a:r>
            <a:r>
              <a:rPr lang="en-US" sz="800">
                <a:solidFill>
                  <a:schemeClr val="bg1"/>
                </a:solidFill>
                <a:latin typeface="+mj-lt"/>
              </a:rPr>
              <a:t> Inc. All Rights Reserved.</a:t>
            </a:r>
          </a:p>
        </p:txBody>
      </p:sp>
    </p:spTree>
    <p:extLst>
      <p:ext uri="{BB962C8B-B14F-4D97-AF65-F5344CB8AC3E}">
        <p14:creationId xmlns:p14="http://schemas.microsoft.com/office/powerpoint/2010/main" val="3196652842"/>
      </p:ext>
    </p:extLst>
  </p:cSld>
  <p:clrMapOvr>
    <a:masterClrMapping/>
  </p:clrMapOvr>
</p:sld>
</file>

<file path=ppt/theme/theme1.xml><?xml version="1.0" encoding="utf-8"?>
<a:theme xmlns:a="http://schemas.openxmlformats.org/drawingml/2006/main" name="Office Theme">
  <a:themeElements>
    <a:clrScheme name="Custom 7">
      <a:dk1>
        <a:sysClr val="windowText" lastClr="000000"/>
      </a:dk1>
      <a:lt1>
        <a:sysClr val="window" lastClr="FFFFFF"/>
      </a:lt1>
      <a:dk2>
        <a:srgbClr val="44546A"/>
      </a:dk2>
      <a:lt2>
        <a:srgbClr val="E7E6E6"/>
      </a:lt2>
      <a:accent1>
        <a:srgbClr val="002160"/>
      </a:accent1>
      <a:accent2>
        <a:srgbClr val="1663F1"/>
      </a:accent2>
      <a:accent3>
        <a:srgbClr val="F1C96B"/>
      </a:accent3>
      <a:accent4>
        <a:srgbClr val="3E4245"/>
      </a:accent4>
      <a:accent5>
        <a:srgbClr val="F07411"/>
      </a:accent5>
      <a:accent6>
        <a:srgbClr val="70AD47"/>
      </a:accent6>
      <a:hlink>
        <a:srgbClr val="0563C1"/>
      </a:hlink>
      <a:folHlink>
        <a:srgbClr val="954F72"/>
      </a:folHlink>
    </a:clrScheme>
    <a:fontScheme name="Custom 2">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a:spAutoFit/>
      </a:bodyPr>
      <a:lstStyle>
        <a:defPPr algn="l">
          <a:spcBef>
            <a:spcPts val="300"/>
          </a:spcBef>
          <a:spcAft>
            <a:spcPts val="300"/>
          </a:spcAft>
          <a:defRPr sz="1600" b="1" i="0" u="none" strike="noStrike" baseline="0" dirty="0" smtClean="0">
            <a:solidFill>
              <a:schemeClr val="accent4"/>
            </a:solidFill>
            <a:latin typeface="+mj-l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3FA5452908BAF4B983400D1EF0D21BB" ma:contentTypeVersion="12" ma:contentTypeDescription="Create a new document." ma:contentTypeScope="" ma:versionID="326dd6743c758e70937822c363381d90">
  <xsd:schema xmlns:xsd="http://www.w3.org/2001/XMLSchema" xmlns:xs="http://www.w3.org/2001/XMLSchema" xmlns:p="http://schemas.microsoft.com/office/2006/metadata/properties" xmlns:ns2="1d860150-2201-4e55-8bf0-64fd247d9e0e" xmlns:ns3="bd060a66-1764-47a2-9327-0289acbd8f8b" targetNamespace="http://schemas.microsoft.com/office/2006/metadata/properties" ma:root="true" ma:fieldsID="f18ac7023f2ace3a4af66c28d10048ce" ns2:_="" ns3:_="">
    <xsd:import namespace="1d860150-2201-4e55-8bf0-64fd247d9e0e"/>
    <xsd:import namespace="bd060a66-1764-47a2-9327-0289acbd8f8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860150-2201-4e55-8bf0-64fd247d9e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44b61a5-0374-45de-aff4-3f4693f7a92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d060a66-1764-47a2-9327-0289acbd8f8b"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39a0448-b8ff-4c55-bcb3-024055637a0c}" ma:internalName="TaxCatchAll" ma:showField="CatchAllData" ma:web="bd060a66-1764-47a2-9327-0289acbd8f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d860150-2201-4e55-8bf0-64fd247d9e0e">
      <Terms xmlns="http://schemas.microsoft.com/office/infopath/2007/PartnerControls"/>
    </lcf76f155ced4ddcb4097134ff3c332f>
    <TaxCatchAll xmlns="bd060a66-1764-47a2-9327-0289acbd8f8b" xsi:nil="true"/>
    <MediaLengthInSeconds xmlns="1d860150-2201-4e55-8bf0-64fd247d9e0e" xsi:nil="true"/>
  </documentManagement>
</p:properties>
</file>

<file path=customXml/itemProps1.xml><?xml version="1.0" encoding="utf-8"?>
<ds:datastoreItem xmlns:ds="http://schemas.openxmlformats.org/officeDocument/2006/customXml" ds:itemID="{AFEF823A-92F3-42ED-AE9A-EB0CCF7B7DEF}">
  <ds:schemaRefs>
    <ds:schemaRef ds:uri="http://schemas.microsoft.com/sharepoint/v3/contenttype/forms"/>
  </ds:schemaRefs>
</ds:datastoreItem>
</file>

<file path=customXml/itemProps2.xml><?xml version="1.0" encoding="utf-8"?>
<ds:datastoreItem xmlns:ds="http://schemas.openxmlformats.org/officeDocument/2006/customXml" ds:itemID="{89DCC9EA-944A-446F-B3EE-CEF9D4C1C861}">
  <ds:schemaRefs>
    <ds:schemaRef ds:uri="1d860150-2201-4e55-8bf0-64fd247d9e0e"/>
    <ds:schemaRef ds:uri="bd060a66-1764-47a2-9327-0289acbd8f8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BE0F317-0229-4C07-BE0A-B46E45301127}">
  <ds:schemaRefs>
    <ds:schemaRef ds:uri="09805f38-cf97-414d-bf55-348eea60f453"/>
    <ds:schemaRef ds:uri="1d860150-2201-4e55-8bf0-64fd247d9e0e"/>
    <ds:schemaRef ds:uri="77376c27-fd5a-4a66-84dc-947b78b64122"/>
    <ds:schemaRef ds:uri="bd060a66-1764-47a2-9327-0289acbd8f8b"/>
    <ds:schemaRef ds:uri="d83b6a1f-b92d-4206-94d9-7603ddd5337b"/>
    <ds:schemaRef ds:uri="d9351bb6-fd1f-4a91-920c-f93ebb72cc4b"/>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26</Slides>
  <Notes>3</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People with disabilities power accessibility in your products</vt:lpstr>
      <vt:lpstr>Accessibility is a growth strategy, not a checkbox </vt:lpstr>
      <vt:lpstr>Accessibility Drives Growth, Loyalty,  and Product Innovation.</vt:lpstr>
      <vt:lpstr>Our Lived Experience Powers Every Insight We Deliver</vt:lpstr>
      <vt:lpstr>Teams Struggle to Build Accessible Products Without the Right Expertise</vt:lpstr>
      <vt:lpstr>Lived Experience Reveals  Issues Checklists Cannot</vt:lpstr>
      <vt:lpstr>We Are a Disability-powered Team Built to Deliver Real Accessibility Impact</vt:lpstr>
      <vt:lpstr>Our Mission </vt:lpstr>
      <vt:lpstr>We Support Your Entire Accessibility Journey</vt:lpstr>
      <vt:lpstr>We Deliver Impactful, Developer-Ready Accessibility Findings - Not Noise</vt:lpstr>
      <vt:lpstr>We Catch Accessibility Issues Early –  Before They Become Expensive</vt:lpstr>
      <vt:lpstr>We Build Accessibility Skills That Stay With Your Teams</vt:lpstr>
      <vt:lpstr>Our Engagement Models Scale With Your Needs</vt:lpstr>
      <vt:lpstr>We Integrate Accessibility Into Every Step of Your Product Lifecycle</vt:lpstr>
      <vt:lpstr>Our Dual-Shore Model Delivers Quality, Speed,  and Scalability</vt:lpstr>
      <vt:lpstr>We Deliver Clear, Actionable, Impactful Results That Others Miss</vt:lpstr>
      <vt:lpstr>Leading Companies Trust Us to Deliver Inclusive Digital Experiences</vt:lpstr>
      <vt:lpstr>See How We Help Organizations Achieve Real Accessibility Outcomes</vt:lpstr>
      <vt:lpstr>CASE STUDY: MICROSOFT We Helped Microsoft Build Accessible  Enterprise Applications at Scale</vt:lpstr>
      <vt:lpstr>CASE STUDY: MICROSOFT  We Helped Microsoft Build Accessible  Enterprise Applications at Scale</vt:lpstr>
      <vt:lpstr>CASE STUDY: Compass We Helped Compass Launch Accessible  Ordering Experiences</vt:lpstr>
      <vt:lpstr>CASE STUDY: Adobe We Helped Adobe Bring Inclusive  Design to Flagship Platforms</vt:lpstr>
      <vt:lpstr>CASE STUDY: ZipHQ We Helped ZipHQ Achieve WCAG 2.2 AA  and Win Enterprise Deals</vt:lpstr>
      <vt:lpstr>CASE STUDY: Indigo Airlines We Helped Indigo Create Accessible  Booking and Travel Experiences</vt:lpstr>
      <vt:lpstr>CASE STUDY: Eskalera We Helped Eskalera Deliver Inclusive  Learning for All Employees</vt:lpstr>
      <vt:lpstr>CONTACT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Nandagopal</dc:creator>
  <cp:revision>1</cp:revision>
  <dcterms:created xsi:type="dcterms:W3CDTF">2022-03-22T05:19:59Z</dcterms:created>
  <dcterms:modified xsi:type="dcterms:W3CDTF">2026-01-28T22:01:24Z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0x01010033FA5452908BAF4B983400D1EF0D21BB</vt:lpwstr>
  </property>
  <property fmtid="{D5CDD505-2E9C-101B-9397-08002B2CF9AE}" pid="3" name="ComplianceAssetId">
    <vt:lpwstr/>
  </property>
  <property fmtid="{D5CDD505-2E9C-101B-9397-08002B2CF9AE}" pid="4" name="_ExtendedDescription">
    <vt:lpwstr/>
  </property>
  <property fmtid="{D5CDD505-2E9C-101B-9397-08002B2CF9AE}" pid="5" name="TriggerFlowInfo">
    <vt:lpwstr/>
  </property>
  <property fmtid="{D5CDD505-2E9C-101B-9397-08002B2CF9AE}" pid="6" name="MediaServiceImageTags">
    <vt:lpwstr/>
  </property>
  <property fmtid="{D5CDD505-2E9C-101B-9397-08002B2CF9AE}" pid="7" name="xd_ProgID">
    <vt:lpwstr/>
  </property>
  <property fmtid="{D5CDD505-2E9C-101B-9397-08002B2CF9AE}" pid="8" name="TemplateUrl">
    <vt:lpwstr/>
  </property>
  <property fmtid="{D5CDD505-2E9C-101B-9397-08002B2CF9AE}" pid="9" name="xd_Signature">
    <vt:bool>false</vt:bool>
  </property>
  <property fmtid="{D5CDD505-2E9C-101B-9397-08002B2CF9AE}" pid="10" name="SharedWithUsers">
    <vt:lpwstr>16;#Manish Agrawal</vt:lpwstr>
  </property>
</Properties>
</file>