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6"/>
  </p:notesMasterIdLst>
  <p:handoutMasterIdLst>
    <p:handoutMasterId r:id="rId27"/>
  </p:handoutMasterIdLst>
  <p:sldIdLst>
    <p:sldId id="289" r:id="rId5"/>
    <p:sldId id="299" r:id="rId6"/>
    <p:sldId id="329" r:id="rId7"/>
    <p:sldId id="257" r:id="rId8"/>
    <p:sldId id="305" r:id="rId9"/>
    <p:sldId id="303" r:id="rId10"/>
    <p:sldId id="286" r:id="rId11"/>
    <p:sldId id="287" r:id="rId12"/>
    <p:sldId id="288" r:id="rId13"/>
    <p:sldId id="319" r:id="rId14"/>
    <p:sldId id="320" r:id="rId15"/>
    <p:sldId id="290" r:id="rId16"/>
    <p:sldId id="291" r:id="rId17"/>
    <p:sldId id="326" r:id="rId18"/>
    <p:sldId id="292" r:id="rId19"/>
    <p:sldId id="327" r:id="rId20"/>
    <p:sldId id="328" r:id="rId21"/>
    <p:sldId id="293" r:id="rId22"/>
    <p:sldId id="307" r:id="rId23"/>
    <p:sldId id="268" r:id="rId24"/>
    <p:sldId id="302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727" userDrawn="1">
          <p15:clr>
            <a:srgbClr val="A4A3A4"/>
          </p15:clr>
        </p15:guide>
        <p15:guide id="2" pos="3953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B95E0"/>
    <a:srgbClr val="83C937"/>
    <a:srgbClr val="27AE60"/>
    <a:srgbClr val="78BB47"/>
    <a:srgbClr val="3F83C8"/>
    <a:srgbClr val="F2F2F2"/>
    <a:srgbClr val="F7C96B"/>
    <a:srgbClr val="9954CC"/>
    <a:srgbClr val="441D61"/>
    <a:srgbClr val="0023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82" d="100"/>
          <a:sy n="82" d="100"/>
        </p:scale>
        <p:origin x="396" y="44"/>
      </p:cViewPr>
      <p:guideLst>
        <p:guide pos="3727"/>
        <p:guide pos="3953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nish Agrawal" userId="cbf3e6c4-7fe7-4331-92cc-08bb65bce874" providerId="ADAL" clId="{2AB1BC0A-E600-4059-AEA4-277D59E931AB}"/>
    <pc:docChg chg="modSld">
      <pc:chgData name="Manish Agrawal" userId="cbf3e6c4-7fe7-4331-92cc-08bb65bce874" providerId="ADAL" clId="{2AB1BC0A-E600-4059-AEA4-277D59E931AB}" dt="2024-02-01T21:32:58.504" v="12" actId="20577"/>
      <pc:docMkLst>
        <pc:docMk/>
      </pc:docMkLst>
      <pc:sldChg chg="modSp mod">
        <pc:chgData name="Manish Agrawal" userId="cbf3e6c4-7fe7-4331-92cc-08bb65bce874" providerId="ADAL" clId="{2AB1BC0A-E600-4059-AEA4-277D59E931AB}" dt="2024-02-01T21:32:58.504" v="12" actId="20577"/>
        <pc:sldMkLst>
          <pc:docMk/>
          <pc:sldMk cId="1747224658" sldId="290"/>
        </pc:sldMkLst>
        <pc:spChg chg="mod">
          <ac:chgData name="Manish Agrawal" userId="cbf3e6c4-7fe7-4331-92cc-08bb65bce874" providerId="ADAL" clId="{2AB1BC0A-E600-4059-AEA4-277D59E931AB}" dt="2024-02-01T21:32:58.504" v="12" actId="20577"/>
          <ac:spMkLst>
            <pc:docMk/>
            <pc:sldMk cId="1747224658" sldId="290"/>
            <ac:spMk id="2" creationId="{ED06A5DC-3E5A-9368-BB7E-75333A6ADCEF}"/>
          </ac:spMkLst>
        </pc:spChg>
      </pc:sldChg>
      <pc:sldChg chg="modSp mod">
        <pc:chgData name="Manish Agrawal" userId="cbf3e6c4-7fe7-4331-92cc-08bb65bce874" providerId="ADAL" clId="{2AB1BC0A-E600-4059-AEA4-277D59E931AB}" dt="2024-02-01T21:32:18.212" v="1" actId="20577"/>
        <pc:sldMkLst>
          <pc:docMk/>
          <pc:sldMk cId="4256574246" sldId="319"/>
        </pc:sldMkLst>
        <pc:spChg chg="mod">
          <ac:chgData name="Manish Agrawal" userId="cbf3e6c4-7fe7-4331-92cc-08bb65bce874" providerId="ADAL" clId="{2AB1BC0A-E600-4059-AEA4-277D59E931AB}" dt="2024-02-01T21:32:18.212" v="1" actId="20577"/>
          <ac:spMkLst>
            <pc:docMk/>
            <pc:sldMk cId="4256574246" sldId="319"/>
            <ac:spMk id="4" creationId="{95E80926-CA19-4B47-A0EB-42101A1F1B83}"/>
          </ac:spMkLst>
        </pc:spChg>
      </pc:sldChg>
    </pc:docChg>
  </pc:docChgLst>
  <pc:docChgLst>
    <pc:chgData name="Manish Agrawal" userId="cbf3e6c4-7fe7-4331-92cc-08bb65bce874" providerId="ADAL" clId="{9572DC28-6FE5-4EED-B63B-1FE59C6A345C}"/>
    <pc:docChg chg="delSld">
      <pc:chgData name="Manish Agrawal" userId="cbf3e6c4-7fe7-4331-92cc-08bb65bce874" providerId="ADAL" clId="{9572DC28-6FE5-4EED-B63B-1FE59C6A345C}" dt="2023-04-09T13:09:10.293" v="4" actId="47"/>
      <pc:docMkLst>
        <pc:docMk/>
      </pc:docMkLst>
      <pc:sldChg chg="del">
        <pc:chgData name="Manish Agrawal" userId="cbf3e6c4-7fe7-4331-92cc-08bb65bce874" providerId="ADAL" clId="{9572DC28-6FE5-4EED-B63B-1FE59C6A345C}" dt="2023-04-09T13:09:08.338" v="3" actId="47"/>
        <pc:sldMkLst>
          <pc:docMk/>
          <pc:sldMk cId="4209963141" sldId="308"/>
        </pc:sldMkLst>
      </pc:sldChg>
      <pc:sldChg chg="del">
        <pc:chgData name="Manish Agrawal" userId="cbf3e6c4-7fe7-4331-92cc-08bb65bce874" providerId="ADAL" clId="{9572DC28-6FE5-4EED-B63B-1FE59C6A345C}" dt="2023-04-09T13:09:05.943" v="2" actId="47"/>
        <pc:sldMkLst>
          <pc:docMk/>
          <pc:sldMk cId="4184601637" sldId="314"/>
        </pc:sldMkLst>
      </pc:sldChg>
      <pc:sldChg chg="del">
        <pc:chgData name="Manish Agrawal" userId="cbf3e6c4-7fe7-4331-92cc-08bb65bce874" providerId="ADAL" clId="{9572DC28-6FE5-4EED-B63B-1FE59C6A345C}" dt="2023-04-09T13:09:04.348" v="1" actId="47"/>
        <pc:sldMkLst>
          <pc:docMk/>
          <pc:sldMk cId="1621823182" sldId="315"/>
        </pc:sldMkLst>
      </pc:sldChg>
      <pc:sldChg chg="del">
        <pc:chgData name="Manish Agrawal" userId="cbf3e6c4-7fe7-4331-92cc-08bb65bce874" providerId="ADAL" clId="{9572DC28-6FE5-4EED-B63B-1FE59C6A345C}" dt="2023-04-09T13:09:03.044" v="0" actId="47"/>
        <pc:sldMkLst>
          <pc:docMk/>
          <pc:sldMk cId="526989702" sldId="316"/>
        </pc:sldMkLst>
      </pc:sldChg>
      <pc:sldChg chg="del">
        <pc:chgData name="Manish Agrawal" userId="cbf3e6c4-7fe7-4331-92cc-08bb65bce874" providerId="ADAL" clId="{9572DC28-6FE5-4EED-B63B-1FE59C6A345C}" dt="2023-04-09T13:09:10.293" v="4" actId="47"/>
        <pc:sldMkLst>
          <pc:docMk/>
          <pc:sldMk cId="898540594" sldId="318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69975DB-D878-4F3C-A9B2-A027D24795C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EF7DB74-D2B3-4546-ABA1-0A713AF35A5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186CBF-3BCD-4B0E-9864-60203D1844EC}" type="datetimeFigureOut">
              <a:rPr lang="en-IN" smtClean="0"/>
              <a:t>16-08-2025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E6AC960-F2A3-42D2-9C42-294F0CA2208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D40F7D-CB6D-4604-AB37-FE36BAB1B62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459CA7-22FF-4E51-B626-9933BB5B8E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5462642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D99568-3CBB-47C7-82F4-4C4B60140494}" type="datetimeFigureOut">
              <a:rPr lang="en-IN" smtClean="0"/>
              <a:t>16-08-2025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7661D4-4D43-4CEC-A020-BFCFD7AF0B7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655858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7661D4-4D43-4CEC-A020-BFCFD7AF0B70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24405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7661D4-4D43-4CEC-A020-BFCFD7AF0B70}" type="slidenum">
              <a:rPr lang="en-IN" smtClean="0"/>
              <a:t>16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760689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AB9FF-2B21-16B1-B4FF-089FC917D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80928E-F4A2-98C3-3211-CDEC8A5A4F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5B28DE-40D2-D91E-35DD-C594738B36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83AB74-92B2-8875-8C5D-375092A24C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7661D4-4D43-4CEC-A020-BFCFD7AF0B70}" type="slidenum">
              <a:rPr lang="en-IN" smtClean="0"/>
              <a:t>17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723521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497FA-2450-4009-8627-317B3205C9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0000" y="2835773"/>
            <a:ext cx="5931232" cy="1477328"/>
          </a:xfrm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IN" sz="4800" b="1" dirty="0">
                <a:solidFill>
                  <a:schemeClr val="accent1"/>
                </a:solidFill>
              </a:defRPr>
            </a:lvl1pPr>
          </a:lstStyle>
          <a:p>
            <a:pPr marL="0"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8F974D-7E5B-4E4F-9744-DF471334D1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0000" y="4484006"/>
            <a:ext cx="5931232" cy="276999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IN" sz="1800">
                <a:solidFill>
                  <a:schemeClr val="accent4"/>
                </a:solidFill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FAA205-D515-491E-BC26-715564B17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3E272B-589E-430B-9706-A496CE1F9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05273D09-0C40-E109-7A8F-7CBD3897C1C2}"/>
              </a:ext>
            </a:extLst>
          </p:cNvPr>
          <p:cNvSpPr/>
          <p:nvPr userDrawn="1"/>
        </p:nvSpPr>
        <p:spPr>
          <a:xfrm>
            <a:off x="5178391" y="1"/>
            <a:ext cx="7013609" cy="6864885"/>
          </a:xfrm>
          <a:custGeom>
            <a:avLst/>
            <a:gdLst>
              <a:gd name="connsiteX0" fmla="*/ 453924 w 7013609"/>
              <a:gd name="connsiteY0" fmla="*/ 0 h 6864885"/>
              <a:gd name="connsiteX1" fmla="*/ 7013609 w 7013609"/>
              <a:gd name="connsiteY1" fmla="*/ 0 h 6864885"/>
              <a:gd name="connsiteX2" fmla="*/ 7013609 w 7013609"/>
              <a:gd name="connsiteY2" fmla="*/ 6864885 h 6864885"/>
              <a:gd name="connsiteX3" fmla="*/ 2944205 w 7013609"/>
              <a:gd name="connsiteY3" fmla="*/ 6864885 h 6864885"/>
              <a:gd name="connsiteX4" fmla="*/ 2759053 w 7013609"/>
              <a:gd name="connsiteY4" fmla="*/ 6770056 h 6864885"/>
              <a:gd name="connsiteX5" fmla="*/ 0 w 7013609"/>
              <a:gd name="connsiteY5" fmla="*/ 2134356 h 6864885"/>
              <a:gd name="connsiteX6" fmla="*/ 414300 w 7013609"/>
              <a:gd name="connsiteY6" fmla="*/ 82255 h 68648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013609" h="6864885">
                <a:moveTo>
                  <a:pt x="453924" y="0"/>
                </a:moveTo>
                <a:lnTo>
                  <a:pt x="7013609" y="0"/>
                </a:lnTo>
                <a:lnTo>
                  <a:pt x="7013609" y="6864885"/>
                </a:lnTo>
                <a:lnTo>
                  <a:pt x="2944205" y="6864885"/>
                </a:lnTo>
                <a:lnTo>
                  <a:pt x="2759053" y="6770056"/>
                </a:lnTo>
                <a:cubicBezTo>
                  <a:pt x="1115638" y="5877299"/>
                  <a:pt x="0" y="4136113"/>
                  <a:pt x="0" y="2134356"/>
                </a:cubicBezTo>
                <a:cubicBezTo>
                  <a:pt x="0" y="1406445"/>
                  <a:pt x="147523" y="712989"/>
                  <a:pt x="414300" y="82255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381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7" name="Picture 2" descr="Electronic accessibility abstract concept vector illustration. accessibility to websites, electronic device for disabled people, communication technology, adjustable web pages abstract metaphor.">
            <a:extLst>
              <a:ext uri="{FF2B5EF4-FFF2-40B4-BE49-F238E27FC236}">
                <a16:creationId xmlns:a16="http://schemas.microsoft.com/office/drawing/2014/main" id="{AAAF3DE3-161A-62A8-5587-ADDC9E7EC47A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25" t="9225" r="9225" b="9225"/>
          <a:stretch/>
        </p:blipFill>
        <p:spPr bwMode="auto">
          <a:xfrm>
            <a:off x="6573357" y="612062"/>
            <a:ext cx="5084288" cy="5084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050585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497FA-2450-4009-8627-317B3205C9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0000" y="2835773"/>
            <a:ext cx="5931232" cy="1477328"/>
          </a:xfrm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IN" sz="4800" b="1" dirty="0">
                <a:solidFill>
                  <a:schemeClr val="accent1"/>
                </a:solidFill>
              </a:defRPr>
            </a:lvl1pPr>
          </a:lstStyle>
          <a:p>
            <a:pPr marL="0"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8F974D-7E5B-4E4F-9744-DF471334D1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0000" y="4484006"/>
            <a:ext cx="5931232" cy="276999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IN" sz="1800">
                <a:solidFill>
                  <a:schemeClr val="accent4"/>
                </a:solidFill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FAA205-D515-491E-BC26-715564B17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3E272B-589E-430B-9706-A496CE1F9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E097C552-227B-6256-26A4-D5980BBFCA03}"/>
              </a:ext>
            </a:extLst>
          </p:cNvPr>
          <p:cNvSpPr/>
          <p:nvPr userDrawn="1"/>
        </p:nvSpPr>
        <p:spPr>
          <a:xfrm>
            <a:off x="5178391" y="1"/>
            <a:ext cx="7013609" cy="6864885"/>
          </a:xfrm>
          <a:custGeom>
            <a:avLst/>
            <a:gdLst>
              <a:gd name="connsiteX0" fmla="*/ 453924 w 7013609"/>
              <a:gd name="connsiteY0" fmla="*/ 0 h 6864885"/>
              <a:gd name="connsiteX1" fmla="*/ 7013609 w 7013609"/>
              <a:gd name="connsiteY1" fmla="*/ 0 h 6864885"/>
              <a:gd name="connsiteX2" fmla="*/ 7013609 w 7013609"/>
              <a:gd name="connsiteY2" fmla="*/ 6864885 h 6864885"/>
              <a:gd name="connsiteX3" fmla="*/ 2944205 w 7013609"/>
              <a:gd name="connsiteY3" fmla="*/ 6864885 h 6864885"/>
              <a:gd name="connsiteX4" fmla="*/ 2759053 w 7013609"/>
              <a:gd name="connsiteY4" fmla="*/ 6770056 h 6864885"/>
              <a:gd name="connsiteX5" fmla="*/ 0 w 7013609"/>
              <a:gd name="connsiteY5" fmla="*/ 2134356 h 6864885"/>
              <a:gd name="connsiteX6" fmla="*/ 414300 w 7013609"/>
              <a:gd name="connsiteY6" fmla="*/ 82255 h 68648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013609" h="6864885">
                <a:moveTo>
                  <a:pt x="453924" y="0"/>
                </a:moveTo>
                <a:lnTo>
                  <a:pt x="7013609" y="0"/>
                </a:lnTo>
                <a:lnTo>
                  <a:pt x="7013609" y="6864885"/>
                </a:lnTo>
                <a:lnTo>
                  <a:pt x="2944205" y="6864885"/>
                </a:lnTo>
                <a:lnTo>
                  <a:pt x="2759053" y="6770056"/>
                </a:lnTo>
                <a:cubicBezTo>
                  <a:pt x="1115638" y="5877299"/>
                  <a:pt x="0" y="4136113"/>
                  <a:pt x="0" y="2134356"/>
                </a:cubicBezTo>
                <a:cubicBezTo>
                  <a:pt x="0" y="1406445"/>
                  <a:pt x="147523" y="712989"/>
                  <a:pt x="414300" y="82255"/>
                </a:cubicBezTo>
                <a:close/>
              </a:path>
            </a:pathLst>
          </a:custGeom>
          <a:solidFill>
            <a:srgbClr val="4B95E0"/>
          </a:solidFill>
          <a:ln>
            <a:noFill/>
          </a:ln>
          <a:effectLst>
            <a:outerShdw blurRad="381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F3D41D-2FC9-44AA-D111-CC6F3526BF1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385557" y="499086"/>
            <a:ext cx="4926422" cy="4823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92743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497FA-2450-4009-8627-317B3205C9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0000" y="2835773"/>
            <a:ext cx="5931232" cy="1477328"/>
          </a:xfrm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IN" sz="4800" b="1" dirty="0">
                <a:solidFill>
                  <a:schemeClr val="accent1"/>
                </a:solidFill>
              </a:defRPr>
            </a:lvl1pPr>
          </a:lstStyle>
          <a:p>
            <a:pPr marL="0"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8F974D-7E5B-4E4F-9744-DF471334D1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0000" y="4484006"/>
            <a:ext cx="5931232" cy="276999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IN" sz="1800">
                <a:solidFill>
                  <a:schemeClr val="accent4"/>
                </a:solidFill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FAA205-D515-491E-BC26-715564B17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3E272B-589E-430B-9706-A496CE1F9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603158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92946-F218-4129-A1C2-032C8E488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999" y="360000"/>
            <a:ext cx="11460525" cy="493200"/>
          </a:xfrm>
        </p:spPr>
        <p:txBody>
          <a:bodyPr wrap="square" lIns="0" tIns="0" rIns="0" bIns="0" anchor="t" anchorCtr="0">
            <a:spAutoFit/>
          </a:bodyPr>
          <a:lstStyle>
            <a:lvl1pPr>
              <a:lnSpc>
                <a:spcPct val="100000"/>
              </a:lnSpc>
              <a:defRPr sz="3200" b="1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A5D4B6-B954-41F5-9596-DECCB0A76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15345" y="6446330"/>
            <a:ext cx="305179" cy="123111"/>
          </a:xfrm>
          <a:noFill/>
        </p:spPr>
        <p:txBody>
          <a:bodyPr wrap="square" lIns="0" tIns="0" rIns="0" bIns="0" anchor="b" anchorCtr="0">
            <a:spAutoFit/>
          </a:bodyPr>
          <a:lstStyle>
            <a:lvl1pPr algn="r">
              <a:defRPr lang="en-IN" sz="800" smtClean="0">
                <a:solidFill>
                  <a:schemeClr val="accent4"/>
                </a:solidFill>
                <a:latin typeface="+mj-lt"/>
              </a:defRPr>
            </a:lvl1pPr>
          </a:lstStyle>
          <a:p>
            <a:pPr>
              <a:spcBef>
                <a:spcPts val="300"/>
              </a:spcBef>
              <a:spcAft>
                <a:spcPts val="300"/>
              </a:spcAft>
            </a:pPr>
            <a:fld id="{EFBDB023-C1A5-4ABF-B6D8-70426759D17D}" type="slidenum">
              <a:rPr lang="en-IN" smtClean="0"/>
              <a:pPr>
                <a:spcBef>
                  <a:spcPts val="300"/>
                </a:spcBef>
                <a:spcAft>
                  <a:spcPts val="300"/>
                </a:spcAft>
              </a:pPr>
              <a:t>‹#›</a:t>
            </a:fld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AA61F0-C30B-416C-AAB5-D93C780B92DD}"/>
              </a:ext>
            </a:extLst>
          </p:cNvPr>
          <p:cNvSpPr txBox="1"/>
          <p:nvPr userDrawn="1"/>
        </p:nvSpPr>
        <p:spPr>
          <a:xfrm>
            <a:off x="4171262" y="6142382"/>
            <a:ext cx="3849476" cy="715618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800" err="1">
                <a:solidFill>
                  <a:schemeClr val="accent4"/>
                </a:solidFill>
                <a:latin typeface="+mj-lt"/>
              </a:rPr>
              <a:t>www.iaccessible.net</a:t>
            </a:r>
            <a:r>
              <a:rPr lang="en-US" sz="800">
                <a:solidFill>
                  <a:schemeClr val="accent4"/>
                </a:solidFill>
                <a:latin typeface="+mj-lt"/>
              </a:rPr>
              <a:t> | © 2023 </a:t>
            </a:r>
            <a:r>
              <a:rPr lang="en-US" sz="800" err="1">
                <a:solidFill>
                  <a:schemeClr val="accent4"/>
                </a:solidFill>
                <a:latin typeface="+mj-lt"/>
              </a:rPr>
              <a:t>IAccessible</a:t>
            </a:r>
            <a:r>
              <a:rPr lang="en-US" sz="800">
                <a:solidFill>
                  <a:schemeClr val="accent4"/>
                </a:solidFill>
                <a:latin typeface="+mj-lt"/>
              </a:rPr>
              <a:t> Inc. All Rights Reserved.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FF4CEEE-4515-3889-5063-088F726F05EC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71475" y="6333081"/>
            <a:ext cx="1358180" cy="334220"/>
            <a:chOff x="5657350" y="4165447"/>
            <a:chExt cx="1493998" cy="367642"/>
          </a:xfrm>
        </p:grpSpPr>
        <p:pic>
          <p:nvPicPr>
            <p:cNvPr id="8" name="Picture 7" descr="IAccessible Logo">
              <a:extLst>
                <a:ext uri="{FF2B5EF4-FFF2-40B4-BE49-F238E27FC236}">
                  <a16:creationId xmlns:a16="http://schemas.microsoft.com/office/drawing/2014/main" id="{80435F98-5852-B3B3-17B6-7B296680A5C0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/>
            <a:srcRect l="36967" t="37714" r="36967" b="42301"/>
            <a:stretch/>
          </p:blipFill>
          <p:spPr>
            <a:xfrm>
              <a:off x="5657350" y="4165447"/>
              <a:ext cx="479518" cy="367642"/>
            </a:xfrm>
            <a:prstGeom prst="rect">
              <a:avLst/>
            </a:prstGeom>
          </p:spPr>
        </p:pic>
        <p:pic>
          <p:nvPicPr>
            <p:cNvPr id="9" name="Picture 8" descr="IAccessible Logo">
              <a:extLst>
                <a:ext uri="{FF2B5EF4-FFF2-40B4-BE49-F238E27FC236}">
                  <a16:creationId xmlns:a16="http://schemas.microsoft.com/office/drawing/2014/main" id="{7F10DBE0-B2D8-7B52-4DE6-5E7D5E3C768C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/>
            <a:srcRect l="24038" t="59527" r="24402" b="35405"/>
            <a:stretch/>
          </p:blipFill>
          <p:spPr>
            <a:xfrm>
              <a:off x="6202830" y="4302654"/>
              <a:ext cx="948518" cy="93228"/>
            </a:xfrm>
            <a:prstGeom prst="rect">
              <a:avLst/>
            </a:prstGeom>
          </p:spPr>
        </p:pic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12B7746F-965C-E8EC-C71A-7BA58668CB01}"/>
              </a:ext>
            </a:extLst>
          </p:cNvPr>
          <p:cNvSpPr/>
          <p:nvPr userDrawn="1"/>
        </p:nvSpPr>
        <p:spPr>
          <a:xfrm>
            <a:off x="0" y="-1"/>
            <a:ext cx="12192000" cy="61423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72986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92946-F218-4129-A1C2-032C8E488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6775" y="608790"/>
            <a:ext cx="11318450" cy="492443"/>
          </a:xfr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100000"/>
              </a:lnSpc>
              <a:defRPr sz="3200" b="1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0ADD19D-0C6A-4D94-8482-E6D158AA564D}"/>
              </a:ext>
            </a:extLst>
          </p:cNvPr>
          <p:cNvSpPr/>
          <p:nvPr userDrawn="1"/>
        </p:nvSpPr>
        <p:spPr>
          <a:xfrm>
            <a:off x="11617324" y="6241722"/>
            <a:ext cx="574676" cy="616278"/>
          </a:xfrm>
          <a:custGeom>
            <a:avLst/>
            <a:gdLst>
              <a:gd name="connsiteX0" fmla="*/ 360968 w 574676"/>
              <a:gd name="connsiteY0" fmla="*/ 0 h 616278"/>
              <a:gd name="connsiteX1" fmla="*/ 562789 w 574676"/>
              <a:gd name="connsiteY1" fmla="*/ 61648 h 616278"/>
              <a:gd name="connsiteX2" fmla="*/ 574676 w 574676"/>
              <a:gd name="connsiteY2" fmla="*/ 71456 h 616278"/>
              <a:gd name="connsiteX3" fmla="*/ 574676 w 574676"/>
              <a:gd name="connsiteY3" fmla="*/ 616278 h 616278"/>
              <a:gd name="connsiteX4" fmla="*/ 105806 w 574676"/>
              <a:gd name="connsiteY4" fmla="*/ 616278 h 616278"/>
              <a:gd name="connsiteX5" fmla="*/ 105725 w 574676"/>
              <a:gd name="connsiteY5" fmla="*/ 616211 h 616278"/>
              <a:gd name="connsiteX6" fmla="*/ 0 w 574676"/>
              <a:gd name="connsiteY6" fmla="*/ 360968 h 616278"/>
              <a:gd name="connsiteX7" fmla="*/ 360968 w 574676"/>
              <a:gd name="connsiteY7" fmla="*/ 0 h 6162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74676" h="616278">
                <a:moveTo>
                  <a:pt x="360968" y="0"/>
                </a:moveTo>
                <a:cubicBezTo>
                  <a:pt x="435727" y="0"/>
                  <a:pt x="505178" y="22727"/>
                  <a:pt x="562789" y="61648"/>
                </a:cubicBezTo>
                <a:lnTo>
                  <a:pt x="574676" y="71456"/>
                </a:lnTo>
                <a:lnTo>
                  <a:pt x="574676" y="616278"/>
                </a:lnTo>
                <a:lnTo>
                  <a:pt x="105806" y="616278"/>
                </a:lnTo>
                <a:lnTo>
                  <a:pt x="105725" y="616211"/>
                </a:lnTo>
                <a:cubicBezTo>
                  <a:pt x="40403" y="550889"/>
                  <a:pt x="0" y="460647"/>
                  <a:pt x="0" y="360968"/>
                </a:cubicBezTo>
                <a:cubicBezTo>
                  <a:pt x="0" y="161611"/>
                  <a:pt x="161611" y="0"/>
                  <a:pt x="360968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2"/>
              </a:gs>
              <a:gs pos="100000">
                <a:srgbClr val="00236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A5D4B6-B954-41F5-9596-DECCB0A76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44694" y="6468775"/>
            <a:ext cx="362146" cy="215444"/>
          </a:xfrm>
        </p:spPr>
        <p:txBody>
          <a:bodyPr wrap="square" lIns="0" tIns="0" rIns="0" bIns="0">
            <a:spAutoFit/>
          </a:bodyPr>
          <a:lstStyle>
            <a:lvl1pPr algn="ctr">
              <a:defRPr sz="1400" b="1">
                <a:solidFill>
                  <a:schemeClr val="bg1"/>
                </a:solidFill>
              </a:defRPr>
            </a:lvl1pPr>
          </a:lstStyle>
          <a:p>
            <a:fld id="{EFBDB023-C1A5-4ABF-B6D8-70426759D17D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91515A2-CBD9-4912-B2F1-6C69BBF8374C}"/>
              </a:ext>
            </a:extLst>
          </p:cNvPr>
          <p:cNvSpPr/>
          <p:nvPr userDrawn="1"/>
        </p:nvSpPr>
        <p:spPr>
          <a:xfrm>
            <a:off x="436775" y="1181735"/>
            <a:ext cx="146685" cy="146685"/>
          </a:xfrm>
          <a:prstGeom prst="ellipse">
            <a:avLst/>
          </a:prstGeom>
          <a:gradFill flip="none" rotWithShape="1">
            <a:gsLst>
              <a:gs pos="0">
                <a:schemeClr val="accent2"/>
              </a:gs>
              <a:gs pos="100000">
                <a:srgbClr val="002365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IN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4E6D51B-4AFE-435E-A76F-BF3E47F5D426}"/>
              </a:ext>
            </a:extLst>
          </p:cNvPr>
          <p:cNvSpPr/>
          <p:nvPr userDrawn="1"/>
        </p:nvSpPr>
        <p:spPr>
          <a:xfrm>
            <a:off x="644561" y="1181735"/>
            <a:ext cx="146685" cy="146685"/>
          </a:xfrm>
          <a:prstGeom prst="ellipse">
            <a:avLst/>
          </a:prstGeom>
          <a:gradFill flip="none" rotWithShape="1">
            <a:gsLst>
              <a:gs pos="0">
                <a:schemeClr val="accent3"/>
              </a:gs>
              <a:gs pos="100000">
                <a:schemeClr val="accent5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IN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CF4461FB-5C93-401E-8C11-6ED33772C7A3}"/>
              </a:ext>
            </a:extLst>
          </p:cNvPr>
          <p:cNvSpPr/>
          <p:nvPr userDrawn="1"/>
        </p:nvSpPr>
        <p:spPr>
          <a:xfrm>
            <a:off x="852347" y="1181735"/>
            <a:ext cx="146685" cy="146685"/>
          </a:xfrm>
          <a:prstGeom prst="ellipse">
            <a:avLst/>
          </a:prstGeom>
          <a:gradFill flip="none" rotWithShape="1">
            <a:gsLst>
              <a:gs pos="0">
                <a:schemeClr val="accent2"/>
              </a:gs>
              <a:gs pos="100000">
                <a:srgbClr val="002365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IN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A8079A7-58E6-4C9F-A363-6F5CB091911C}"/>
              </a:ext>
            </a:extLst>
          </p:cNvPr>
          <p:cNvSpPr/>
          <p:nvPr userDrawn="1"/>
        </p:nvSpPr>
        <p:spPr>
          <a:xfrm>
            <a:off x="1060132" y="1181735"/>
            <a:ext cx="146685" cy="146685"/>
          </a:xfrm>
          <a:prstGeom prst="ellipse">
            <a:avLst/>
          </a:prstGeom>
          <a:gradFill flip="none" rotWithShape="1">
            <a:gsLst>
              <a:gs pos="0">
                <a:schemeClr val="accent3"/>
              </a:gs>
              <a:gs pos="100000">
                <a:schemeClr val="accent5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IN"/>
          </a:p>
        </p:txBody>
      </p:sp>
      <p:pic>
        <p:nvPicPr>
          <p:cNvPr id="16" name="Picture 15" descr="IAccessible Logo">
            <a:extLst>
              <a:ext uri="{FF2B5EF4-FFF2-40B4-BE49-F238E27FC236}">
                <a16:creationId xmlns:a16="http://schemas.microsoft.com/office/drawing/2014/main" id="{5F736AB9-870E-F527-88C9-2753ACF489E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23764" y="-863600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14348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78F2C-6E9E-419C-BCEA-DD2FAC594573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838200" y="3090446"/>
            <a:ext cx="10515600" cy="677108"/>
          </a:xfrm>
        </p:spPr>
        <p:txBody>
          <a:bodyPr lIns="0" tIns="0" rIns="0" bIns="0">
            <a:spAutoFit/>
          </a:bodyPr>
          <a:lstStyle>
            <a:lvl1pPr algn="ctr">
              <a:lnSpc>
                <a:spcPct val="100000"/>
              </a:lnSpc>
              <a:defRPr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CF123FF-C3F0-4068-90A2-B3389AF40315}"/>
              </a:ext>
            </a:extLst>
          </p:cNvPr>
          <p:cNvSpPr>
            <a:spLocks noGrp="1"/>
          </p:cNvSpPr>
          <p:nvPr userDrawn="1"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2D2401-64B1-48CA-AD1B-F13A4080AE4B}"/>
              </a:ext>
            </a:extLst>
          </p:cNvPr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E9FCFF-9047-4115-816B-632CC75BEE01}"/>
              </a:ext>
            </a:extLst>
          </p:cNvPr>
          <p:cNvSpPr>
            <a:spLocks noGrp="1"/>
          </p:cNvSpPr>
          <p:nvPr userDrawn="1">
            <p:ph type="sldNum" sz="quarter" idx="12"/>
          </p:nvPr>
        </p:nvSpPr>
        <p:spPr/>
        <p:txBody>
          <a:bodyPr/>
          <a:lstStyle/>
          <a:p>
            <a:fld id="{EFBDB023-C1A5-4ABF-B6D8-70426759D17D}" type="slidenum">
              <a:rPr lang="en-IN" smtClean="0"/>
              <a:t>‹#›</a:t>
            </a:fld>
            <a:endParaRPr lang="en-IN"/>
          </a:p>
        </p:txBody>
      </p:sp>
      <p:pic>
        <p:nvPicPr>
          <p:cNvPr id="6" name="Picture 5" descr="IAccessible Logo">
            <a:extLst>
              <a:ext uri="{FF2B5EF4-FFF2-40B4-BE49-F238E27FC236}">
                <a16:creationId xmlns:a16="http://schemas.microsoft.com/office/drawing/2014/main" id="{2D1FBE0F-1EF4-28A0-F0EB-3A9D152477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23764" y="-863600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1460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BCFBC-CD1E-42CB-8D37-D1E5293F9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8F3636-F139-45AA-B14D-FC3D3696D5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D5E80A-7713-4D57-9035-0BFE870B6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086B8B-F228-4D9B-B03F-1DA892179E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9A0EFC-5ED7-496D-9EAC-D97DFF828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DB023-C1A5-4ABF-B6D8-70426759D17D}" type="slidenum">
              <a:rPr lang="en-IN" smtClean="0"/>
              <a:t>‹#›</a:t>
            </a:fld>
            <a:endParaRPr lang="en-IN"/>
          </a:p>
        </p:txBody>
      </p:sp>
      <p:pic>
        <p:nvPicPr>
          <p:cNvPr id="7" name="Picture 6" descr="IAccessible Logo">
            <a:extLst>
              <a:ext uri="{FF2B5EF4-FFF2-40B4-BE49-F238E27FC236}">
                <a16:creationId xmlns:a16="http://schemas.microsoft.com/office/drawing/2014/main" id="{6B635069-108B-FB40-2E89-49D0D02EAC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23764" y="-863600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1029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A3787-EFCD-495F-AF2F-A77EBC7B6B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088953-6961-4D7D-A79B-FF28000CDA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552BEE-4079-497C-942F-ACC5259CF0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E46F4B-7DFF-4CE4-85AC-504973F507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78E31A-F09B-4178-9B20-F017144E5C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953DC4-AFF3-4D92-AEE5-EC3E9A217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DB023-C1A5-4ABF-B6D8-70426759D17D}" type="slidenum">
              <a:rPr lang="en-IN" smtClean="0"/>
              <a:t>‹#›</a:t>
            </a:fld>
            <a:endParaRPr lang="en-IN"/>
          </a:p>
        </p:txBody>
      </p:sp>
      <p:pic>
        <p:nvPicPr>
          <p:cNvPr id="8" name="Picture 7" descr="IAccessible Logo">
            <a:extLst>
              <a:ext uri="{FF2B5EF4-FFF2-40B4-BE49-F238E27FC236}">
                <a16:creationId xmlns:a16="http://schemas.microsoft.com/office/drawing/2014/main" id="{0C742DB3-91BF-3D64-8D2D-B119A7278E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23764" y="-863600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6683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6679A-3DB2-4D44-9FEE-19A017EA5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FA2180-1C7B-4345-BFA7-42882C8D30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E0A24B-7325-4CCF-A3B5-E8620756EA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87CDDE7-7252-4B4A-A1FD-6B353297BC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D29522-8231-4F2B-A380-2F30B27A24A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3B340AB-EC15-4469-B9B6-F3E17D9D92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159B7D-B64F-40C2-8AD7-FE40FB684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6D7BE3-73EC-4849-9C46-04F427F56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DB023-C1A5-4ABF-B6D8-70426759D17D}" type="slidenum">
              <a:rPr lang="en-IN" smtClean="0"/>
              <a:t>‹#›</a:t>
            </a:fld>
            <a:endParaRPr lang="en-IN"/>
          </a:p>
        </p:txBody>
      </p:sp>
      <p:pic>
        <p:nvPicPr>
          <p:cNvPr id="10" name="Picture 9" descr="IAccessible Logo">
            <a:extLst>
              <a:ext uri="{FF2B5EF4-FFF2-40B4-BE49-F238E27FC236}">
                <a16:creationId xmlns:a16="http://schemas.microsoft.com/office/drawing/2014/main" id="{BA943B31-2759-2903-FD93-8A253FC097A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23764" y="-863600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591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82EC7A-55E1-460E-875C-78C1A29793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B385D7-2C57-4FD3-A21B-FB756E2AB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43C3F5-5560-44CA-87DD-ADF381233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DB023-C1A5-4ABF-B6D8-70426759D17D}" type="slidenum">
              <a:rPr lang="en-IN" smtClean="0"/>
              <a:t>‹#›</a:t>
            </a:fld>
            <a:endParaRPr lang="en-IN"/>
          </a:p>
        </p:txBody>
      </p:sp>
      <p:pic>
        <p:nvPicPr>
          <p:cNvPr id="5" name="Picture 4" descr="IAccessible Logo">
            <a:extLst>
              <a:ext uri="{FF2B5EF4-FFF2-40B4-BE49-F238E27FC236}">
                <a16:creationId xmlns:a16="http://schemas.microsoft.com/office/drawing/2014/main" id="{99AADB9D-07FF-6743-9849-41AF8F06E7D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23764" y="-863600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62909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50ED8-41CD-4523-B6F2-E8B780863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026EBF-8E74-4748-898E-CFC924E3FF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9B5582-476F-4BC3-B018-AB734010A3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ABBD37-C0B6-4EDB-A6DF-D3671CCA8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7192FF-DBF4-44D3-ADBC-B29CE91DC9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59FFAD-B75C-41F8-A38F-2E69624A7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DB023-C1A5-4ABF-B6D8-70426759D17D}" type="slidenum">
              <a:rPr lang="en-IN" smtClean="0"/>
              <a:t>‹#›</a:t>
            </a:fld>
            <a:endParaRPr lang="en-IN"/>
          </a:p>
        </p:txBody>
      </p:sp>
      <p:pic>
        <p:nvPicPr>
          <p:cNvPr id="8" name="Picture 7" descr="IAccessible Logo">
            <a:extLst>
              <a:ext uri="{FF2B5EF4-FFF2-40B4-BE49-F238E27FC236}">
                <a16:creationId xmlns:a16="http://schemas.microsoft.com/office/drawing/2014/main" id="{459BF611-A75A-B22E-284F-0752901A9ED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23764" y="-863600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2853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B7C12-72EB-43D9-B1C5-DFAF63803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63B2CE0-8D3E-4817-AA73-D4B13FA2AE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FBB775-4AE5-482F-9121-08F7B29312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30B543-7176-4C19-BA73-6FA694D7B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10A29F-46FF-4815-BCAD-B0A183C8C1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11821A-1A9E-40C9-9C62-7C540B261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DB023-C1A5-4ABF-B6D8-70426759D17D}" type="slidenum">
              <a:rPr lang="en-IN" smtClean="0"/>
              <a:t>‹#›</a:t>
            </a:fld>
            <a:endParaRPr lang="en-IN"/>
          </a:p>
        </p:txBody>
      </p:sp>
      <p:pic>
        <p:nvPicPr>
          <p:cNvPr id="8" name="Picture 7" descr="IAccessible Logo">
            <a:extLst>
              <a:ext uri="{FF2B5EF4-FFF2-40B4-BE49-F238E27FC236}">
                <a16:creationId xmlns:a16="http://schemas.microsoft.com/office/drawing/2014/main" id="{32CAA2F8-08B9-8C9E-DFCD-901B75FFD2A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23764" y="-863600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7279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9282E-7D53-4006-AB61-42F4A4F08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FDE700-AF17-434D-A56D-091C27250B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DABB1D-4B7E-42EC-B72F-85885D2E6C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030962-1A9D-42E9-AF7D-5740632F98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D6AC0D-C5CC-4BA2-A404-DE035096B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DB023-C1A5-4ABF-B6D8-70426759D17D}" type="slidenum">
              <a:rPr lang="en-IN" smtClean="0"/>
              <a:t>‹#›</a:t>
            </a:fld>
            <a:endParaRPr lang="en-IN"/>
          </a:p>
        </p:txBody>
      </p:sp>
      <p:pic>
        <p:nvPicPr>
          <p:cNvPr id="7" name="Picture 6" descr="IAccessible Logo">
            <a:extLst>
              <a:ext uri="{FF2B5EF4-FFF2-40B4-BE49-F238E27FC236}">
                <a16:creationId xmlns:a16="http://schemas.microsoft.com/office/drawing/2014/main" id="{23026C5B-D165-55A1-04A9-5326BFC2EC4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23764" y="-863600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80646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428FD0-6041-4CCC-B118-55B56674616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CEF12B-F7E7-47BC-8CDA-CEAAD4A05D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B95A5F-652A-4086-94CB-725897EF21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F11212-F7B3-40E7-8760-5C8712ABA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6DFD44-C254-4BA5-8857-9B7EAD088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DB023-C1A5-4ABF-B6D8-70426759D17D}" type="slidenum">
              <a:rPr lang="en-IN" smtClean="0"/>
              <a:t>‹#›</a:t>
            </a:fld>
            <a:endParaRPr lang="en-IN"/>
          </a:p>
        </p:txBody>
      </p:sp>
      <p:pic>
        <p:nvPicPr>
          <p:cNvPr id="7" name="Picture 6" descr="IAccessible Logo">
            <a:extLst>
              <a:ext uri="{FF2B5EF4-FFF2-40B4-BE49-F238E27FC236}">
                <a16:creationId xmlns:a16="http://schemas.microsoft.com/office/drawing/2014/main" id="{13ADDEC0-2D22-D44B-40C5-FE7F3D5B40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23764" y="-863600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85549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E7C46A-B969-46AE-9567-6B302DC6AE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F81605-2F00-4F0A-AFBD-B502F6A7A9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00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3EBBE1-8EA7-402F-96C6-17605AF375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90369C-210B-489F-A019-33F3AEA4EA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84773C-0C26-48AD-BB80-0499E700E0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BDB023-C1A5-4ABF-B6D8-70426759D17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75408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2" r:id="rId3"/>
    <p:sldLayoutId id="2147483650" r:id="rId4"/>
    <p:sldLayoutId id="2147483660" r:id="rId5"/>
    <p:sldLayoutId id="2147483654" r:id="rId6"/>
    <p:sldLayoutId id="2147483651" r:id="rId7"/>
    <p:sldLayoutId id="2147483652" r:id="rId8"/>
    <p:sldLayoutId id="2147483653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orient="horz" pos="232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pos="744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5.png"/><Relationship Id="rId7" Type="http://schemas.openxmlformats.org/officeDocument/2006/relationships/hyperlink" Target="https://iaccessible.net/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5" Type="http://schemas.openxmlformats.org/officeDocument/2006/relationships/image" Target="../media/image6.png"/><Relationship Id="rId10" Type="http://schemas.openxmlformats.org/officeDocument/2006/relationships/hyperlink" Target="mailto:info@iaccessible.net" TargetMode="External"/><Relationship Id="rId4" Type="http://schemas.microsoft.com/office/2007/relationships/hdphoto" Target="../media/hdphoto1.wdp"/><Relationship Id="rId9" Type="http://schemas.microsoft.com/office/2007/relationships/hdphoto" Target="../media/hdphoto3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tatista.com/statistics/368609/us-online-access-householder-disability-status/" TargetMode="External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4.xml"/><Relationship Id="rId5" Type="http://schemas.openxmlformats.org/officeDocument/2006/relationships/hyperlink" Target="http://www.clickawaypound.com/cap16finalreport.html" TargetMode="External"/><Relationship Id="rId4" Type="http://schemas.openxmlformats.org/officeDocument/2006/relationships/hyperlink" Target="https://blog.usablenet.com/business-case-for-web-accessibility-in-2020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microsoft.com/office/2007/relationships/hdphoto" Target="../media/hdphoto4.wdp"/><Relationship Id="rId7" Type="http://schemas.microsoft.com/office/2007/relationships/hdphoto" Target="../media/hdphoto6.wdp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9.png"/><Relationship Id="rId11" Type="http://schemas.microsoft.com/office/2007/relationships/hdphoto" Target="../media/hdphoto8.wdp"/><Relationship Id="rId5" Type="http://schemas.microsoft.com/office/2007/relationships/hdphoto" Target="../media/hdphoto5.wdp"/><Relationship Id="rId10" Type="http://schemas.openxmlformats.org/officeDocument/2006/relationships/image" Target="../media/image21.png"/><Relationship Id="rId4" Type="http://schemas.openxmlformats.org/officeDocument/2006/relationships/image" Target="../media/image18.png"/><Relationship Id="rId9" Type="http://schemas.microsoft.com/office/2007/relationships/hdphoto" Target="../media/hdphoto7.wdp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accessital.com/" TargetMode="Externa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ccessital.org/" TargetMode="Externa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Relationship Id="rId6" Type="http://schemas.openxmlformats.org/officeDocument/2006/relationships/hyperlink" Target="mailto:info@iaccessible.net" TargetMode="External"/><Relationship Id="rId5" Type="http://schemas.openxmlformats.org/officeDocument/2006/relationships/hyperlink" Target="https://iaccessible.net/" TargetMode="External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B95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Logo" descr="IAccessible Logo">
            <a:extLst>
              <a:ext uri="{FF2B5EF4-FFF2-40B4-BE49-F238E27FC236}">
                <a16:creationId xmlns:a16="http://schemas.microsoft.com/office/drawing/2014/main" id="{B89B372C-94D1-DD1D-E21F-37655892C513}"/>
              </a:ext>
            </a:extLst>
          </p:cNvPr>
          <p:cNvGrpSpPr/>
          <p:nvPr/>
        </p:nvGrpSpPr>
        <p:grpSpPr>
          <a:xfrm>
            <a:off x="360000" y="755751"/>
            <a:ext cx="2234022" cy="1178222"/>
            <a:chOff x="360000" y="755751"/>
            <a:chExt cx="2234022" cy="1178222"/>
          </a:xfrm>
        </p:grpSpPr>
        <p:pic>
          <p:nvPicPr>
            <p:cNvPr id="23" name="Picture 22" descr="IAccessible Logo">
              <a:extLst>
                <a:ext uri="{FF2B5EF4-FFF2-40B4-BE49-F238E27FC236}">
                  <a16:creationId xmlns:a16="http://schemas.microsoft.com/office/drawing/2014/main" id="{6BF29D72-E7C7-123B-53B8-178708E0B13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60000" y="755751"/>
              <a:ext cx="2234022" cy="1178222"/>
            </a:xfrm>
            <a:prstGeom prst="rect">
              <a:avLst/>
            </a:prstGeom>
          </p:spPr>
        </p:pic>
        <p:pic>
          <p:nvPicPr>
            <p:cNvPr id="24" name="Picture 23" descr="IAccessible Logo">
              <a:extLst>
                <a:ext uri="{FF2B5EF4-FFF2-40B4-BE49-F238E27FC236}">
                  <a16:creationId xmlns:a16="http://schemas.microsoft.com/office/drawing/2014/main" id="{E64DD44B-8806-9491-6CEF-E2707522C97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rcRect t="76635"/>
            <a:stretch/>
          </p:blipFill>
          <p:spPr>
            <a:xfrm>
              <a:off x="360000" y="1658679"/>
              <a:ext cx="2234022" cy="275294"/>
            </a:xfrm>
            <a:prstGeom prst="rect">
              <a:avLst/>
            </a:prstGeom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2B808BC-E20A-4C9F-B58F-ACD324F39A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0000" y="2317191"/>
            <a:ext cx="4658725" cy="2215991"/>
          </a:xfrm>
        </p:spPr>
        <p:txBody>
          <a:bodyPr/>
          <a:lstStyle/>
          <a:p>
            <a:r>
              <a:rPr lang="en-US" sz="4000">
                <a:solidFill>
                  <a:schemeClr val="bg1"/>
                </a:solidFill>
              </a:rPr>
              <a:t>People with disabilities power</a:t>
            </a:r>
            <a:br>
              <a:rPr lang="en-US" sz="4000">
                <a:solidFill>
                  <a:schemeClr val="bg1"/>
                </a:solidFill>
              </a:rPr>
            </a:br>
            <a:r>
              <a:rPr lang="en-US" sz="4000">
                <a:solidFill>
                  <a:schemeClr val="bg1"/>
                </a:solidFill>
              </a:rPr>
              <a:t>accessibility in your products</a:t>
            </a:r>
            <a:endParaRPr lang="en-IN" sz="4000">
              <a:solidFill>
                <a:schemeClr val="bg1"/>
              </a:solidFill>
            </a:endParaRPr>
          </a:p>
        </p:txBody>
      </p:sp>
      <p:pic>
        <p:nvPicPr>
          <p:cNvPr id="1026" name="Website" descr="website Icon 3593022">
            <a:extLst>
              <a:ext uri="{FF2B5EF4-FFF2-40B4-BE49-F238E27FC236}">
                <a16:creationId xmlns:a16="http://schemas.microsoft.com/office/drawing/2014/main" id="{8B7C1D88-1A02-D0EF-6CE1-05B3D50DC3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1577" y="4938277"/>
            <a:ext cx="384539" cy="384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https://iaccessible.net">
            <a:extLst>
              <a:ext uri="{FF2B5EF4-FFF2-40B4-BE49-F238E27FC236}">
                <a16:creationId xmlns:a16="http://schemas.microsoft.com/office/drawing/2014/main" id="{7B6D743B-4183-4B96-91F3-959E1AD65D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0021" y="5019747"/>
            <a:ext cx="2087110" cy="221599"/>
          </a:xfrm>
        </p:spPr>
        <p:txBody>
          <a:bodyPr wrap="none" anchor="ctr"/>
          <a:lstStyle/>
          <a:p>
            <a:pPr marL="0" indent="0">
              <a:buNone/>
            </a:pPr>
            <a:r>
              <a:rPr lang="en-IN" sz="1600">
                <a:solidFill>
                  <a:schemeClr val="bg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https://iaccessible.net</a:t>
            </a:r>
            <a:endParaRPr lang="en-IN" sz="1600">
              <a:solidFill>
                <a:schemeClr val="bg1"/>
              </a:solidFill>
            </a:endParaRPr>
          </a:p>
        </p:txBody>
      </p:sp>
      <p:pic>
        <p:nvPicPr>
          <p:cNvPr id="1030" name="Email" descr="email Icon 1002247">
            <a:extLst>
              <a:ext uri="{FF2B5EF4-FFF2-40B4-BE49-F238E27FC236}">
                <a16:creationId xmlns:a16="http://schemas.microsoft.com/office/drawing/2014/main" id="{AE2A67AB-7A3C-80B5-4FCB-EF62DE1BD4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004" y="5551795"/>
            <a:ext cx="352233" cy="352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https://iaccessible.net">
            <a:extLst>
              <a:ext uri="{FF2B5EF4-FFF2-40B4-BE49-F238E27FC236}">
                <a16:creationId xmlns:a16="http://schemas.microsoft.com/office/drawing/2014/main" id="{E52BA439-8014-A787-67D5-1833E1B11C08}"/>
              </a:ext>
            </a:extLst>
          </p:cNvPr>
          <p:cNvSpPr txBox="1">
            <a:spLocks/>
          </p:cNvSpPr>
          <p:nvPr/>
        </p:nvSpPr>
        <p:spPr>
          <a:xfrm>
            <a:off x="880021" y="5617111"/>
            <a:ext cx="1938031" cy="221599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n-IN" sz="18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sz="1600">
                <a:solidFill>
                  <a:schemeClr val="bg1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info@iaccessible.net</a:t>
            </a:r>
            <a:endParaRPr lang="en-IN" sz="16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70856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504761D-D21A-192B-B65D-E83E72BBA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spcBef>
                <a:spcPts val="300"/>
              </a:spcBef>
              <a:spcAft>
                <a:spcPts val="300"/>
              </a:spcAft>
            </a:pPr>
            <a:fld id="{EFBDB023-C1A5-4ABF-B6D8-70426759D17D}" type="slidenum">
              <a:rPr lang="en-IN" smtClean="0"/>
              <a:pPr>
                <a:spcBef>
                  <a:spcPts val="300"/>
                </a:spcBef>
                <a:spcAft>
                  <a:spcPts val="300"/>
                </a:spcAft>
              </a:pPr>
              <a:t>2</a:t>
            </a:fld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A6BABE8-9845-26E9-D8F9-E4B82F9FA4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999" y="360000"/>
            <a:ext cx="11460525" cy="984885"/>
          </a:xfrm>
        </p:spPr>
        <p:txBody>
          <a:bodyPr/>
          <a:lstStyle/>
          <a:p>
            <a:r>
              <a:rPr lang="en-US"/>
              <a:t>We are a disability owned social enterprise with a mission to bridge the #DisabilityDivide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A21C2D-7FAE-2049-F3BB-D1ED8C06705E}"/>
              </a:ext>
            </a:extLst>
          </p:cNvPr>
          <p:cNvSpPr txBox="1"/>
          <p:nvPr/>
        </p:nvSpPr>
        <p:spPr>
          <a:xfrm>
            <a:off x="370778" y="1402266"/>
            <a:ext cx="9025053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>
                <a:solidFill>
                  <a:schemeClr val="accent4"/>
                </a:solidFill>
                <a:latin typeface="+mj-lt"/>
              </a:rPr>
              <a:t>Redmond based small business with a globally distributed team.</a:t>
            </a:r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02D57D6-7B72-5FB2-F6FF-DBB58DF1A4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71475" y="2124674"/>
            <a:ext cx="598306" cy="0"/>
            <a:chOff x="371475" y="2952834"/>
            <a:chExt cx="598306" cy="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E36FE3F-4ED6-F379-A0CB-0825985A16B8}"/>
                </a:ext>
              </a:extLst>
            </p:cNvPr>
            <p:cNvCxnSpPr>
              <a:cxnSpLocks/>
            </p:cNvCxnSpPr>
            <p:nvPr/>
          </p:nvCxnSpPr>
          <p:spPr>
            <a:xfrm>
              <a:off x="371475" y="2952834"/>
              <a:ext cx="298260" cy="0"/>
            </a:xfrm>
            <a:prstGeom prst="line">
              <a:avLst/>
            </a:prstGeom>
            <a:ln w="381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97D451A-456D-2775-7B95-D8C574615EE0}"/>
                </a:ext>
              </a:extLst>
            </p:cNvPr>
            <p:cNvCxnSpPr>
              <a:cxnSpLocks/>
            </p:cNvCxnSpPr>
            <p:nvPr/>
          </p:nvCxnSpPr>
          <p:spPr>
            <a:xfrm>
              <a:off x="671521" y="2952834"/>
              <a:ext cx="298260" cy="0"/>
            </a:xfrm>
            <a:prstGeom prst="line">
              <a:avLst/>
            </a:prstGeom>
            <a:ln w="38100">
              <a:solidFill>
                <a:srgbClr val="78BB4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Innovate with experts">
            <a:extLst>
              <a:ext uri="{FF2B5EF4-FFF2-40B4-BE49-F238E27FC236}">
                <a16:creationId xmlns:a16="http://schemas.microsoft.com/office/drawing/2014/main" id="{C417DC0E-D30E-ADD3-6DDB-461A57D37BBD}"/>
              </a:ext>
            </a:extLst>
          </p:cNvPr>
          <p:cNvSpPr txBox="1"/>
          <p:nvPr/>
        </p:nvSpPr>
        <p:spPr>
          <a:xfrm>
            <a:off x="360000" y="2288666"/>
            <a:ext cx="5400000" cy="206210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lang="en-US" sz="1600" b="1">
                <a:solidFill>
                  <a:schemeClr val="accent4"/>
                </a:solidFill>
                <a:latin typeface="+mj-lt"/>
              </a:rPr>
              <a:t>Innovate with experts</a:t>
            </a:r>
          </a:p>
          <a:p>
            <a:pPr marL="285750" indent="-28575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i="0" u="none" strike="noStrike" baseline="0">
                <a:solidFill>
                  <a:schemeClr val="accent4"/>
                </a:solidFill>
                <a:latin typeface="+mj-lt"/>
              </a:rPr>
              <a:t>Our accessibility specialists are people with a lived experience of disabilities.</a:t>
            </a:r>
            <a:endParaRPr lang="en-US" sz="1400" i="0" u="none" strike="noStrike" baseline="0">
              <a:solidFill>
                <a:schemeClr val="accent4"/>
              </a:solidFill>
              <a:latin typeface="+mj-lt"/>
              <a:ea typeface="Open Sans"/>
              <a:cs typeface="Open Sans"/>
            </a:endParaRP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i="0" u="none" strike="noStrike" baseline="0">
                <a:solidFill>
                  <a:schemeClr val="accent4"/>
                </a:solidFill>
                <a:latin typeface="+mj-lt"/>
              </a:rPr>
              <a:t>We have decades of expertise in technology delivery and accessibility.</a:t>
            </a:r>
            <a:endParaRPr lang="en-US" sz="1400">
              <a:solidFill>
                <a:schemeClr val="accent4"/>
              </a:solidFill>
              <a:latin typeface="+mj-lt"/>
              <a:ea typeface="Open Sans"/>
              <a:cs typeface="Open Sans"/>
            </a:endParaRP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,Sans-Serif" panose="020B0604020202020204" pitchFamily="34" charset="0"/>
              <a:buChar char="•"/>
            </a:pPr>
            <a:r>
              <a:rPr lang="en-US" sz="1400">
                <a:solidFill>
                  <a:schemeClr val="accent4"/>
                </a:solidFill>
                <a:ea typeface="+mn-lt"/>
                <a:cs typeface="+mn-lt"/>
              </a:rPr>
              <a:t>Certified in WCAG Web and mobile accessibility</a:t>
            </a: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,Sans-Serif" panose="020B0604020202020204" pitchFamily="34" charset="0"/>
              <a:buChar char="•"/>
            </a:pPr>
            <a:r>
              <a:rPr lang="en-US" sz="1400">
                <a:solidFill>
                  <a:schemeClr val="accent4"/>
                </a:solidFill>
                <a:ea typeface="+mn-lt"/>
                <a:cs typeface="+mn-lt"/>
              </a:rPr>
              <a:t>We partner with nonprofits in India and can reach a network of over 3000 users with disabilities.</a:t>
            </a:r>
            <a:endParaRPr lang="en-US" sz="1400">
              <a:solidFill>
                <a:schemeClr val="accent4"/>
              </a:solidFill>
              <a:ea typeface="Open Sans"/>
              <a:cs typeface="Open Sans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56B9B08-3552-87FE-EC93-418FB4972F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6275388" y="2124674"/>
            <a:ext cx="598306" cy="0"/>
            <a:chOff x="371475" y="2952834"/>
            <a:chExt cx="598306" cy="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BB0D200-45F0-CC71-1614-1D557D35A3B7}"/>
                </a:ext>
              </a:extLst>
            </p:cNvPr>
            <p:cNvCxnSpPr>
              <a:cxnSpLocks/>
            </p:cNvCxnSpPr>
            <p:nvPr/>
          </p:nvCxnSpPr>
          <p:spPr>
            <a:xfrm>
              <a:off x="371475" y="2952834"/>
              <a:ext cx="298260" cy="0"/>
            </a:xfrm>
            <a:prstGeom prst="line">
              <a:avLst/>
            </a:prstGeom>
            <a:ln w="381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21004CB0-7616-A295-13B7-5518C7DCA125}"/>
                </a:ext>
              </a:extLst>
            </p:cNvPr>
            <p:cNvCxnSpPr>
              <a:cxnSpLocks/>
            </p:cNvCxnSpPr>
            <p:nvPr/>
          </p:nvCxnSpPr>
          <p:spPr>
            <a:xfrm>
              <a:off x="671521" y="2952834"/>
              <a:ext cx="298260" cy="0"/>
            </a:xfrm>
            <a:prstGeom prst="line">
              <a:avLst/>
            </a:prstGeom>
            <a:ln w="38100">
              <a:solidFill>
                <a:srgbClr val="78BB4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Achieve your inclusion goals">
            <a:extLst>
              <a:ext uri="{FF2B5EF4-FFF2-40B4-BE49-F238E27FC236}">
                <a16:creationId xmlns:a16="http://schemas.microsoft.com/office/drawing/2014/main" id="{31787D36-61DF-03DD-776E-E30668D1F6E7}"/>
              </a:ext>
            </a:extLst>
          </p:cNvPr>
          <p:cNvSpPr txBox="1"/>
          <p:nvPr/>
        </p:nvSpPr>
        <p:spPr>
          <a:xfrm>
            <a:off x="6275388" y="2288666"/>
            <a:ext cx="5545136" cy="158504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>
              <a:spcBef>
                <a:spcPts val="300"/>
              </a:spcBef>
              <a:spcAft>
                <a:spcPts val="300"/>
              </a:spcAft>
            </a:pPr>
            <a:r>
              <a:rPr lang="en-US" sz="1600" b="1">
                <a:solidFill>
                  <a:schemeClr val="accent4"/>
                </a:solidFill>
                <a:latin typeface="+mj-lt"/>
              </a:rPr>
              <a:t>Achieve your inclusion goals</a:t>
            </a:r>
          </a:p>
          <a:p>
            <a:pPr marL="285750" indent="-28575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i="0" u="none" strike="noStrike" baseline="0">
                <a:solidFill>
                  <a:schemeClr val="accent4"/>
                </a:solidFill>
                <a:latin typeface="+mj-lt"/>
              </a:rPr>
              <a:t>We help you do user research, conduct accessibility design reviews and audits, and train your teams on accessibility.</a:t>
            </a:r>
          </a:p>
          <a:p>
            <a:pPr marL="285750" indent="-28575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i="0" u="none" strike="noStrike" baseline="0">
                <a:solidFill>
                  <a:schemeClr val="accent4"/>
                </a:solidFill>
                <a:latin typeface="+mj-lt"/>
              </a:rPr>
              <a:t>We partner with leading </a:t>
            </a:r>
            <a:r>
              <a:rPr lang="en-US" sz="1400" i="0" u="none" strike="noStrike" baseline="0" err="1">
                <a:solidFill>
                  <a:schemeClr val="accent4"/>
                </a:solidFill>
                <a:latin typeface="+mj-lt"/>
              </a:rPr>
              <a:t>organisations</a:t>
            </a:r>
            <a:r>
              <a:rPr lang="en-US" sz="1400" i="0" u="none" strike="noStrike" baseline="0">
                <a:solidFill>
                  <a:schemeClr val="accent4"/>
                </a:solidFill>
                <a:latin typeface="+mj-lt"/>
              </a:rPr>
              <a:t> to achieve their inclusion goals.</a:t>
            </a:r>
          </a:p>
          <a:p>
            <a:pPr marL="285750" indent="-28575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endParaRPr lang="en-US" sz="1600" i="0" u="none" strike="noStrike" baseline="0">
              <a:solidFill>
                <a:schemeClr val="accent4"/>
              </a:solidFill>
              <a:latin typeface="+mj-lt"/>
              <a:ea typeface="Open Sans"/>
              <a:cs typeface="Open Sans"/>
            </a:endParaRP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D3E5961C-5925-BCA3-689F-DE6876234F53}"/>
              </a:ext>
            </a:extLst>
          </p:cNvPr>
          <p:cNvSpPr/>
          <p:nvPr/>
        </p:nvSpPr>
        <p:spPr>
          <a:xfrm>
            <a:off x="6275388" y="3761848"/>
            <a:ext cx="5545136" cy="2043400"/>
          </a:xfrm>
          <a:prstGeom prst="roundRect">
            <a:avLst>
              <a:gd name="adj" fmla="val 4143"/>
            </a:avLst>
          </a:prstGeom>
          <a:solidFill>
            <a:schemeClr val="bg1"/>
          </a:solidFill>
          <a:ln>
            <a:noFill/>
          </a:ln>
          <a:effectLst>
            <a:outerShdw blurRad="381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Adobe" descr="Adobe">
            <a:extLst>
              <a:ext uri="{FF2B5EF4-FFF2-40B4-BE49-F238E27FC236}">
                <a16:creationId xmlns:a16="http://schemas.microsoft.com/office/drawing/2014/main" id="{177A5D5A-6564-5717-7569-8BA7400D1F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0987" y="4129356"/>
            <a:ext cx="1474840" cy="3812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Windows" descr="Windows">
            <a:extLst>
              <a:ext uri="{FF2B5EF4-FFF2-40B4-BE49-F238E27FC236}">
                <a16:creationId xmlns:a16="http://schemas.microsoft.com/office/drawing/2014/main" id="{F62976BB-D0BE-A4A2-8BE6-BAD513AA56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52789" y="4071987"/>
            <a:ext cx="561862" cy="495988"/>
          </a:xfrm>
          <a:prstGeom prst="rect">
            <a:avLst/>
          </a:prstGeom>
        </p:spPr>
      </p:pic>
      <p:pic>
        <p:nvPicPr>
          <p:cNvPr id="22" name="Eskalera" descr="Eskalera">
            <a:extLst>
              <a:ext uri="{FF2B5EF4-FFF2-40B4-BE49-F238E27FC236}">
                <a16:creationId xmlns:a16="http://schemas.microsoft.com/office/drawing/2014/main" id="{C2444FAB-9798-445A-001B-30D1E1FBBA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31614" y="4143777"/>
            <a:ext cx="1703311" cy="352409"/>
          </a:xfrm>
          <a:prstGeom prst="rect">
            <a:avLst/>
          </a:prstGeom>
        </p:spPr>
      </p:pic>
      <p:pic>
        <p:nvPicPr>
          <p:cNvPr id="23" name="Compass Group" descr="Compass Group">
            <a:extLst>
              <a:ext uri="{FF2B5EF4-FFF2-40B4-BE49-F238E27FC236}">
                <a16:creationId xmlns:a16="http://schemas.microsoft.com/office/drawing/2014/main" id="{388B6AE1-B78A-E3C9-3BBB-08665494CE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7108" y="4903091"/>
            <a:ext cx="1548359" cy="592019"/>
          </a:xfrm>
          <a:prstGeom prst="rect">
            <a:avLst/>
          </a:prstGeom>
        </p:spPr>
      </p:pic>
      <p:pic>
        <p:nvPicPr>
          <p:cNvPr id="24" name="NIC" descr="NIC">
            <a:extLst>
              <a:ext uri="{FF2B5EF4-FFF2-40B4-BE49-F238E27FC236}">
                <a16:creationId xmlns:a16="http://schemas.microsoft.com/office/drawing/2014/main" id="{AE18148A-514A-4483-F2F4-6C3540A20F93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1512" t="11512" r="11512" b="11512"/>
          <a:stretch/>
        </p:blipFill>
        <p:spPr>
          <a:xfrm>
            <a:off x="8743620" y="4938298"/>
            <a:ext cx="1083591" cy="521605"/>
          </a:xfrm>
          <a:prstGeom prst="rect">
            <a:avLst/>
          </a:prstGeom>
        </p:spPr>
      </p:pic>
      <p:pic>
        <p:nvPicPr>
          <p:cNvPr id="25" name="Saksham Disability" descr="Saksham Disability">
            <a:extLst>
              <a:ext uri="{FF2B5EF4-FFF2-40B4-BE49-F238E27FC236}">
                <a16:creationId xmlns:a16="http://schemas.microsoft.com/office/drawing/2014/main" id="{4DB998FA-1725-6D8E-A44C-FF0E6E25E84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45364" y="4997423"/>
            <a:ext cx="1073441" cy="403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0718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10">
            <a:extLst>
              <a:ext uri="{FF2B5EF4-FFF2-40B4-BE49-F238E27FC236}">
                <a16:creationId xmlns:a16="http://schemas.microsoft.com/office/drawing/2014/main" id="{9CCDC11F-64AA-487E-960D-173416E7E1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43608" y="1142603"/>
            <a:ext cx="2520000" cy="252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9F54FF-5935-3B19-600C-8DBBFFDCB1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999" y="360000"/>
            <a:ext cx="11460525" cy="493200"/>
          </a:xfrm>
        </p:spPr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Founders</a:t>
            </a:r>
          </a:p>
        </p:txBody>
      </p:sp>
      <p:pic>
        <p:nvPicPr>
          <p:cNvPr id="3" name="Picture 2" descr="Headshot of Manish, an Indian middle aged man, smiling with arms crossed  ">
            <a:extLst>
              <a:ext uri="{FF2B5EF4-FFF2-40B4-BE49-F238E27FC236}">
                <a16:creationId xmlns:a16="http://schemas.microsoft.com/office/drawing/2014/main" id="{03955D18-C8E3-7020-6E71-357D2723396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39" t="7613" r="23891" b="56407"/>
          <a:stretch/>
        </p:blipFill>
        <p:spPr>
          <a:xfrm>
            <a:off x="359999" y="1142603"/>
            <a:ext cx="2520000" cy="2520000"/>
          </a:xfrm>
          <a:prstGeom prst="ellipse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DE3CE2-1DAE-BF6D-018D-4FEF6C9A24B4}"/>
              </a:ext>
            </a:extLst>
          </p:cNvPr>
          <p:cNvSpPr txBox="1"/>
          <p:nvPr/>
        </p:nvSpPr>
        <p:spPr>
          <a:xfrm>
            <a:off x="365737" y="3810631"/>
            <a:ext cx="3504785" cy="61639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lang="en-US" sz="2400" b="1" dirty="0">
                <a:solidFill>
                  <a:srgbClr val="4B96E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Manish Agrawal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4B96E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Blind technology leader with 20+ years in accessibility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4B96E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Led Microsoft Narrator and advanced responsible AI in Windows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4B96E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Contributor to NVDA open-source screen reader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4B96E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Patent holder in accessible design</a:t>
            </a:r>
            <a:endParaRPr lang="en-US" sz="1600" dirty="0">
              <a:solidFill>
                <a:schemeClr val="accent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Picture 11" descr="Headshot of Aman, who is albino and is smiling at the camera">
            <a:extLst>
              <a:ext uri="{FF2B5EF4-FFF2-40B4-BE49-F238E27FC236}">
                <a16:creationId xmlns:a16="http://schemas.microsoft.com/office/drawing/2014/main" id="{5633CF73-C854-1B2C-E54B-89BEFEE35E1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65" b="2965"/>
          <a:stretch/>
        </p:blipFill>
        <p:spPr>
          <a:xfrm>
            <a:off x="4343608" y="1142603"/>
            <a:ext cx="2523600" cy="2523600"/>
          </a:xfrm>
          <a:prstGeom prst="ellipse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8B59537-A31D-2EBF-9889-E6AE8C074B79}"/>
              </a:ext>
            </a:extLst>
          </p:cNvPr>
          <p:cNvSpPr txBox="1"/>
          <p:nvPr/>
        </p:nvSpPr>
        <p:spPr>
          <a:xfrm>
            <a:off x="4343608" y="3810631"/>
            <a:ext cx="3504785" cy="39480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lang="en-US" sz="2400" b="1" dirty="0">
                <a:solidFill>
                  <a:srgbClr val="4B96E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Aman Singal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4B96E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Accessibility leader with lived experience of disability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4B96E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Trusted Tester certified at Microsoft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4B96E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Proven track record leading accessibility programs.</a:t>
            </a:r>
            <a:endParaRPr lang="en-US" sz="1600" dirty="0">
              <a:solidFill>
                <a:schemeClr val="accent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82796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37A68DA-3F9F-41AD-B06C-111243E38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DB023-C1A5-4ABF-B6D8-70426759D17D}" type="slidenum">
              <a:rPr lang="en-IN" smtClean="0"/>
              <a:pPr/>
              <a:t>4</a:t>
            </a:fld>
            <a:endParaRPr lang="en-IN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45D3FF9-1E73-B0AC-C967-1DABC35A5C0F}"/>
              </a:ext>
            </a:extLst>
          </p:cNvPr>
          <p:cNvGrpSpPr/>
          <p:nvPr/>
        </p:nvGrpSpPr>
        <p:grpSpPr>
          <a:xfrm>
            <a:off x="0" y="1"/>
            <a:ext cx="12192000" cy="2578100"/>
            <a:chOff x="0" y="1"/>
            <a:chExt cx="12192000" cy="2578100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056084F7-34CD-44B1-9342-8A3CC1064FE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6367" b="18880"/>
            <a:stretch/>
          </p:blipFill>
          <p:spPr>
            <a:xfrm>
              <a:off x="0" y="1"/>
              <a:ext cx="12192000" cy="2578100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0F2650D-DF9F-4CA8-80C1-A49F6FDCD475}"/>
                </a:ext>
              </a:extLst>
            </p:cNvPr>
            <p:cNvSpPr/>
            <p:nvPr/>
          </p:nvSpPr>
          <p:spPr>
            <a:xfrm>
              <a:off x="0" y="1"/>
              <a:ext cx="12192000" cy="2578100"/>
            </a:xfrm>
            <a:prstGeom prst="rect">
              <a:avLst/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95E80926-CA19-4B47-A0EB-42101A1F1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999" y="360000"/>
            <a:ext cx="11460525" cy="493200"/>
          </a:xfrm>
        </p:spPr>
        <p:txBody>
          <a:bodyPr/>
          <a:lstStyle/>
          <a:p>
            <a:r>
              <a:rPr lang="en-US">
                <a:solidFill>
                  <a:schemeClr val="bg1"/>
                </a:solidFill>
              </a:rPr>
              <a:t>Accessibility is fundamental to your products!  </a:t>
            </a:r>
            <a:endParaRPr lang="en-IN">
              <a:solidFill>
                <a:schemeClr val="bg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4338AB6-061B-4846-FBFF-6255A684FA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745656" y="2144193"/>
            <a:ext cx="779644" cy="779644"/>
            <a:chOff x="1745656" y="2144193"/>
            <a:chExt cx="779644" cy="779644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4652D650-2A7A-45BD-9FB4-ABC1FF069B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2704994">
              <a:off x="1745656" y="2144193"/>
              <a:ext cx="779644" cy="779644"/>
            </a:xfrm>
            <a:prstGeom prst="roundRect">
              <a:avLst/>
            </a:prstGeom>
            <a:solidFill>
              <a:schemeClr val="accent2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93" name="Graphic 34">
              <a:extLst>
                <a:ext uri="{FF2B5EF4-FFF2-40B4-BE49-F238E27FC236}">
                  <a16:creationId xmlns:a16="http://schemas.microsoft.com/office/drawing/2014/main" id="{E4C5CFA6-4671-45EB-850F-2253C8E564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885129" y="2293604"/>
              <a:ext cx="500698" cy="500700"/>
            </a:xfrm>
            <a:custGeom>
              <a:avLst/>
              <a:gdLst>
                <a:gd name="connsiteX0" fmla="*/ 2249665 w 5376684"/>
                <a:gd name="connsiteY0" fmla="*/ 0 h 5376712"/>
                <a:gd name="connsiteX1" fmla="*/ 2193637 w 5376684"/>
                <a:gd name="connsiteY1" fmla="*/ 55989 h 5376712"/>
                <a:gd name="connsiteX2" fmla="*/ 2193637 w 5376684"/>
                <a:gd name="connsiteY2" fmla="*/ 590158 h 5376712"/>
                <a:gd name="connsiteX3" fmla="*/ 1553306 w 5376684"/>
                <a:gd name="connsiteY3" fmla="*/ 853613 h 5376712"/>
                <a:gd name="connsiteX4" fmla="*/ 1176841 w 5376684"/>
                <a:gd name="connsiteY4" fmla="*/ 477188 h 5376712"/>
                <a:gd name="connsiteX5" fmla="*/ 1176802 w 5376684"/>
                <a:gd name="connsiteY5" fmla="*/ 477188 h 5376712"/>
                <a:gd name="connsiteX6" fmla="*/ 1097660 w 5376684"/>
                <a:gd name="connsiteY6" fmla="*/ 477188 h 5376712"/>
                <a:gd name="connsiteX7" fmla="*/ 477188 w 5376684"/>
                <a:gd name="connsiteY7" fmla="*/ 1097582 h 5376712"/>
                <a:gd name="connsiteX8" fmla="*/ 477188 w 5376684"/>
                <a:gd name="connsiteY8" fmla="*/ 1097620 h 5376712"/>
                <a:gd name="connsiteX9" fmla="*/ 460769 w 5376684"/>
                <a:gd name="connsiteY9" fmla="*/ 1137230 h 5376712"/>
                <a:gd name="connsiteX10" fmla="*/ 477188 w 5376684"/>
                <a:gd name="connsiteY10" fmla="*/ 1176840 h 5376712"/>
                <a:gd name="connsiteX11" fmla="*/ 854574 w 5376684"/>
                <a:gd name="connsiteY11" fmla="*/ 1554226 h 5376712"/>
                <a:gd name="connsiteX12" fmla="*/ 588748 w 5376684"/>
                <a:gd name="connsiteY12" fmla="*/ 2193646 h 5376712"/>
                <a:gd name="connsiteX13" fmla="*/ 56028 w 5376684"/>
                <a:gd name="connsiteY13" fmla="*/ 2193646 h 5376712"/>
                <a:gd name="connsiteX14" fmla="*/ 0 w 5376684"/>
                <a:gd name="connsiteY14" fmla="*/ 2249635 h 5376712"/>
                <a:gd name="connsiteX15" fmla="*/ 0 w 5376684"/>
                <a:gd name="connsiteY15" fmla="*/ 3127126 h 5376712"/>
                <a:gd name="connsiteX16" fmla="*/ 0 w 5376684"/>
                <a:gd name="connsiteY16" fmla="*/ 3127088 h 5376712"/>
                <a:gd name="connsiteX17" fmla="*/ 56028 w 5376684"/>
                <a:gd name="connsiteY17" fmla="*/ 3183076 h 5376712"/>
                <a:gd name="connsiteX18" fmla="*/ 590198 w 5376684"/>
                <a:gd name="connsiteY18" fmla="*/ 3183076 h 5376712"/>
                <a:gd name="connsiteX19" fmla="*/ 853574 w 5376684"/>
                <a:gd name="connsiteY19" fmla="*/ 3823486 h 5376712"/>
                <a:gd name="connsiteX20" fmla="*/ 477188 w 5376684"/>
                <a:gd name="connsiteY20" fmla="*/ 4199912 h 5376712"/>
                <a:gd name="connsiteX21" fmla="*/ 477188 w 5376684"/>
                <a:gd name="connsiteY21" fmla="*/ 4199874 h 5376712"/>
                <a:gd name="connsiteX22" fmla="*/ 477188 w 5376684"/>
                <a:gd name="connsiteY22" fmla="*/ 4279092 h 5376712"/>
                <a:gd name="connsiteX23" fmla="*/ 1097660 w 5376684"/>
                <a:gd name="connsiteY23" fmla="*/ 4899487 h 5376712"/>
                <a:gd name="connsiteX24" fmla="*/ 1176802 w 5376684"/>
                <a:gd name="connsiteY24" fmla="*/ 4899487 h 5376712"/>
                <a:gd name="connsiteX25" fmla="*/ 1554188 w 5376684"/>
                <a:gd name="connsiteY25" fmla="*/ 4522179 h 5376712"/>
                <a:gd name="connsiteX26" fmla="*/ 2193609 w 5376684"/>
                <a:gd name="connsiteY26" fmla="*/ 4787927 h 5376712"/>
                <a:gd name="connsiteX27" fmla="*/ 2193609 w 5376684"/>
                <a:gd name="connsiteY27" fmla="*/ 5320686 h 5376712"/>
                <a:gd name="connsiteX28" fmla="*/ 2193647 w 5376684"/>
                <a:gd name="connsiteY28" fmla="*/ 5320724 h 5376712"/>
                <a:gd name="connsiteX29" fmla="*/ 2249675 w 5376684"/>
                <a:gd name="connsiteY29" fmla="*/ 5376712 h 5376712"/>
                <a:gd name="connsiteX30" fmla="*/ 3127097 w 5376684"/>
                <a:gd name="connsiteY30" fmla="*/ 5376712 h 5376712"/>
                <a:gd name="connsiteX31" fmla="*/ 3183048 w 5376684"/>
                <a:gd name="connsiteY31" fmla="*/ 5320724 h 5376712"/>
                <a:gd name="connsiteX32" fmla="*/ 3183048 w 5376684"/>
                <a:gd name="connsiteY32" fmla="*/ 4786554 h 5376712"/>
                <a:gd name="connsiteX33" fmla="*/ 3823458 w 5376684"/>
                <a:gd name="connsiteY33" fmla="*/ 4523099 h 5376712"/>
                <a:gd name="connsiteX34" fmla="*/ 4199883 w 5376684"/>
                <a:gd name="connsiteY34" fmla="*/ 4899486 h 5376712"/>
                <a:gd name="connsiteX35" fmla="*/ 4279064 w 5376684"/>
                <a:gd name="connsiteY35" fmla="*/ 4899486 h 5376712"/>
                <a:gd name="connsiteX36" fmla="*/ 4899576 w 5376684"/>
                <a:gd name="connsiteY36" fmla="*/ 4279092 h 5376712"/>
                <a:gd name="connsiteX37" fmla="*/ 4899576 w 5376684"/>
                <a:gd name="connsiteY37" fmla="*/ 4199873 h 5376712"/>
                <a:gd name="connsiteX38" fmla="*/ 4522190 w 5376684"/>
                <a:gd name="connsiteY38" fmla="*/ 3822487 h 5376712"/>
                <a:gd name="connsiteX39" fmla="*/ 4788016 w 5376684"/>
                <a:gd name="connsiteY39" fmla="*/ 3183066 h 5376712"/>
                <a:gd name="connsiteX40" fmla="*/ 5320696 w 5376684"/>
                <a:gd name="connsiteY40" fmla="*/ 3183066 h 5376712"/>
                <a:gd name="connsiteX41" fmla="*/ 5376685 w 5376684"/>
                <a:gd name="connsiteY41" fmla="*/ 3127078 h 5376712"/>
                <a:gd name="connsiteX42" fmla="*/ 5376685 w 5376684"/>
                <a:gd name="connsiteY42" fmla="*/ 2249587 h 5376712"/>
                <a:gd name="connsiteX43" fmla="*/ 5376685 w 5376684"/>
                <a:gd name="connsiteY43" fmla="*/ 2249625 h 5376712"/>
                <a:gd name="connsiteX44" fmla="*/ 5320696 w 5376684"/>
                <a:gd name="connsiteY44" fmla="*/ 2193636 h 5376712"/>
                <a:gd name="connsiteX45" fmla="*/ 4786527 w 5376684"/>
                <a:gd name="connsiteY45" fmla="*/ 2193636 h 5376712"/>
                <a:gd name="connsiteX46" fmla="*/ 4523072 w 5376684"/>
                <a:gd name="connsiteY46" fmla="*/ 1553305 h 5376712"/>
                <a:gd name="connsiteX47" fmla="*/ 4899537 w 5376684"/>
                <a:gd name="connsiteY47" fmla="*/ 1176840 h 5376712"/>
                <a:gd name="connsiteX48" fmla="*/ 4899575 w 5376684"/>
                <a:gd name="connsiteY48" fmla="*/ 1176840 h 5376712"/>
                <a:gd name="connsiteX49" fmla="*/ 4915993 w 5376684"/>
                <a:gd name="connsiteY49" fmla="*/ 1137230 h 5376712"/>
                <a:gd name="connsiteX50" fmla="*/ 4899575 w 5376684"/>
                <a:gd name="connsiteY50" fmla="*/ 1097620 h 5376712"/>
                <a:gd name="connsiteX51" fmla="*/ 4279063 w 5376684"/>
                <a:gd name="connsiteY51" fmla="*/ 477226 h 5376712"/>
                <a:gd name="connsiteX52" fmla="*/ 4279063 w 5376684"/>
                <a:gd name="connsiteY52" fmla="*/ 477188 h 5376712"/>
                <a:gd name="connsiteX53" fmla="*/ 4199883 w 5376684"/>
                <a:gd name="connsiteY53" fmla="*/ 477188 h 5376712"/>
                <a:gd name="connsiteX54" fmla="*/ 3822575 w 5376684"/>
                <a:gd name="connsiteY54" fmla="*/ 854495 h 5376712"/>
                <a:gd name="connsiteX55" fmla="*/ 3183047 w 5376684"/>
                <a:gd name="connsiteY55" fmla="*/ 588748 h 5376712"/>
                <a:gd name="connsiteX56" fmla="*/ 3183047 w 5376684"/>
                <a:gd name="connsiteY56" fmla="*/ 55989 h 5376712"/>
                <a:gd name="connsiteX57" fmla="*/ 3127097 w 5376684"/>
                <a:gd name="connsiteY57" fmla="*/ 0 h 5376712"/>
                <a:gd name="connsiteX58" fmla="*/ 2305654 w 5376684"/>
                <a:gd name="connsiteY58" fmla="*/ 112060 h 5376712"/>
                <a:gd name="connsiteX59" fmla="*/ 3071095 w 5376684"/>
                <a:gd name="connsiteY59" fmla="*/ 112060 h 5376712"/>
                <a:gd name="connsiteX60" fmla="*/ 3071095 w 5376684"/>
                <a:gd name="connsiteY60" fmla="*/ 629702 h 5376712"/>
                <a:gd name="connsiteX61" fmla="*/ 3071095 w 5376684"/>
                <a:gd name="connsiteY61" fmla="*/ 629663 h 5376712"/>
                <a:gd name="connsiteX62" fmla="*/ 3115335 w 5376684"/>
                <a:gd name="connsiteY62" fmla="*/ 684389 h 5376712"/>
                <a:gd name="connsiteX63" fmla="*/ 3802624 w 5376684"/>
                <a:gd name="connsiteY63" fmla="*/ 970074 h 5376712"/>
                <a:gd name="connsiteX64" fmla="*/ 3802662 w 5376684"/>
                <a:gd name="connsiteY64" fmla="*/ 970074 h 5376712"/>
                <a:gd name="connsiteX65" fmla="*/ 3872773 w 5376684"/>
                <a:gd name="connsiteY65" fmla="*/ 962688 h 5376712"/>
                <a:gd name="connsiteX66" fmla="*/ 4239480 w 5376684"/>
                <a:gd name="connsiteY66" fmla="*/ 595981 h 5376712"/>
                <a:gd name="connsiteX67" fmla="*/ 4780772 w 5376684"/>
                <a:gd name="connsiteY67" fmla="*/ 1137155 h 5376712"/>
                <a:gd name="connsiteX68" fmla="*/ 4415025 w 5376684"/>
                <a:gd name="connsiteY68" fmla="*/ 1502863 h 5376712"/>
                <a:gd name="connsiteX69" fmla="*/ 4407601 w 5376684"/>
                <a:gd name="connsiteY69" fmla="*/ 1572859 h 5376712"/>
                <a:gd name="connsiteX70" fmla="*/ 4690650 w 5376684"/>
                <a:gd name="connsiteY70" fmla="*/ 2261147 h 5376712"/>
                <a:gd name="connsiteX71" fmla="*/ 4745414 w 5376684"/>
                <a:gd name="connsiteY71" fmla="*/ 2305540 h 5376712"/>
                <a:gd name="connsiteX72" fmla="*/ 5264702 w 5376684"/>
                <a:gd name="connsiteY72" fmla="*/ 2305540 h 5376712"/>
                <a:gd name="connsiteX73" fmla="*/ 5264702 w 5376684"/>
                <a:gd name="connsiteY73" fmla="*/ 3070981 h 5376712"/>
                <a:gd name="connsiteX74" fmla="*/ 4747020 w 5376684"/>
                <a:gd name="connsiteY74" fmla="*/ 3070981 h 5376712"/>
                <a:gd name="connsiteX75" fmla="*/ 4692295 w 5376684"/>
                <a:gd name="connsiteY75" fmla="*/ 3115297 h 5376712"/>
                <a:gd name="connsiteX76" fmla="*/ 4406610 w 5376684"/>
                <a:gd name="connsiteY76" fmla="*/ 3802518 h 5376712"/>
                <a:gd name="connsiteX77" fmla="*/ 4406572 w 5376684"/>
                <a:gd name="connsiteY77" fmla="*/ 3802518 h 5376712"/>
                <a:gd name="connsiteX78" fmla="*/ 4413958 w 5376684"/>
                <a:gd name="connsiteY78" fmla="*/ 3872668 h 5376712"/>
                <a:gd name="connsiteX79" fmla="*/ 4780773 w 5376684"/>
                <a:gd name="connsiteY79" fmla="*/ 4239483 h 5376712"/>
                <a:gd name="connsiteX80" fmla="*/ 4239481 w 5376684"/>
                <a:gd name="connsiteY80" fmla="*/ 4780657 h 5376712"/>
                <a:gd name="connsiteX81" fmla="*/ 3873851 w 5376684"/>
                <a:gd name="connsiteY81" fmla="*/ 4415028 h 5376712"/>
                <a:gd name="connsiteX82" fmla="*/ 3873851 w 5376684"/>
                <a:gd name="connsiteY82" fmla="*/ 4414990 h 5376712"/>
                <a:gd name="connsiteX83" fmla="*/ 3803817 w 5376684"/>
                <a:gd name="connsiteY83" fmla="*/ 4407489 h 5376712"/>
                <a:gd name="connsiteX84" fmla="*/ 3115607 w 5376684"/>
                <a:gd name="connsiteY84" fmla="*/ 4690606 h 5376712"/>
                <a:gd name="connsiteX85" fmla="*/ 3071061 w 5376684"/>
                <a:gd name="connsiteY85" fmla="*/ 4745486 h 5376712"/>
                <a:gd name="connsiteX86" fmla="*/ 3071061 w 5376684"/>
                <a:gd name="connsiteY86" fmla="*/ 5264656 h 5376712"/>
                <a:gd name="connsiteX87" fmla="*/ 2305620 w 5376684"/>
                <a:gd name="connsiteY87" fmla="*/ 5264656 h 5376712"/>
                <a:gd name="connsiteX88" fmla="*/ 2305620 w 5376684"/>
                <a:gd name="connsiteY88" fmla="*/ 4747054 h 5376712"/>
                <a:gd name="connsiteX89" fmla="*/ 2261380 w 5376684"/>
                <a:gd name="connsiteY89" fmla="*/ 4692328 h 5376712"/>
                <a:gd name="connsiteX90" fmla="*/ 1574090 w 5376684"/>
                <a:gd name="connsiteY90" fmla="*/ 4406643 h 5376712"/>
                <a:gd name="connsiteX91" fmla="*/ 1574090 w 5376684"/>
                <a:gd name="connsiteY91" fmla="*/ 4406605 h 5376712"/>
                <a:gd name="connsiteX92" fmla="*/ 1503980 w 5376684"/>
                <a:gd name="connsiteY92" fmla="*/ 4413991 h 5376712"/>
                <a:gd name="connsiteX93" fmla="*/ 1137273 w 5376684"/>
                <a:gd name="connsiteY93" fmla="*/ 4780806 h 5376712"/>
                <a:gd name="connsiteX94" fmla="*/ 595981 w 5376684"/>
                <a:gd name="connsiteY94" fmla="*/ 4239514 h 5376712"/>
                <a:gd name="connsiteX95" fmla="*/ 961728 w 5376684"/>
                <a:gd name="connsiteY95" fmla="*/ 3873767 h 5376712"/>
                <a:gd name="connsiteX96" fmla="*/ 961690 w 5376684"/>
                <a:gd name="connsiteY96" fmla="*/ 3873805 h 5376712"/>
                <a:gd name="connsiteX97" fmla="*/ 969152 w 5376684"/>
                <a:gd name="connsiteY97" fmla="*/ 3803847 h 5376712"/>
                <a:gd name="connsiteX98" fmla="*/ 686034 w 5376684"/>
                <a:gd name="connsiteY98" fmla="*/ 3115559 h 5376712"/>
                <a:gd name="connsiteX99" fmla="*/ 631231 w 5376684"/>
                <a:gd name="connsiteY99" fmla="*/ 3071012 h 5376712"/>
                <a:gd name="connsiteX100" fmla="*/ 112022 w 5376684"/>
                <a:gd name="connsiteY100" fmla="*/ 3071012 h 5376712"/>
                <a:gd name="connsiteX101" fmla="*/ 112022 w 5376684"/>
                <a:gd name="connsiteY101" fmla="*/ 2305571 h 5376712"/>
                <a:gd name="connsiteX102" fmla="*/ 629664 w 5376684"/>
                <a:gd name="connsiteY102" fmla="*/ 2305571 h 5376712"/>
                <a:gd name="connsiteX103" fmla="*/ 684505 w 5376684"/>
                <a:gd name="connsiteY103" fmla="*/ 2261331 h 5376712"/>
                <a:gd name="connsiteX104" fmla="*/ 970111 w 5376684"/>
                <a:gd name="connsiteY104" fmla="*/ 1574111 h 5376712"/>
                <a:gd name="connsiteX105" fmla="*/ 962725 w 5376684"/>
                <a:gd name="connsiteY105" fmla="*/ 1504000 h 5376712"/>
                <a:gd name="connsiteX106" fmla="*/ 596018 w 5376684"/>
                <a:gd name="connsiteY106" fmla="*/ 1137186 h 5376712"/>
                <a:gd name="connsiteX107" fmla="*/ 1137310 w 5376684"/>
                <a:gd name="connsiteY107" fmla="*/ 595893 h 5376712"/>
                <a:gd name="connsiteX108" fmla="*/ 1502940 w 5376684"/>
                <a:gd name="connsiteY108" fmla="*/ 961640 h 5376712"/>
                <a:gd name="connsiteX109" fmla="*/ 1572859 w 5376684"/>
                <a:gd name="connsiteY109" fmla="*/ 969103 h 5376712"/>
                <a:gd name="connsiteX110" fmla="*/ 2261148 w 5376684"/>
                <a:gd name="connsiteY110" fmla="*/ 686054 h 5376712"/>
                <a:gd name="connsiteX111" fmla="*/ 2261186 w 5376684"/>
                <a:gd name="connsiteY111" fmla="*/ 686015 h 5376712"/>
                <a:gd name="connsiteX112" fmla="*/ 2305618 w 5376684"/>
                <a:gd name="connsiteY112" fmla="*/ 631251 h 5376712"/>
                <a:gd name="connsiteX113" fmla="*/ 2688350 w 5376684"/>
                <a:gd name="connsiteY113" fmla="*/ 1064107 h 5376712"/>
                <a:gd name="connsiteX114" fmla="*/ 2361067 w 5376684"/>
                <a:gd name="connsiteY114" fmla="*/ 1097096 h 5376712"/>
                <a:gd name="connsiteX115" fmla="*/ 2056091 w 5376684"/>
                <a:gd name="connsiteY115" fmla="*/ 1191776 h 5376712"/>
                <a:gd name="connsiteX116" fmla="*/ 1780165 w 5376684"/>
                <a:gd name="connsiteY116" fmla="*/ 1341526 h 5376712"/>
                <a:gd name="connsiteX117" fmla="*/ 1539870 w 5376684"/>
                <a:gd name="connsiteY117" fmla="*/ 1539800 h 5376712"/>
                <a:gd name="connsiteX118" fmla="*/ 1341595 w 5376684"/>
                <a:gd name="connsiteY118" fmla="*/ 1780173 h 5376712"/>
                <a:gd name="connsiteX119" fmla="*/ 1191846 w 5376684"/>
                <a:gd name="connsiteY119" fmla="*/ 2056100 h 5376712"/>
                <a:gd name="connsiteX120" fmla="*/ 1097166 w 5376684"/>
                <a:gd name="connsiteY120" fmla="*/ 2361075 h 5376712"/>
                <a:gd name="connsiteX121" fmla="*/ 1105279 w 5376684"/>
                <a:gd name="connsiteY121" fmla="*/ 2403173 h 5376712"/>
                <a:gd name="connsiteX122" fmla="*/ 1140755 w 5376684"/>
                <a:gd name="connsiteY122" fmla="*/ 2427206 h 5376712"/>
                <a:gd name="connsiteX123" fmla="*/ 1182852 w 5376684"/>
                <a:gd name="connsiteY123" fmla="*/ 2419093 h 5376712"/>
                <a:gd name="connsiteX124" fmla="*/ 1206886 w 5376684"/>
                <a:gd name="connsiteY124" fmla="*/ 2383578 h 5376712"/>
                <a:gd name="connsiteX125" fmla="*/ 1294946 w 5376684"/>
                <a:gd name="connsiteY125" fmla="*/ 2099804 h 5376712"/>
                <a:gd name="connsiteX126" fmla="*/ 1434359 w 5376684"/>
                <a:gd name="connsiteY126" fmla="*/ 1842893 h 5376712"/>
                <a:gd name="connsiteX127" fmla="*/ 1619084 w 5376684"/>
                <a:gd name="connsiteY127" fmla="*/ 1619048 h 5376712"/>
                <a:gd name="connsiteX128" fmla="*/ 1842929 w 5376684"/>
                <a:gd name="connsiteY128" fmla="*/ 1434392 h 5376712"/>
                <a:gd name="connsiteX129" fmla="*/ 2099761 w 5376684"/>
                <a:gd name="connsiteY129" fmla="*/ 1294978 h 5376712"/>
                <a:gd name="connsiteX130" fmla="*/ 2383575 w 5376684"/>
                <a:gd name="connsiteY130" fmla="*/ 1206842 h 5376712"/>
                <a:gd name="connsiteX131" fmla="*/ 2688354 w 5376684"/>
                <a:gd name="connsiteY131" fmla="*/ 1176150 h 5376712"/>
                <a:gd name="connsiteX132" fmla="*/ 2993212 w 5376684"/>
                <a:gd name="connsiteY132" fmla="*/ 1206919 h 5376712"/>
                <a:gd name="connsiteX133" fmla="*/ 3276986 w 5376684"/>
                <a:gd name="connsiteY133" fmla="*/ 1294978 h 5376712"/>
                <a:gd name="connsiteX134" fmla="*/ 3533818 w 5376684"/>
                <a:gd name="connsiteY134" fmla="*/ 1434392 h 5376712"/>
                <a:gd name="connsiteX135" fmla="*/ 3757663 w 5376684"/>
                <a:gd name="connsiteY135" fmla="*/ 1619048 h 5376712"/>
                <a:gd name="connsiteX136" fmla="*/ 3942281 w 5376684"/>
                <a:gd name="connsiteY136" fmla="*/ 1842893 h 5376712"/>
                <a:gd name="connsiteX137" fmla="*/ 4081694 w 5376684"/>
                <a:gd name="connsiteY137" fmla="*/ 2099804 h 5376712"/>
                <a:gd name="connsiteX138" fmla="*/ 4138257 w 5376684"/>
                <a:gd name="connsiteY138" fmla="*/ 2257822 h 5376712"/>
                <a:gd name="connsiteX139" fmla="*/ 4079168 w 5376684"/>
                <a:gd name="connsiteY139" fmla="*/ 2223761 h 5376712"/>
                <a:gd name="connsiteX140" fmla="*/ 4079206 w 5376684"/>
                <a:gd name="connsiteY140" fmla="*/ 2223761 h 5376712"/>
                <a:gd name="connsiteX141" fmla="*/ 4047060 w 5376684"/>
                <a:gd name="connsiteY141" fmla="*/ 2215916 h 5376712"/>
                <a:gd name="connsiteX142" fmla="*/ 3995931 w 5376684"/>
                <a:gd name="connsiteY142" fmla="*/ 2259429 h 5376712"/>
                <a:gd name="connsiteX143" fmla="*/ 4023294 w 5376684"/>
                <a:gd name="connsiteY143" fmla="*/ 2320738 h 5376712"/>
                <a:gd name="connsiteX144" fmla="*/ 4189268 w 5376684"/>
                <a:gd name="connsiteY144" fmla="*/ 2416489 h 5376712"/>
                <a:gd name="connsiteX145" fmla="*/ 4238942 w 5376684"/>
                <a:gd name="connsiteY145" fmla="*/ 2427473 h 5376712"/>
                <a:gd name="connsiteX146" fmla="*/ 4241583 w 5376684"/>
                <a:gd name="connsiteY146" fmla="*/ 2426860 h 5376712"/>
                <a:gd name="connsiteX147" fmla="*/ 4242807 w 5376684"/>
                <a:gd name="connsiteY147" fmla="*/ 2426439 h 5376712"/>
                <a:gd name="connsiteX148" fmla="*/ 4279623 w 5376684"/>
                <a:gd name="connsiteY148" fmla="*/ 2389624 h 5376712"/>
                <a:gd name="connsiteX149" fmla="*/ 4373461 w 5376684"/>
                <a:gd name="connsiteY149" fmla="*/ 2227050 h 5376712"/>
                <a:gd name="connsiteX150" fmla="*/ 4374150 w 5376684"/>
                <a:gd name="connsiteY150" fmla="*/ 2170984 h 5376712"/>
                <a:gd name="connsiteX151" fmla="*/ 4325891 w 5376684"/>
                <a:gd name="connsiteY151" fmla="*/ 2142396 h 5376712"/>
                <a:gd name="connsiteX152" fmla="*/ 4276446 w 5376684"/>
                <a:gd name="connsiteY152" fmla="*/ 2170984 h 5376712"/>
                <a:gd name="connsiteX153" fmla="*/ 4245447 w 5376684"/>
                <a:gd name="connsiteY153" fmla="*/ 2224639 h 5376712"/>
                <a:gd name="connsiteX154" fmla="*/ 4185056 w 5376684"/>
                <a:gd name="connsiteY154" fmla="*/ 2056098 h 5376712"/>
                <a:gd name="connsiteX155" fmla="*/ 4035307 w 5376684"/>
                <a:gd name="connsiteY155" fmla="*/ 1780172 h 5376712"/>
                <a:gd name="connsiteX156" fmla="*/ 3837032 w 5376684"/>
                <a:gd name="connsiteY156" fmla="*/ 1539799 h 5376712"/>
                <a:gd name="connsiteX157" fmla="*/ 3596659 w 5376684"/>
                <a:gd name="connsiteY157" fmla="*/ 1341524 h 5376712"/>
                <a:gd name="connsiteX158" fmla="*/ 3320733 w 5376684"/>
                <a:gd name="connsiteY158" fmla="*/ 1191775 h 5376712"/>
                <a:gd name="connsiteX159" fmla="*/ 3015797 w 5376684"/>
                <a:gd name="connsiteY159" fmla="*/ 1097094 h 5376712"/>
                <a:gd name="connsiteX160" fmla="*/ 2688513 w 5376684"/>
                <a:gd name="connsiteY160" fmla="*/ 1064105 h 5376712"/>
                <a:gd name="connsiteX161" fmla="*/ 2688350 w 5376684"/>
                <a:gd name="connsiteY161" fmla="*/ 1532303 h 5376712"/>
                <a:gd name="connsiteX162" fmla="*/ 2324171 w 5376684"/>
                <a:gd name="connsiteY162" fmla="*/ 1898089 h 5376712"/>
                <a:gd name="connsiteX163" fmla="*/ 2324132 w 5376684"/>
                <a:gd name="connsiteY163" fmla="*/ 1898089 h 5376712"/>
                <a:gd name="connsiteX164" fmla="*/ 2324553 w 5376684"/>
                <a:gd name="connsiteY164" fmla="*/ 1912172 h 5376712"/>
                <a:gd name="connsiteX165" fmla="*/ 2500481 w 5376684"/>
                <a:gd name="connsiteY165" fmla="*/ 3110167 h 5376712"/>
                <a:gd name="connsiteX166" fmla="*/ 2688272 w 5376684"/>
                <a:gd name="connsiteY166" fmla="*/ 3295127 h 5376712"/>
                <a:gd name="connsiteX167" fmla="*/ 2876142 w 5376684"/>
                <a:gd name="connsiteY167" fmla="*/ 3110324 h 5376712"/>
                <a:gd name="connsiteX168" fmla="*/ 3051002 w 5376684"/>
                <a:gd name="connsiteY168" fmla="*/ 1919089 h 5376712"/>
                <a:gd name="connsiteX169" fmla="*/ 3051040 w 5376684"/>
                <a:gd name="connsiteY169" fmla="*/ 1919089 h 5376712"/>
                <a:gd name="connsiteX170" fmla="*/ 3052264 w 5376684"/>
                <a:gd name="connsiteY170" fmla="*/ 1907378 h 5376712"/>
                <a:gd name="connsiteX171" fmla="*/ 3052188 w 5376684"/>
                <a:gd name="connsiteY171" fmla="*/ 1898232 h 5376712"/>
                <a:gd name="connsiteX172" fmla="*/ 2688009 w 5376684"/>
                <a:gd name="connsiteY172" fmla="*/ 1532289 h 5376712"/>
                <a:gd name="connsiteX173" fmla="*/ 2688350 w 5376684"/>
                <a:gd name="connsiteY173" fmla="*/ 1644362 h 5376712"/>
                <a:gd name="connsiteX174" fmla="*/ 2940626 w 5376684"/>
                <a:gd name="connsiteY174" fmla="*/ 1900391 h 5376712"/>
                <a:gd name="connsiteX175" fmla="*/ 2765081 w 5376684"/>
                <a:gd name="connsiteY175" fmla="*/ 3095741 h 5376712"/>
                <a:gd name="connsiteX176" fmla="*/ 2765043 w 5376684"/>
                <a:gd name="connsiteY176" fmla="*/ 3095702 h 5376712"/>
                <a:gd name="connsiteX177" fmla="*/ 2765043 w 5376684"/>
                <a:gd name="connsiteY177" fmla="*/ 3095932 h 5376712"/>
                <a:gd name="connsiteX178" fmla="*/ 2764928 w 5376684"/>
                <a:gd name="connsiteY178" fmla="*/ 3096544 h 5376712"/>
                <a:gd name="connsiteX179" fmla="*/ 2764545 w 5376684"/>
                <a:gd name="connsiteY179" fmla="*/ 3101137 h 5376712"/>
                <a:gd name="connsiteX180" fmla="*/ 2764469 w 5376684"/>
                <a:gd name="connsiteY180" fmla="*/ 3103777 h 5376712"/>
                <a:gd name="connsiteX181" fmla="*/ 2688312 w 5376684"/>
                <a:gd name="connsiteY181" fmla="*/ 3183073 h 5376712"/>
                <a:gd name="connsiteX182" fmla="*/ 2612384 w 5376684"/>
                <a:gd name="connsiteY182" fmla="*/ 3106380 h 5376712"/>
                <a:gd name="connsiteX183" fmla="*/ 2612384 w 5376684"/>
                <a:gd name="connsiteY183" fmla="*/ 3106419 h 5376712"/>
                <a:gd name="connsiteX184" fmla="*/ 2612192 w 5376684"/>
                <a:gd name="connsiteY184" fmla="*/ 3099798 h 5376712"/>
                <a:gd name="connsiteX185" fmla="*/ 2610930 w 5376684"/>
                <a:gd name="connsiteY185" fmla="*/ 3090728 h 5376712"/>
                <a:gd name="connsiteX186" fmla="*/ 2436188 w 5376684"/>
                <a:gd name="connsiteY186" fmla="*/ 1900277 h 5376712"/>
                <a:gd name="connsiteX187" fmla="*/ 2688386 w 5376684"/>
                <a:gd name="connsiteY187" fmla="*/ 1644101 h 5376712"/>
                <a:gd name="connsiteX188" fmla="*/ 1119337 w 5376684"/>
                <a:gd name="connsiteY188" fmla="*/ 2631621 h 5376712"/>
                <a:gd name="connsiteX189" fmla="*/ 1119337 w 5376684"/>
                <a:gd name="connsiteY189" fmla="*/ 2631582 h 5376712"/>
                <a:gd name="connsiteX190" fmla="*/ 1099514 w 5376684"/>
                <a:gd name="connsiteY190" fmla="*/ 2635524 h 5376712"/>
                <a:gd name="connsiteX191" fmla="*/ 1095534 w 5376684"/>
                <a:gd name="connsiteY191" fmla="*/ 2637591 h 5376712"/>
                <a:gd name="connsiteX192" fmla="*/ 1092931 w 5376684"/>
                <a:gd name="connsiteY192" fmla="*/ 2638854 h 5376712"/>
                <a:gd name="connsiteX193" fmla="*/ 1091669 w 5376684"/>
                <a:gd name="connsiteY193" fmla="*/ 2639466 h 5376712"/>
                <a:gd name="connsiteX194" fmla="*/ 1072189 w 5376684"/>
                <a:gd name="connsiteY194" fmla="*/ 2658103 h 5376712"/>
                <a:gd name="connsiteX195" fmla="*/ 945825 w 5376684"/>
                <a:gd name="connsiteY195" fmla="*/ 2801964 h 5376712"/>
                <a:gd name="connsiteX196" fmla="*/ 931704 w 5376684"/>
                <a:gd name="connsiteY196" fmla="*/ 2842645 h 5376712"/>
                <a:gd name="connsiteX197" fmla="*/ 950686 w 5376684"/>
                <a:gd name="connsiteY197" fmla="*/ 2881336 h 5376712"/>
                <a:gd name="connsiteX198" fmla="*/ 991482 w 5376684"/>
                <a:gd name="connsiteY198" fmla="*/ 2895113 h 5376712"/>
                <a:gd name="connsiteX199" fmla="*/ 1030020 w 5376684"/>
                <a:gd name="connsiteY199" fmla="*/ 2875901 h 5376712"/>
                <a:gd name="connsiteX200" fmla="*/ 1070204 w 5376684"/>
                <a:gd name="connsiteY200" fmla="*/ 2830130 h 5376712"/>
                <a:gd name="connsiteX201" fmla="*/ 1096993 w 5376684"/>
                <a:gd name="connsiteY201" fmla="*/ 3015854 h 5376712"/>
                <a:gd name="connsiteX202" fmla="*/ 1191674 w 5376684"/>
                <a:gd name="connsiteY202" fmla="*/ 3320790 h 5376712"/>
                <a:gd name="connsiteX203" fmla="*/ 1341423 w 5376684"/>
                <a:gd name="connsiteY203" fmla="*/ 3596717 h 5376712"/>
                <a:gd name="connsiteX204" fmla="*/ 1539698 w 5376684"/>
                <a:gd name="connsiteY204" fmla="*/ 3837012 h 5376712"/>
                <a:gd name="connsiteX205" fmla="*/ 1779992 w 5376684"/>
                <a:gd name="connsiteY205" fmla="*/ 4035365 h 5376712"/>
                <a:gd name="connsiteX206" fmla="*/ 2055919 w 5376684"/>
                <a:gd name="connsiteY206" fmla="*/ 4185075 h 5376712"/>
                <a:gd name="connsiteX207" fmla="*/ 2360855 w 5376684"/>
                <a:gd name="connsiteY207" fmla="*/ 4279756 h 5376712"/>
                <a:gd name="connsiteX208" fmla="*/ 2522165 w 5376684"/>
                <a:gd name="connsiteY208" fmla="*/ 4304325 h 5376712"/>
                <a:gd name="connsiteX209" fmla="*/ 2522203 w 5376684"/>
                <a:gd name="connsiteY209" fmla="*/ 4304402 h 5376712"/>
                <a:gd name="connsiteX210" fmla="*/ 2563841 w 5376684"/>
                <a:gd name="connsiteY210" fmla="*/ 4292461 h 5376712"/>
                <a:gd name="connsiteX211" fmla="*/ 2584546 w 5376684"/>
                <a:gd name="connsiteY211" fmla="*/ 4254420 h 5376712"/>
                <a:gd name="connsiteX212" fmla="*/ 2571916 w 5376684"/>
                <a:gd name="connsiteY212" fmla="*/ 4212973 h 5376712"/>
                <a:gd name="connsiteX213" fmla="*/ 2533493 w 5376684"/>
                <a:gd name="connsiteY213" fmla="*/ 4192920 h 5376712"/>
                <a:gd name="connsiteX214" fmla="*/ 2383361 w 5376684"/>
                <a:gd name="connsiteY214" fmla="*/ 4169996 h 5376712"/>
                <a:gd name="connsiteX215" fmla="*/ 2099548 w 5376684"/>
                <a:gd name="connsiteY215" fmla="*/ 4081936 h 5376712"/>
                <a:gd name="connsiteX216" fmla="*/ 1842715 w 5376684"/>
                <a:gd name="connsiteY216" fmla="*/ 3942523 h 5376712"/>
                <a:gd name="connsiteX217" fmla="*/ 1618870 w 5376684"/>
                <a:gd name="connsiteY217" fmla="*/ 3757906 h 5376712"/>
                <a:gd name="connsiteX218" fmla="*/ 1434145 w 5376684"/>
                <a:gd name="connsiteY218" fmla="*/ 3533992 h 5376712"/>
                <a:gd name="connsiteX219" fmla="*/ 1294732 w 5376684"/>
                <a:gd name="connsiteY219" fmla="*/ 3277160 h 5376712"/>
                <a:gd name="connsiteX220" fmla="*/ 1206672 w 5376684"/>
                <a:gd name="connsiteY220" fmla="*/ 2993386 h 5376712"/>
                <a:gd name="connsiteX221" fmla="*/ 1181376 w 5376684"/>
                <a:gd name="connsiteY221" fmla="*/ 2817155 h 5376712"/>
                <a:gd name="connsiteX222" fmla="*/ 1233385 w 5376684"/>
                <a:gd name="connsiteY222" fmla="*/ 2862850 h 5376712"/>
                <a:gd name="connsiteX223" fmla="*/ 1233424 w 5376684"/>
                <a:gd name="connsiteY223" fmla="*/ 2862811 h 5376712"/>
                <a:gd name="connsiteX224" fmla="*/ 1274104 w 5376684"/>
                <a:gd name="connsiteY224" fmla="*/ 2876895 h 5376712"/>
                <a:gd name="connsiteX225" fmla="*/ 1312757 w 5376684"/>
                <a:gd name="connsiteY225" fmla="*/ 2857951 h 5376712"/>
                <a:gd name="connsiteX226" fmla="*/ 1326573 w 5376684"/>
                <a:gd name="connsiteY226" fmla="*/ 2817193 h 5376712"/>
                <a:gd name="connsiteX227" fmla="*/ 1307362 w 5376684"/>
                <a:gd name="connsiteY227" fmla="*/ 2778655 h 5376712"/>
                <a:gd name="connsiteX228" fmla="*/ 1163961 w 5376684"/>
                <a:gd name="connsiteY228" fmla="*/ 2652713 h 5376712"/>
                <a:gd name="connsiteX229" fmla="*/ 1140960 w 5376684"/>
                <a:gd name="connsiteY229" fmla="*/ 2635873 h 5376712"/>
                <a:gd name="connsiteX230" fmla="*/ 1140577 w 5376684"/>
                <a:gd name="connsiteY230" fmla="*/ 2635759 h 5376712"/>
                <a:gd name="connsiteX231" fmla="*/ 1136597 w 5376684"/>
                <a:gd name="connsiteY231" fmla="*/ 2634534 h 5376712"/>
                <a:gd name="connsiteX232" fmla="*/ 1133306 w 5376684"/>
                <a:gd name="connsiteY232" fmla="*/ 2633883 h 5376712"/>
                <a:gd name="connsiteX233" fmla="*/ 1132043 w 5376684"/>
                <a:gd name="connsiteY233" fmla="*/ 2633462 h 5376712"/>
                <a:gd name="connsiteX234" fmla="*/ 1119491 w 5376684"/>
                <a:gd name="connsiteY234" fmla="*/ 2632238 h 5376712"/>
                <a:gd name="connsiteX235" fmla="*/ 4255697 w 5376684"/>
                <a:gd name="connsiteY235" fmla="*/ 2631621 h 5376712"/>
                <a:gd name="connsiteX236" fmla="*/ 4255697 w 5376684"/>
                <a:gd name="connsiteY236" fmla="*/ 2631582 h 5376712"/>
                <a:gd name="connsiteX237" fmla="*/ 4216317 w 5376684"/>
                <a:gd name="connsiteY237" fmla="*/ 2648575 h 5376712"/>
                <a:gd name="connsiteX238" fmla="*/ 4200473 w 5376684"/>
                <a:gd name="connsiteY238" fmla="*/ 2688413 h 5376712"/>
                <a:gd name="connsiteX239" fmla="*/ 4169781 w 5376684"/>
                <a:gd name="connsiteY239" fmla="*/ 2993193 h 5376712"/>
                <a:gd name="connsiteX240" fmla="*/ 4081645 w 5376684"/>
                <a:gd name="connsiteY240" fmla="*/ 3276967 h 5376712"/>
                <a:gd name="connsiteX241" fmla="*/ 3942231 w 5376684"/>
                <a:gd name="connsiteY241" fmla="*/ 3533799 h 5376712"/>
                <a:gd name="connsiteX242" fmla="*/ 3757614 w 5376684"/>
                <a:gd name="connsiteY242" fmla="*/ 3757713 h 5376712"/>
                <a:gd name="connsiteX243" fmla="*/ 3533769 w 5376684"/>
                <a:gd name="connsiteY243" fmla="*/ 3942330 h 5376712"/>
                <a:gd name="connsiteX244" fmla="*/ 3276937 w 5376684"/>
                <a:gd name="connsiteY244" fmla="*/ 4081744 h 5376712"/>
                <a:gd name="connsiteX245" fmla="*/ 2993163 w 5376684"/>
                <a:gd name="connsiteY245" fmla="*/ 4169803 h 5376712"/>
                <a:gd name="connsiteX246" fmla="*/ 2974793 w 5376684"/>
                <a:gd name="connsiteY246" fmla="*/ 4173094 h 5376712"/>
                <a:gd name="connsiteX247" fmla="*/ 3013446 w 5376684"/>
                <a:gd name="connsiteY247" fmla="*/ 4121315 h 5376712"/>
                <a:gd name="connsiteX248" fmla="*/ 3013446 w 5376684"/>
                <a:gd name="connsiteY248" fmla="*/ 4121391 h 5376712"/>
                <a:gd name="connsiteX249" fmla="*/ 3019645 w 5376684"/>
                <a:gd name="connsiteY249" fmla="*/ 4063106 h 5376712"/>
                <a:gd name="connsiteX250" fmla="*/ 2970507 w 5376684"/>
                <a:gd name="connsiteY250" fmla="*/ 4031189 h 5376712"/>
                <a:gd name="connsiteX251" fmla="*/ 2923587 w 5376684"/>
                <a:gd name="connsiteY251" fmla="*/ 4054304 h 5376712"/>
                <a:gd name="connsiteX252" fmla="*/ 2809235 w 5376684"/>
                <a:gd name="connsiteY252" fmla="*/ 4207424 h 5376712"/>
                <a:gd name="connsiteX253" fmla="*/ 2792128 w 5376684"/>
                <a:gd name="connsiteY253" fmla="*/ 4250363 h 5376712"/>
                <a:gd name="connsiteX254" fmla="*/ 2792167 w 5376684"/>
                <a:gd name="connsiteY254" fmla="*/ 4251626 h 5376712"/>
                <a:gd name="connsiteX255" fmla="*/ 2792167 w 5376684"/>
                <a:gd name="connsiteY255" fmla="*/ 4252009 h 5376712"/>
                <a:gd name="connsiteX256" fmla="*/ 2823242 w 5376684"/>
                <a:gd name="connsiteY256" fmla="*/ 4299043 h 5376712"/>
                <a:gd name="connsiteX257" fmla="*/ 2975362 w 5376684"/>
                <a:gd name="connsiteY257" fmla="*/ 4412817 h 5376712"/>
                <a:gd name="connsiteX258" fmla="*/ 3017000 w 5376684"/>
                <a:gd name="connsiteY258" fmla="*/ 4423571 h 5376712"/>
                <a:gd name="connsiteX259" fmla="*/ 3053969 w 5376684"/>
                <a:gd name="connsiteY259" fmla="*/ 4401642 h 5376712"/>
                <a:gd name="connsiteX260" fmla="*/ 3064531 w 5376684"/>
                <a:gd name="connsiteY260" fmla="*/ 4359966 h 5376712"/>
                <a:gd name="connsiteX261" fmla="*/ 3042449 w 5376684"/>
                <a:gd name="connsiteY261" fmla="*/ 4323074 h 5376712"/>
                <a:gd name="connsiteX262" fmla="*/ 2990287 w 5376684"/>
                <a:gd name="connsiteY262" fmla="*/ 4284077 h 5376712"/>
                <a:gd name="connsiteX263" fmla="*/ 3015583 w 5376684"/>
                <a:gd name="connsiteY263" fmla="*/ 4279484 h 5376712"/>
                <a:gd name="connsiteX264" fmla="*/ 3320559 w 5376684"/>
                <a:gd name="connsiteY264" fmla="*/ 4184804 h 5376712"/>
                <a:gd name="connsiteX265" fmla="*/ 3596485 w 5376684"/>
                <a:gd name="connsiteY265" fmla="*/ 4035093 h 5376712"/>
                <a:gd name="connsiteX266" fmla="*/ 3836858 w 5376684"/>
                <a:gd name="connsiteY266" fmla="*/ 3836740 h 5376712"/>
                <a:gd name="connsiteX267" fmla="*/ 4035133 w 5376684"/>
                <a:gd name="connsiteY267" fmla="*/ 3596446 h 5376712"/>
                <a:gd name="connsiteX268" fmla="*/ 4184882 w 5376684"/>
                <a:gd name="connsiteY268" fmla="*/ 3320519 h 5376712"/>
                <a:gd name="connsiteX269" fmla="*/ 4279563 w 5376684"/>
                <a:gd name="connsiteY269" fmla="*/ 3015544 h 5376712"/>
                <a:gd name="connsiteX270" fmla="*/ 4312552 w 5376684"/>
                <a:gd name="connsiteY270" fmla="*/ 2688260 h 5376712"/>
                <a:gd name="connsiteX271" fmla="*/ 4296134 w 5376684"/>
                <a:gd name="connsiteY271" fmla="*/ 2647809 h 5376712"/>
                <a:gd name="connsiteX272" fmla="*/ 4255644 w 5376684"/>
                <a:gd name="connsiteY272" fmla="*/ 2631429 h 5376712"/>
                <a:gd name="connsiteX273" fmla="*/ 2688350 w 5376684"/>
                <a:gd name="connsiteY273" fmla="*/ 3363575 h 5376712"/>
                <a:gd name="connsiteX274" fmla="*/ 2456167 w 5376684"/>
                <a:gd name="connsiteY274" fmla="*/ 3600049 h 5376712"/>
                <a:gd name="connsiteX275" fmla="*/ 2688350 w 5376684"/>
                <a:gd name="connsiteY275" fmla="*/ 3836444 h 5376712"/>
                <a:gd name="connsiteX276" fmla="*/ 2920533 w 5376684"/>
                <a:gd name="connsiteY276" fmla="*/ 3600049 h 5376712"/>
                <a:gd name="connsiteX277" fmla="*/ 2688350 w 5376684"/>
                <a:gd name="connsiteY277" fmla="*/ 3363575 h 5376712"/>
                <a:gd name="connsiteX278" fmla="*/ 2688350 w 5376684"/>
                <a:gd name="connsiteY278" fmla="*/ 3475595 h 5376712"/>
                <a:gd name="connsiteX279" fmla="*/ 2808561 w 5376684"/>
                <a:gd name="connsiteY279" fmla="*/ 3600049 h 5376712"/>
                <a:gd name="connsiteX280" fmla="*/ 2688350 w 5376684"/>
                <a:gd name="connsiteY280" fmla="*/ 3724384 h 5376712"/>
                <a:gd name="connsiteX281" fmla="*/ 2568178 w 5376684"/>
                <a:gd name="connsiteY281" fmla="*/ 3600049 h 5376712"/>
                <a:gd name="connsiteX282" fmla="*/ 2688350 w 5376684"/>
                <a:gd name="connsiteY282" fmla="*/ 3475595 h 5376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</a:cxnLst>
              <a:rect l="l" t="t" r="r" b="b"/>
              <a:pathLst>
                <a:path w="5376684" h="5376712">
                  <a:moveTo>
                    <a:pt x="2249665" y="0"/>
                  </a:moveTo>
                  <a:cubicBezTo>
                    <a:pt x="2218743" y="-38"/>
                    <a:pt x="2193637" y="25029"/>
                    <a:pt x="2193637" y="55989"/>
                  </a:cubicBezTo>
                  <a:lnTo>
                    <a:pt x="2193637" y="590158"/>
                  </a:lnTo>
                  <a:cubicBezTo>
                    <a:pt x="1967196" y="642971"/>
                    <a:pt x="1751345" y="731835"/>
                    <a:pt x="1553306" y="853613"/>
                  </a:cubicBezTo>
                  <a:lnTo>
                    <a:pt x="1176841" y="477188"/>
                  </a:lnTo>
                  <a:lnTo>
                    <a:pt x="1176802" y="477188"/>
                  </a:lnTo>
                  <a:cubicBezTo>
                    <a:pt x="1154950" y="455373"/>
                    <a:pt x="1119550" y="455373"/>
                    <a:pt x="1097660" y="477188"/>
                  </a:cubicBezTo>
                  <a:lnTo>
                    <a:pt x="477188" y="1097582"/>
                  </a:lnTo>
                  <a:lnTo>
                    <a:pt x="477188" y="1097620"/>
                  </a:lnTo>
                  <a:cubicBezTo>
                    <a:pt x="466702" y="1108106"/>
                    <a:pt x="460769" y="1122342"/>
                    <a:pt x="460769" y="1137230"/>
                  </a:cubicBezTo>
                  <a:cubicBezTo>
                    <a:pt x="460769" y="1152079"/>
                    <a:pt x="466701" y="1166316"/>
                    <a:pt x="477188" y="1176840"/>
                  </a:cubicBezTo>
                  <a:lnTo>
                    <a:pt x="854574" y="1554226"/>
                  </a:lnTo>
                  <a:cubicBezTo>
                    <a:pt x="732070" y="1751893"/>
                    <a:pt x="642407" y="1967391"/>
                    <a:pt x="588748" y="2193646"/>
                  </a:cubicBezTo>
                  <a:lnTo>
                    <a:pt x="56028" y="2193646"/>
                  </a:lnTo>
                  <a:cubicBezTo>
                    <a:pt x="25106" y="2193646"/>
                    <a:pt x="39" y="2218675"/>
                    <a:pt x="0" y="2249635"/>
                  </a:cubicBezTo>
                  <a:lnTo>
                    <a:pt x="0" y="3127126"/>
                  </a:lnTo>
                  <a:lnTo>
                    <a:pt x="0" y="3127088"/>
                  </a:lnTo>
                  <a:cubicBezTo>
                    <a:pt x="38" y="3158048"/>
                    <a:pt x="25105" y="3183076"/>
                    <a:pt x="56028" y="3183076"/>
                  </a:cubicBezTo>
                  <a:lnTo>
                    <a:pt x="590198" y="3183076"/>
                  </a:lnTo>
                  <a:cubicBezTo>
                    <a:pt x="643086" y="3409518"/>
                    <a:pt x="731756" y="3625398"/>
                    <a:pt x="853574" y="3823486"/>
                  </a:cubicBezTo>
                  <a:lnTo>
                    <a:pt x="477188" y="4199912"/>
                  </a:lnTo>
                  <a:lnTo>
                    <a:pt x="477188" y="4199874"/>
                  </a:lnTo>
                  <a:cubicBezTo>
                    <a:pt x="455335" y="4221764"/>
                    <a:pt x="455335" y="4257203"/>
                    <a:pt x="477188" y="4279092"/>
                  </a:cubicBezTo>
                  <a:lnTo>
                    <a:pt x="1097660" y="4899487"/>
                  </a:lnTo>
                  <a:cubicBezTo>
                    <a:pt x="1119551" y="4921339"/>
                    <a:pt x="1154951" y="4921339"/>
                    <a:pt x="1176802" y="4899487"/>
                  </a:cubicBezTo>
                  <a:lnTo>
                    <a:pt x="1554188" y="4522179"/>
                  </a:lnTo>
                  <a:cubicBezTo>
                    <a:pt x="1751856" y="4644722"/>
                    <a:pt x="1967315" y="4734268"/>
                    <a:pt x="2193609" y="4787927"/>
                  </a:cubicBezTo>
                  <a:lnTo>
                    <a:pt x="2193609" y="5320686"/>
                  </a:lnTo>
                  <a:lnTo>
                    <a:pt x="2193647" y="5320724"/>
                  </a:lnTo>
                  <a:cubicBezTo>
                    <a:pt x="2193647" y="5351645"/>
                    <a:pt x="2218752" y="5376712"/>
                    <a:pt x="2249675" y="5376712"/>
                  </a:cubicBezTo>
                  <a:lnTo>
                    <a:pt x="3127097" y="5376712"/>
                  </a:lnTo>
                  <a:cubicBezTo>
                    <a:pt x="3157981" y="5376674"/>
                    <a:pt x="3183048" y="5351607"/>
                    <a:pt x="3183048" y="5320724"/>
                  </a:cubicBezTo>
                  <a:lnTo>
                    <a:pt x="3183048" y="4786554"/>
                  </a:lnTo>
                  <a:cubicBezTo>
                    <a:pt x="3409489" y="4733665"/>
                    <a:pt x="3625369" y="4644917"/>
                    <a:pt x="3823458" y="4523099"/>
                  </a:cubicBezTo>
                  <a:lnTo>
                    <a:pt x="4199883" y="4899486"/>
                  </a:lnTo>
                  <a:cubicBezTo>
                    <a:pt x="4221736" y="4921377"/>
                    <a:pt x="4257213" y="4921377"/>
                    <a:pt x="4279064" y="4899486"/>
                  </a:cubicBezTo>
                  <a:lnTo>
                    <a:pt x="4899576" y="4279092"/>
                  </a:lnTo>
                  <a:cubicBezTo>
                    <a:pt x="4921429" y="4257201"/>
                    <a:pt x="4921429" y="4221763"/>
                    <a:pt x="4899576" y="4199873"/>
                  </a:cubicBezTo>
                  <a:lnTo>
                    <a:pt x="4522190" y="3822487"/>
                  </a:lnTo>
                  <a:cubicBezTo>
                    <a:pt x="4644693" y="3624820"/>
                    <a:pt x="4734357" y="3409322"/>
                    <a:pt x="4788016" y="3183066"/>
                  </a:cubicBezTo>
                  <a:lnTo>
                    <a:pt x="5320696" y="3183066"/>
                  </a:lnTo>
                  <a:cubicBezTo>
                    <a:pt x="5351618" y="3183028"/>
                    <a:pt x="5376647" y="3157999"/>
                    <a:pt x="5376685" y="3127078"/>
                  </a:cubicBezTo>
                  <a:lnTo>
                    <a:pt x="5376685" y="2249587"/>
                  </a:lnTo>
                  <a:lnTo>
                    <a:pt x="5376685" y="2249625"/>
                  </a:lnTo>
                  <a:cubicBezTo>
                    <a:pt x="5376647" y="2218703"/>
                    <a:pt x="5351618" y="2193675"/>
                    <a:pt x="5320696" y="2193636"/>
                  </a:cubicBezTo>
                  <a:lnTo>
                    <a:pt x="4786527" y="2193636"/>
                  </a:lnTo>
                  <a:cubicBezTo>
                    <a:pt x="4733714" y="1967195"/>
                    <a:pt x="4644850" y="1751384"/>
                    <a:pt x="4523072" y="1553305"/>
                  </a:cubicBezTo>
                  <a:lnTo>
                    <a:pt x="4899537" y="1176840"/>
                  </a:lnTo>
                  <a:lnTo>
                    <a:pt x="4899575" y="1176840"/>
                  </a:lnTo>
                  <a:cubicBezTo>
                    <a:pt x="4910099" y="1166316"/>
                    <a:pt x="4915993" y="1152080"/>
                    <a:pt x="4915993" y="1137230"/>
                  </a:cubicBezTo>
                  <a:cubicBezTo>
                    <a:pt x="4915993" y="1122343"/>
                    <a:pt x="4910099" y="1108106"/>
                    <a:pt x="4899575" y="1097620"/>
                  </a:cubicBezTo>
                  <a:lnTo>
                    <a:pt x="4279063" y="477226"/>
                  </a:lnTo>
                  <a:lnTo>
                    <a:pt x="4279063" y="477188"/>
                  </a:lnTo>
                  <a:cubicBezTo>
                    <a:pt x="4257211" y="455335"/>
                    <a:pt x="4221734" y="455335"/>
                    <a:pt x="4199883" y="477188"/>
                  </a:cubicBezTo>
                  <a:lnTo>
                    <a:pt x="3822575" y="854495"/>
                  </a:lnTo>
                  <a:cubicBezTo>
                    <a:pt x="3624908" y="731952"/>
                    <a:pt x="3409332" y="642407"/>
                    <a:pt x="3183047" y="588748"/>
                  </a:cubicBezTo>
                  <a:lnTo>
                    <a:pt x="3183047" y="55989"/>
                  </a:lnTo>
                  <a:cubicBezTo>
                    <a:pt x="3183047" y="25067"/>
                    <a:pt x="3157980" y="0"/>
                    <a:pt x="3127097" y="0"/>
                  </a:cubicBezTo>
                  <a:close/>
                  <a:moveTo>
                    <a:pt x="2305654" y="112060"/>
                  </a:moveTo>
                  <a:lnTo>
                    <a:pt x="3071095" y="112060"/>
                  </a:lnTo>
                  <a:lnTo>
                    <a:pt x="3071095" y="629702"/>
                  </a:lnTo>
                  <a:lnTo>
                    <a:pt x="3071095" y="629663"/>
                  </a:lnTo>
                  <a:cubicBezTo>
                    <a:pt x="3071095" y="656070"/>
                    <a:pt x="3089541" y="678878"/>
                    <a:pt x="3115335" y="684389"/>
                  </a:cubicBezTo>
                  <a:cubicBezTo>
                    <a:pt x="3359921" y="736896"/>
                    <a:pt x="3592906" y="833717"/>
                    <a:pt x="3802624" y="970074"/>
                  </a:cubicBezTo>
                  <a:lnTo>
                    <a:pt x="3802662" y="970074"/>
                  </a:lnTo>
                  <a:cubicBezTo>
                    <a:pt x="3824821" y="984502"/>
                    <a:pt x="3854059" y="981401"/>
                    <a:pt x="3872773" y="962688"/>
                  </a:cubicBezTo>
                  <a:lnTo>
                    <a:pt x="4239480" y="595981"/>
                  </a:lnTo>
                  <a:lnTo>
                    <a:pt x="4780772" y="1137155"/>
                  </a:lnTo>
                  <a:lnTo>
                    <a:pt x="4415025" y="1502863"/>
                  </a:lnTo>
                  <a:cubicBezTo>
                    <a:pt x="4396388" y="1521538"/>
                    <a:pt x="4393287" y="1550662"/>
                    <a:pt x="4407601" y="1572859"/>
                  </a:cubicBezTo>
                  <a:cubicBezTo>
                    <a:pt x="4543193" y="1783115"/>
                    <a:pt x="4639058" y="2016375"/>
                    <a:pt x="4690650" y="2261147"/>
                  </a:cubicBezTo>
                  <a:cubicBezTo>
                    <a:pt x="4696122" y="2287018"/>
                    <a:pt x="4718970" y="2305540"/>
                    <a:pt x="4745414" y="2305540"/>
                  </a:cubicBezTo>
                  <a:lnTo>
                    <a:pt x="5264702" y="2305540"/>
                  </a:lnTo>
                  <a:lnTo>
                    <a:pt x="5264702" y="3070981"/>
                  </a:lnTo>
                  <a:lnTo>
                    <a:pt x="4747020" y="3070981"/>
                  </a:lnTo>
                  <a:cubicBezTo>
                    <a:pt x="4720615" y="3071019"/>
                    <a:pt x="4697806" y="3089465"/>
                    <a:pt x="4692295" y="3115297"/>
                  </a:cubicBezTo>
                  <a:cubicBezTo>
                    <a:pt x="4639826" y="3359922"/>
                    <a:pt x="4542967" y="3592791"/>
                    <a:pt x="4406610" y="3802518"/>
                  </a:cubicBezTo>
                  <a:lnTo>
                    <a:pt x="4406572" y="3802518"/>
                  </a:lnTo>
                  <a:cubicBezTo>
                    <a:pt x="4392182" y="3824715"/>
                    <a:pt x="4395244" y="3853953"/>
                    <a:pt x="4413958" y="3872668"/>
                  </a:cubicBezTo>
                  <a:lnTo>
                    <a:pt x="4780773" y="4239483"/>
                  </a:lnTo>
                  <a:lnTo>
                    <a:pt x="4239481" y="4780657"/>
                  </a:lnTo>
                  <a:lnTo>
                    <a:pt x="3873851" y="4415028"/>
                  </a:lnTo>
                  <a:lnTo>
                    <a:pt x="3873851" y="4414990"/>
                  </a:lnTo>
                  <a:cubicBezTo>
                    <a:pt x="3855176" y="4396314"/>
                    <a:pt x="3826014" y="4393175"/>
                    <a:pt x="3803817" y="4407489"/>
                  </a:cubicBezTo>
                  <a:cubicBezTo>
                    <a:pt x="3593600" y="4543081"/>
                    <a:pt x="3360379" y="4639024"/>
                    <a:pt x="3115607" y="4690606"/>
                  </a:cubicBezTo>
                  <a:cubicBezTo>
                    <a:pt x="3089622" y="4696079"/>
                    <a:pt x="3071061" y="4718964"/>
                    <a:pt x="3071061" y="4745486"/>
                  </a:cubicBezTo>
                  <a:lnTo>
                    <a:pt x="3071061" y="5264656"/>
                  </a:lnTo>
                  <a:lnTo>
                    <a:pt x="2305620" y="5264656"/>
                  </a:lnTo>
                  <a:lnTo>
                    <a:pt x="2305620" y="4747054"/>
                  </a:lnTo>
                  <a:cubicBezTo>
                    <a:pt x="2305620" y="4720647"/>
                    <a:pt x="2287174" y="4697877"/>
                    <a:pt x="2261380" y="4692328"/>
                  </a:cubicBezTo>
                  <a:cubicBezTo>
                    <a:pt x="2016794" y="4639859"/>
                    <a:pt x="1783847" y="4543000"/>
                    <a:pt x="1574090" y="4406643"/>
                  </a:cubicBezTo>
                  <a:lnTo>
                    <a:pt x="1574090" y="4406605"/>
                  </a:lnTo>
                  <a:cubicBezTo>
                    <a:pt x="1551894" y="4392215"/>
                    <a:pt x="1522655" y="4395315"/>
                    <a:pt x="1503980" y="4413991"/>
                  </a:cubicBezTo>
                  <a:lnTo>
                    <a:pt x="1137273" y="4780806"/>
                  </a:lnTo>
                  <a:lnTo>
                    <a:pt x="595981" y="4239514"/>
                  </a:lnTo>
                  <a:lnTo>
                    <a:pt x="961728" y="3873767"/>
                  </a:lnTo>
                  <a:lnTo>
                    <a:pt x="961690" y="3873805"/>
                  </a:lnTo>
                  <a:cubicBezTo>
                    <a:pt x="980327" y="3855129"/>
                    <a:pt x="983427" y="3826006"/>
                    <a:pt x="969152" y="3803847"/>
                  </a:cubicBezTo>
                  <a:cubicBezTo>
                    <a:pt x="833560" y="3593630"/>
                    <a:pt x="737616" y="3360331"/>
                    <a:pt x="686034" y="3115559"/>
                  </a:cubicBezTo>
                  <a:cubicBezTo>
                    <a:pt x="680600" y="3089612"/>
                    <a:pt x="657715" y="3071050"/>
                    <a:pt x="631231" y="3071012"/>
                  </a:cubicBezTo>
                  <a:lnTo>
                    <a:pt x="112022" y="3071012"/>
                  </a:lnTo>
                  <a:lnTo>
                    <a:pt x="112022" y="2305571"/>
                  </a:lnTo>
                  <a:lnTo>
                    <a:pt x="629664" y="2305571"/>
                  </a:lnTo>
                  <a:cubicBezTo>
                    <a:pt x="656108" y="2305648"/>
                    <a:pt x="678955" y="2287163"/>
                    <a:pt x="684505" y="2261331"/>
                  </a:cubicBezTo>
                  <a:cubicBezTo>
                    <a:pt x="736974" y="2016745"/>
                    <a:pt x="833755" y="1783877"/>
                    <a:pt x="970111" y="1574111"/>
                  </a:cubicBezTo>
                  <a:cubicBezTo>
                    <a:pt x="984501" y="1551952"/>
                    <a:pt x="981439" y="1522714"/>
                    <a:pt x="962725" y="1504000"/>
                  </a:cubicBezTo>
                  <a:lnTo>
                    <a:pt x="596018" y="1137186"/>
                  </a:lnTo>
                  <a:lnTo>
                    <a:pt x="1137310" y="595893"/>
                  </a:lnTo>
                  <a:lnTo>
                    <a:pt x="1502940" y="961640"/>
                  </a:lnTo>
                  <a:cubicBezTo>
                    <a:pt x="1521577" y="980277"/>
                    <a:pt x="1550701" y="983378"/>
                    <a:pt x="1572859" y="969103"/>
                  </a:cubicBezTo>
                  <a:cubicBezTo>
                    <a:pt x="1783076" y="833510"/>
                    <a:pt x="2016376" y="737606"/>
                    <a:pt x="2261148" y="686054"/>
                  </a:cubicBezTo>
                  <a:lnTo>
                    <a:pt x="2261186" y="686015"/>
                  </a:lnTo>
                  <a:cubicBezTo>
                    <a:pt x="2287094" y="680581"/>
                    <a:pt x="2305618" y="657734"/>
                    <a:pt x="2305618" y="631251"/>
                  </a:cubicBezTo>
                  <a:close/>
                  <a:moveTo>
                    <a:pt x="2688350" y="1064107"/>
                  </a:moveTo>
                  <a:cubicBezTo>
                    <a:pt x="2576290" y="1064107"/>
                    <a:pt x="2466846" y="1075434"/>
                    <a:pt x="2361067" y="1097096"/>
                  </a:cubicBezTo>
                  <a:cubicBezTo>
                    <a:pt x="2255326" y="1118756"/>
                    <a:pt x="2153299" y="1150713"/>
                    <a:pt x="2056091" y="1191776"/>
                  </a:cubicBezTo>
                  <a:cubicBezTo>
                    <a:pt x="1958923" y="1232878"/>
                    <a:pt x="1866536" y="1283165"/>
                    <a:pt x="1780165" y="1341526"/>
                  </a:cubicBezTo>
                  <a:cubicBezTo>
                    <a:pt x="1693751" y="1399887"/>
                    <a:pt x="1613349" y="1466322"/>
                    <a:pt x="1539870" y="1539800"/>
                  </a:cubicBezTo>
                  <a:cubicBezTo>
                    <a:pt x="1466391" y="1613279"/>
                    <a:pt x="1399957" y="1693763"/>
                    <a:pt x="1341595" y="1780173"/>
                  </a:cubicBezTo>
                  <a:cubicBezTo>
                    <a:pt x="1283234" y="1866587"/>
                    <a:pt x="1232945" y="1958893"/>
                    <a:pt x="1191846" y="2056100"/>
                  </a:cubicBezTo>
                  <a:cubicBezTo>
                    <a:pt x="1150744" y="2153268"/>
                    <a:pt x="1118789" y="2255296"/>
                    <a:pt x="1097166" y="2361075"/>
                  </a:cubicBezTo>
                  <a:cubicBezTo>
                    <a:pt x="1094180" y="2375618"/>
                    <a:pt x="1097089" y="2390772"/>
                    <a:pt x="1105279" y="2403173"/>
                  </a:cubicBezTo>
                  <a:cubicBezTo>
                    <a:pt x="1113430" y="2415572"/>
                    <a:pt x="1126212" y="2424221"/>
                    <a:pt x="1140755" y="2427206"/>
                  </a:cubicBezTo>
                  <a:cubicBezTo>
                    <a:pt x="1155336" y="2430191"/>
                    <a:pt x="1170452" y="2427283"/>
                    <a:pt x="1182852" y="2419093"/>
                  </a:cubicBezTo>
                  <a:cubicBezTo>
                    <a:pt x="1195290" y="2410941"/>
                    <a:pt x="1203901" y="2398159"/>
                    <a:pt x="1206886" y="2383578"/>
                  </a:cubicBezTo>
                  <a:cubicBezTo>
                    <a:pt x="1227054" y="2285146"/>
                    <a:pt x="1256675" y="2190241"/>
                    <a:pt x="1294946" y="2099804"/>
                  </a:cubicBezTo>
                  <a:cubicBezTo>
                    <a:pt x="1333216" y="2009367"/>
                    <a:pt x="1379982" y="1923338"/>
                    <a:pt x="1434359" y="1842893"/>
                  </a:cubicBezTo>
                  <a:cubicBezTo>
                    <a:pt x="1488703" y="1762450"/>
                    <a:pt x="1550661" y="1687481"/>
                    <a:pt x="1619084" y="1619048"/>
                  </a:cubicBezTo>
                  <a:cubicBezTo>
                    <a:pt x="1687507" y="1550615"/>
                    <a:pt x="1762446" y="1488776"/>
                    <a:pt x="1842929" y="1434392"/>
                  </a:cubicBezTo>
                  <a:cubicBezTo>
                    <a:pt x="1923372" y="1380048"/>
                    <a:pt x="2009324" y="1333246"/>
                    <a:pt x="2099761" y="1294978"/>
                  </a:cubicBezTo>
                  <a:cubicBezTo>
                    <a:pt x="2190199" y="1256711"/>
                    <a:pt x="2285143" y="1226973"/>
                    <a:pt x="2383575" y="1206842"/>
                  </a:cubicBezTo>
                  <a:cubicBezTo>
                    <a:pt x="2482007" y="1186674"/>
                    <a:pt x="2583877" y="1176150"/>
                    <a:pt x="2688354" y="1176150"/>
                  </a:cubicBezTo>
                  <a:cubicBezTo>
                    <a:pt x="2792831" y="1176150"/>
                    <a:pt x="2894780" y="1186750"/>
                    <a:pt x="2993212" y="1206919"/>
                  </a:cubicBezTo>
                  <a:cubicBezTo>
                    <a:pt x="3091644" y="1227087"/>
                    <a:pt x="3186548" y="1256708"/>
                    <a:pt x="3276986" y="1294978"/>
                  </a:cubicBezTo>
                  <a:cubicBezTo>
                    <a:pt x="3367419" y="1333248"/>
                    <a:pt x="3453374" y="1380015"/>
                    <a:pt x="3533818" y="1434392"/>
                  </a:cubicBezTo>
                  <a:cubicBezTo>
                    <a:pt x="3614261" y="1488736"/>
                    <a:pt x="3689230" y="1550615"/>
                    <a:pt x="3757663" y="1619048"/>
                  </a:cubicBezTo>
                  <a:cubicBezTo>
                    <a:pt x="3826090" y="1687475"/>
                    <a:pt x="3887936" y="1762449"/>
                    <a:pt x="3942281" y="1842893"/>
                  </a:cubicBezTo>
                  <a:cubicBezTo>
                    <a:pt x="3996624" y="1923337"/>
                    <a:pt x="4043465" y="2009367"/>
                    <a:pt x="4081694" y="2099804"/>
                  </a:cubicBezTo>
                  <a:cubicBezTo>
                    <a:pt x="4103355" y="2151124"/>
                    <a:pt x="4122260" y="2203820"/>
                    <a:pt x="4138257" y="2257822"/>
                  </a:cubicBezTo>
                  <a:lnTo>
                    <a:pt x="4079168" y="2223761"/>
                  </a:lnTo>
                  <a:lnTo>
                    <a:pt x="4079206" y="2223761"/>
                  </a:lnTo>
                  <a:cubicBezTo>
                    <a:pt x="4069524" y="2217944"/>
                    <a:pt x="4058311" y="2215227"/>
                    <a:pt x="4047060" y="2215916"/>
                  </a:cubicBezTo>
                  <a:cubicBezTo>
                    <a:pt x="4022261" y="2217447"/>
                    <a:pt x="4001442" y="2235165"/>
                    <a:pt x="3995931" y="2259429"/>
                  </a:cubicBezTo>
                  <a:cubicBezTo>
                    <a:pt x="3990420" y="2283654"/>
                    <a:pt x="4001595" y="2308644"/>
                    <a:pt x="4023294" y="2320738"/>
                  </a:cubicBezTo>
                  <a:lnTo>
                    <a:pt x="4189268" y="2416489"/>
                  </a:lnTo>
                  <a:cubicBezTo>
                    <a:pt x="4203122" y="2427894"/>
                    <a:pt x="4221568" y="2431988"/>
                    <a:pt x="4238942" y="2427473"/>
                  </a:cubicBezTo>
                  <a:cubicBezTo>
                    <a:pt x="4239822" y="2427281"/>
                    <a:pt x="4240703" y="2427090"/>
                    <a:pt x="4241583" y="2426860"/>
                  </a:cubicBezTo>
                  <a:cubicBezTo>
                    <a:pt x="4241965" y="2426707"/>
                    <a:pt x="4242386" y="2426592"/>
                    <a:pt x="4242807" y="2426439"/>
                  </a:cubicBezTo>
                  <a:cubicBezTo>
                    <a:pt x="4260374" y="2420967"/>
                    <a:pt x="4274150" y="2407190"/>
                    <a:pt x="4279623" y="2389624"/>
                  </a:cubicBezTo>
                  <a:lnTo>
                    <a:pt x="4373461" y="2227050"/>
                  </a:lnTo>
                  <a:cubicBezTo>
                    <a:pt x="4383718" y="2209828"/>
                    <a:pt x="4383985" y="2188473"/>
                    <a:pt x="4374150" y="2170984"/>
                  </a:cubicBezTo>
                  <a:cubicBezTo>
                    <a:pt x="4364353" y="2153494"/>
                    <a:pt x="4345945" y="2142626"/>
                    <a:pt x="4325891" y="2142396"/>
                  </a:cubicBezTo>
                  <a:cubicBezTo>
                    <a:pt x="4305455" y="2142166"/>
                    <a:pt x="4286473" y="2153150"/>
                    <a:pt x="4276446" y="2170984"/>
                  </a:cubicBezTo>
                  <a:lnTo>
                    <a:pt x="4245447" y="2224639"/>
                  </a:lnTo>
                  <a:cubicBezTo>
                    <a:pt x="4228302" y="2167080"/>
                    <a:pt x="4208248" y="2110786"/>
                    <a:pt x="4185056" y="2056098"/>
                  </a:cubicBezTo>
                  <a:cubicBezTo>
                    <a:pt x="4143954" y="1958930"/>
                    <a:pt x="4093667" y="1866582"/>
                    <a:pt x="4035307" y="1780172"/>
                  </a:cubicBezTo>
                  <a:cubicBezTo>
                    <a:pt x="3976945" y="1693758"/>
                    <a:pt x="3910511" y="1613277"/>
                    <a:pt x="3837032" y="1539799"/>
                  </a:cubicBezTo>
                  <a:cubicBezTo>
                    <a:pt x="3763554" y="1466320"/>
                    <a:pt x="3683031" y="1399886"/>
                    <a:pt x="3596659" y="1341524"/>
                  </a:cubicBezTo>
                  <a:cubicBezTo>
                    <a:pt x="3510246" y="1283163"/>
                    <a:pt x="3417901" y="1232874"/>
                    <a:pt x="3320733" y="1191775"/>
                  </a:cubicBezTo>
                  <a:cubicBezTo>
                    <a:pt x="3223565" y="1150673"/>
                    <a:pt x="3121537" y="1118718"/>
                    <a:pt x="3015797" y="1097094"/>
                  </a:cubicBezTo>
                  <a:cubicBezTo>
                    <a:pt x="2910017" y="1075434"/>
                    <a:pt x="2800563" y="1064105"/>
                    <a:pt x="2688513" y="1064105"/>
                  </a:cubicBezTo>
                  <a:close/>
                  <a:moveTo>
                    <a:pt x="2688350" y="1532303"/>
                  </a:moveTo>
                  <a:cubicBezTo>
                    <a:pt x="2489037" y="1532303"/>
                    <a:pt x="2327345" y="1696904"/>
                    <a:pt x="2324171" y="1898089"/>
                  </a:cubicBezTo>
                  <a:lnTo>
                    <a:pt x="2324132" y="1898089"/>
                  </a:lnTo>
                  <a:cubicBezTo>
                    <a:pt x="2323673" y="1902796"/>
                    <a:pt x="2323826" y="1907503"/>
                    <a:pt x="2324553" y="1912172"/>
                  </a:cubicBezTo>
                  <a:lnTo>
                    <a:pt x="2500481" y="3110167"/>
                  </a:lnTo>
                  <a:cubicBezTo>
                    <a:pt x="2503772" y="3211587"/>
                    <a:pt x="2586435" y="3295127"/>
                    <a:pt x="2688272" y="3295127"/>
                  </a:cubicBezTo>
                  <a:cubicBezTo>
                    <a:pt x="2790074" y="3295127"/>
                    <a:pt x="2872694" y="3211660"/>
                    <a:pt x="2876142" y="3110324"/>
                  </a:cubicBezTo>
                  <a:lnTo>
                    <a:pt x="3051002" y="1919089"/>
                  </a:lnTo>
                  <a:lnTo>
                    <a:pt x="3051040" y="1919089"/>
                  </a:lnTo>
                  <a:cubicBezTo>
                    <a:pt x="3051843" y="1915262"/>
                    <a:pt x="3052264" y="1911320"/>
                    <a:pt x="3052264" y="1907378"/>
                  </a:cubicBezTo>
                  <a:cubicBezTo>
                    <a:pt x="3052494" y="1904355"/>
                    <a:pt x="3052456" y="1901293"/>
                    <a:pt x="3052188" y="1898232"/>
                  </a:cubicBezTo>
                  <a:cubicBezTo>
                    <a:pt x="3048897" y="1696930"/>
                    <a:pt x="2887361" y="1532289"/>
                    <a:pt x="2688009" y="1532289"/>
                  </a:cubicBezTo>
                  <a:close/>
                  <a:moveTo>
                    <a:pt x="2688350" y="1644362"/>
                  </a:moveTo>
                  <a:cubicBezTo>
                    <a:pt x="2826431" y="1644362"/>
                    <a:pt x="2938716" y="1757333"/>
                    <a:pt x="2940626" y="1900391"/>
                  </a:cubicBezTo>
                  <a:lnTo>
                    <a:pt x="2765081" y="3095741"/>
                  </a:lnTo>
                  <a:lnTo>
                    <a:pt x="2765043" y="3095702"/>
                  </a:lnTo>
                  <a:lnTo>
                    <a:pt x="2765043" y="3095932"/>
                  </a:lnTo>
                  <a:cubicBezTo>
                    <a:pt x="2765005" y="3096123"/>
                    <a:pt x="2764966" y="3096353"/>
                    <a:pt x="2764928" y="3096544"/>
                  </a:cubicBezTo>
                  <a:cubicBezTo>
                    <a:pt x="2764737" y="3098075"/>
                    <a:pt x="2764584" y="3099606"/>
                    <a:pt x="2764545" y="3101137"/>
                  </a:cubicBezTo>
                  <a:cubicBezTo>
                    <a:pt x="2764507" y="3102017"/>
                    <a:pt x="2764469" y="3102897"/>
                    <a:pt x="2764469" y="3103777"/>
                  </a:cubicBezTo>
                  <a:cubicBezTo>
                    <a:pt x="2764469" y="3148936"/>
                    <a:pt x="2730293" y="3183073"/>
                    <a:pt x="2688312" y="3183073"/>
                  </a:cubicBezTo>
                  <a:cubicBezTo>
                    <a:pt x="2647133" y="3183073"/>
                    <a:pt x="2613685" y="3150275"/>
                    <a:pt x="2612384" y="3106380"/>
                  </a:cubicBezTo>
                  <a:lnTo>
                    <a:pt x="2612384" y="3106419"/>
                  </a:lnTo>
                  <a:cubicBezTo>
                    <a:pt x="2612460" y="3104199"/>
                    <a:pt x="2612384" y="3102018"/>
                    <a:pt x="2612192" y="3099798"/>
                  </a:cubicBezTo>
                  <a:cubicBezTo>
                    <a:pt x="2612001" y="3096736"/>
                    <a:pt x="2611618" y="3093713"/>
                    <a:pt x="2610930" y="3090728"/>
                  </a:cubicBezTo>
                  <a:lnTo>
                    <a:pt x="2436188" y="1900277"/>
                  </a:lnTo>
                  <a:cubicBezTo>
                    <a:pt x="2438254" y="1757151"/>
                    <a:pt x="2550236" y="1644101"/>
                    <a:pt x="2688386" y="1644101"/>
                  </a:cubicBezTo>
                  <a:close/>
                  <a:moveTo>
                    <a:pt x="1119337" y="2631621"/>
                  </a:moveTo>
                  <a:lnTo>
                    <a:pt x="1119337" y="2631582"/>
                  </a:lnTo>
                  <a:cubicBezTo>
                    <a:pt x="1112525" y="2631697"/>
                    <a:pt x="1105828" y="2633037"/>
                    <a:pt x="1099514" y="2635524"/>
                  </a:cubicBezTo>
                  <a:cubicBezTo>
                    <a:pt x="1098174" y="2636175"/>
                    <a:pt x="1096835" y="2636864"/>
                    <a:pt x="1095534" y="2637591"/>
                  </a:cubicBezTo>
                  <a:cubicBezTo>
                    <a:pt x="1094654" y="2638012"/>
                    <a:pt x="1093773" y="2638394"/>
                    <a:pt x="1092931" y="2638854"/>
                  </a:cubicBezTo>
                  <a:cubicBezTo>
                    <a:pt x="1092511" y="2639045"/>
                    <a:pt x="1092090" y="2639275"/>
                    <a:pt x="1091669" y="2639466"/>
                  </a:cubicBezTo>
                  <a:cubicBezTo>
                    <a:pt x="1083747" y="2644020"/>
                    <a:pt x="1077049" y="2650411"/>
                    <a:pt x="1072189" y="2658103"/>
                  </a:cubicBezTo>
                  <a:lnTo>
                    <a:pt x="945825" y="2801964"/>
                  </a:lnTo>
                  <a:cubicBezTo>
                    <a:pt x="935875" y="2813101"/>
                    <a:pt x="930824" y="2827758"/>
                    <a:pt x="931704" y="2842645"/>
                  </a:cubicBezTo>
                  <a:cubicBezTo>
                    <a:pt x="932622" y="2857570"/>
                    <a:pt x="939473" y="2871501"/>
                    <a:pt x="950686" y="2881336"/>
                  </a:cubicBezTo>
                  <a:cubicBezTo>
                    <a:pt x="961899" y="2891171"/>
                    <a:pt x="976594" y="2896146"/>
                    <a:pt x="991482" y="2895113"/>
                  </a:cubicBezTo>
                  <a:cubicBezTo>
                    <a:pt x="1006369" y="2894118"/>
                    <a:pt x="1020223" y="2887191"/>
                    <a:pt x="1030020" y="2875901"/>
                  </a:cubicBezTo>
                  <a:lnTo>
                    <a:pt x="1070204" y="2830130"/>
                  </a:lnTo>
                  <a:cubicBezTo>
                    <a:pt x="1075485" y="2893085"/>
                    <a:pt x="1084555" y="2955122"/>
                    <a:pt x="1096993" y="3015854"/>
                  </a:cubicBezTo>
                  <a:cubicBezTo>
                    <a:pt x="1118654" y="3121595"/>
                    <a:pt x="1150610" y="3223622"/>
                    <a:pt x="1191674" y="3320790"/>
                  </a:cubicBezTo>
                  <a:cubicBezTo>
                    <a:pt x="1232776" y="3417959"/>
                    <a:pt x="1283063" y="3510307"/>
                    <a:pt x="1341423" y="3596717"/>
                  </a:cubicBezTo>
                  <a:cubicBezTo>
                    <a:pt x="1399785" y="3683131"/>
                    <a:pt x="1466219" y="3763572"/>
                    <a:pt x="1539698" y="3837012"/>
                  </a:cubicBezTo>
                  <a:cubicBezTo>
                    <a:pt x="1613176" y="3910490"/>
                    <a:pt x="1693581" y="3977003"/>
                    <a:pt x="1779992" y="4035365"/>
                  </a:cubicBezTo>
                  <a:cubicBezTo>
                    <a:pt x="1866406" y="4093726"/>
                    <a:pt x="1958751" y="4144015"/>
                    <a:pt x="2055919" y="4185075"/>
                  </a:cubicBezTo>
                  <a:cubicBezTo>
                    <a:pt x="2153087" y="4226177"/>
                    <a:pt x="2255115" y="4258132"/>
                    <a:pt x="2360855" y="4279756"/>
                  </a:cubicBezTo>
                  <a:cubicBezTo>
                    <a:pt x="2413744" y="4290548"/>
                    <a:pt x="2467556" y="4298776"/>
                    <a:pt x="2522165" y="4304325"/>
                  </a:cubicBezTo>
                  <a:lnTo>
                    <a:pt x="2522203" y="4304402"/>
                  </a:lnTo>
                  <a:cubicBezTo>
                    <a:pt x="2537090" y="4306162"/>
                    <a:pt x="2552093" y="4301876"/>
                    <a:pt x="2563841" y="4292461"/>
                  </a:cubicBezTo>
                  <a:cubicBezTo>
                    <a:pt x="2575552" y="4283085"/>
                    <a:pt x="2583014" y="4269384"/>
                    <a:pt x="2584546" y="4254420"/>
                  </a:cubicBezTo>
                  <a:cubicBezTo>
                    <a:pt x="2586038" y="4239457"/>
                    <a:pt x="2581484" y="4224531"/>
                    <a:pt x="2571916" y="4212973"/>
                  </a:cubicBezTo>
                  <a:cubicBezTo>
                    <a:pt x="2562310" y="4201416"/>
                    <a:pt x="2548495" y="4194182"/>
                    <a:pt x="2533493" y="4192920"/>
                  </a:cubicBezTo>
                  <a:cubicBezTo>
                    <a:pt x="2482670" y="4187638"/>
                    <a:pt x="2432572" y="4180099"/>
                    <a:pt x="2383361" y="4169996"/>
                  </a:cubicBezTo>
                  <a:cubicBezTo>
                    <a:pt x="2284929" y="4149828"/>
                    <a:pt x="2189985" y="4120207"/>
                    <a:pt x="2099548" y="4081936"/>
                  </a:cubicBezTo>
                  <a:cubicBezTo>
                    <a:pt x="2009115" y="4043667"/>
                    <a:pt x="1923199" y="3996862"/>
                    <a:pt x="1842715" y="3942523"/>
                  </a:cubicBezTo>
                  <a:cubicBezTo>
                    <a:pt x="1762272" y="3888180"/>
                    <a:pt x="1687303" y="3826339"/>
                    <a:pt x="1618870" y="3757906"/>
                  </a:cubicBezTo>
                  <a:cubicBezTo>
                    <a:pt x="1550443" y="3689479"/>
                    <a:pt x="1488480" y="3614427"/>
                    <a:pt x="1434145" y="3533992"/>
                  </a:cubicBezTo>
                  <a:cubicBezTo>
                    <a:pt x="1379802" y="3453549"/>
                    <a:pt x="1333000" y="3367597"/>
                    <a:pt x="1294732" y="3277160"/>
                  </a:cubicBezTo>
                  <a:cubicBezTo>
                    <a:pt x="1256464" y="3186723"/>
                    <a:pt x="1226802" y="3091818"/>
                    <a:pt x="1206672" y="2993386"/>
                  </a:cubicBezTo>
                  <a:cubicBezTo>
                    <a:pt x="1194885" y="2935751"/>
                    <a:pt x="1186466" y="2876927"/>
                    <a:pt x="1181376" y="2817155"/>
                  </a:cubicBezTo>
                  <a:lnTo>
                    <a:pt x="1233385" y="2862850"/>
                  </a:lnTo>
                  <a:lnTo>
                    <a:pt x="1233424" y="2862811"/>
                  </a:lnTo>
                  <a:cubicBezTo>
                    <a:pt x="1244598" y="2872761"/>
                    <a:pt x="1259217" y="2877813"/>
                    <a:pt x="1274104" y="2876895"/>
                  </a:cubicBezTo>
                  <a:cubicBezTo>
                    <a:pt x="1289029" y="2875976"/>
                    <a:pt x="1302922" y="2869164"/>
                    <a:pt x="1312757" y="2857951"/>
                  </a:cubicBezTo>
                  <a:cubicBezTo>
                    <a:pt x="1322630" y="2846738"/>
                    <a:pt x="1327605" y="2832081"/>
                    <a:pt x="1326573" y="2817193"/>
                  </a:cubicBezTo>
                  <a:cubicBezTo>
                    <a:pt x="1325578" y="2802306"/>
                    <a:pt x="1318651" y="2788414"/>
                    <a:pt x="1307362" y="2778655"/>
                  </a:cubicBezTo>
                  <a:lnTo>
                    <a:pt x="1163961" y="2652713"/>
                  </a:lnTo>
                  <a:cubicBezTo>
                    <a:pt x="1157876" y="2645212"/>
                    <a:pt x="1149954" y="2639433"/>
                    <a:pt x="1140960" y="2635873"/>
                  </a:cubicBezTo>
                  <a:cubicBezTo>
                    <a:pt x="1140845" y="2635835"/>
                    <a:pt x="1140692" y="2635797"/>
                    <a:pt x="1140577" y="2635759"/>
                  </a:cubicBezTo>
                  <a:cubicBezTo>
                    <a:pt x="1139238" y="2635299"/>
                    <a:pt x="1137937" y="2634878"/>
                    <a:pt x="1136597" y="2634534"/>
                  </a:cubicBezTo>
                  <a:cubicBezTo>
                    <a:pt x="1135526" y="2634266"/>
                    <a:pt x="1134416" y="2634075"/>
                    <a:pt x="1133306" y="2633883"/>
                  </a:cubicBezTo>
                  <a:cubicBezTo>
                    <a:pt x="1132885" y="2633769"/>
                    <a:pt x="1132464" y="2633615"/>
                    <a:pt x="1132043" y="2633462"/>
                  </a:cubicBezTo>
                  <a:cubicBezTo>
                    <a:pt x="1127910" y="2632582"/>
                    <a:pt x="1123700" y="2632161"/>
                    <a:pt x="1119491" y="2632238"/>
                  </a:cubicBezTo>
                  <a:close/>
                  <a:moveTo>
                    <a:pt x="4255697" y="2631621"/>
                  </a:moveTo>
                  <a:lnTo>
                    <a:pt x="4255697" y="2631582"/>
                  </a:lnTo>
                  <a:cubicBezTo>
                    <a:pt x="4240810" y="2631812"/>
                    <a:pt x="4226650" y="2637935"/>
                    <a:pt x="4216317" y="2648575"/>
                  </a:cubicBezTo>
                  <a:cubicBezTo>
                    <a:pt x="4205946" y="2659251"/>
                    <a:pt x="4200282" y="2673565"/>
                    <a:pt x="4200473" y="2688413"/>
                  </a:cubicBezTo>
                  <a:cubicBezTo>
                    <a:pt x="4200473" y="2792890"/>
                    <a:pt x="4189949" y="2894761"/>
                    <a:pt x="4169781" y="2993193"/>
                  </a:cubicBezTo>
                  <a:cubicBezTo>
                    <a:pt x="4149612" y="3091625"/>
                    <a:pt x="4119876" y="3186530"/>
                    <a:pt x="4081645" y="3276967"/>
                  </a:cubicBezTo>
                  <a:cubicBezTo>
                    <a:pt x="4043375" y="3367400"/>
                    <a:pt x="3996570" y="3453355"/>
                    <a:pt x="3942231" y="3533799"/>
                  </a:cubicBezTo>
                  <a:cubicBezTo>
                    <a:pt x="3887888" y="3614243"/>
                    <a:pt x="3826047" y="3689290"/>
                    <a:pt x="3757614" y="3757713"/>
                  </a:cubicBezTo>
                  <a:cubicBezTo>
                    <a:pt x="3689181" y="3826136"/>
                    <a:pt x="3614252" y="3887985"/>
                    <a:pt x="3533769" y="3942330"/>
                  </a:cubicBezTo>
                  <a:cubicBezTo>
                    <a:pt x="3453325" y="3996674"/>
                    <a:pt x="3367374" y="4043515"/>
                    <a:pt x="3276937" y="4081744"/>
                  </a:cubicBezTo>
                  <a:cubicBezTo>
                    <a:pt x="3186504" y="4120013"/>
                    <a:pt x="3091594" y="4149673"/>
                    <a:pt x="2993163" y="4169803"/>
                  </a:cubicBezTo>
                  <a:cubicBezTo>
                    <a:pt x="2987231" y="4171066"/>
                    <a:pt x="2980916" y="4172444"/>
                    <a:pt x="2974793" y="4173094"/>
                  </a:cubicBezTo>
                  <a:lnTo>
                    <a:pt x="3013446" y="4121315"/>
                  </a:lnTo>
                  <a:lnTo>
                    <a:pt x="3013446" y="4121391"/>
                  </a:lnTo>
                  <a:cubicBezTo>
                    <a:pt x="3026304" y="4104667"/>
                    <a:pt x="3028715" y="4082164"/>
                    <a:pt x="3019645" y="4063106"/>
                  </a:cubicBezTo>
                  <a:cubicBezTo>
                    <a:pt x="3010575" y="4044048"/>
                    <a:pt x="2991593" y="4031725"/>
                    <a:pt x="2970507" y="4031189"/>
                  </a:cubicBezTo>
                  <a:cubicBezTo>
                    <a:pt x="2951984" y="4030691"/>
                    <a:pt x="2934456" y="4039340"/>
                    <a:pt x="2923587" y="4054304"/>
                  </a:cubicBezTo>
                  <a:lnTo>
                    <a:pt x="2809235" y="4207424"/>
                  </a:lnTo>
                  <a:cubicBezTo>
                    <a:pt x="2797639" y="4218599"/>
                    <a:pt x="2791363" y="4234252"/>
                    <a:pt x="2792128" y="4250363"/>
                  </a:cubicBezTo>
                  <a:cubicBezTo>
                    <a:pt x="2792128" y="4250784"/>
                    <a:pt x="2792128" y="4251205"/>
                    <a:pt x="2792167" y="4251626"/>
                  </a:cubicBezTo>
                  <a:lnTo>
                    <a:pt x="2792167" y="4252009"/>
                  </a:lnTo>
                  <a:cubicBezTo>
                    <a:pt x="2793315" y="4272139"/>
                    <a:pt x="2805178" y="4290087"/>
                    <a:pt x="2823242" y="4299043"/>
                  </a:cubicBezTo>
                  <a:lnTo>
                    <a:pt x="2975362" y="4412817"/>
                  </a:lnTo>
                  <a:cubicBezTo>
                    <a:pt x="2987264" y="4421772"/>
                    <a:pt x="3002228" y="4425676"/>
                    <a:pt x="3017000" y="4423571"/>
                  </a:cubicBezTo>
                  <a:cubicBezTo>
                    <a:pt x="3031734" y="4421466"/>
                    <a:pt x="3045052" y="4413583"/>
                    <a:pt x="3053969" y="4401642"/>
                  </a:cubicBezTo>
                  <a:cubicBezTo>
                    <a:pt x="3062886" y="4389701"/>
                    <a:pt x="3066713" y="4374700"/>
                    <a:pt x="3064531" y="4359966"/>
                  </a:cubicBezTo>
                  <a:cubicBezTo>
                    <a:pt x="3062388" y="4345232"/>
                    <a:pt x="3054428" y="4331952"/>
                    <a:pt x="3042449" y="4323074"/>
                  </a:cubicBezTo>
                  <a:lnTo>
                    <a:pt x="2990287" y="4284077"/>
                  </a:lnTo>
                  <a:cubicBezTo>
                    <a:pt x="2998707" y="4282814"/>
                    <a:pt x="3007165" y="4280785"/>
                    <a:pt x="3015583" y="4279484"/>
                  </a:cubicBezTo>
                  <a:cubicBezTo>
                    <a:pt x="3121324" y="4257824"/>
                    <a:pt x="3223351" y="4225867"/>
                    <a:pt x="3320559" y="4184804"/>
                  </a:cubicBezTo>
                  <a:cubicBezTo>
                    <a:pt x="3417727" y="4143701"/>
                    <a:pt x="3510075" y="4093453"/>
                    <a:pt x="3596485" y="4035093"/>
                  </a:cubicBezTo>
                  <a:cubicBezTo>
                    <a:pt x="3682899" y="3976732"/>
                    <a:pt x="3763419" y="3910180"/>
                    <a:pt x="3836858" y="3836740"/>
                  </a:cubicBezTo>
                  <a:cubicBezTo>
                    <a:pt x="3910337" y="3763262"/>
                    <a:pt x="3976771" y="3682857"/>
                    <a:pt x="4035133" y="3596446"/>
                  </a:cubicBezTo>
                  <a:cubicBezTo>
                    <a:pt x="4093495" y="3510032"/>
                    <a:pt x="4143783" y="3417687"/>
                    <a:pt x="4184882" y="3320519"/>
                  </a:cubicBezTo>
                  <a:cubicBezTo>
                    <a:pt x="4225984" y="3223351"/>
                    <a:pt x="4257902" y="3121323"/>
                    <a:pt x="4279563" y="3015544"/>
                  </a:cubicBezTo>
                  <a:cubicBezTo>
                    <a:pt x="4301224" y="2909803"/>
                    <a:pt x="4312552" y="2800310"/>
                    <a:pt x="4312552" y="2688260"/>
                  </a:cubicBezTo>
                  <a:cubicBezTo>
                    <a:pt x="4312743" y="2673105"/>
                    <a:pt x="4306850" y="2658524"/>
                    <a:pt x="4296134" y="2647809"/>
                  </a:cubicBezTo>
                  <a:cubicBezTo>
                    <a:pt x="4285380" y="2637093"/>
                    <a:pt x="4270799" y="2631200"/>
                    <a:pt x="4255644" y="2631429"/>
                  </a:cubicBezTo>
                  <a:close/>
                  <a:moveTo>
                    <a:pt x="2688350" y="3363575"/>
                  </a:moveTo>
                  <a:cubicBezTo>
                    <a:pt x="2560027" y="3363575"/>
                    <a:pt x="2456167" y="3470844"/>
                    <a:pt x="2456167" y="3600049"/>
                  </a:cubicBezTo>
                  <a:cubicBezTo>
                    <a:pt x="2456167" y="3729253"/>
                    <a:pt x="2560066" y="3836483"/>
                    <a:pt x="2688350" y="3836444"/>
                  </a:cubicBezTo>
                  <a:cubicBezTo>
                    <a:pt x="2816673" y="3836444"/>
                    <a:pt x="2920533" y="3729253"/>
                    <a:pt x="2920533" y="3600049"/>
                  </a:cubicBezTo>
                  <a:cubicBezTo>
                    <a:pt x="2920533" y="3470844"/>
                    <a:pt x="2816634" y="3363575"/>
                    <a:pt x="2688350" y="3363575"/>
                  </a:cubicBezTo>
                  <a:close/>
                  <a:moveTo>
                    <a:pt x="2688350" y="3475595"/>
                  </a:moveTo>
                  <a:cubicBezTo>
                    <a:pt x="2754672" y="3475595"/>
                    <a:pt x="2808561" y="3529939"/>
                    <a:pt x="2808561" y="3600049"/>
                  </a:cubicBezTo>
                  <a:cubicBezTo>
                    <a:pt x="2808561" y="3670121"/>
                    <a:pt x="2754638" y="3724384"/>
                    <a:pt x="2688350" y="3724384"/>
                  </a:cubicBezTo>
                  <a:cubicBezTo>
                    <a:pt x="2622028" y="3724384"/>
                    <a:pt x="2568178" y="3670117"/>
                    <a:pt x="2568178" y="3600049"/>
                  </a:cubicBezTo>
                  <a:cubicBezTo>
                    <a:pt x="2568178" y="3529976"/>
                    <a:pt x="2622063" y="3475595"/>
                    <a:pt x="2688350" y="3475595"/>
                  </a:cubicBezTo>
                  <a:close/>
                </a:path>
              </a:pathLst>
            </a:custGeom>
            <a:solidFill>
              <a:schemeClr val="bg1"/>
            </a:solidFill>
            <a:ln w="9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4DC28EFB-ACA4-4213-9E7D-91EECBF50E53}"/>
              </a:ext>
            </a:extLst>
          </p:cNvPr>
          <p:cNvSpPr txBox="1"/>
          <p:nvPr/>
        </p:nvSpPr>
        <p:spPr>
          <a:xfrm>
            <a:off x="371478" y="3122256"/>
            <a:ext cx="3528000" cy="461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IN" sz="1400" b="1" i="0" u="none" strike="noStrike" baseline="0">
                <a:solidFill>
                  <a:schemeClr val="accent2"/>
                </a:solidFill>
                <a:latin typeface="+mj-lt"/>
              </a:rPr>
              <a:t>MINIMIZE</a:t>
            </a:r>
            <a:br>
              <a:rPr lang="en-IN" sz="1400" b="1" i="0" u="none" strike="noStrike" baseline="0">
                <a:solidFill>
                  <a:schemeClr val="accent2"/>
                </a:solidFill>
                <a:latin typeface="+mj-lt"/>
              </a:rPr>
            </a:br>
            <a:r>
              <a:rPr lang="en-IN" sz="1400" b="1" i="0" u="none" strike="noStrike" baseline="0">
                <a:solidFill>
                  <a:schemeClr val="accent2"/>
                </a:solidFill>
                <a:latin typeface="+mj-lt"/>
              </a:rPr>
              <a:t>LEGAL RISK</a:t>
            </a:r>
            <a:endParaRPr lang="en-IN" sz="1400" b="0" i="0" u="none" strike="noStrike" baseline="0">
              <a:solidFill>
                <a:schemeClr val="accent2"/>
              </a:solidFill>
              <a:latin typeface="+mj-lt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514DC1B-BFBC-4784-9A93-7ED748497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811403" y="3661197"/>
            <a:ext cx="469105" cy="0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2B03094-E78C-486B-B94F-84811A74A04F}"/>
              </a:ext>
            </a:extLst>
          </p:cNvPr>
          <p:cNvSpPr txBox="1"/>
          <p:nvPr/>
        </p:nvSpPr>
        <p:spPr>
          <a:xfrm>
            <a:off x="371478" y="3759819"/>
            <a:ext cx="3528000" cy="9553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80000" indent="-18000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200" b="0" i="0" u="none" strike="noStrike" baseline="0">
                <a:solidFill>
                  <a:schemeClr val="accent4"/>
                </a:solidFill>
                <a:latin typeface="+mj-lt"/>
              </a:rPr>
              <a:t>Annual number of high-profile accessibility cases grew from 262 in 2016 to 2,352 in 2021</a:t>
            </a:r>
          </a:p>
          <a:p>
            <a:pPr marL="180000" indent="-18000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200" b="0" i="0" u="none" strike="noStrike" baseline="0">
                <a:solidFill>
                  <a:schemeClr val="accent4"/>
                </a:solidFill>
                <a:latin typeface="+mj-lt"/>
              </a:rPr>
              <a:t>21% of all companies were sued multiple times</a:t>
            </a:r>
          </a:p>
          <a:p>
            <a:pPr marL="180000" indent="-18000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200" b="0" i="0" u="none" strike="noStrike" baseline="0">
                <a:solidFill>
                  <a:schemeClr val="accent4"/>
                </a:solidFill>
                <a:latin typeface="+mj-lt"/>
              </a:rPr>
              <a:t>Companies of all sizes globally are at risk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497FA97-F870-414D-A59F-C614E67456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V="1">
            <a:off x="4115740" y="3815249"/>
            <a:ext cx="0" cy="2419445"/>
          </a:xfrm>
          <a:prstGeom prst="line">
            <a:avLst/>
          </a:prstGeom>
          <a:ln>
            <a:gradFill>
              <a:gsLst>
                <a:gs pos="0">
                  <a:schemeClr val="bg1"/>
                </a:gs>
                <a:gs pos="87000">
                  <a:schemeClr val="bg1">
                    <a:lumMod val="7500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4208C84-EB34-F11A-650B-F3A7C45713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706178" y="2154132"/>
            <a:ext cx="779644" cy="779644"/>
            <a:chOff x="5660514" y="2144193"/>
            <a:chExt cx="779644" cy="77964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972DD27A-BAB0-4425-B0B7-9FE627AB05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2704994">
              <a:off x="5660514" y="2144193"/>
              <a:ext cx="779644" cy="779644"/>
            </a:xfrm>
            <a:prstGeom prst="roundRect">
              <a:avLst/>
            </a:prstGeom>
            <a:solidFill>
              <a:schemeClr val="accent3">
                <a:lumMod val="75000"/>
              </a:schemeClr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3D249676-E9BC-41B0-AFB0-39ECC9A6A0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5816159" y="2301883"/>
              <a:ext cx="468354" cy="464264"/>
              <a:chOff x="12734909" y="6510597"/>
              <a:chExt cx="5029369" cy="4985440"/>
            </a:xfrm>
            <a:solidFill>
              <a:schemeClr val="bg1"/>
            </a:solidFill>
          </p:grpSpPr>
          <p:sp>
            <p:nvSpPr>
              <p:cNvPr id="89" name="Freeform: Shape 88">
                <a:extLst>
                  <a:ext uri="{FF2B5EF4-FFF2-40B4-BE49-F238E27FC236}">
                    <a16:creationId xmlns:a16="http://schemas.microsoft.com/office/drawing/2014/main" id="{716637DA-930B-4783-B891-738520D814EB}"/>
                  </a:ext>
                </a:extLst>
              </p:cNvPr>
              <p:cNvSpPr/>
              <p:nvPr/>
            </p:nvSpPr>
            <p:spPr>
              <a:xfrm>
                <a:off x="13150319" y="8491573"/>
                <a:ext cx="1016205" cy="1023229"/>
              </a:xfrm>
              <a:custGeom>
                <a:avLst/>
                <a:gdLst>
                  <a:gd name="connsiteX0" fmla="*/ 496944 w 1016205"/>
                  <a:gd name="connsiteY0" fmla="*/ 114 h 1023229"/>
                  <a:gd name="connsiteX1" fmla="*/ 143600 w 1016205"/>
                  <a:gd name="connsiteY1" fmla="*/ 154076 h 1023229"/>
                  <a:gd name="connsiteX2" fmla="*/ 13 w 1016205"/>
                  <a:gd name="connsiteY2" fmla="*/ 511789 h 1023229"/>
                  <a:gd name="connsiteX3" fmla="*/ 147617 w 1016205"/>
                  <a:gd name="connsiteY3" fmla="*/ 873216 h 1023229"/>
                  <a:gd name="connsiteX4" fmla="*/ 508122 w 1016205"/>
                  <a:gd name="connsiteY4" fmla="*/ 1023229 h 1023229"/>
                  <a:gd name="connsiteX5" fmla="*/ 868589 w 1016205"/>
                  <a:gd name="connsiteY5" fmla="*/ 873216 h 1023229"/>
                  <a:gd name="connsiteX6" fmla="*/ 1016192 w 1016205"/>
                  <a:gd name="connsiteY6" fmla="*/ 511789 h 1023229"/>
                  <a:gd name="connsiteX7" fmla="*/ 864719 w 1016205"/>
                  <a:gd name="connsiteY7" fmla="*/ 146160 h 1023229"/>
                  <a:gd name="connsiteX8" fmla="*/ 496944 w 1016205"/>
                  <a:gd name="connsiteY8" fmla="*/ 124 h 1023229"/>
                  <a:gd name="connsiteX9" fmla="*/ 496944 w 1016205"/>
                  <a:gd name="connsiteY9" fmla="*/ 115534 h 1023229"/>
                  <a:gd name="connsiteX10" fmla="*/ 496944 w 1016205"/>
                  <a:gd name="connsiteY10" fmla="*/ 115496 h 1023229"/>
                  <a:gd name="connsiteX11" fmla="*/ 784774 w 1016205"/>
                  <a:gd name="connsiteY11" fmla="*/ 227359 h 1023229"/>
                  <a:gd name="connsiteX12" fmla="*/ 905014 w 1016205"/>
                  <a:gd name="connsiteY12" fmla="*/ 511780 h 1023229"/>
                  <a:gd name="connsiteX13" fmla="*/ 706848 w 1016205"/>
                  <a:gd name="connsiteY13" fmla="*/ 855023 h 1023229"/>
                  <a:gd name="connsiteX14" fmla="*/ 310485 w 1016205"/>
                  <a:gd name="connsiteY14" fmla="*/ 855023 h 1023229"/>
                  <a:gd name="connsiteX15" fmla="*/ 112288 w 1016205"/>
                  <a:gd name="connsiteY15" fmla="*/ 511780 h 1023229"/>
                  <a:gd name="connsiteX16" fmla="*/ 224231 w 1016205"/>
                  <a:gd name="connsiteY16" fmla="*/ 235618 h 1023229"/>
                  <a:gd name="connsiteX17" fmla="*/ 496944 w 1016205"/>
                  <a:gd name="connsiteY17" fmla="*/ 115486 h 10232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016205" h="1023229">
                    <a:moveTo>
                      <a:pt x="496944" y="114"/>
                    </a:moveTo>
                    <a:cubicBezTo>
                      <a:pt x="363497" y="3022"/>
                      <a:pt x="236595" y="58361"/>
                      <a:pt x="143600" y="154076"/>
                    </a:cubicBezTo>
                    <a:cubicBezTo>
                      <a:pt x="50604" y="249827"/>
                      <a:pt x="-947" y="378303"/>
                      <a:pt x="13" y="511789"/>
                    </a:cubicBezTo>
                    <a:cubicBezTo>
                      <a:pt x="-867" y="647107"/>
                      <a:pt x="52252" y="777233"/>
                      <a:pt x="147617" y="873216"/>
                    </a:cubicBezTo>
                    <a:cubicBezTo>
                      <a:pt x="243024" y="969235"/>
                      <a:pt x="372755" y="1023229"/>
                      <a:pt x="508122" y="1023229"/>
                    </a:cubicBezTo>
                    <a:cubicBezTo>
                      <a:pt x="643441" y="1023229"/>
                      <a:pt x="773184" y="969231"/>
                      <a:pt x="868589" y="873216"/>
                    </a:cubicBezTo>
                    <a:cubicBezTo>
                      <a:pt x="963958" y="777234"/>
                      <a:pt x="1017113" y="647117"/>
                      <a:pt x="1016192" y="511789"/>
                    </a:cubicBezTo>
                    <a:cubicBezTo>
                      <a:pt x="1017187" y="374433"/>
                      <a:pt x="962576" y="242564"/>
                      <a:pt x="864719" y="146160"/>
                    </a:cubicBezTo>
                    <a:cubicBezTo>
                      <a:pt x="766900" y="49796"/>
                      <a:pt x="634221" y="-2904"/>
                      <a:pt x="496944" y="124"/>
                    </a:cubicBezTo>
                    <a:close/>
                    <a:moveTo>
                      <a:pt x="496944" y="115534"/>
                    </a:moveTo>
                    <a:lnTo>
                      <a:pt x="496944" y="115496"/>
                    </a:lnTo>
                    <a:cubicBezTo>
                      <a:pt x="604066" y="112358"/>
                      <a:pt x="707886" y="152694"/>
                      <a:pt x="784774" y="227359"/>
                    </a:cubicBezTo>
                    <a:cubicBezTo>
                      <a:pt x="861659" y="301986"/>
                      <a:pt x="905054" y="404590"/>
                      <a:pt x="905014" y="511780"/>
                    </a:cubicBezTo>
                    <a:cubicBezTo>
                      <a:pt x="905014" y="653378"/>
                      <a:pt x="829470" y="784229"/>
                      <a:pt x="706848" y="855023"/>
                    </a:cubicBezTo>
                    <a:cubicBezTo>
                      <a:pt x="584187" y="925823"/>
                      <a:pt x="433106" y="925823"/>
                      <a:pt x="310485" y="855023"/>
                    </a:cubicBezTo>
                    <a:cubicBezTo>
                      <a:pt x="187824" y="784223"/>
                      <a:pt x="112288" y="653378"/>
                      <a:pt x="112288" y="511780"/>
                    </a:cubicBezTo>
                    <a:cubicBezTo>
                      <a:pt x="112288" y="408685"/>
                      <a:pt x="152434" y="309596"/>
                      <a:pt x="224231" y="235618"/>
                    </a:cubicBezTo>
                    <a:cubicBezTo>
                      <a:pt x="296063" y="161642"/>
                      <a:pt x="393878" y="118552"/>
                      <a:pt x="496944" y="115486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0" name="Freeform: Shape 89">
                <a:extLst>
                  <a:ext uri="{FF2B5EF4-FFF2-40B4-BE49-F238E27FC236}">
                    <a16:creationId xmlns:a16="http://schemas.microsoft.com/office/drawing/2014/main" id="{328C4A88-F64A-4508-A2C3-0F4CFF3E9DE9}"/>
                  </a:ext>
                </a:extLst>
              </p:cNvPr>
              <p:cNvSpPr/>
              <p:nvPr/>
            </p:nvSpPr>
            <p:spPr>
              <a:xfrm>
                <a:off x="13532538" y="6510597"/>
                <a:ext cx="4231740" cy="4985440"/>
              </a:xfrm>
              <a:custGeom>
                <a:avLst/>
                <a:gdLst>
                  <a:gd name="connsiteX0" fmla="*/ 1656403 w 4231740"/>
                  <a:gd name="connsiteY0" fmla="*/ 1351 h 4985440"/>
                  <a:gd name="connsiteX1" fmla="*/ 85432 w 4231740"/>
                  <a:gd name="connsiteY1" fmla="*/ 627301 h 4985440"/>
                  <a:gd name="connsiteX2" fmla="*/ 5639 w 4231740"/>
                  <a:gd name="connsiteY2" fmla="*/ 875785 h 4985440"/>
                  <a:gd name="connsiteX3" fmla="*/ 178735 w 4231740"/>
                  <a:gd name="connsiteY3" fmla="*/ 1071121 h 4985440"/>
                  <a:gd name="connsiteX4" fmla="*/ 435028 w 4231740"/>
                  <a:gd name="connsiteY4" fmla="*/ 1021790 h 4985440"/>
                  <a:gd name="connsiteX5" fmla="*/ 1817601 w 4231740"/>
                  <a:gd name="connsiteY5" fmla="*/ 528641 h 4985440"/>
                  <a:gd name="connsiteX6" fmla="*/ 3156282 w 4231740"/>
                  <a:gd name="connsiteY6" fmla="*/ 1130862 h 4985440"/>
                  <a:gd name="connsiteX7" fmla="*/ 3704423 w 4231740"/>
                  <a:gd name="connsiteY7" fmla="*/ 2492665 h 4985440"/>
                  <a:gd name="connsiteX8" fmla="*/ 3156282 w 4231740"/>
                  <a:gd name="connsiteY8" fmla="*/ 3854370 h 4985440"/>
                  <a:gd name="connsiteX9" fmla="*/ 1817601 w 4231740"/>
                  <a:gd name="connsiteY9" fmla="*/ 4456630 h 4985440"/>
                  <a:gd name="connsiteX10" fmla="*/ 435028 w 4231740"/>
                  <a:gd name="connsiteY10" fmla="*/ 3963481 h 4985440"/>
                  <a:gd name="connsiteX11" fmla="*/ 178735 w 4231740"/>
                  <a:gd name="connsiteY11" fmla="*/ 3914150 h 4985440"/>
                  <a:gd name="connsiteX12" fmla="*/ 5639 w 4231740"/>
                  <a:gd name="connsiteY12" fmla="*/ 4109446 h 4985440"/>
                  <a:gd name="connsiteX13" fmla="*/ 85432 w 4231740"/>
                  <a:gd name="connsiteY13" fmla="*/ 4357931 h 4985440"/>
                  <a:gd name="connsiteX14" fmla="*/ 1551476 w 4231740"/>
                  <a:gd name="connsiteY14" fmla="*/ 4978365 h 4985440"/>
                  <a:gd name="connsiteX15" fmla="*/ 3094036 w 4231740"/>
                  <a:gd name="connsiteY15" fmla="*/ 4585029 h 4985440"/>
                  <a:gd name="connsiteX16" fmla="*/ 4083940 w 4231740"/>
                  <a:gd name="connsiteY16" fmla="*/ 3338343 h 4985440"/>
                  <a:gd name="connsiteX17" fmla="*/ 4117503 w 4231740"/>
                  <a:gd name="connsiteY17" fmla="*/ 1746699 h 4985440"/>
                  <a:gd name="connsiteX18" fmla="*/ 3180955 w 4231740"/>
                  <a:gd name="connsiteY18" fmla="*/ 459354 h 4985440"/>
                  <a:gd name="connsiteX19" fmla="*/ 1656323 w 4231740"/>
                  <a:gd name="connsiteY19" fmla="*/ 1377 h 4985440"/>
                  <a:gd name="connsiteX20" fmla="*/ 1659963 w 4231740"/>
                  <a:gd name="connsiteY20" fmla="*/ 112990 h 4985440"/>
                  <a:gd name="connsiteX21" fmla="*/ 1659924 w 4231740"/>
                  <a:gd name="connsiteY21" fmla="*/ 112951 h 4985440"/>
                  <a:gd name="connsiteX22" fmla="*/ 3116172 w 4231740"/>
                  <a:gd name="connsiteY22" fmla="*/ 550453 h 4985440"/>
                  <a:gd name="connsiteX23" fmla="*/ 4010661 w 4231740"/>
                  <a:gd name="connsiteY23" fmla="*/ 1779994 h 4985440"/>
                  <a:gd name="connsiteX24" fmla="*/ 3978667 w 4231740"/>
                  <a:gd name="connsiteY24" fmla="*/ 3300119 h 4985440"/>
                  <a:gd name="connsiteX25" fmla="*/ 3033243 w 4231740"/>
                  <a:gd name="connsiteY25" fmla="*/ 4490962 h 4985440"/>
                  <a:gd name="connsiteX26" fmla="*/ 1559948 w 4231740"/>
                  <a:gd name="connsiteY26" fmla="*/ 4866809 h 4985440"/>
                  <a:gd name="connsiteX27" fmla="*/ 159545 w 4231740"/>
                  <a:gd name="connsiteY27" fmla="*/ 4274347 h 4985440"/>
                  <a:gd name="connsiteX28" fmla="*/ 112129 w 4231740"/>
                  <a:gd name="connsiteY28" fmla="*/ 4130603 h 4985440"/>
                  <a:gd name="connsiteX29" fmla="*/ 212510 w 4231740"/>
                  <a:gd name="connsiteY29" fmla="*/ 4017328 h 4985440"/>
                  <a:gd name="connsiteX30" fmla="*/ 360917 w 4231740"/>
                  <a:gd name="connsiteY30" fmla="*/ 4047103 h 4985440"/>
                  <a:gd name="connsiteX31" fmla="*/ 1822161 w 4231740"/>
                  <a:gd name="connsiteY31" fmla="*/ 4568223 h 4985440"/>
                  <a:gd name="connsiteX32" fmla="*/ 3236869 w 4231740"/>
                  <a:gd name="connsiteY32" fmla="*/ 3931712 h 4985440"/>
                  <a:gd name="connsiteX33" fmla="*/ 3816164 w 4231740"/>
                  <a:gd name="connsiteY33" fmla="*/ 2492610 h 4985440"/>
                  <a:gd name="connsiteX34" fmla="*/ 3236869 w 4231740"/>
                  <a:gd name="connsiteY34" fmla="*/ 1053508 h 4985440"/>
                  <a:gd name="connsiteX35" fmla="*/ 1822161 w 4231740"/>
                  <a:gd name="connsiteY35" fmla="*/ 416997 h 4985440"/>
                  <a:gd name="connsiteX36" fmla="*/ 360917 w 4231740"/>
                  <a:gd name="connsiteY36" fmla="*/ 938087 h 4985440"/>
                  <a:gd name="connsiteX37" fmla="*/ 212314 w 4231740"/>
                  <a:gd name="connsiteY37" fmla="*/ 968244 h 4985440"/>
                  <a:gd name="connsiteX38" fmla="*/ 111737 w 4231740"/>
                  <a:gd name="connsiteY38" fmla="*/ 854734 h 4985440"/>
                  <a:gd name="connsiteX39" fmla="*/ 159536 w 4231740"/>
                  <a:gd name="connsiteY39" fmla="*/ 710834 h 4985440"/>
                  <a:gd name="connsiteX40" fmla="*/ 1659968 w 4231740"/>
                  <a:gd name="connsiteY40" fmla="*/ 112983 h 49854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4231740" h="4985440">
                    <a:moveTo>
                      <a:pt x="1656403" y="1351"/>
                    </a:moveTo>
                    <a:cubicBezTo>
                      <a:pt x="1075805" y="20562"/>
                      <a:pt x="520131" y="241989"/>
                      <a:pt x="85432" y="627301"/>
                    </a:cubicBezTo>
                    <a:cubicBezTo>
                      <a:pt x="16813" y="690255"/>
                      <a:pt x="-13500" y="784701"/>
                      <a:pt x="5639" y="875785"/>
                    </a:cubicBezTo>
                    <a:cubicBezTo>
                      <a:pt x="24812" y="966907"/>
                      <a:pt x="90599" y="1041151"/>
                      <a:pt x="178735" y="1071121"/>
                    </a:cubicBezTo>
                    <a:cubicBezTo>
                      <a:pt x="266871" y="1101086"/>
                      <a:pt x="364302" y="1082334"/>
                      <a:pt x="435028" y="1021790"/>
                    </a:cubicBezTo>
                    <a:cubicBezTo>
                      <a:pt x="814893" y="685014"/>
                      <a:pt x="1310383" y="508283"/>
                      <a:pt x="1817601" y="528641"/>
                    </a:cubicBezTo>
                    <a:cubicBezTo>
                      <a:pt x="2324867" y="548963"/>
                      <a:pt x="2804565" y="764772"/>
                      <a:pt x="3156282" y="1130862"/>
                    </a:cubicBezTo>
                    <a:cubicBezTo>
                      <a:pt x="3507980" y="1496952"/>
                      <a:pt x="3704423" y="1984938"/>
                      <a:pt x="3704423" y="2492665"/>
                    </a:cubicBezTo>
                    <a:cubicBezTo>
                      <a:pt x="3704423" y="3000314"/>
                      <a:pt x="3507980" y="3488250"/>
                      <a:pt x="3156282" y="3854370"/>
                    </a:cubicBezTo>
                    <a:cubicBezTo>
                      <a:pt x="2804545" y="4220460"/>
                      <a:pt x="2324828" y="4436301"/>
                      <a:pt x="1817601" y="4456630"/>
                    </a:cubicBezTo>
                    <a:cubicBezTo>
                      <a:pt x="1310373" y="4476951"/>
                      <a:pt x="814863" y="4300218"/>
                      <a:pt x="435028" y="3963481"/>
                    </a:cubicBezTo>
                    <a:cubicBezTo>
                      <a:pt x="364304" y="3902899"/>
                      <a:pt x="266870" y="3884146"/>
                      <a:pt x="178735" y="3914150"/>
                    </a:cubicBezTo>
                    <a:cubicBezTo>
                      <a:pt x="90599" y="3944115"/>
                      <a:pt x="24812" y="4018362"/>
                      <a:pt x="5639" y="4109446"/>
                    </a:cubicBezTo>
                    <a:cubicBezTo>
                      <a:pt x="-13496" y="4200568"/>
                      <a:pt x="16813" y="4295014"/>
                      <a:pt x="85432" y="4357931"/>
                    </a:cubicBezTo>
                    <a:cubicBezTo>
                      <a:pt x="493159" y="4719426"/>
                      <a:pt x="1008127" y="4937383"/>
                      <a:pt x="1551476" y="4978365"/>
                    </a:cubicBezTo>
                    <a:cubicBezTo>
                      <a:pt x="2094875" y="5019390"/>
                      <a:pt x="2636706" y="4881197"/>
                      <a:pt x="3094036" y="4585029"/>
                    </a:cubicBezTo>
                    <a:cubicBezTo>
                      <a:pt x="3551406" y="4288822"/>
                      <a:pt x="3899126" y="3850890"/>
                      <a:pt x="4083940" y="3338343"/>
                    </a:cubicBezTo>
                    <a:cubicBezTo>
                      <a:pt x="4268783" y="2825717"/>
                      <a:pt x="4280569" y="2266633"/>
                      <a:pt x="4117503" y="1746699"/>
                    </a:cubicBezTo>
                    <a:cubicBezTo>
                      <a:pt x="3954400" y="1226764"/>
                      <a:pt x="3625461" y="774597"/>
                      <a:pt x="3180955" y="459354"/>
                    </a:cubicBezTo>
                    <a:cubicBezTo>
                      <a:pt x="2736448" y="144160"/>
                      <a:pt x="2200946" y="-16728"/>
                      <a:pt x="1656323" y="1377"/>
                    </a:cubicBezTo>
                    <a:close/>
                    <a:moveTo>
                      <a:pt x="1659963" y="112990"/>
                    </a:moveTo>
                    <a:lnTo>
                      <a:pt x="1659924" y="112951"/>
                    </a:lnTo>
                    <a:cubicBezTo>
                      <a:pt x="2180133" y="95730"/>
                      <a:pt x="2691564" y="249386"/>
                      <a:pt x="3116172" y="550453"/>
                    </a:cubicBezTo>
                    <a:cubicBezTo>
                      <a:pt x="3540701" y="851519"/>
                      <a:pt x="3854896" y="1283397"/>
                      <a:pt x="4010661" y="1779994"/>
                    </a:cubicBezTo>
                    <a:cubicBezTo>
                      <a:pt x="4166455" y="2276592"/>
                      <a:pt x="4155208" y="2810556"/>
                      <a:pt x="3978667" y="3300119"/>
                    </a:cubicBezTo>
                    <a:cubicBezTo>
                      <a:pt x="3802162" y="3789711"/>
                      <a:pt x="3470058" y="4208001"/>
                      <a:pt x="3033243" y="4490962"/>
                    </a:cubicBezTo>
                    <a:cubicBezTo>
                      <a:pt x="2596388" y="4773893"/>
                      <a:pt x="2078903" y="4905920"/>
                      <a:pt x="1559948" y="4866809"/>
                    </a:cubicBezTo>
                    <a:cubicBezTo>
                      <a:pt x="1040925" y="4827697"/>
                      <a:pt x="549079" y="4619589"/>
                      <a:pt x="159545" y="4274347"/>
                    </a:cubicBezTo>
                    <a:cubicBezTo>
                      <a:pt x="119284" y="4238296"/>
                      <a:pt x="101221" y="4183570"/>
                      <a:pt x="112129" y="4130603"/>
                    </a:cubicBezTo>
                    <a:cubicBezTo>
                      <a:pt x="123036" y="4077676"/>
                      <a:pt x="161267" y="4034507"/>
                      <a:pt x="212510" y="4017328"/>
                    </a:cubicBezTo>
                    <a:cubicBezTo>
                      <a:pt x="263754" y="4000107"/>
                      <a:pt x="320279" y="4011473"/>
                      <a:pt x="360917" y="4047103"/>
                    </a:cubicBezTo>
                    <a:cubicBezTo>
                      <a:pt x="762404" y="4402974"/>
                      <a:pt x="1286061" y="4589738"/>
                      <a:pt x="1822161" y="4568223"/>
                    </a:cubicBezTo>
                    <a:cubicBezTo>
                      <a:pt x="2358251" y="4546715"/>
                      <a:pt x="2865165" y="4318621"/>
                      <a:pt x="3236869" y="3931712"/>
                    </a:cubicBezTo>
                    <a:cubicBezTo>
                      <a:pt x="3608582" y="3544803"/>
                      <a:pt x="3816164" y="3029072"/>
                      <a:pt x="3816164" y="2492610"/>
                    </a:cubicBezTo>
                    <a:cubicBezTo>
                      <a:pt x="3816164" y="1956059"/>
                      <a:pt x="3608582" y="1440397"/>
                      <a:pt x="3236869" y="1053508"/>
                    </a:cubicBezTo>
                    <a:cubicBezTo>
                      <a:pt x="2865185" y="666599"/>
                      <a:pt x="2358222" y="438511"/>
                      <a:pt x="1822161" y="416997"/>
                    </a:cubicBezTo>
                    <a:cubicBezTo>
                      <a:pt x="1286071" y="395489"/>
                      <a:pt x="762404" y="582206"/>
                      <a:pt x="360917" y="938087"/>
                    </a:cubicBezTo>
                    <a:cubicBezTo>
                      <a:pt x="320313" y="973947"/>
                      <a:pt x="263673" y="985427"/>
                      <a:pt x="212314" y="968244"/>
                    </a:cubicBezTo>
                    <a:cubicBezTo>
                      <a:pt x="160917" y="951061"/>
                      <a:pt x="122609" y="907815"/>
                      <a:pt x="111737" y="854734"/>
                    </a:cubicBezTo>
                    <a:cubicBezTo>
                      <a:pt x="100868" y="801692"/>
                      <a:pt x="119085" y="746848"/>
                      <a:pt x="159536" y="710834"/>
                    </a:cubicBezTo>
                    <a:cubicBezTo>
                      <a:pt x="574768" y="342834"/>
                      <a:pt x="1105460" y="131382"/>
                      <a:pt x="1659968" y="112983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B48EF3D2-AA45-47A8-A9F9-61A8BDDBCFD2}"/>
                  </a:ext>
                </a:extLst>
              </p:cNvPr>
              <p:cNvSpPr/>
              <p:nvPr/>
            </p:nvSpPr>
            <p:spPr>
              <a:xfrm>
                <a:off x="12734909" y="8079838"/>
                <a:ext cx="3637237" cy="1847012"/>
              </a:xfrm>
              <a:custGeom>
                <a:avLst/>
                <a:gdLst>
                  <a:gd name="connsiteX0" fmla="*/ 906280 w 3637237"/>
                  <a:gd name="connsiteY0" fmla="*/ 173 h 1847012"/>
                  <a:gd name="connsiteX1" fmla="*/ 292156 w 3637237"/>
                  <a:gd name="connsiteY1" fmla="*/ 249500 h 1847012"/>
                  <a:gd name="connsiteX2" fmla="*/ 3258 w 3637237"/>
                  <a:gd name="connsiteY2" fmla="*/ 846019 h 1847012"/>
                  <a:gd name="connsiteX3" fmla="*/ 188375 w 3637237"/>
                  <a:gd name="connsiteY3" fmla="*/ 1482451 h 1847012"/>
                  <a:gd name="connsiteX4" fmla="*/ 752171 w 3637237"/>
                  <a:gd name="connsiteY4" fmla="*/ 1830975 h 1847012"/>
                  <a:gd name="connsiteX5" fmla="*/ 1404220 w 3637237"/>
                  <a:gd name="connsiteY5" fmla="*/ 1712027 h 1847012"/>
                  <a:gd name="connsiteX6" fmla="*/ 1808656 w 3637237"/>
                  <a:gd name="connsiteY6" fmla="*/ 1186920 h 1847012"/>
                  <a:gd name="connsiteX7" fmla="*/ 2422358 w 3637237"/>
                  <a:gd name="connsiteY7" fmla="*/ 1186920 h 1847012"/>
                  <a:gd name="connsiteX8" fmla="*/ 2422358 w 3637237"/>
                  <a:gd name="connsiteY8" fmla="*/ 1434719 h 1847012"/>
                  <a:gd name="connsiteX9" fmla="*/ 2509614 w 3637237"/>
                  <a:gd name="connsiteY9" fmla="*/ 1585928 h 1847012"/>
                  <a:gd name="connsiteX10" fmla="*/ 2684199 w 3637237"/>
                  <a:gd name="connsiteY10" fmla="*/ 1585928 h 1847012"/>
                  <a:gd name="connsiteX11" fmla="*/ 2771493 w 3637237"/>
                  <a:gd name="connsiteY11" fmla="*/ 1434719 h 1847012"/>
                  <a:gd name="connsiteX12" fmla="*/ 2771493 w 3637237"/>
                  <a:gd name="connsiteY12" fmla="*/ 1186920 h 1847012"/>
                  <a:gd name="connsiteX13" fmla="*/ 3110142 w 3637237"/>
                  <a:gd name="connsiteY13" fmla="*/ 1186920 h 1847012"/>
                  <a:gd name="connsiteX14" fmla="*/ 3110142 w 3637237"/>
                  <a:gd name="connsiteY14" fmla="*/ 1345663 h 1847012"/>
                  <a:gd name="connsiteX15" fmla="*/ 3243363 w 3637237"/>
                  <a:gd name="connsiteY15" fmla="*/ 1569656 h 1847012"/>
                  <a:gd name="connsiteX16" fmla="*/ 3504016 w 3637237"/>
                  <a:gd name="connsiteY16" fmla="*/ 1569656 h 1847012"/>
                  <a:gd name="connsiteX17" fmla="*/ 3637238 w 3637237"/>
                  <a:gd name="connsiteY17" fmla="*/ 1345663 h 1847012"/>
                  <a:gd name="connsiteX18" fmla="*/ 3637238 w 3637237"/>
                  <a:gd name="connsiteY18" fmla="*/ 659863 h 1847012"/>
                  <a:gd name="connsiteX19" fmla="*/ 1808699 w 3637237"/>
                  <a:gd name="connsiteY19" fmla="*/ 659863 h 1847012"/>
                  <a:gd name="connsiteX20" fmla="*/ 1468630 w 3637237"/>
                  <a:gd name="connsiteY20" fmla="*/ 178001 h 1847012"/>
                  <a:gd name="connsiteX21" fmla="*/ 906323 w 3637237"/>
                  <a:gd name="connsiteY21" fmla="*/ 163 h 1847012"/>
                  <a:gd name="connsiteX22" fmla="*/ 909380 w 3637237"/>
                  <a:gd name="connsiteY22" fmla="*/ 111811 h 1847012"/>
                  <a:gd name="connsiteX23" fmla="*/ 1435516 w 3637237"/>
                  <a:gd name="connsiteY23" fmla="*/ 293558 h 1847012"/>
                  <a:gd name="connsiteX24" fmla="*/ 1720858 w 3637237"/>
                  <a:gd name="connsiteY24" fmla="*/ 771472 h 1847012"/>
                  <a:gd name="connsiteX25" fmla="*/ 3525491 w 3637237"/>
                  <a:gd name="connsiteY25" fmla="*/ 771472 h 1847012"/>
                  <a:gd name="connsiteX26" fmla="*/ 3525491 w 3637237"/>
                  <a:gd name="connsiteY26" fmla="*/ 1345634 h 1847012"/>
                  <a:gd name="connsiteX27" fmla="*/ 3525530 w 3637237"/>
                  <a:gd name="connsiteY27" fmla="*/ 1345672 h 1847012"/>
                  <a:gd name="connsiteX28" fmla="*/ 3448989 w 3637237"/>
                  <a:gd name="connsiteY28" fmla="*/ 1475259 h 1847012"/>
                  <a:gd name="connsiteX29" fmla="*/ 3298476 w 3637237"/>
                  <a:gd name="connsiteY29" fmla="*/ 1475259 h 1847012"/>
                  <a:gd name="connsiteX30" fmla="*/ 3221936 w 3637237"/>
                  <a:gd name="connsiteY30" fmla="*/ 1345672 h 1847012"/>
                  <a:gd name="connsiteX31" fmla="*/ 3221936 w 3637237"/>
                  <a:gd name="connsiteY31" fmla="*/ 1075330 h 1847012"/>
                  <a:gd name="connsiteX32" fmla="*/ 2659599 w 3637237"/>
                  <a:gd name="connsiteY32" fmla="*/ 1075330 h 1847012"/>
                  <a:gd name="connsiteX33" fmla="*/ 2659599 w 3637237"/>
                  <a:gd name="connsiteY33" fmla="*/ 1434768 h 1847012"/>
                  <a:gd name="connsiteX34" fmla="*/ 2659561 w 3637237"/>
                  <a:gd name="connsiteY34" fmla="*/ 1434729 h 1847012"/>
                  <a:gd name="connsiteX35" fmla="*/ 2596837 w 3637237"/>
                  <a:gd name="connsiteY35" fmla="*/ 1494431 h 1847012"/>
                  <a:gd name="connsiteX36" fmla="*/ 2534113 w 3637237"/>
                  <a:gd name="connsiteY36" fmla="*/ 1434729 h 1847012"/>
                  <a:gd name="connsiteX37" fmla="*/ 2534113 w 3637237"/>
                  <a:gd name="connsiteY37" fmla="*/ 1075292 h 1847012"/>
                  <a:gd name="connsiteX38" fmla="*/ 1720832 w 3637237"/>
                  <a:gd name="connsiteY38" fmla="*/ 1075292 h 1847012"/>
                  <a:gd name="connsiteX39" fmla="*/ 1402621 w 3637237"/>
                  <a:gd name="connsiteY39" fmla="*/ 1578620 h 1847012"/>
                  <a:gd name="connsiteX40" fmla="*/ 826500 w 3637237"/>
                  <a:gd name="connsiteY40" fmla="*/ 1729329 h 1847012"/>
                  <a:gd name="connsiteX41" fmla="*/ 302578 w 3637237"/>
                  <a:gd name="connsiteY41" fmla="*/ 1446319 h 1847012"/>
                  <a:gd name="connsiteX42" fmla="*/ 112758 w 3637237"/>
                  <a:gd name="connsiteY42" fmla="*/ 881877 h 1847012"/>
                  <a:gd name="connsiteX43" fmla="*/ 359255 w 3637237"/>
                  <a:gd name="connsiteY43" fmla="*/ 339820 h 1847012"/>
                  <a:gd name="connsiteX44" fmla="*/ 909345 w 3637237"/>
                  <a:gd name="connsiteY44" fmla="*/ 111811 h 18470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</a:cxnLst>
                <a:rect l="l" t="t" r="r" b="b"/>
                <a:pathLst>
                  <a:path w="3637237" h="1847012">
                    <a:moveTo>
                      <a:pt x="906280" y="173"/>
                    </a:moveTo>
                    <a:cubicBezTo>
                      <a:pt x="677771" y="4421"/>
                      <a:pt x="458982" y="93284"/>
                      <a:pt x="292156" y="249500"/>
                    </a:cubicBezTo>
                    <a:cubicBezTo>
                      <a:pt x="125379" y="405755"/>
                      <a:pt x="22431" y="618275"/>
                      <a:pt x="3258" y="846019"/>
                    </a:cubicBezTo>
                    <a:cubicBezTo>
                      <a:pt x="-15915" y="1073763"/>
                      <a:pt x="50023" y="1300557"/>
                      <a:pt x="188375" y="1482451"/>
                    </a:cubicBezTo>
                    <a:cubicBezTo>
                      <a:pt x="326681" y="1664384"/>
                      <a:pt x="527562" y="1788573"/>
                      <a:pt x="752171" y="1830975"/>
                    </a:cubicBezTo>
                    <a:cubicBezTo>
                      <a:pt x="976741" y="1873378"/>
                      <a:pt x="1209080" y="1831013"/>
                      <a:pt x="1404220" y="1712027"/>
                    </a:cubicBezTo>
                    <a:cubicBezTo>
                      <a:pt x="1599359" y="1593080"/>
                      <a:pt x="1743446" y="1405985"/>
                      <a:pt x="1808656" y="1186920"/>
                    </a:cubicBezTo>
                    <a:lnTo>
                      <a:pt x="2422358" y="1186920"/>
                    </a:lnTo>
                    <a:lnTo>
                      <a:pt x="2422358" y="1434719"/>
                    </a:lnTo>
                    <a:cubicBezTo>
                      <a:pt x="2422358" y="1497100"/>
                      <a:pt x="2455615" y="1554734"/>
                      <a:pt x="2509614" y="1585928"/>
                    </a:cubicBezTo>
                    <a:cubicBezTo>
                      <a:pt x="2563651" y="1617081"/>
                      <a:pt x="2630207" y="1617081"/>
                      <a:pt x="2684199" y="1585928"/>
                    </a:cubicBezTo>
                    <a:cubicBezTo>
                      <a:pt x="2738236" y="1554738"/>
                      <a:pt x="2771493" y="1497104"/>
                      <a:pt x="2771493" y="1434719"/>
                    </a:cubicBezTo>
                    <a:lnTo>
                      <a:pt x="2771493" y="1186920"/>
                    </a:lnTo>
                    <a:lnTo>
                      <a:pt x="3110142" y="1186920"/>
                    </a:lnTo>
                    <a:lnTo>
                      <a:pt x="3110142" y="1345663"/>
                    </a:lnTo>
                    <a:cubicBezTo>
                      <a:pt x="3111940" y="1438584"/>
                      <a:pt x="3162572" y="1523697"/>
                      <a:pt x="3243363" y="1569656"/>
                    </a:cubicBezTo>
                    <a:cubicBezTo>
                      <a:pt x="3324151" y="1615618"/>
                      <a:pt x="3423190" y="1615618"/>
                      <a:pt x="3504016" y="1569656"/>
                    </a:cubicBezTo>
                    <a:cubicBezTo>
                      <a:pt x="3584804" y="1523693"/>
                      <a:pt x="3635435" y="1438580"/>
                      <a:pt x="3637238" y="1345663"/>
                    </a:cubicBezTo>
                    <a:lnTo>
                      <a:pt x="3637238" y="659863"/>
                    </a:lnTo>
                    <a:lnTo>
                      <a:pt x="1808699" y="659863"/>
                    </a:lnTo>
                    <a:cubicBezTo>
                      <a:pt x="1751064" y="466370"/>
                      <a:pt x="1631625" y="297144"/>
                      <a:pt x="1468630" y="178001"/>
                    </a:cubicBezTo>
                    <a:cubicBezTo>
                      <a:pt x="1305674" y="58828"/>
                      <a:pt x="1108164" y="-3629"/>
                      <a:pt x="906323" y="163"/>
                    </a:cubicBezTo>
                    <a:close/>
                    <a:moveTo>
                      <a:pt x="909380" y="111811"/>
                    </a:moveTo>
                    <a:cubicBezTo>
                      <a:pt x="1100689" y="108482"/>
                      <a:pt x="1287030" y="172852"/>
                      <a:pt x="1435516" y="293558"/>
                    </a:cubicBezTo>
                    <a:cubicBezTo>
                      <a:pt x="1584001" y="414264"/>
                      <a:pt x="1685078" y="583534"/>
                      <a:pt x="1720858" y="771472"/>
                    </a:cubicBezTo>
                    <a:lnTo>
                      <a:pt x="3525491" y="771472"/>
                    </a:lnTo>
                    <a:lnTo>
                      <a:pt x="3525491" y="1345634"/>
                    </a:lnTo>
                    <a:lnTo>
                      <a:pt x="3525530" y="1345672"/>
                    </a:lnTo>
                    <a:cubicBezTo>
                      <a:pt x="3524726" y="1399366"/>
                      <a:pt x="3495641" y="1448660"/>
                      <a:pt x="3448989" y="1475259"/>
                    </a:cubicBezTo>
                    <a:cubicBezTo>
                      <a:pt x="3402338" y="1501896"/>
                      <a:pt x="3345091" y="1501896"/>
                      <a:pt x="3298476" y="1475259"/>
                    </a:cubicBezTo>
                    <a:cubicBezTo>
                      <a:pt x="3251825" y="1448662"/>
                      <a:pt x="3222701" y="1399370"/>
                      <a:pt x="3221936" y="1345672"/>
                    </a:cubicBezTo>
                    <a:lnTo>
                      <a:pt x="3221936" y="1075330"/>
                    </a:lnTo>
                    <a:lnTo>
                      <a:pt x="2659599" y="1075330"/>
                    </a:lnTo>
                    <a:lnTo>
                      <a:pt x="2659599" y="1434768"/>
                    </a:lnTo>
                    <a:lnTo>
                      <a:pt x="2659561" y="1434729"/>
                    </a:lnTo>
                    <a:cubicBezTo>
                      <a:pt x="2657916" y="1468178"/>
                      <a:pt x="2630323" y="1494431"/>
                      <a:pt x="2596837" y="1494431"/>
                    </a:cubicBezTo>
                    <a:cubicBezTo>
                      <a:pt x="2563350" y="1494431"/>
                      <a:pt x="2535758" y="1468178"/>
                      <a:pt x="2534113" y="1434729"/>
                    </a:cubicBezTo>
                    <a:lnTo>
                      <a:pt x="2534113" y="1075292"/>
                    </a:lnTo>
                    <a:lnTo>
                      <a:pt x="1720832" y="1075292"/>
                    </a:lnTo>
                    <a:cubicBezTo>
                      <a:pt x="1682371" y="1277318"/>
                      <a:pt x="1568633" y="1457223"/>
                      <a:pt x="1402621" y="1578620"/>
                    </a:cubicBezTo>
                    <a:cubicBezTo>
                      <a:pt x="1236608" y="1700056"/>
                      <a:pt x="1030712" y="1753901"/>
                      <a:pt x="826500" y="1729329"/>
                    </a:cubicBezTo>
                    <a:cubicBezTo>
                      <a:pt x="622327" y="1704798"/>
                      <a:pt x="435075" y="1603652"/>
                      <a:pt x="302578" y="1446319"/>
                    </a:cubicBezTo>
                    <a:cubicBezTo>
                      <a:pt x="170091" y="1289026"/>
                      <a:pt x="102236" y="1087274"/>
                      <a:pt x="112758" y="881877"/>
                    </a:cubicBezTo>
                    <a:cubicBezTo>
                      <a:pt x="123281" y="676479"/>
                      <a:pt x="211376" y="482760"/>
                      <a:pt x="359255" y="339820"/>
                    </a:cubicBezTo>
                    <a:cubicBezTo>
                      <a:pt x="507094" y="196841"/>
                      <a:pt x="703722" y="115368"/>
                      <a:pt x="909345" y="111811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7B58F212-A09C-44A0-A410-736A54A5F53D}"/>
              </a:ext>
            </a:extLst>
          </p:cNvPr>
          <p:cNvSpPr txBox="1"/>
          <p:nvPr/>
        </p:nvSpPr>
        <p:spPr>
          <a:xfrm>
            <a:off x="4332000" y="3122256"/>
            <a:ext cx="3528000" cy="461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sz="1400" b="1" i="0" u="none" strike="noStrike" baseline="0">
                <a:solidFill>
                  <a:schemeClr val="accent3">
                    <a:lumMod val="75000"/>
                  </a:schemeClr>
                </a:solidFill>
                <a:latin typeface="+mj-lt"/>
              </a:rPr>
              <a:t>ACCESS TO</a:t>
            </a:r>
            <a:br>
              <a:rPr lang="en-US" sz="1400" b="1" i="0" u="none" strike="noStrike" baseline="0">
                <a:solidFill>
                  <a:schemeClr val="accent3">
                    <a:lumMod val="75000"/>
                  </a:schemeClr>
                </a:solidFill>
                <a:latin typeface="+mj-lt"/>
              </a:rPr>
            </a:br>
            <a:r>
              <a:rPr lang="en-US" sz="1400" b="1" i="0" u="none" strike="noStrike" baseline="0">
                <a:solidFill>
                  <a:schemeClr val="accent3">
                    <a:lumMod val="75000"/>
                  </a:schemeClr>
                </a:solidFill>
                <a:latin typeface="+mj-lt"/>
              </a:rPr>
              <a:t>UNTAPPED MARKET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0355BA9-B341-4991-91FB-4C8EC1CE02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861448" y="3661197"/>
            <a:ext cx="469105" cy="0"/>
          </a:xfrm>
          <a:prstGeom prst="line">
            <a:avLst/>
          </a:prstGeom>
          <a:ln w="381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1CA12F2-1F5E-48AB-80CC-E7483B28B318}"/>
              </a:ext>
            </a:extLst>
          </p:cNvPr>
          <p:cNvSpPr txBox="1"/>
          <p:nvPr/>
        </p:nvSpPr>
        <p:spPr>
          <a:xfrm>
            <a:off x="4332002" y="3759819"/>
            <a:ext cx="3528000" cy="24542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180000" indent="-18000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200" b="0" i="0" u="none" strike="noStrike" baseline="0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/>
              <a:t>1 Billion people live with some kind of disability</a:t>
            </a:r>
          </a:p>
          <a:p>
            <a:r>
              <a:rPr lang="en-US"/>
              <a:t>59.6% of the U.S. population with disabilities are living in a household with internet access (</a:t>
            </a:r>
            <a:r>
              <a:rPr lang="en-US">
                <a:hlinkClick r:id="rId3"/>
              </a:rPr>
              <a:t>Statista</a:t>
            </a:r>
            <a:r>
              <a:rPr lang="en-US"/>
              <a:t>)</a:t>
            </a:r>
          </a:p>
          <a:p>
            <a:r>
              <a:rPr lang="en-US"/>
              <a:t>People with disabilities spend a half trillion dollars annually (</a:t>
            </a:r>
            <a:r>
              <a:rPr lang="en-US">
                <a:hlinkClick r:id="rId4"/>
              </a:rPr>
              <a:t>UsableNet</a:t>
            </a:r>
            <a:r>
              <a:rPr lang="en-US"/>
              <a:t>)</a:t>
            </a:r>
          </a:p>
          <a:p>
            <a:r>
              <a:rPr lang="en-US"/>
              <a:t>82% say they would often return and spend more with a company that provides an  accessible online experience (</a:t>
            </a:r>
            <a:r>
              <a:rPr lang="en-US">
                <a:hlinkClick r:id="rId5"/>
              </a:rPr>
              <a:t>Click Away Pound</a:t>
            </a:r>
            <a:r>
              <a:rPr lang="en-US"/>
              <a:t>) 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41D07BE-3953-4302-A501-F58F53611A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V="1">
            <a:off x="8076263" y="3815249"/>
            <a:ext cx="0" cy="2419445"/>
          </a:xfrm>
          <a:prstGeom prst="line">
            <a:avLst/>
          </a:prstGeom>
          <a:ln>
            <a:gradFill>
              <a:gsLst>
                <a:gs pos="0">
                  <a:schemeClr val="bg1"/>
                </a:gs>
                <a:gs pos="87000">
                  <a:schemeClr val="bg1">
                    <a:lumMod val="7500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688882B-D3E7-A0A9-D2F5-544CAF60E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9666702" y="2144193"/>
            <a:ext cx="779644" cy="779644"/>
            <a:chOff x="9666702" y="2144193"/>
            <a:chExt cx="779644" cy="779644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9B433FD5-E682-47F1-A8E8-F6F1F90D7D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2704994">
              <a:off x="9666702" y="2144193"/>
              <a:ext cx="779644" cy="779644"/>
            </a:xfrm>
            <a:prstGeom prst="roundRect">
              <a:avLst/>
            </a:prstGeom>
            <a:solidFill>
              <a:srgbClr val="83C937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87" name="Group 86">
              <a:extLst>
                <a:ext uri="{FF2B5EF4-FFF2-40B4-BE49-F238E27FC236}">
                  <a16:creationId xmlns:a16="http://schemas.microsoft.com/office/drawing/2014/main" id="{4F33D935-7BB9-4E62-BCE9-AAF14E6C10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9871430" y="2328409"/>
              <a:ext cx="370188" cy="431090"/>
              <a:chOff x="15432404" y="182398"/>
              <a:chExt cx="3975215" cy="4629211"/>
            </a:xfrm>
            <a:solidFill>
              <a:schemeClr val="bg1"/>
            </a:solidFill>
          </p:grpSpPr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13BCBD32-EB5E-4C89-A334-8D64330894E6}"/>
                  </a:ext>
                </a:extLst>
              </p:cNvPr>
              <p:cNvSpPr/>
              <p:nvPr/>
            </p:nvSpPr>
            <p:spPr>
              <a:xfrm>
                <a:off x="15628958" y="3189084"/>
                <a:ext cx="889051" cy="1622427"/>
              </a:xfrm>
              <a:custGeom>
                <a:avLst/>
                <a:gdLst>
                  <a:gd name="connsiteX0" fmla="*/ 860464 w 889051"/>
                  <a:gd name="connsiteY0" fmla="*/ 60 h 1622427"/>
                  <a:gd name="connsiteX1" fmla="*/ 28588 w 889051"/>
                  <a:gd name="connsiteY1" fmla="*/ 60 h 1622427"/>
                  <a:gd name="connsiteX2" fmla="*/ 0 w 889051"/>
                  <a:gd name="connsiteY2" fmla="*/ 28648 h 1622427"/>
                  <a:gd name="connsiteX3" fmla="*/ 0 w 889051"/>
                  <a:gd name="connsiteY3" fmla="*/ 1593840 h 1622427"/>
                  <a:gd name="connsiteX4" fmla="*/ 28588 w 889051"/>
                  <a:gd name="connsiteY4" fmla="*/ 1622427 h 1622427"/>
                  <a:gd name="connsiteX5" fmla="*/ 860464 w 889051"/>
                  <a:gd name="connsiteY5" fmla="*/ 1622427 h 1622427"/>
                  <a:gd name="connsiteX6" fmla="*/ 889051 w 889051"/>
                  <a:gd name="connsiteY6" fmla="*/ 1593840 h 1622427"/>
                  <a:gd name="connsiteX7" fmla="*/ 889051 w 889051"/>
                  <a:gd name="connsiteY7" fmla="*/ 28550 h 1622427"/>
                  <a:gd name="connsiteX8" fmla="*/ 860464 w 889051"/>
                  <a:gd name="connsiteY8" fmla="*/ 0 h 1622427"/>
                  <a:gd name="connsiteX9" fmla="*/ 831875 w 889051"/>
                  <a:gd name="connsiteY9" fmla="*/ 1565251 h 1622427"/>
                  <a:gd name="connsiteX10" fmla="*/ 57176 w 889051"/>
                  <a:gd name="connsiteY10" fmla="*/ 1565251 h 1622427"/>
                  <a:gd name="connsiteX11" fmla="*/ 57176 w 889051"/>
                  <a:gd name="connsiteY11" fmla="*/ 57177 h 1622427"/>
                  <a:gd name="connsiteX12" fmla="*/ 831915 w 889051"/>
                  <a:gd name="connsiteY12" fmla="*/ 57177 h 16224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889051" h="1622427">
                    <a:moveTo>
                      <a:pt x="860464" y="60"/>
                    </a:moveTo>
                    <a:lnTo>
                      <a:pt x="28588" y="60"/>
                    </a:lnTo>
                    <a:cubicBezTo>
                      <a:pt x="12820" y="60"/>
                      <a:pt x="0" y="12880"/>
                      <a:pt x="0" y="28648"/>
                    </a:cubicBezTo>
                    <a:lnTo>
                      <a:pt x="0" y="1593840"/>
                    </a:lnTo>
                    <a:cubicBezTo>
                      <a:pt x="0" y="1609607"/>
                      <a:pt x="12820" y="1622427"/>
                      <a:pt x="28588" y="1622427"/>
                    </a:cubicBezTo>
                    <a:lnTo>
                      <a:pt x="860464" y="1622427"/>
                    </a:lnTo>
                    <a:cubicBezTo>
                      <a:pt x="876307" y="1622427"/>
                      <a:pt x="889051" y="1609607"/>
                      <a:pt x="889051" y="1593840"/>
                    </a:cubicBezTo>
                    <a:lnTo>
                      <a:pt x="889051" y="28550"/>
                    </a:lnTo>
                    <a:cubicBezTo>
                      <a:pt x="889051" y="12783"/>
                      <a:pt x="876307" y="0"/>
                      <a:pt x="860464" y="0"/>
                    </a:cubicBezTo>
                    <a:close/>
                    <a:moveTo>
                      <a:pt x="831875" y="1565251"/>
                    </a:moveTo>
                    <a:lnTo>
                      <a:pt x="57176" y="1565251"/>
                    </a:lnTo>
                    <a:lnTo>
                      <a:pt x="57176" y="57177"/>
                    </a:lnTo>
                    <a:lnTo>
                      <a:pt x="831915" y="57177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53506D64-C4E4-487E-9C4C-5F09BD88DF2F}"/>
                  </a:ext>
                </a:extLst>
              </p:cNvPr>
              <p:cNvSpPr/>
              <p:nvPr/>
            </p:nvSpPr>
            <p:spPr>
              <a:xfrm>
                <a:off x="17073704" y="2346492"/>
                <a:ext cx="889090" cy="2465117"/>
              </a:xfrm>
              <a:custGeom>
                <a:avLst/>
                <a:gdLst>
                  <a:gd name="connsiteX0" fmla="*/ 860503 w 889090"/>
                  <a:gd name="connsiteY0" fmla="*/ 0 h 2465117"/>
                  <a:gd name="connsiteX1" fmla="*/ 28588 w 889090"/>
                  <a:gd name="connsiteY1" fmla="*/ 0 h 2465117"/>
                  <a:gd name="connsiteX2" fmla="*/ 0 w 889090"/>
                  <a:gd name="connsiteY2" fmla="*/ 28588 h 2465117"/>
                  <a:gd name="connsiteX3" fmla="*/ 0 w 889090"/>
                  <a:gd name="connsiteY3" fmla="*/ 2436530 h 2465117"/>
                  <a:gd name="connsiteX4" fmla="*/ 28588 w 889090"/>
                  <a:gd name="connsiteY4" fmla="*/ 2465118 h 2465117"/>
                  <a:gd name="connsiteX5" fmla="*/ 860503 w 889090"/>
                  <a:gd name="connsiteY5" fmla="*/ 2465118 h 2465117"/>
                  <a:gd name="connsiteX6" fmla="*/ 889091 w 889090"/>
                  <a:gd name="connsiteY6" fmla="*/ 2436530 h 2465117"/>
                  <a:gd name="connsiteX7" fmla="*/ 889091 w 889090"/>
                  <a:gd name="connsiteY7" fmla="*/ 28588 h 2465117"/>
                  <a:gd name="connsiteX8" fmla="*/ 860503 w 889090"/>
                  <a:gd name="connsiteY8" fmla="*/ 38 h 2465117"/>
                  <a:gd name="connsiteX9" fmla="*/ 831915 w 889090"/>
                  <a:gd name="connsiteY9" fmla="*/ 2407942 h 2465117"/>
                  <a:gd name="connsiteX10" fmla="*/ 57137 w 889090"/>
                  <a:gd name="connsiteY10" fmla="*/ 2407942 h 2465117"/>
                  <a:gd name="connsiteX11" fmla="*/ 57137 w 889090"/>
                  <a:gd name="connsiteY11" fmla="*/ 57117 h 2465117"/>
                  <a:gd name="connsiteX12" fmla="*/ 831915 w 889090"/>
                  <a:gd name="connsiteY12" fmla="*/ 57117 h 24651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889090" h="2465117">
                    <a:moveTo>
                      <a:pt x="860503" y="0"/>
                    </a:moveTo>
                    <a:lnTo>
                      <a:pt x="28588" y="0"/>
                    </a:lnTo>
                    <a:cubicBezTo>
                      <a:pt x="12744" y="0"/>
                      <a:pt x="0" y="12820"/>
                      <a:pt x="0" y="28588"/>
                    </a:cubicBezTo>
                    <a:lnTo>
                      <a:pt x="0" y="2436530"/>
                    </a:lnTo>
                    <a:cubicBezTo>
                      <a:pt x="0" y="2452297"/>
                      <a:pt x="12744" y="2465118"/>
                      <a:pt x="28588" y="2465118"/>
                    </a:cubicBezTo>
                    <a:lnTo>
                      <a:pt x="860503" y="2465118"/>
                    </a:lnTo>
                    <a:cubicBezTo>
                      <a:pt x="876270" y="2465118"/>
                      <a:pt x="889091" y="2452297"/>
                      <a:pt x="889091" y="2436530"/>
                    </a:cubicBezTo>
                    <a:lnTo>
                      <a:pt x="889091" y="28588"/>
                    </a:lnTo>
                    <a:cubicBezTo>
                      <a:pt x="889091" y="12820"/>
                      <a:pt x="876270" y="38"/>
                      <a:pt x="860503" y="38"/>
                    </a:cubicBezTo>
                    <a:close/>
                    <a:moveTo>
                      <a:pt x="831915" y="2407942"/>
                    </a:moveTo>
                    <a:lnTo>
                      <a:pt x="57137" y="2407942"/>
                    </a:lnTo>
                    <a:lnTo>
                      <a:pt x="57137" y="57117"/>
                    </a:lnTo>
                    <a:lnTo>
                      <a:pt x="831915" y="57117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354535AF-5339-4CE0-9F8A-D6408DA6FAB1}"/>
                  </a:ext>
                </a:extLst>
              </p:cNvPr>
              <p:cNvSpPr/>
              <p:nvPr/>
            </p:nvSpPr>
            <p:spPr>
              <a:xfrm>
                <a:off x="18518528" y="1623952"/>
                <a:ext cx="889091" cy="3187558"/>
              </a:xfrm>
              <a:custGeom>
                <a:avLst/>
                <a:gdLst>
                  <a:gd name="connsiteX0" fmla="*/ 860464 w 889091"/>
                  <a:gd name="connsiteY0" fmla="*/ 0 h 3187558"/>
                  <a:gd name="connsiteX1" fmla="*/ 28588 w 889091"/>
                  <a:gd name="connsiteY1" fmla="*/ 0 h 3187558"/>
                  <a:gd name="connsiteX2" fmla="*/ 0 w 889091"/>
                  <a:gd name="connsiteY2" fmla="*/ 28588 h 3187558"/>
                  <a:gd name="connsiteX3" fmla="*/ 0 w 889091"/>
                  <a:gd name="connsiteY3" fmla="*/ 3158971 h 3187558"/>
                  <a:gd name="connsiteX4" fmla="*/ 28588 w 889091"/>
                  <a:gd name="connsiteY4" fmla="*/ 3187559 h 3187558"/>
                  <a:gd name="connsiteX5" fmla="*/ 860503 w 889091"/>
                  <a:gd name="connsiteY5" fmla="*/ 3187559 h 3187558"/>
                  <a:gd name="connsiteX6" fmla="*/ 889091 w 889091"/>
                  <a:gd name="connsiteY6" fmla="*/ 3158971 h 3187558"/>
                  <a:gd name="connsiteX7" fmla="*/ 889091 w 889091"/>
                  <a:gd name="connsiteY7" fmla="*/ 28588 h 3187558"/>
                  <a:gd name="connsiteX8" fmla="*/ 860464 w 889091"/>
                  <a:gd name="connsiteY8" fmla="*/ 0 h 3187558"/>
                  <a:gd name="connsiteX9" fmla="*/ 831875 w 889091"/>
                  <a:gd name="connsiteY9" fmla="*/ 3130481 h 3187558"/>
                  <a:gd name="connsiteX10" fmla="*/ 57176 w 889091"/>
                  <a:gd name="connsiteY10" fmla="*/ 3130481 h 3187558"/>
                  <a:gd name="connsiteX11" fmla="*/ 57176 w 889091"/>
                  <a:gd name="connsiteY11" fmla="*/ 57117 h 3187558"/>
                  <a:gd name="connsiteX12" fmla="*/ 831954 w 889091"/>
                  <a:gd name="connsiteY12" fmla="*/ 57117 h 3187558"/>
                  <a:gd name="connsiteX13" fmla="*/ 831954 w 889091"/>
                  <a:gd name="connsiteY13" fmla="*/ 3130481 h 3187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889091" h="3187558">
                    <a:moveTo>
                      <a:pt x="860464" y="0"/>
                    </a:moveTo>
                    <a:lnTo>
                      <a:pt x="28588" y="0"/>
                    </a:lnTo>
                    <a:cubicBezTo>
                      <a:pt x="12821" y="0"/>
                      <a:pt x="0" y="12820"/>
                      <a:pt x="0" y="28588"/>
                    </a:cubicBezTo>
                    <a:lnTo>
                      <a:pt x="0" y="3158971"/>
                    </a:lnTo>
                    <a:cubicBezTo>
                      <a:pt x="0" y="3174739"/>
                      <a:pt x="12821" y="3187559"/>
                      <a:pt x="28588" y="3187559"/>
                    </a:cubicBezTo>
                    <a:lnTo>
                      <a:pt x="860503" y="3187559"/>
                    </a:lnTo>
                    <a:cubicBezTo>
                      <a:pt x="876271" y="3187559"/>
                      <a:pt x="889091" y="3174739"/>
                      <a:pt x="889091" y="3158971"/>
                    </a:cubicBezTo>
                    <a:lnTo>
                      <a:pt x="889091" y="28588"/>
                    </a:lnTo>
                    <a:cubicBezTo>
                      <a:pt x="889053" y="12782"/>
                      <a:pt x="876308" y="0"/>
                      <a:pt x="860464" y="0"/>
                    </a:cubicBezTo>
                    <a:close/>
                    <a:moveTo>
                      <a:pt x="831875" y="3130481"/>
                    </a:moveTo>
                    <a:lnTo>
                      <a:pt x="57176" y="3130481"/>
                    </a:lnTo>
                    <a:lnTo>
                      <a:pt x="57176" y="57117"/>
                    </a:lnTo>
                    <a:lnTo>
                      <a:pt x="831954" y="57117"/>
                    </a:lnTo>
                    <a:lnTo>
                      <a:pt x="831954" y="3130481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5F8B9334-E13A-49A4-AB01-8C983DB5A0F1}"/>
                  </a:ext>
                </a:extLst>
              </p:cNvPr>
              <p:cNvSpPr/>
              <p:nvPr/>
            </p:nvSpPr>
            <p:spPr>
              <a:xfrm>
                <a:off x="15432404" y="182398"/>
                <a:ext cx="2738879" cy="2142282"/>
              </a:xfrm>
              <a:custGeom>
                <a:avLst/>
                <a:gdLst>
                  <a:gd name="connsiteX0" fmla="*/ 2737522 w 2738879"/>
                  <a:gd name="connsiteY0" fmla="*/ 477270 h 2142282"/>
                  <a:gd name="connsiteX1" fmla="*/ 2735685 w 2738879"/>
                  <a:gd name="connsiteY1" fmla="*/ 455724 h 2142282"/>
                  <a:gd name="connsiteX2" fmla="*/ 2730786 w 2738879"/>
                  <a:gd name="connsiteY2" fmla="*/ 435670 h 2142282"/>
                  <a:gd name="connsiteX3" fmla="*/ 2701931 w 2738879"/>
                  <a:gd name="connsiteY3" fmla="*/ 438694 h 2142282"/>
                  <a:gd name="connsiteX4" fmla="*/ 2728146 w 2738879"/>
                  <a:gd name="connsiteY4" fmla="*/ 425949 h 2142282"/>
                  <a:gd name="connsiteX5" fmla="*/ 2723630 w 2738879"/>
                  <a:gd name="connsiteY5" fmla="*/ 410220 h 2142282"/>
                  <a:gd name="connsiteX6" fmla="*/ 2702811 w 2738879"/>
                  <a:gd name="connsiteY6" fmla="*/ 367932 h 2142282"/>
                  <a:gd name="connsiteX7" fmla="*/ 2673610 w 2738879"/>
                  <a:gd name="connsiteY7" fmla="*/ 330082 h 2142282"/>
                  <a:gd name="connsiteX8" fmla="*/ 2661938 w 2738879"/>
                  <a:gd name="connsiteY8" fmla="*/ 319558 h 2142282"/>
                  <a:gd name="connsiteX9" fmla="*/ 2654323 w 2738879"/>
                  <a:gd name="connsiteY9" fmla="*/ 312861 h 2142282"/>
                  <a:gd name="connsiteX10" fmla="*/ 2638824 w 2738879"/>
                  <a:gd name="connsiteY10" fmla="*/ 299849 h 2142282"/>
                  <a:gd name="connsiteX11" fmla="*/ 2620033 w 2738879"/>
                  <a:gd name="connsiteY11" fmla="*/ 288522 h 2142282"/>
                  <a:gd name="connsiteX12" fmla="*/ 2602084 w 2738879"/>
                  <a:gd name="connsiteY12" fmla="*/ 311216 h 2142282"/>
                  <a:gd name="connsiteX13" fmla="*/ 2611728 w 2738879"/>
                  <a:gd name="connsiteY13" fmla="*/ 283738 h 2142282"/>
                  <a:gd name="connsiteX14" fmla="*/ 2598257 w 2738879"/>
                  <a:gd name="connsiteY14" fmla="*/ 276429 h 2142282"/>
                  <a:gd name="connsiteX15" fmla="*/ 2553443 w 2738879"/>
                  <a:gd name="connsiteY15" fmla="*/ 261159 h 2142282"/>
                  <a:gd name="connsiteX16" fmla="*/ 1456261 w 2738879"/>
                  <a:gd name="connsiteY16" fmla="*/ 6276 h 2142282"/>
                  <a:gd name="connsiteX17" fmla="*/ 1401764 w 2738879"/>
                  <a:gd name="connsiteY17" fmla="*/ 0 h 2142282"/>
                  <a:gd name="connsiteX18" fmla="*/ 1168543 w 2738879"/>
                  <a:gd name="connsiteY18" fmla="*/ 185568 h 2142282"/>
                  <a:gd name="connsiteX19" fmla="*/ 1347841 w 2738879"/>
                  <a:gd name="connsiteY19" fmla="*/ 473320 h 2142282"/>
                  <a:gd name="connsiteX20" fmla="*/ 1881286 w 2738879"/>
                  <a:gd name="connsiteY20" fmla="*/ 597234 h 2142282"/>
                  <a:gd name="connsiteX21" fmla="*/ 112901 w 2738879"/>
                  <a:gd name="connsiteY21" fmla="*/ 1698923 h 2142282"/>
                  <a:gd name="connsiteX22" fmla="*/ 36132 w 2738879"/>
                  <a:gd name="connsiteY22" fmla="*/ 2029233 h 2142282"/>
                  <a:gd name="connsiteX23" fmla="*/ 239883 w 2738879"/>
                  <a:gd name="connsiteY23" fmla="*/ 2142283 h 2142282"/>
                  <a:gd name="connsiteX24" fmla="*/ 366482 w 2738879"/>
                  <a:gd name="connsiteY24" fmla="*/ 2106003 h 2142282"/>
                  <a:gd name="connsiteX25" fmla="*/ 2134866 w 2738879"/>
                  <a:gd name="connsiteY25" fmla="*/ 1004314 h 2142282"/>
                  <a:gd name="connsiteX26" fmla="*/ 2010952 w 2738879"/>
                  <a:gd name="connsiteY26" fmla="*/ 1537759 h 2142282"/>
                  <a:gd name="connsiteX27" fmla="*/ 2190249 w 2738879"/>
                  <a:gd name="connsiteY27" fmla="*/ 1825510 h 2142282"/>
                  <a:gd name="connsiteX28" fmla="*/ 2244669 w 2738879"/>
                  <a:gd name="connsiteY28" fmla="*/ 1831787 h 2142282"/>
                  <a:gd name="connsiteX29" fmla="*/ 2477959 w 2738879"/>
                  <a:gd name="connsiteY29" fmla="*/ 1646219 h 2142282"/>
                  <a:gd name="connsiteX30" fmla="*/ 2732802 w 2738879"/>
                  <a:gd name="connsiteY30" fmla="*/ 549135 h 2142282"/>
                  <a:gd name="connsiteX31" fmla="*/ 2738811 w 2738879"/>
                  <a:gd name="connsiteY31" fmla="*/ 502369 h 2142282"/>
                  <a:gd name="connsiteX32" fmla="*/ 2738198 w 2738879"/>
                  <a:gd name="connsiteY32" fmla="*/ 486525 h 2142282"/>
                  <a:gd name="connsiteX33" fmla="*/ 2677055 w 2738879"/>
                  <a:gd name="connsiteY33" fmla="*/ 536053 h 2142282"/>
                  <a:gd name="connsiteX34" fmla="*/ 2422211 w 2738879"/>
                  <a:gd name="connsiteY34" fmla="*/ 1633235 h 2142282"/>
                  <a:gd name="connsiteX35" fmla="*/ 2244599 w 2738879"/>
                  <a:gd name="connsiteY35" fmla="*/ 1774568 h 2142282"/>
                  <a:gd name="connsiteX36" fmla="*/ 2203038 w 2738879"/>
                  <a:gd name="connsiteY36" fmla="*/ 1769785 h 2142282"/>
                  <a:gd name="connsiteX37" fmla="*/ 2066485 w 2738879"/>
                  <a:gd name="connsiteY37" fmla="*/ 1550613 h 2142282"/>
                  <a:gd name="connsiteX38" fmla="*/ 2205977 w 2738879"/>
                  <a:gd name="connsiteY38" fmla="*/ 949960 h 2142282"/>
                  <a:gd name="connsiteX39" fmla="*/ 2194764 w 2738879"/>
                  <a:gd name="connsiteY39" fmla="*/ 920223 h 2142282"/>
                  <a:gd name="connsiteX40" fmla="*/ 2163038 w 2738879"/>
                  <a:gd name="connsiteY40" fmla="*/ 919190 h 2142282"/>
                  <a:gd name="connsiteX41" fmla="*/ 336262 w 2738879"/>
                  <a:gd name="connsiteY41" fmla="*/ 2057422 h 2142282"/>
                  <a:gd name="connsiteX42" fmla="*/ 239861 w 2738879"/>
                  <a:gd name="connsiteY42" fmla="*/ 2085015 h 2142282"/>
                  <a:gd name="connsiteX43" fmla="*/ 84595 w 2738879"/>
                  <a:gd name="connsiteY43" fmla="*/ 1998945 h 2142282"/>
                  <a:gd name="connsiteX44" fmla="*/ 143072 w 2738879"/>
                  <a:gd name="connsiteY44" fmla="*/ 1747315 h 2142282"/>
                  <a:gd name="connsiteX45" fmla="*/ 1969848 w 2738879"/>
                  <a:gd name="connsiteY45" fmla="*/ 609181 h 2142282"/>
                  <a:gd name="connsiteX46" fmla="*/ 1982936 w 2738879"/>
                  <a:gd name="connsiteY46" fmla="*/ 580249 h 2142282"/>
                  <a:gd name="connsiteX47" fmla="*/ 1961237 w 2738879"/>
                  <a:gd name="connsiteY47" fmla="*/ 557096 h 2142282"/>
                  <a:gd name="connsiteX48" fmla="*/ 1360584 w 2738879"/>
                  <a:gd name="connsiteY48" fmla="*/ 417604 h 2142282"/>
                  <a:gd name="connsiteX49" fmla="*/ 1224002 w 2738879"/>
                  <a:gd name="connsiteY49" fmla="*/ 198393 h 2142282"/>
                  <a:gd name="connsiteX50" fmla="*/ 1401693 w 2738879"/>
                  <a:gd name="connsiteY50" fmla="*/ 57138 h 2142282"/>
                  <a:gd name="connsiteX51" fmla="*/ 1443293 w 2738879"/>
                  <a:gd name="connsiteY51" fmla="*/ 61921 h 2142282"/>
                  <a:gd name="connsiteX52" fmla="*/ 2540573 w 2738879"/>
                  <a:gd name="connsiteY52" fmla="*/ 316804 h 2142282"/>
                  <a:gd name="connsiteX53" fmla="*/ 2575092 w 2738879"/>
                  <a:gd name="connsiteY53" fmla="*/ 328705 h 2142282"/>
                  <a:gd name="connsiteX54" fmla="*/ 2581942 w 2738879"/>
                  <a:gd name="connsiteY54" fmla="*/ 332532 h 2142282"/>
                  <a:gd name="connsiteX55" fmla="*/ 2592811 w 2738879"/>
                  <a:gd name="connsiteY55" fmla="*/ 338694 h 2142282"/>
                  <a:gd name="connsiteX56" fmla="*/ 2605555 w 2738879"/>
                  <a:gd name="connsiteY56" fmla="*/ 346310 h 2142282"/>
                  <a:gd name="connsiteX57" fmla="*/ 2615543 w 2738879"/>
                  <a:gd name="connsiteY57" fmla="*/ 354844 h 2142282"/>
                  <a:gd name="connsiteX58" fmla="*/ 2619983 w 2738879"/>
                  <a:gd name="connsiteY58" fmla="*/ 358900 h 2142282"/>
                  <a:gd name="connsiteX59" fmla="*/ 2625341 w 2738879"/>
                  <a:gd name="connsiteY59" fmla="*/ 363416 h 2142282"/>
                  <a:gd name="connsiteX60" fmla="*/ 2632191 w 2738879"/>
                  <a:gd name="connsiteY60" fmla="*/ 369348 h 2142282"/>
                  <a:gd name="connsiteX61" fmla="*/ 2654234 w 2738879"/>
                  <a:gd name="connsiteY61" fmla="*/ 397936 h 2142282"/>
                  <a:gd name="connsiteX62" fmla="*/ 2669888 w 2738879"/>
                  <a:gd name="connsiteY62" fmla="*/ 429777 h 2142282"/>
                  <a:gd name="connsiteX63" fmla="*/ 2672528 w 2738879"/>
                  <a:gd name="connsiteY63" fmla="*/ 439306 h 2142282"/>
                  <a:gd name="connsiteX64" fmla="*/ 2674289 w 2738879"/>
                  <a:gd name="connsiteY64" fmla="*/ 446233 h 2142282"/>
                  <a:gd name="connsiteX65" fmla="*/ 2675896 w 2738879"/>
                  <a:gd name="connsiteY65" fmla="*/ 451782 h 2142282"/>
                  <a:gd name="connsiteX66" fmla="*/ 2679225 w 2738879"/>
                  <a:gd name="connsiteY66" fmla="*/ 464756 h 2142282"/>
                  <a:gd name="connsiteX67" fmla="*/ 2680603 w 2738879"/>
                  <a:gd name="connsiteY67" fmla="*/ 484924 h 2142282"/>
                  <a:gd name="connsiteX68" fmla="*/ 2681100 w 2738879"/>
                  <a:gd name="connsiteY68" fmla="*/ 491430 h 2142282"/>
                  <a:gd name="connsiteX69" fmla="*/ 2681560 w 2738879"/>
                  <a:gd name="connsiteY69" fmla="*/ 500232 h 2142282"/>
                  <a:gd name="connsiteX70" fmla="*/ 2677044 w 2738879"/>
                  <a:gd name="connsiteY70" fmla="*/ 536052 h 21422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</a:cxnLst>
                <a:rect l="l" t="t" r="r" b="b"/>
                <a:pathLst>
                  <a:path w="2738879" h="2142282">
                    <a:moveTo>
                      <a:pt x="2737522" y="477270"/>
                    </a:moveTo>
                    <a:cubicBezTo>
                      <a:pt x="2737254" y="469884"/>
                      <a:pt x="2736833" y="462651"/>
                      <a:pt x="2735685" y="455724"/>
                    </a:cubicBezTo>
                    <a:cubicBezTo>
                      <a:pt x="2734613" y="448874"/>
                      <a:pt x="2732776" y="442291"/>
                      <a:pt x="2730786" y="435670"/>
                    </a:cubicBezTo>
                    <a:lnTo>
                      <a:pt x="2701931" y="438694"/>
                    </a:lnTo>
                    <a:lnTo>
                      <a:pt x="2728146" y="425949"/>
                    </a:lnTo>
                    <a:cubicBezTo>
                      <a:pt x="2726960" y="420821"/>
                      <a:pt x="2725582" y="415655"/>
                      <a:pt x="2723630" y="410220"/>
                    </a:cubicBezTo>
                    <a:cubicBezTo>
                      <a:pt x="2718042" y="395410"/>
                      <a:pt x="2711039" y="381250"/>
                      <a:pt x="2702811" y="367932"/>
                    </a:cubicBezTo>
                    <a:cubicBezTo>
                      <a:pt x="2694621" y="354844"/>
                      <a:pt x="2685054" y="342367"/>
                      <a:pt x="2673610" y="330082"/>
                    </a:cubicBezTo>
                    <a:cubicBezTo>
                      <a:pt x="2669937" y="326294"/>
                      <a:pt x="2665956" y="322926"/>
                      <a:pt x="2661938" y="319558"/>
                    </a:cubicBezTo>
                    <a:lnTo>
                      <a:pt x="2654323" y="312861"/>
                    </a:lnTo>
                    <a:cubicBezTo>
                      <a:pt x="2649233" y="308230"/>
                      <a:pt x="2644220" y="303715"/>
                      <a:pt x="2638824" y="299849"/>
                    </a:cubicBezTo>
                    <a:cubicBezTo>
                      <a:pt x="2632892" y="295525"/>
                      <a:pt x="2626462" y="291966"/>
                      <a:pt x="2620033" y="288522"/>
                    </a:cubicBezTo>
                    <a:lnTo>
                      <a:pt x="2602084" y="311216"/>
                    </a:lnTo>
                    <a:lnTo>
                      <a:pt x="2611728" y="283738"/>
                    </a:lnTo>
                    <a:cubicBezTo>
                      <a:pt x="2607212" y="280983"/>
                      <a:pt x="2602697" y="278380"/>
                      <a:pt x="2598257" y="276429"/>
                    </a:cubicBezTo>
                    <a:cubicBezTo>
                      <a:pt x="2583409" y="269693"/>
                      <a:pt x="2568292" y="264527"/>
                      <a:pt x="2553443" y="261159"/>
                    </a:cubicBezTo>
                    <a:lnTo>
                      <a:pt x="1456261" y="6276"/>
                    </a:lnTo>
                    <a:cubicBezTo>
                      <a:pt x="1438389" y="2105"/>
                      <a:pt x="1420058" y="0"/>
                      <a:pt x="1401764" y="0"/>
                    </a:cubicBezTo>
                    <a:cubicBezTo>
                      <a:pt x="1289822" y="0"/>
                      <a:pt x="1193840" y="76349"/>
                      <a:pt x="1168543" y="185568"/>
                    </a:cubicBezTo>
                    <a:cubicBezTo>
                      <a:pt x="1138578" y="314312"/>
                      <a:pt x="1219059" y="443350"/>
                      <a:pt x="1347841" y="473320"/>
                    </a:cubicBezTo>
                    <a:lnTo>
                      <a:pt x="1881286" y="597234"/>
                    </a:lnTo>
                    <a:lnTo>
                      <a:pt x="112901" y="1698923"/>
                    </a:lnTo>
                    <a:cubicBezTo>
                      <a:pt x="734" y="1768804"/>
                      <a:pt x="-33674" y="1917027"/>
                      <a:pt x="36132" y="2029233"/>
                    </a:cubicBezTo>
                    <a:cubicBezTo>
                      <a:pt x="80181" y="2099995"/>
                      <a:pt x="156372" y="2142283"/>
                      <a:pt x="239883" y="2142283"/>
                    </a:cubicBezTo>
                    <a:cubicBezTo>
                      <a:pt x="284582" y="2142283"/>
                      <a:pt x="328402" y="2129691"/>
                      <a:pt x="366482" y="2106003"/>
                    </a:cubicBezTo>
                    <a:lnTo>
                      <a:pt x="2134866" y="1004314"/>
                    </a:lnTo>
                    <a:lnTo>
                      <a:pt x="2010952" y="1537759"/>
                    </a:lnTo>
                    <a:cubicBezTo>
                      <a:pt x="1981063" y="1666464"/>
                      <a:pt x="2061430" y="1795619"/>
                      <a:pt x="2190249" y="1825510"/>
                    </a:cubicBezTo>
                    <a:cubicBezTo>
                      <a:pt x="2208121" y="1829682"/>
                      <a:pt x="2226415" y="1831787"/>
                      <a:pt x="2244669" y="1831787"/>
                    </a:cubicBezTo>
                    <a:cubicBezTo>
                      <a:pt x="2356690" y="1831787"/>
                      <a:pt x="2452634" y="1755476"/>
                      <a:pt x="2477959" y="1646219"/>
                    </a:cubicBezTo>
                    <a:lnTo>
                      <a:pt x="2732802" y="549135"/>
                    </a:lnTo>
                    <a:cubicBezTo>
                      <a:pt x="2736400" y="533751"/>
                      <a:pt x="2738466" y="517868"/>
                      <a:pt x="2738811" y="502369"/>
                    </a:cubicBezTo>
                    <a:cubicBezTo>
                      <a:pt x="2739040" y="497050"/>
                      <a:pt x="2738658" y="491807"/>
                      <a:pt x="2738198" y="486525"/>
                    </a:cubicBezTo>
                    <a:close/>
                    <a:moveTo>
                      <a:pt x="2677055" y="536053"/>
                    </a:moveTo>
                    <a:lnTo>
                      <a:pt x="2422211" y="1633235"/>
                    </a:lnTo>
                    <a:cubicBezTo>
                      <a:pt x="2402885" y="1716434"/>
                      <a:pt x="2329866" y="1774568"/>
                      <a:pt x="2244599" y="1774568"/>
                    </a:cubicBezTo>
                    <a:cubicBezTo>
                      <a:pt x="2230707" y="1774568"/>
                      <a:pt x="2216777" y="1772961"/>
                      <a:pt x="2203038" y="1769785"/>
                    </a:cubicBezTo>
                    <a:cubicBezTo>
                      <a:pt x="2104949" y="1746976"/>
                      <a:pt x="2043756" y="1648623"/>
                      <a:pt x="2066485" y="1550613"/>
                    </a:cubicBezTo>
                    <a:lnTo>
                      <a:pt x="2205977" y="949960"/>
                    </a:lnTo>
                    <a:cubicBezTo>
                      <a:pt x="2208617" y="938709"/>
                      <a:pt x="2204216" y="926997"/>
                      <a:pt x="2194764" y="920223"/>
                    </a:cubicBezTo>
                    <a:cubicBezTo>
                      <a:pt x="2185349" y="913488"/>
                      <a:pt x="2172835" y="913067"/>
                      <a:pt x="2163038" y="919190"/>
                    </a:cubicBezTo>
                    <a:lnTo>
                      <a:pt x="336262" y="2057422"/>
                    </a:lnTo>
                    <a:cubicBezTo>
                      <a:pt x="307216" y="2075486"/>
                      <a:pt x="273920" y="2085015"/>
                      <a:pt x="239861" y="2085015"/>
                    </a:cubicBezTo>
                    <a:cubicBezTo>
                      <a:pt x="176255" y="2085015"/>
                      <a:pt x="118200" y="2052829"/>
                      <a:pt x="84595" y="1998945"/>
                    </a:cubicBezTo>
                    <a:cubicBezTo>
                      <a:pt x="31400" y="1913449"/>
                      <a:pt x="57615" y="1800592"/>
                      <a:pt x="143072" y="1747315"/>
                    </a:cubicBezTo>
                    <a:lnTo>
                      <a:pt x="1969848" y="609181"/>
                    </a:lnTo>
                    <a:cubicBezTo>
                      <a:pt x="1979683" y="603058"/>
                      <a:pt x="1984888" y="591653"/>
                      <a:pt x="1982936" y="580249"/>
                    </a:cubicBezTo>
                    <a:cubicBezTo>
                      <a:pt x="1981061" y="568882"/>
                      <a:pt x="1972412" y="559736"/>
                      <a:pt x="1961237" y="557096"/>
                    </a:cubicBezTo>
                    <a:lnTo>
                      <a:pt x="1360584" y="417604"/>
                    </a:lnTo>
                    <a:cubicBezTo>
                      <a:pt x="1262495" y="394795"/>
                      <a:pt x="1201263" y="296521"/>
                      <a:pt x="1224002" y="198393"/>
                    </a:cubicBezTo>
                    <a:cubicBezTo>
                      <a:pt x="1243367" y="115346"/>
                      <a:pt x="1316463" y="57138"/>
                      <a:pt x="1401693" y="57138"/>
                    </a:cubicBezTo>
                    <a:cubicBezTo>
                      <a:pt x="1415624" y="57138"/>
                      <a:pt x="1429592" y="58745"/>
                      <a:pt x="1443293" y="61921"/>
                    </a:cubicBezTo>
                    <a:lnTo>
                      <a:pt x="2540573" y="316804"/>
                    </a:lnTo>
                    <a:cubicBezTo>
                      <a:pt x="2551785" y="319368"/>
                      <a:pt x="2563190" y="323310"/>
                      <a:pt x="2575092" y="328705"/>
                    </a:cubicBezTo>
                    <a:cubicBezTo>
                      <a:pt x="2577541" y="329739"/>
                      <a:pt x="2579723" y="331155"/>
                      <a:pt x="2581942" y="332532"/>
                    </a:cubicBezTo>
                    <a:lnTo>
                      <a:pt x="2592811" y="338694"/>
                    </a:lnTo>
                    <a:cubicBezTo>
                      <a:pt x="2597059" y="341028"/>
                      <a:pt x="2601345" y="343248"/>
                      <a:pt x="2605555" y="346310"/>
                    </a:cubicBezTo>
                    <a:cubicBezTo>
                      <a:pt x="2609153" y="348874"/>
                      <a:pt x="2612291" y="351897"/>
                      <a:pt x="2615543" y="354844"/>
                    </a:cubicBezTo>
                    <a:cubicBezTo>
                      <a:pt x="2615773" y="354997"/>
                      <a:pt x="2619830" y="358747"/>
                      <a:pt x="2619983" y="358900"/>
                    </a:cubicBezTo>
                    <a:lnTo>
                      <a:pt x="2625341" y="363416"/>
                    </a:lnTo>
                    <a:cubicBezTo>
                      <a:pt x="2627866" y="365521"/>
                      <a:pt x="2630430" y="367588"/>
                      <a:pt x="2632191" y="369348"/>
                    </a:cubicBezTo>
                    <a:cubicBezTo>
                      <a:pt x="2640611" y="378418"/>
                      <a:pt x="2648035" y="388101"/>
                      <a:pt x="2654234" y="397936"/>
                    </a:cubicBezTo>
                    <a:cubicBezTo>
                      <a:pt x="2660472" y="408039"/>
                      <a:pt x="2665792" y="418908"/>
                      <a:pt x="2669888" y="429777"/>
                    </a:cubicBezTo>
                    <a:cubicBezTo>
                      <a:pt x="2671036" y="432915"/>
                      <a:pt x="2671724" y="436130"/>
                      <a:pt x="2672528" y="439306"/>
                    </a:cubicBezTo>
                    <a:lnTo>
                      <a:pt x="2674289" y="446233"/>
                    </a:lnTo>
                    <a:cubicBezTo>
                      <a:pt x="2674327" y="446348"/>
                      <a:pt x="2675819" y="451667"/>
                      <a:pt x="2675896" y="451782"/>
                    </a:cubicBezTo>
                    <a:cubicBezTo>
                      <a:pt x="2677082" y="455915"/>
                      <a:pt x="2678422" y="460010"/>
                      <a:pt x="2679225" y="464756"/>
                    </a:cubicBezTo>
                    <a:cubicBezTo>
                      <a:pt x="2680029" y="469616"/>
                      <a:pt x="2680182" y="474514"/>
                      <a:pt x="2680603" y="484924"/>
                    </a:cubicBezTo>
                    <a:lnTo>
                      <a:pt x="2681100" y="491430"/>
                    </a:lnTo>
                    <a:cubicBezTo>
                      <a:pt x="2681330" y="494224"/>
                      <a:pt x="2681674" y="496979"/>
                      <a:pt x="2681560" y="500232"/>
                    </a:cubicBezTo>
                    <a:cubicBezTo>
                      <a:pt x="2681330" y="512478"/>
                      <a:pt x="2679761" y="524457"/>
                      <a:pt x="2677044" y="536052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3A3AF4C-BCB9-4EA6-8DC0-1C50AC8114E3}"/>
              </a:ext>
            </a:extLst>
          </p:cNvPr>
          <p:cNvSpPr txBox="1"/>
          <p:nvPr/>
        </p:nvSpPr>
        <p:spPr>
          <a:xfrm>
            <a:off x="8292524" y="3122256"/>
            <a:ext cx="3528000" cy="461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sz="1400" b="1" i="0" u="none" strike="noStrike" baseline="0">
                <a:solidFill>
                  <a:srgbClr val="83C937"/>
                </a:solidFill>
                <a:latin typeface="+mj-lt"/>
              </a:rPr>
              <a:t>INNOVATION AND </a:t>
            </a:r>
            <a:br>
              <a:rPr lang="en-US" sz="1400" b="1" i="0" u="none" strike="noStrike" baseline="0">
                <a:solidFill>
                  <a:srgbClr val="83C937"/>
                </a:solidFill>
                <a:latin typeface="+mj-lt"/>
              </a:rPr>
            </a:br>
            <a:r>
              <a:rPr lang="en-US" sz="1400" b="1" i="0" u="none" strike="noStrike" baseline="0">
                <a:solidFill>
                  <a:srgbClr val="83C937"/>
                </a:solidFill>
                <a:latin typeface="+mj-lt"/>
              </a:rPr>
              <a:t>COMPETITIVE ADVANTAGE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56751CE-1C7F-4CFE-B5BA-FA1CE596FE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821972" y="3661197"/>
            <a:ext cx="469105" cy="0"/>
          </a:xfrm>
          <a:prstGeom prst="line">
            <a:avLst/>
          </a:prstGeom>
          <a:ln w="38100">
            <a:solidFill>
              <a:srgbClr val="83C93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7C478EE-F583-460E-9D3A-58AC587DC945}"/>
              </a:ext>
            </a:extLst>
          </p:cNvPr>
          <p:cNvSpPr txBox="1"/>
          <p:nvPr/>
        </p:nvSpPr>
        <p:spPr>
          <a:xfrm>
            <a:off x="8292524" y="3759819"/>
            <a:ext cx="3528000" cy="108157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180000" indent="-18000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200" b="0" i="0" u="none" strike="noStrike" baseline="0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/>
              <a:t>Companies without accessible sites loose $6.9 billion to accessible competitors (US Department of Commerce)</a:t>
            </a:r>
          </a:p>
          <a:p>
            <a:r>
              <a:rPr lang="en-US"/>
              <a:t>Cost of compliance is very high when accessibility is done late in the product lifecycle</a:t>
            </a:r>
          </a:p>
        </p:txBody>
      </p:sp>
    </p:spTree>
    <p:extLst>
      <p:ext uri="{BB962C8B-B14F-4D97-AF65-F5344CB8AC3E}">
        <p14:creationId xmlns:p14="http://schemas.microsoft.com/office/powerpoint/2010/main" val="38088082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758A5E9-8B35-F6B6-8043-761DDEE46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FBDB023-C1A5-4ABF-B6D8-70426759D17D}" type="slidenum">
              <a:rPr kumimoji="0" lang="en-IN" sz="800" b="0" i="0" u="none" strike="noStrike" kern="1200" cap="none" spc="0" normalizeH="0" baseline="0" noProof="0" smtClean="0">
                <a:ln>
                  <a:noFill/>
                </a:ln>
                <a:solidFill>
                  <a:srgbClr val="3E4245"/>
                </a:solidFill>
                <a:effectLst/>
                <a:uLnTx/>
                <a:uFillTx/>
                <a:latin typeface="Open Sans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N" sz="800" b="0" i="0" u="none" strike="noStrike" kern="1200" cap="none" spc="0" normalizeH="0" baseline="0" noProof="0">
              <a:ln>
                <a:noFill/>
              </a:ln>
              <a:solidFill>
                <a:srgbClr val="3E4245"/>
              </a:solidFill>
              <a:effectLst/>
              <a:uLnTx/>
              <a:uFillTx/>
              <a:latin typeface="Open Sans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8A7F99-365C-E7F1-205A-8BDD6058AF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999" y="360000"/>
            <a:ext cx="11460525" cy="493200"/>
          </a:xfrm>
        </p:spPr>
        <p:txBody>
          <a:bodyPr/>
          <a:lstStyle/>
          <a:p>
            <a:r>
              <a:rPr lang="en-IN"/>
              <a:t>Our Services</a:t>
            </a:r>
            <a:endParaRPr lang="en-US"/>
          </a:p>
        </p:txBody>
      </p:sp>
      <p:grpSp>
        <p:nvGrpSpPr>
          <p:cNvPr id="53" name="Group 1">
            <a:extLst>
              <a:ext uri="{FF2B5EF4-FFF2-40B4-BE49-F238E27FC236}">
                <a16:creationId xmlns:a16="http://schemas.microsoft.com/office/drawing/2014/main" id="{3143EF5F-36AC-A1B4-1577-32FCD94740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71476" y="1528891"/>
            <a:ext cx="2213263" cy="3959332"/>
            <a:chOff x="371476" y="1528891"/>
            <a:chExt cx="2213263" cy="3959332"/>
          </a:xfrm>
        </p:grpSpPr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EA59B72B-A016-BBE2-E768-3E9DA6314D81}"/>
                </a:ext>
              </a:extLst>
            </p:cNvPr>
            <p:cNvSpPr/>
            <p:nvPr/>
          </p:nvSpPr>
          <p:spPr>
            <a:xfrm>
              <a:off x="371476" y="1528891"/>
              <a:ext cx="2213263" cy="3959332"/>
            </a:xfrm>
            <a:prstGeom prst="roundRect">
              <a:avLst>
                <a:gd name="adj" fmla="val 7277"/>
              </a:avLst>
            </a:prstGeom>
            <a:solidFill>
              <a:schemeClr val="bg1"/>
            </a:solidFill>
            <a:ln>
              <a:noFill/>
            </a:ln>
            <a:effectLst>
              <a:outerShdw blurRad="38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A92A7215-B61C-6085-304C-D9EE360EA2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70341" y="1814588"/>
              <a:ext cx="1415532" cy="1698964"/>
              <a:chOff x="770341" y="1814588"/>
              <a:chExt cx="1415532" cy="1698964"/>
            </a:xfrm>
          </p:grpSpPr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A19A21A4-E8DD-3408-84F2-C3AE2B8DE3C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34684" y="1878931"/>
                <a:ext cx="1286847" cy="1286847"/>
              </a:xfrm>
              <a:prstGeom prst="ellipse">
                <a:avLst/>
              </a:prstGeom>
              <a:solidFill>
                <a:srgbClr val="4B95E0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"/>
                  <a:ea typeface="+mn-ea"/>
                  <a:cs typeface="+mn-cs"/>
                </a:endParaRPr>
              </a:p>
            </p:txBody>
          </p:sp>
          <p:pic>
            <p:nvPicPr>
              <p:cNvPr id="57" name="Picture 2" descr="user research Icon 2457895">
                <a:extLst>
                  <a:ext uri="{FF2B5EF4-FFF2-40B4-BE49-F238E27FC236}">
                    <a16:creationId xmlns:a16="http://schemas.microsoft.com/office/drawing/2014/main" id="{A80D2E29-C6B9-63AE-BA2B-D5210ED4D51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brightnessContrast bright="1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185078" y="2229325"/>
                <a:ext cx="586058" cy="58605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8" name="Freeform 57">
                <a:extLst>
                  <a:ext uri="{FF2B5EF4-FFF2-40B4-BE49-F238E27FC236}">
                    <a16:creationId xmlns:a16="http://schemas.microsoft.com/office/drawing/2014/main" id="{79C31BF3-24E3-A2ED-5B76-9CF5F28F8FFA}"/>
                  </a:ext>
                </a:extLst>
              </p:cNvPr>
              <p:cNvSpPr/>
              <p:nvPr/>
            </p:nvSpPr>
            <p:spPr>
              <a:xfrm rot="10800000">
                <a:off x="1148964" y="3184065"/>
                <a:ext cx="658286" cy="329487"/>
              </a:xfrm>
              <a:custGeom>
                <a:avLst/>
                <a:gdLst>
                  <a:gd name="connsiteX0" fmla="*/ 658286 w 658286"/>
                  <a:gd name="connsiteY0" fmla="*/ 329487 h 329487"/>
                  <a:gd name="connsiteX1" fmla="*/ 579590 w 658286"/>
                  <a:gd name="connsiteY1" fmla="*/ 286773 h 329487"/>
                  <a:gd name="connsiteX2" fmla="*/ 329141 w 658286"/>
                  <a:gd name="connsiteY2" fmla="*/ 236209 h 329487"/>
                  <a:gd name="connsiteX3" fmla="*/ 78692 w 658286"/>
                  <a:gd name="connsiteY3" fmla="*/ 286773 h 329487"/>
                  <a:gd name="connsiteX4" fmla="*/ 0 w 658286"/>
                  <a:gd name="connsiteY4" fmla="*/ 329485 h 329487"/>
                  <a:gd name="connsiteX5" fmla="*/ 329142 w 658286"/>
                  <a:gd name="connsiteY5" fmla="*/ 0 h 3294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58286" h="329487">
                    <a:moveTo>
                      <a:pt x="658286" y="329487"/>
                    </a:moveTo>
                    <a:lnTo>
                      <a:pt x="579590" y="286773"/>
                    </a:lnTo>
                    <a:cubicBezTo>
                      <a:pt x="502612" y="254214"/>
                      <a:pt x="417979" y="236209"/>
                      <a:pt x="329141" y="236209"/>
                    </a:cubicBezTo>
                    <a:cubicBezTo>
                      <a:pt x="240303" y="236209"/>
                      <a:pt x="155670" y="254214"/>
                      <a:pt x="78692" y="286773"/>
                    </a:cubicBezTo>
                    <a:lnTo>
                      <a:pt x="0" y="329485"/>
                    </a:lnTo>
                    <a:lnTo>
                      <a:pt x="329142" y="0"/>
                    </a:lnTo>
                    <a:close/>
                  </a:path>
                </a:pathLst>
              </a:custGeom>
              <a:solidFill>
                <a:srgbClr val="4B95E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136674F7-3212-8194-820E-A75BF32C550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70341" y="1814588"/>
                <a:ext cx="1415532" cy="1415532"/>
              </a:xfrm>
              <a:prstGeom prst="ellipse">
                <a:avLst/>
              </a:prstGeom>
              <a:noFill/>
              <a:ln w="19050">
                <a:solidFill>
                  <a:srgbClr val="4B95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"/>
                  <a:ea typeface="+mn-ea"/>
                  <a:cs typeface="+mn-cs"/>
                </a:endParaRPr>
              </a:p>
            </p:txBody>
          </p:sp>
        </p:grpSp>
      </p:grpSp>
      <p:sp>
        <p:nvSpPr>
          <p:cNvPr id="60" name="User Reasearch">
            <a:extLst>
              <a:ext uri="{FF2B5EF4-FFF2-40B4-BE49-F238E27FC236}">
                <a16:creationId xmlns:a16="http://schemas.microsoft.com/office/drawing/2014/main" id="{1615CB34-BFD4-6919-9588-5FFBCD4843D9}"/>
              </a:ext>
            </a:extLst>
          </p:cNvPr>
          <p:cNvSpPr txBox="1">
            <a:spLocks/>
          </p:cNvSpPr>
          <p:nvPr/>
        </p:nvSpPr>
        <p:spPr>
          <a:xfrm>
            <a:off x="488107" y="3695140"/>
            <a:ext cx="1980000" cy="4610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  <a:tabLst/>
              <a:defRPr/>
            </a:pPr>
            <a:r>
              <a:rPr kumimoji="0" lang="en-IN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pen Sans"/>
                <a:ea typeface="+mj-ea"/>
                <a:cs typeface="+mj-cs"/>
              </a:rPr>
              <a:t>User </a:t>
            </a:r>
          </a:p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  <a:tabLst/>
              <a:defRPr/>
            </a:pPr>
            <a:r>
              <a:rPr kumimoji="0" lang="en-IN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pen Sans"/>
                <a:ea typeface="+mj-ea"/>
                <a:cs typeface="+mj-cs"/>
              </a:rPr>
              <a:t>Research</a:t>
            </a: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Open Sans"/>
              <a:ea typeface="+mj-ea"/>
              <a:cs typeface="+mj-cs"/>
            </a:endParaRPr>
          </a:p>
        </p:txBody>
      </p:sp>
      <p:sp>
        <p:nvSpPr>
          <p:cNvPr id="61" name="Text box 1">
            <a:extLst>
              <a:ext uri="{FF2B5EF4-FFF2-40B4-BE49-F238E27FC236}">
                <a16:creationId xmlns:a16="http://schemas.microsoft.com/office/drawing/2014/main" id="{E90297AC-37AD-C64D-4998-1CBAEAB23F63}"/>
              </a:ext>
            </a:extLst>
          </p:cNvPr>
          <p:cNvSpPr txBox="1">
            <a:spLocks/>
          </p:cNvSpPr>
          <p:nvPr/>
        </p:nvSpPr>
        <p:spPr>
          <a:xfrm>
            <a:off x="488107" y="4334017"/>
            <a:ext cx="1980000" cy="9350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180000" indent="-18000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200" b="0" i="0" u="none" strike="noStrike" baseline="0">
                <a:solidFill>
                  <a:schemeClr val="accent4"/>
                </a:solidFill>
                <a:latin typeface="+mj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3E4245"/>
                </a:solidFill>
                <a:effectLst/>
                <a:uLnTx/>
                <a:uFillTx/>
                <a:latin typeface="Open Sans"/>
                <a:ea typeface="+mn-ea"/>
                <a:cs typeface="+mn-cs"/>
              </a:rPr>
              <a:t>Conduct  research with users with disabilities to get actionable data.</a:t>
            </a:r>
            <a:endParaRPr kumimoji="0" lang="en-IN" sz="1400" b="0" i="0" u="none" strike="noStrike" kern="1200" cap="none" spc="0" normalizeH="0" baseline="0" noProof="0">
              <a:ln>
                <a:noFill/>
              </a:ln>
              <a:solidFill>
                <a:srgbClr val="3E4245"/>
              </a:solidFill>
              <a:effectLst/>
              <a:uLnTx/>
              <a:uFillTx/>
              <a:latin typeface="Open Sans"/>
              <a:ea typeface="+mn-ea"/>
              <a:cs typeface="+mn-cs"/>
            </a:endParaRPr>
          </a:p>
        </p:txBody>
      </p:sp>
      <p:grpSp>
        <p:nvGrpSpPr>
          <p:cNvPr id="62" name="Group 2">
            <a:extLst>
              <a:ext uri="{FF2B5EF4-FFF2-40B4-BE49-F238E27FC236}">
                <a16:creationId xmlns:a16="http://schemas.microsoft.com/office/drawing/2014/main" id="{29806A2B-BD13-A986-B00A-F069C9D1F4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2681168" y="1528891"/>
            <a:ext cx="2213263" cy="3959332"/>
            <a:chOff x="2681168" y="1528891"/>
            <a:chExt cx="2213263" cy="3959332"/>
          </a:xfrm>
        </p:grpSpPr>
        <p:sp>
          <p:nvSpPr>
            <p:cNvPr id="63" name="Rounded Rectangle 62">
              <a:extLst>
                <a:ext uri="{FF2B5EF4-FFF2-40B4-BE49-F238E27FC236}">
                  <a16:creationId xmlns:a16="http://schemas.microsoft.com/office/drawing/2014/main" id="{5BB7E65B-4A5F-9461-3786-CCEDD75234A5}"/>
                </a:ext>
              </a:extLst>
            </p:cNvPr>
            <p:cNvSpPr/>
            <p:nvPr/>
          </p:nvSpPr>
          <p:spPr>
            <a:xfrm>
              <a:off x="2681168" y="1528891"/>
              <a:ext cx="2213263" cy="3959332"/>
            </a:xfrm>
            <a:prstGeom prst="roundRect">
              <a:avLst>
                <a:gd name="adj" fmla="val 7277"/>
              </a:avLst>
            </a:prstGeom>
            <a:solidFill>
              <a:schemeClr val="bg1"/>
            </a:solidFill>
            <a:ln>
              <a:noFill/>
            </a:ln>
            <a:effectLst>
              <a:outerShdw blurRad="38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24" name="Group 1023">
              <a:extLst>
                <a:ext uri="{FF2B5EF4-FFF2-40B4-BE49-F238E27FC236}">
                  <a16:creationId xmlns:a16="http://schemas.microsoft.com/office/drawing/2014/main" id="{D4B20DB3-EAAA-AB0E-30F4-44593FA3CF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3080033" y="1818386"/>
              <a:ext cx="1415532" cy="1698964"/>
              <a:chOff x="3080033" y="1818386"/>
              <a:chExt cx="1415532" cy="1698964"/>
            </a:xfrm>
          </p:grpSpPr>
          <p:sp>
            <p:nvSpPr>
              <p:cNvPr id="1025" name="Oval 1024">
                <a:extLst>
                  <a:ext uri="{FF2B5EF4-FFF2-40B4-BE49-F238E27FC236}">
                    <a16:creationId xmlns:a16="http://schemas.microsoft.com/office/drawing/2014/main" id="{C563BAC9-FCEA-1171-2DFE-4247D793558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144376" y="1882729"/>
                <a:ext cx="1286847" cy="1286847"/>
              </a:xfrm>
              <a:prstGeom prst="ellipse">
                <a:avLst/>
              </a:prstGeom>
              <a:solidFill>
                <a:schemeClr val="accent2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"/>
                  <a:ea typeface="+mn-ea"/>
                  <a:cs typeface="+mn-cs"/>
                </a:endParaRPr>
              </a:p>
            </p:txBody>
          </p:sp>
          <p:pic>
            <p:nvPicPr>
              <p:cNvPr id="1027" name="Picture 10" descr="accessibility Icon 397531">
                <a:extLst>
                  <a:ext uri="{FF2B5EF4-FFF2-40B4-BE49-F238E27FC236}">
                    <a16:creationId xmlns:a16="http://schemas.microsoft.com/office/drawing/2014/main" id="{8BFD0E28-6477-5D06-F7A9-43529645A98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rightnessContrast bright="1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37891" y="2276244"/>
                <a:ext cx="499817" cy="4998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29" name="Freeform 1028">
                <a:extLst>
                  <a:ext uri="{FF2B5EF4-FFF2-40B4-BE49-F238E27FC236}">
                    <a16:creationId xmlns:a16="http://schemas.microsoft.com/office/drawing/2014/main" id="{47F25A50-BEEB-1390-6D9C-8A68856FD138}"/>
                  </a:ext>
                </a:extLst>
              </p:cNvPr>
              <p:cNvSpPr/>
              <p:nvPr/>
            </p:nvSpPr>
            <p:spPr>
              <a:xfrm rot="10800000">
                <a:off x="3458657" y="3187863"/>
                <a:ext cx="658286" cy="329487"/>
              </a:xfrm>
              <a:custGeom>
                <a:avLst/>
                <a:gdLst>
                  <a:gd name="connsiteX0" fmla="*/ 658286 w 658286"/>
                  <a:gd name="connsiteY0" fmla="*/ 329487 h 329487"/>
                  <a:gd name="connsiteX1" fmla="*/ 579590 w 658286"/>
                  <a:gd name="connsiteY1" fmla="*/ 286773 h 329487"/>
                  <a:gd name="connsiteX2" fmla="*/ 329141 w 658286"/>
                  <a:gd name="connsiteY2" fmla="*/ 236209 h 329487"/>
                  <a:gd name="connsiteX3" fmla="*/ 78692 w 658286"/>
                  <a:gd name="connsiteY3" fmla="*/ 286773 h 329487"/>
                  <a:gd name="connsiteX4" fmla="*/ 0 w 658286"/>
                  <a:gd name="connsiteY4" fmla="*/ 329485 h 329487"/>
                  <a:gd name="connsiteX5" fmla="*/ 329142 w 658286"/>
                  <a:gd name="connsiteY5" fmla="*/ 0 h 3294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58286" h="329487">
                    <a:moveTo>
                      <a:pt x="658286" y="329487"/>
                    </a:moveTo>
                    <a:lnTo>
                      <a:pt x="579590" y="286773"/>
                    </a:lnTo>
                    <a:cubicBezTo>
                      <a:pt x="502612" y="254214"/>
                      <a:pt x="417979" y="236209"/>
                      <a:pt x="329141" y="236209"/>
                    </a:cubicBezTo>
                    <a:cubicBezTo>
                      <a:pt x="240303" y="236209"/>
                      <a:pt x="155670" y="254214"/>
                      <a:pt x="78692" y="286773"/>
                    </a:cubicBezTo>
                    <a:lnTo>
                      <a:pt x="0" y="329485"/>
                    </a:lnTo>
                    <a:lnTo>
                      <a:pt x="329142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030" name="Oval 1029">
                <a:extLst>
                  <a:ext uri="{FF2B5EF4-FFF2-40B4-BE49-F238E27FC236}">
                    <a16:creationId xmlns:a16="http://schemas.microsoft.com/office/drawing/2014/main" id="{48A63FF1-EE92-FB69-12B3-44FA60EA31B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080033" y="1818386"/>
                <a:ext cx="1415532" cy="1415532"/>
              </a:xfrm>
              <a:prstGeom prst="ellipse">
                <a:avLst/>
              </a:prstGeom>
              <a:noFill/>
              <a:ln w="1905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"/>
                  <a:ea typeface="+mn-ea"/>
                  <a:cs typeface="+mn-cs"/>
                </a:endParaRPr>
              </a:p>
            </p:txBody>
          </p:sp>
        </p:grpSp>
      </p:grpSp>
      <p:sp>
        <p:nvSpPr>
          <p:cNvPr id="1031" name="Accessible Design">
            <a:extLst>
              <a:ext uri="{FF2B5EF4-FFF2-40B4-BE49-F238E27FC236}">
                <a16:creationId xmlns:a16="http://schemas.microsoft.com/office/drawing/2014/main" id="{29985182-6A5C-2DBC-BB5E-AE7782B7DB14}"/>
              </a:ext>
            </a:extLst>
          </p:cNvPr>
          <p:cNvSpPr txBox="1">
            <a:spLocks/>
          </p:cNvSpPr>
          <p:nvPr/>
        </p:nvSpPr>
        <p:spPr>
          <a:xfrm>
            <a:off x="2797799" y="3695140"/>
            <a:ext cx="1980000" cy="4610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  <a:tabLst/>
              <a:defRPr/>
            </a:pPr>
            <a:r>
              <a:rPr kumimoji="0" lang="en-IN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Accessible </a:t>
            </a:r>
          </a:p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  <a:tabLst/>
              <a:defRPr/>
            </a:pPr>
            <a:r>
              <a:rPr kumimoji="0" lang="en-IN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Design</a:t>
            </a:r>
          </a:p>
        </p:txBody>
      </p:sp>
      <p:sp>
        <p:nvSpPr>
          <p:cNvPr id="1032" name="Text box 2">
            <a:extLst>
              <a:ext uri="{FF2B5EF4-FFF2-40B4-BE49-F238E27FC236}">
                <a16:creationId xmlns:a16="http://schemas.microsoft.com/office/drawing/2014/main" id="{7C03C60A-BE4B-8ECB-D4C0-53324317E0D6}"/>
              </a:ext>
            </a:extLst>
          </p:cNvPr>
          <p:cNvSpPr txBox="1">
            <a:spLocks/>
          </p:cNvSpPr>
          <p:nvPr/>
        </p:nvSpPr>
        <p:spPr>
          <a:xfrm>
            <a:off x="2797799" y="4334017"/>
            <a:ext cx="1980000" cy="6980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180000" indent="-18000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200" b="0" i="0" u="none" strike="noStrike" baseline="0">
                <a:solidFill>
                  <a:schemeClr val="accent4"/>
                </a:solidFill>
                <a:latin typeface="+mj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3E4245"/>
                </a:solidFill>
                <a:effectLst/>
                <a:uLnTx/>
                <a:uFillTx/>
                <a:latin typeface="Open Sans"/>
                <a:ea typeface="+mn-ea"/>
                <a:cs typeface="+mn-cs"/>
              </a:rPr>
              <a:t>Get experts to review designs for accessibility</a:t>
            </a:r>
            <a:endParaRPr kumimoji="0" lang="en-IN" sz="1400" b="0" i="0" u="none" strike="noStrike" kern="1200" cap="none" spc="0" normalizeH="0" baseline="0" noProof="0">
              <a:ln>
                <a:noFill/>
              </a:ln>
              <a:solidFill>
                <a:srgbClr val="3E4245"/>
              </a:solidFill>
              <a:effectLst/>
              <a:uLnTx/>
              <a:uFillTx/>
              <a:latin typeface="Open Sans"/>
              <a:ea typeface="+mn-ea"/>
              <a:cs typeface="+mn-cs"/>
            </a:endParaRPr>
          </a:p>
        </p:txBody>
      </p:sp>
      <p:grpSp>
        <p:nvGrpSpPr>
          <p:cNvPr id="1033" name="Group 3">
            <a:extLst>
              <a:ext uri="{FF2B5EF4-FFF2-40B4-BE49-F238E27FC236}">
                <a16:creationId xmlns:a16="http://schemas.microsoft.com/office/drawing/2014/main" id="{9B556EC0-308F-D9D8-461F-B6736C8223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990860" y="1528891"/>
            <a:ext cx="2213263" cy="3959332"/>
            <a:chOff x="4990860" y="1528891"/>
            <a:chExt cx="2213263" cy="3959332"/>
          </a:xfrm>
        </p:grpSpPr>
        <p:sp>
          <p:nvSpPr>
            <p:cNvPr id="1034" name="Rounded Rectangle 1033">
              <a:extLst>
                <a:ext uri="{FF2B5EF4-FFF2-40B4-BE49-F238E27FC236}">
                  <a16:creationId xmlns:a16="http://schemas.microsoft.com/office/drawing/2014/main" id="{6724977E-F80C-6B58-D5F2-0521CF843728}"/>
                </a:ext>
              </a:extLst>
            </p:cNvPr>
            <p:cNvSpPr/>
            <p:nvPr/>
          </p:nvSpPr>
          <p:spPr>
            <a:xfrm>
              <a:off x="4990860" y="1528891"/>
              <a:ext cx="2213263" cy="3959332"/>
            </a:xfrm>
            <a:prstGeom prst="roundRect">
              <a:avLst>
                <a:gd name="adj" fmla="val 7277"/>
              </a:avLst>
            </a:prstGeom>
            <a:solidFill>
              <a:schemeClr val="bg1"/>
            </a:solidFill>
            <a:ln>
              <a:noFill/>
            </a:ln>
            <a:effectLst>
              <a:outerShdw blurRad="38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35" name="Group 1034">
              <a:extLst>
                <a:ext uri="{FF2B5EF4-FFF2-40B4-BE49-F238E27FC236}">
                  <a16:creationId xmlns:a16="http://schemas.microsoft.com/office/drawing/2014/main" id="{4D4D8E10-AA78-3AAE-D592-EAC49CBB03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5389725" y="1818386"/>
              <a:ext cx="1415532" cy="1698964"/>
              <a:chOff x="5389725" y="1818386"/>
              <a:chExt cx="1415532" cy="1698964"/>
            </a:xfrm>
          </p:grpSpPr>
          <p:sp>
            <p:nvSpPr>
              <p:cNvPr id="1036" name="Oval 1035">
                <a:extLst>
                  <a:ext uri="{FF2B5EF4-FFF2-40B4-BE49-F238E27FC236}">
                    <a16:creationId xmlns:a16="http://schemas.microsoft.com/office/drawing/2014/main" id="{51CC8987-5F67-AB32-AA09-964A18CDCE0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54068" y="1882729"/>
                <a:ext cx="1286847" cy="1286847"/>
              </a:xfrm>
              <a:prstGeom prst="ellipse">
                <a:avLst/>
              </a:prstGeom>
              <a:solidFill>
                <a:srgbClr val="83C937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"/>
                  <a:ea typeface="+mn-ea"/>
                  <a:cs typeface="+mn-cs"/>
                </a:endParaRPr>
              </a:p>
            </p:txBody>
          </p:sp>
          <p:sp>
            <p:nvSpPr>
              <p:cNvPr id="1037" name="Freeform 1036">
                <a:extLst>
                  <a:ext uri="{FF2B5EF4-FFF2-40B4-BE49-F238E27FC236}">
                    <a16:creationId xmlns:a16="http://schemas.microsoft.com/office/drawing/2014/main" id="{4FBE6BB8-A37C-A93E-F9AB-7080B3EDFD51}"/>
                  </a:ext>
                </a:extLst>
              </p:cNvPr>
              <p:cNvSpPr/>
              <p:nvPr/>
            </p:nvSpPr>
            <p:spPr>
              <a:xfrm rot="10800000">
                <a:off x="5768348" y="3187863"/>
                <a:ext cx="658286" cy="329487"/>
              </a:xfrm>
              <a:custGeom>
                <a:avLst/>
                <a:gdLst>
                  <a:gd name="connsiteX0" fmla="*/ 658286 w 658286"/>
                  <a:gd name="connsiteY0" fmla="*/ 329487 h 329487"/>
                  <a:gd name="connsiteX1" fmla="*/ 579590 w 658286"/>
                  <a:gd name="connsiteY1" fmla="*/ 286773 h 329487"/>
                  <a:gd name="connsiteX2" fmla="*/ 329141 w 658286"/>
                  <a:gd name="connsiteY2" fmla="*/ 236209 h 329487"/>
                  <a:gd name="connsiteX3" fmla="*/ 78692 w 658286"/>
                  <a:gd name="connsiteY3" fmla="*/ 286773 h 329487"/>
                  <a:gd name="connsiteX4" fmla="*/ 0 w 658286"/>
                  <a:gd name="connsiteY4" fmla="*/ 329485 h 329487"/>
                  <a:gd name="connsiteX5" fmla="*/ 329142 w 658286"/>
                  <a:gd name="connsiteY5" fmla="*/ 0 h 3294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58286" h="329487">
                    <a:moveTo>
                      <a:pt x="658286" y="329487"/>
                    </a:moveTo>
                    <a:lnTo>
                      <a:pt x="579590" y="286773"/>
                    </a:lnTo>
                    <a:cubicBezTo>
                      <a:pt x="502612" y="254214"/>
                      <a:pt x="417979" y="236209"/>
                      <a:pt x="329141" y="236209"/>
                    </a:cubicBezTo>
                    <a:cubicBezTo>
                      <a:pt x="240303" y="236209"/>
                      <a:pt x="155670" y="254214"/>
                      <a:pt x="78692" y="286773"/>
                    </a:cubicBezTo>
                    <a:lnTo>
                      <a:pt x="0" y="329485"/>
                    </a:lnTo>
                    <a:lnTo>
                      <a:pt x="329142" y="0"/>
                    </a:lnTo>
                    <a:close/>
                  </a:path>
                </a:pathLst>
              </a:custGeom>
              <a:solidFill>
                <a:srgbClr val="83C93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038" name="Oval 1037">
                <a:extLst>
                  <a:ext uri="{FF2B5EF4-FFF2-40B4-BE49-F238E27FC236}">
                    <a16:creationId xmlns:a16="http://schemas.microsoft.com/office/drawing/2014/main" id="{01F9D9F5-333D-62E8-F3AF-0A4BFECD96F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389725" y="1818386"/>
                <a:ext cx="1415532" cy="1415532"/>
              </a:xfrm>
              <a:prstGeom prst="ellipse">
                <a:avLst/>
              </a:prstGeom>
              <a:noFill/>
              <a:ln w="19050">
                <a:solidFill>
                  <a:srgbClr val="83C93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"/>
                  <a:ea typeface="+mn-ea"/>
                  <a:cs typeface="+mn-cs"/>
                </a:endParaRPr>
              </a:p>
            </p:txBody>
          </p:sp>
          <p:pic>
            <p:nvPicPr>
              <p:cNvPr id="1039" name="Picture 4" descr="testing Icon 2927763">
                <a:extLst>
                  <a:ext uri="{FF2B5EF4-FFF2-40B4-BE49-F238E27FC236}">
                    <a16:creationId xmlns:a16="http://schemas.microsoft.com/office/drawing/2014/main" id="{EAE5029E-A0A9-2098-1185-63DE804BE7B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1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821102" y="2287732"/>
                <a:ext cx="552778" cy="5527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1040" name="Accessibility Testing">
            <a:extLst>
              <a:ext uri="{FF2B5EF4-FFF2-40B4-BE49-F238E27FC236}">
                <a16:creationId xmlns:a16="http://schemas.microsoft.com/office/drawing/2014/main" id="{F748E76A-25D7-4B4C-B3D5-21A1A8011420}"/>
              </a:ext>
            </a:extLst>
          </p:cNvPr>
          <p:cNvSpPr txBox="1">
            <a:spLocks/>
          </p:cNvSpPr>
          <p:nvPr/>
        </p:nvSpPr>
        <p:spPr>
          <a:xfrm>
            <a:off x="5107491" y="3695140"/>
            <a:ext cx="1980000" cy="4610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  <a:tabLst/>
              <a:defRPr/>
            </a:pPr>
            <a:r>
              <a:rPr kumimoji="0" lang="en-IN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pen Sans"/>
                <a:ea typeface="+mj-ea"/>
                <a:cs typeface="+mj-cs"/>
              </a:rPr>
              <a:t>Accessibility </a:t>
            </a:r>
          </a:p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  <a:tabLst/>
              <a:defRPr/>
            </a:pPr>
            <a:r>
              <a:rPr kumimoji="0" lang="en-IN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pen Sans"/>
                <a:ea typeface="+mj-ea"/>
                <a:cs typeface="+mj-cs"/>
              </a:rPr>
              <a:t>Testing</a:t>
            </a:r>
          </a:p>
        </p:txBody>
      </p:sp>
      <p:sp>
        <p:nvSpPr>
          <p:cNvPr id="1041" name="Text box 3">
            <a:extLst>
              <a:ext uri="{FF2B5EF4-FFF2-40B4-BE49-F238E27FC236}">
                <a16:creationId xmlns:a16="http://schemas.microsoft.com/office/drawing/2014/main" id="{49E38A16-AAAA-9A18-FE4F-C86E4FAC60B6}"/>
              </a:ext>
            </a:extLst>
          </p:cNvPr>
          <p:cNvSpPr txBox="1">
            <a:spLocks/>
          </p:cNvSpPr>
          <p:nvPr/>
        </p:nvSpPr>
        <p:spPr>
          <a:xfrm>
            <a:off x="5107491" y="4334017"/>
            <a:ext cx="1980000" cy="6980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180000" indent="-18000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200" b="0" i="0" u="none" strike="noStrike" baseline="0">
                <a:solidFill>
                  <a:schemeClr val="accent4"/>
                </a:solidFill>
                <a:latin typeface="+mj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3E4245"/>
                </a:solidFill>
                <a:effectLst/>
                <a:uLnTx/>
                <a:uFillTx/>
                <a:latin typeface="Open Sans"/>
                <a:ea typeface="+mn-ea"/>
                <a:cs typeface="+mn-cs"/>
              </a:rPr>
              <a:t>Test your applications for accessibility compliance</a:t>
            </a:r>
          </a:p>
        </p:txBody>
      </p:sp>
      <p:grpSp>
        <p:nvGrpSpPr>
          <p:cNvPr id="1042" name="Group 4">
            <a:extLst>
              <a:ext uri="{FF2B5EF4-FFF2-40B4-BE49-F238E27FC236}">
                <a16:creationId xmlns:a16="http://schemas.microsoft.com/office/drawing/2014/main" id="{98D46D31-A06F-1902-EA92-582686D123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7300552" y="1528891"/>
            <a:ext cx="2213263" cy="3959332"/>
            <a:chOff x="7300552" y="1528891"/>
            <a:chExt cx="2213263" cy="3959332"/>
          </a:xfrm>
        </p:grpSpPr>
        <p:sp>
          <p:nvSpPr>
            <p:cNvPr id="1043" name="Rounded Rectangle 1042">
              <a:extLst>
                <a:ext uri="{FF2B5EF4-FFF2-40B4-BE49-F238E27FC236}">
                  <a16:creationId xmlns:a16="http://schemas.microsoft.com/office/drawing/2014/main" id="{1B63260F-E4DA-585F-EA0C-EACAEEFBD587}"/>
                </a:ext>
              </a:extLst>
            </p:cNvPr>
            <p:cNvSpPr/>
            <p:nvPr/>
          </p:nvSpPr>
          <p:spPr>
            <a:xfrm>
              <a:off x="7300552" y="1528891"/>
              <a:ext cx="2213263" cy="3959332"/>
            </a:xfrm>
            <a:prstGeom prst="roundRect">
              <a:avLst>
                <a:gd name="adj" fmla="val 7277"/>
              </a:avLst>
            </a:prstGeom>
            <a:solidFill>
              <a:schemeClr val="bg1"/>
            </a:solidFill>
            <a:ln>
              <a:noFill/>
            </a:ln>
            <a:effectLst>
              <a:outerShdw blurRad="38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44" name="Group 1043">
              <a:extLst>
                <a:ext uri="{FF2B5EF4-FFF2-40B4-BE49-F238E27FC236}">
                  <a16:creationId xmlns:a16="http://schemas.microsoft.com/office/drawing/2014/main" id="{DA669106-0D33-511A-B4FC-00F1C9A1F0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699417" y="1818386"/>
              <a:ext cx="1415532" cy="1698963"/>
              <a:chOff x="7699417" y="1818386"/>
              <a:chExt cx="1415532" cy="1698963"/>
            </a:xfrm>
          </p:grpSpPr>
          <p:sp>
            <p:nvSpPr>
              <p:cNvPr id="1045" name="Oval 1044">
                <a:extLst>
                  <a:ext uri="{FF2B5EF4-FFF2-40B4-BE49-F238E27FC236}">
                    <a16:creationId xmlns:a16="http://schemas.microsoft.com/office/drawing/2014/main" id="{4DCBE7D1-B1A0-624C-18C9-4A7680C4CCA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763760" y="1882729"/>
                <a:ext cx="1286847" cy="1286847"/>
              </a:xfrm>
              <a:prstGeom prst="ellipse">
                <a:avLst/>
              </a:prstGeom>
              <a:solidFill>
                <a:schemeClr val="accent3">
                  <a:lumMod val="75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"/>
                  <a:ea typeface="+mn-ea"/>
                  <a:cs typeface="+mn-cs"/>
                </a:endParaRPr>
              </a:p>
            </p:txBody>
          </p:sp>
          <p:pic>
            <p:nvPicPr>
              <p:cNvPr id="1046" name="Picture 8" descr="training Icon 4464497">
                <a:extLst>
                  <a:ext uri="{FF2B5EF4-FFF2-40B4-BE49-F238E27FC236}">
                    <a16:creationId xmlns:a16="http://schemas.microsoft.com/office/drawing/2014/main" id="{97DF6F66-5BFD-914F-65C9-56C201481D4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BEBA8EAE-BF5A-486C-A8C5-ECC9F3942E4B}">
                    <a14:imgProps xmlns:a14="http://schemas.microsoft.com/office/drawing/2010/main">
                      <a14:imgLayer r:embed="rId9">
                        <a14:imgEffect>
                          <a14:brightnessContrast bright="1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130794" y="2249763"/>
                <a:ext cx="552779" cy="5527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47" name="Freeform 1046">
                <a:extLst>
                  <a:ext uri="{FF2B5EF4-FFF2-40B4-BE49-F238E27FC236}">
                    <a16:creationId xmlns:a16="http://schemas.microsoft.com/office/drawing/2014/main" id="{99437679-2EB7-0610-37F0-8A74A34E0E0E}"/>
                  </a:ext>
                </a:extLst>
              </p:cNvPr>
              <p:cNvSpPr/>
              <p:nvPr/>
            </p:nvSpPr>
            <p:spPr>
              <a:xfrm rot="10800000">
                <a:off x="8078040" y="3187863"/>
                <a:ext cx="658286" cy="329486"/>
              </a:xfrm>
              <a:custGeom>
                <a:avLst/>
                <a:gdLst>
                  <a:gd name="connsiteX0" fmla="*/ 658286 w 658286"/>
                  <a:gd name="connsiteY0" fmla="*/ 329487 h 329487"/>
                  <a:gd name="connsiteX1" fmla="*/ 579590 w 658286"/>
                  <a:gd name="connsiteY1" fmla="*/ 286773 h 329487"/>
                  <a:gd name="connsiteX2" fmla="*/ 329141 w 658286"/>
                  <a:gd name="connsiteY2" fmla="*/ 236209 h 329487"/>
                  <a:gd name="connsiteX3" fmla="*/ 78692 w 658286"/>
                  <a:gd name="connsiteY3" fmla="*/ 286773 h 329487"/>
                  <a:gd name="connsiteX4" fmla="*/ 0 w 658286"/>
                  <a:gd name="connsiteY4" fmla="*/ 329485 h 329487"/>
                  <a:gd name="connsiteX5" fmla="*/ 329142 w 658286"/>
                  <a:gd name="connsiteY5" fmla="*/ 0 h 3294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58286" h="329487">
                    <a:moveTo>
                      <a:pt x="658286" y="329487"/>
                    </a:moveTo>
                    <a:lnTo>
                      <a:pt x="579590" y="286773"/>
                    </a:lnTo>
                    <a:cubicBezTo>
                      <a:pt x="502612" y="254214"/>
                      <a:pt x="417979" y="236209"/>
                      <a:pt x="329141" y="236209"/>
                    </a:cubicBezTo>
                    <a:cubicBezTo>
                      <a:pt x="240303" y="236209"/>
                      <a:pt x="155670" y="254214"/>
                      <a:pt x="78692" y="286773"/>
                    </a:cubicBezTo>
                    <a:lnTo>
                      <a:pt x="0" y="329485"/>
                    </a:lnTo>
                    <a:lnTo>
                      <a:pt x="329142" y="0"/>
                    </a:lnTo>
                    <a:close/>
                  </a:path>
                </a:pathLst>
              </a:custGeom>
              <a:solidFill>
                <a:schemeClr val="accent3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048" name="Oval 1047">
                <a:extLst>
                  <a:ext uri="{FF2B5EF4-FFF2-40B4-BE49-F238E27FC236}">
                    <a16:creationId xmlns:a16="http://schemas.microsoft.com/office/drawing/2014/main" id="{4AAA5C06-603F-F760-DE73-0E8C02D7E95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699417" y="1818386"/>
                <a:ext cx="1415532" cy="1415532"/>
              </a:xfrm>
              <a:prstGeom prst="ellipse">
                <a:avLst/>
              </a:prstGeom>
              <a:noFill/>
              <a:ln w="19050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"/>
                  <a:ea typeface="+mn-ea"/>
                  <a:cs typeface="+mn-cs"/>
                </a:endParaRPr>
              </a:p>
            </p:txBody>
          </p:sp>
        </p:grpSp>
      </p:grpSp>
      <p:sp>
        <p:nvSpPr>
          <p:cNvPr id="1049" name="Training">
            <a:extLst>
              <a:ext uri="{FF2B5EF4-FFF2-40B4-BE49-F238E27FC236}">
                <a16:creationId xmlns:a16="http://schemas.microsoft.com/office/drawing/2014/main" id="{DB8AEDCB-1E5F-F6B7-F4DD-D1AA42560586}"/>
              </a:ext>
            </a:extLst>
          </p:cNvPr>
          <p:cNvSpPr txBox="1">
            <a:spLocks/>
          </p:cNvSpPr>
          <p:nvPr/>
        </p:nvSpPr>
        <p:spPr>
          <a:xfrm>
            <a:off x="7417183" y="3932128"/>
            <a:ext cx="1980000" cy="224100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 kumimoji="0" sz="1600" b="1" i="0" u="none" strike="noStrike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pen Sans"/>
                <a:ea typeface="+mj-ea"/>
                <a:cs typeface="+mj-cs"/>
              </a:defRPr>
            </a:lvl1pPr>
          </a:lstStyle>
          <a:p>
            <a:pPr>
              <a:spcAft>
                <a:spcPts val="0"/>
              </a:spcAft>
            </a:pPr>
            <a:r>
              <a:rPr lang="en-IN" sz="1400"/>
              <a:t>Training</a:t>
            </a:r>
          </a:p>
        </p:txBody>
      </p:sp>
      <p:sp>
        <p:nvSpPr>
          <p:cNvPr id="1050" name="Text box 4">
            <a:extLst>
              <a:ext uri="{FF2B5EF4-FFF2-40B4-BE49-F238E27FC236}">
                <a16:creationId xmlns:a16="http://schemas.microsoft.com/office/drawing/2014/main" id="{C3306003-1146-1880-09E0-7B78256EE8D2}"/>
              </a:ext>
            </a:extLst>
          </p:cNvPr>
          <p:cNvSpPr txBox="1">
            <a:spLocks/>
          </p:cNvSpPr>
          <p:nvPr/>
        </p:nvSpPr>
        <p:spPr>
          <a:xfrm>
            <a:off x="7417183" y="4334017"/>
            <a:ext cx="1980000" cy="6980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180000" indent="-18000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200" b="0" i="0" u="none" strike="noStrike" baseline="0">
                <a:solidFill>
                  <a:schemeClr val="accent4"/>
                </a:solidFill>
                <a:latin typeface="+mj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3E4245"/>
                </a:solidFill>
                <a:effectLst/>
                <a:uLnTx/>
                <a:uFillTx/>
                <a:latin typeface="Open Sans"/>
                <a:ea typeface="+mn-ea"/>
                <a:cs typeface="+mn-cs"/>
              </a:rPr>
              <a:t>Train your teams on accessibility design and standards</a:t>
            </a:r>
            <a:endParaRPr kumimoji="0" lang="en-IN" sz="1400" b="0" i="0" u="none" strike="noStrike" kern="1200" cap="none" spc="0" normalizeH="0" baseline="0" noProof="0">
              <a:ln>
                <a:noFill/>
              </a:ln>
              <a:solidFill>
                <a:srgbClr val="3E4245"/>
              </a:solidFill>
              <a:effectLst/>
              <a:uLnTx/>
              <a:uFillTx/>
              <a:latin typeface="Open Sans"/>
              <a:ea typeface="+mn-ea"/>
              <a:cs typeface="+mn-cs"/>
            </a:endParaRPr>
          </a:p>
        </p:txBody>
      </p:sp>
      <p:grpSp>
        <p:nvGrpSpPr>
          <p:cNvPr id="1051" name="Group 5">
            <a:extLst>
              <a:ext uri="{FF2B5EF4-FFF2-40B4-BE49-F238E27FC236}">
                <a16:creationId xmlns:a16="http://schemas.microsoft.com/office/drawing/2014/main" id="{A31C15F8-1B51-0C3E-DD4E-37C0217E54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9610245" y="1528891"/>
            <a:ext cx="2213263" cy="3959332"/>
            <a:chOff x="9610245" y="1528891"/>
            <a:chExt cx="2213263" cy="3959332"/>
          </a:xfrm>
        </p:grpSpPr>
        <p:sp>
          <p:nvSpPr>
            <p:cNvPr id="1052" name="Rounded Rectangle 1051">
              <a:extLst>
                <a:ext uri="{FF2B5EF4-FFF2-40B4-BE49-F238E27FC236}">
                  <a16:creationId xmlns:a16="http://schemas.microsoft.com/office/drawing/2014/main" id="{77AD228E-7FE9-6ABB-5A5C-3CBC3F0F9C04}"/>
                </a:ext>
              </a:extLst>
            </p:cNvPr>
            <p:cNvSpPr/>
            <p:nvPr/>
          </p:nvSpPr>
          <p:spPr>
            <a:xfrm>
              <a:off x="9610245" y="1528891"/>
              <a:ext cx="2213263" cy="3959332"/>
            </a:xfrm>
            <a:prstGeom prst="roundRect">
              <a:avLst>
                <a:gd name="adj" fmla="val 7277"/>
              </a:avLst>
            </a:prstGeom>
            <a:solidFill>
              <a:schemeClr val="bg1"/>
            </a:solidFill>
            <a:ln>
              <a:noFill/>
            </a:ln>
            <a:effectLst>
              <a:outerShdw blurRad="38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53" name="Group 1052">
              <a:extLst>
                <a:ext uri="{FF2B5EF4-FFF2-40B4-BE49-F238E27FC236}">
                  <a16:creationId xmlns:a16="http://schemas.microsoft.com/office/drawing/2014/main" id="{0ABDC786-5E6D-E690-11F1-C3584FC296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10009110" y="1818386"/>
              <a:ext cx="1415532" cy="1698964"/>
              <a:chOff x="10009110" y="1818386"/>
              <a:chExt cx="1415532" cy="1698964"/>
            </a:xfrm>
          </p:grpSpPr>
          <p:sp>
            <p:nvSpPr>
              <p:cNvPr id="1054" name="Oval 1053">
                <a:extLst>
                  <a:ext uri="{FF2B5EF4-FFF2-40B4-BE49-F238E27FC236}">
                    <a16:creationId xmlns:a16="http://schemas.microsoft.com/office/drawing/2014/main" id="{84EF360B-1489-50B6-D071-B0BE399D9A2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0073453" y="1882729"/>
                <a:ext cx="1286847" cy="1286847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"/>
                  <a:ea typeface="+mn-ea"/>
                  <a:cs typeface="+mn-cs"/>
                </a:endParaRPr>
              </a:p>
            </p:txBody>
          </p:sp>
          <p:sp>
            <p:nvSpPr>
              <p:cNvPr id="1055" name="Freeform 1054">
                <a:extLst>
                  <a:ext uri="{FF2B5EF4-FFF2-40B4-BE49-F238E27FC236}">
                    <a16:creationId xmlns:a16="http://schemas.microsoft.com/office/drawing/2014/main" id="{62133350-82EC-3529-9D8B-29A3F6F64B37}"/>
                  </a:ext>
                </a:extLst>
              </p:cNvPr>
              <p:cNvSpPr/>
              <p:nvPr/>
            </p:nvSpPr>
            <p:spPr>
              <a:xfrm rot="10800000">
                <a:off x="10387733" y="3187864"/>
                <a:ext cx="658286" cy="329486"/>
              </a:xfrm>
              <a:custGeom>
                <a:avLst/>
                <a:gdLst>
                  <a:gd name="connsiteX0" fmla="*/ 658286 w 658286"/>
                  <a:gd name="connsiteY0" fmla="*/ 329487 h 329487"/>
                  <a:gd name="connsiteX1" fmla="*/ 579590 w 658286"/>
                  <a:gd name="connsiteY1" fmla="*/ 286773 h 329487"/>
                  <a:gd name="connsiteX2" fmla="*/ 329141 w 658286"/>
                  <a:gd name="connsiteY2" fmla="*/ 236209 h 329487"/>
                  <a:gd name="connsiteX3" fmla="*/ 78692 w 658286"/>
                  <a:gd name="connsiteY3" fmla="*/ 286773 h 329487"/>
                  <a:gd name="connsiteX4" fmla="*/ 0 w 658286"/>
                  <a:gd name="connsiteY4" fmla="*/ 329485 h 329487"/>
                  <a:gd name="connsiteX5" fmla="*/ 329142 w 658286"/>
                  <a:gd name="connsiteY5" fmla="*/ 0 h 3294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58286" h="329487">
                    <a:moveTo>
                      <a:pt x="658286" y="329487"/>
                    </a:moveTo>
                    <a:lnTo>
                      <a:pt x="579590" y="286773"/>
                    </a:lnTo>
                    <a:cubicBezTo>
                      <a:pt x="502612" y="254214"/>
                      <a:pt x="417979" y="236209"/>
                      <a:pt x="329141" y="236209"/>
                    </a:cubicBezTo>
                    <a:cubicBezTo>
                      <a:pt x="240303" y="236209"/>
                      <a:pt x="155670" y="254214"/>
                      <a:pt x="78692" y="286773"/>
                    </a:cubicBezTo>
                    <a:lnTo>
                      <a:pt x="0" y="329485"/>
                    </a:lnTo>
                    <a:lnTo>
                      <a:pt x="329142" y="0"/>
                    </a:lnTo>
                    <a:close/>
                  </a:path>
                </a:pathLst>
              </a:cu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056" name="Oval 1055">
                <a:extLst>
                  <a:ext uri="{FF2B5EF4-FFF2-40B4-BE49-F238E27FC236}">
                    <a16:creationId xmlns:a16="http://schemas.microsoft.com/office/drawing/2014/main" id="{3A7AF614-8C13-2E80-B5E0-D0E7E3A7E83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0009110" y="1818386"/>
                <a:ext cx="1415532" cy="1415532"/>
              </a:xfrm>
              <a:prstGeom prst="ellipse">
                <a:avLst/>
              </a:prstGeom>
              <a:noFill/>
              <a:ln w="1905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"/>
                  <a:ea typeface="+mn-ea"/>
                  <a:cs typeface="+mn-cs"/>
                </a:endParaRPr>
              </a:p>
            </p:txBody>
          </p:sp>
          <p:pic>
            <p:nvPicPr>
              <p:cNvPr id="1057" name="Picture 2" descr="printer Icon 4929317">
                <a:extLst>
                  <a:ext uri="{FF2B5EF4-FFF2-40B4-BE49-F238E27FC236}">
                    <a16:creationId xmlns:a16="http://schemas.microsoft.com/office/drawing/2014/main" id="{CCED01F0-7EAB-3783-3CF4-1289E1B9F13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BEBA8EAE-BF5A-486C-A8C5-ECC9F3942E4B}">
                    <a14:imgProps xmlns:a14="http://schemas.microsoft.com/office/drawing/2010/main">
                      <a14:imgLayer r:embed="rId11">
                        <a14:imgEffect>
                          <a14:brightnessContrast bright="1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465614" y="2280629"/>
                <a:ext cx="502525" cy="5025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1058" name="Print material digitization platform">
            <a:extLst>
              <a:ext uri="{FF2B5EF4-FFF2-40B4-BE49-F238E27FC236}">
                <a16:creationId xmlns:a16="http://schemas.microsoft.com/office/drawing/2014/main" id="{FC2FF95F-270A-7A85-F9B6-8CEF6F5D71E5}"/>
              </a:ext>
            </a:extLst>
          </p:cNvPr>
          <p:cNvSpPr txBox="1">
            <a:spLocks/>
          </p:cNvSpPr>
          <p:nvPr/>
        </p:nvSpPr>
        <p:spPr>
          <a:xfrm>
            <a:off x="9726876" y="3695140"/>
            <a:ext cx="1980000" cy="4610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  <a:tabLst/>
              <a:defRPr/>
            </a:pPr>
            <a:r>
              <a:rPr kumimoji="0" lang="en-IN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pen Sans"/>
                <a:ea typeface="+mj-ea"/>
                <a:cs typeface="+mj-cs"/>
              </a:rPr>
              <a:t>Print material</a:t>
            </a:r>
          </a:p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  <a:tabLst/>
              <a:defRPr/>
            </a:pPr>
            <a:r>
              <a:rPr kumimoji="0" lang="en-IN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pen Sans"/>
                <a:ea typeface="+mj-ea"/>
                <a:cs typeface="+mj-cs"/>
              </a:rPr>
              <a:t>digitization platform</a:t>
            </a:r>
          </a:p>
        </p:txBody>
      </p:sp>
      <p:sp>
        <p:nvSpPr>
          <p:cNvPr id="4" name="Text box 4">
            <a:extLst>
              <a:ext uri="{FF2B5EF4-FFF2-40B4-BE49-F238E27FC236}">
                <a16:creationId xmlns:a16="http://schemas.microsoft.com/office/drawing/2014/main" id="{78192E12-B941-DA22-1D28-5BFC53563672}"/>
              </a:ext>
            </a:extLst>
          </p:cNvPr>
          <p:cNvSpPr txBox="1">
            <a:spLocks/>
          </p:cNvSpPr>
          <p:nvPr/>
        </p:nvSpPr>
        <p:spPr>
          <a:xfrm>
            <a:off x="9607932" y="4334017"/>
            <a:ext cx="1980000" cy="935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180000" indent="-18000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200" b="0" i="0" u="none" strike="noStrike" baseline="0">
                <a:solidFill>
                  <a:schemeClr val="accent4"/>
                </a:solidFill>
                <a:latin typeface="+mj-lt"/>
              </a:defRPr>
            </a:lvl1pPr>
          </a:lstStyle>
          <a:p>
            <a:pPr marL="0" indent="0" algn="ctr">
              <a:buNone/>
              <a:defRPr/>
            </a:pPr>
            <a:r>
              <a:rPr lang="en-US" sz="1400">
                <a:solidFill>
                  <a:srgbClr val="3E4245"/>
                </a:solidFill>
                <a:latin typeface="Open Sans"/>
              </a:rPr>
              <a:t>Use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3E4245"/>
                </a:solidFill>
                <a:effectLst/>
                <a:uLnTx/>
                <a:uFillTx/>
                <a:latin typeface="Open Sans"/>
                <a:ea typeface="+mn-ea"/>
                <a:cs typeface="+mn-cs"/>
              </a:rPr>
              <a:t> </a:t>
            </a:r>
            <a:r>
              <a:rPr lang="en-US" sz="1400">
                <a:solidFill>
                  <a:srgbClr val="3E4245"/>
                </a:solidFill>
                <a:latin typeface="Open Sans"/>
              </a:rPr>
              <a:t>our </a:t>
            </a:r>
            <a:r>
              <a:rPr lang="en-US" sz="1400" err="1">
                <a:solidFill>
                  <a:srgbClr val="3E4245"/>
                </a:solidFill>
                <a:latin typeface="Open Sans"/>
              </a:rPr>
              <a:t>Accessital</a:t>
            </a:r>
            <a:r>
              <a:rPr lang="en-US" sz="1400">
                <a:solidFill>
                  <a:srgbClr val="3E4245"/>
                </a:solidFill>
                <a:latin typeface="Open Sans"/>
              </a:rPr>
              <a:t> platform to create accessible eBooks at scale </a:t>
            </a:r>
            <a:endParaRPr lang="en-US" sz="1400" b="0" i="0" u="none" strike="noStrike" kern="1200" cap="none" spc="0" normalizeH="0" baseline="0" noProof="0">
              <a:ln>
                <a:noFill/>
              </a:ln>
              <a:solidFill>
                <a:srgbClr val="3E4245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4163490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37A68DA-3F9F-41AD-B06C-111243E38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DB023-C1A5-4ABF-B6D8-70426759D17D}" type="slidenum">
              <a:rPr lang="en-IN" smtClean="0"/>
              <a:pPr/>
              <a:t>6</a:t>
            </a:fld>
            <a:endParaRPr lang="en-IN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5E80926-CA19-4B47-A0EB-42101A1F1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999" y="360000"/>
            <a:ext cx="11458800" cy="1261884"/>
          </a:xfrm>
        </p:spPr>
        <p:txBody>
          <a:bodyPr/>
          <a:lstStyle/>
          <a:p>
            <a:r>
              <a:rPr lang="en-IN" sz="1800">
                <a:solidFill>
                  <a:schemeClr val="tx1">
                    <a:lumMod val="50000"/>
                    <a:lumOff val="50000"/>
                  </a:schemeClr>
                </a:solidFill>
                <a:ea typeface="+mj-lt"/>
                <a:cs typeface="+mj-lt"/>
              </a:rPr>
              <a:t>User Research:</a:t>
            </a:r>
            <a:endParaRPr lang="en-US" sz="1800" b="0">
              <a:solidFill>
                <a:schemeClr val="tx1">
                  <a:lumMod val="50000"/>
                  <a:lumOff val="50000"/>
                </a:schemeClr>
              </a:solidFill>
              <a:ea typeface="+mj-lt"/>
              <a:cs typeface="+mj-lt"/>
            </a:endParaRPr>
          </a:p>
          <a:p>
            <a:r>
              <a:rPr lang="en-US" sz="3200"/>
              <a:t>Conduct  research with users with disabilities to get actionable data</a:t>
            </a:r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D9BA8BF-9128-0291-BC57-58D1DF7D76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59999" y="2111282"/>
            <a:ext cx="732950" cy="732950"/>
            <a:chOff x="5280182" y="1238108"/>
            <a:chExt cx="732950" cy="732950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5FCF35F7-D6EA-2C86-512C-582CF94A9D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280182" y="1238108"/>
              <a:ext cx="732950" cy="7329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45FDCDD5-430D-1247-C3F1-304A6098B78E}"/>
                </a:ext>
              </a:extLst>
            </p:cNvPr>
            <p:cNvGrpSpPr/>
            <p:nvPr/>
          </p:nvGrpSpPr>
          <p:grpSpPr>
            <a:xfrm>
              <a:off x="5457657" y="1419183"/>
              <a:ext cx="378000" cy="370800"/>
              <a:chOff x="5481430" y="1430635"/>
              <a:chExt cx="414775" cy="369558"/>
            </a:xfrm>
          </p:grpSpPr>
          <p:sp>
            <p:nvSpPr>
              <p:cNvPr id="13" name="Freeform: Shape 62">
                <a:extLst>
                  <a:ext uri="{FF2B5EF4-FFF2-40B4-BE49-F238E27FC236}">
                    <a16:creationId xmlns:a16="http://schemas.microsoft.com/office/drawing/2014/main" id="{A96CE86A-7FF2-BF34-160B-98224CA6330F}"/>
                  </a:ext>
                </a:extLst>
              </p:cNvPr>
              <p:cNvSpPr/>
              <p:nvPr/>
            </p:nvSpPr>
            <p:spPr>
              <a:xfrm>
                <a:off x="5565192" y="1505338"/>
                <a:ext cx="139452" cy="124530"/>
              </a:xfrm>
              <a:custGeom>
                <a:avLst/>
                <a:gdLst>
                  <a:gd name="connsiteX0" fmla="*/ 915112 w 1830223"/>
                  <a:gd name="connsiteY0" fmla="*/ 0 h 1834514"/>
                  <a:gd name="connsiteX1" fmla="*/ 0 w 1830223"/>
                  <a:gd name="connsiteY1" fmla="*/ 917258 h 1834514"/>
                  <a:gd name="connsiteX2" fmla="*/ 915112 w 1830223"/>
                  <a:gd name="connsiteY2" fmla="*/ 1834515 h 1834514"/>
                  <a:gd name="connsiteX3" fmla="*/ 1830224 w 1830223"/>
                  <a:gd name="connsiteY3" fmla="*/ 917258 h 1834514"/>
                  <a:gd name="connsiteX4" fmla="*/ 915112 w 1830223"/>
                  <a:gd name="connsiteY4" fmla="*/ 0 h 1834514"/>
                  <a:gd name="connsiteX5" fmla="*/ 915112 w 1830223"/>
                  <a:gd name="connsiteY5" fmla="*/ 1650231 h 1834514"/>
                  <a:gd name="connsiteX6" fmla="*/ 182168 w 1830223"/>
                  <a:gd name="connsiteY6" fmla="*/ 917287 h 1834514"/>
                  <a:gd name="connsiteX7" fmla="*/ 915112 w 1830223"/>
                  <a:gd name="connsiteY7" fmla="*/ 183265 h 1834514"/>
                  <a:gd name="connsiteX8" fmla="*/ 1648056 w 1830223"/>
                  <a:gd name="connsiteY8" fmla="*/ 917287 h 1834514"/>
                  <a:gd name="connsiteX9" fmla="*/ 915112 w 1830223"/>
                  <a:gd name="connsiteY9" fmla="*/ 1650231 h 18345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830223" h="1834514">
                    <a:moveTo>
                      <a:pt x="915112" y="0"/>
                    </a:moveTo>
                    <a:cubicBezTo>
                      <a:pt x="410402" y="0"/>
                      <a:pt x="0" y="411480"/>
                      <a:pt x="0" y="917258"/>
                    </a:cubicBezTo>
                    <a:cubicBezTo>
                      <a:pt x="0" y="1423035"/>
                      <a:pt x="410412" y="1834515"/>
                      <a:pt x="915112" y="1834515"/>
                    </a:cubicBezTo>
                    <a:cubicBezTo>
                      <a:pt x="1419812" y="1834515"/>
                      <a:pt x="1830224" y="1423035"/>
                      <a:pt x="1830224" y="917258"/>
                    </a:cubicBezTo>
                    <a:cubicBezTo>
                      <a:pt x="1830224" y="411480"/>
                      <a:pt x="1419812" y="0"/>
                      <a:pt x="915112" y="0"/>
                    </a:cubicBezTo>
                    <a:close/>
                    <a:moveTo>
                      <a:pt x="915112" y="1650231"/>
                    </a:moveTo>
                    <a:cubicBezTo>
                      <a:pt x="511137" y="1650231"/>
                      <a:pt x="182168" y="1321262"/>
                      <a:pt x="182168" y="917287"/>
                    </a:cubicBezTo>
                    <a:cubicBezTo>
                      <a:pt x="182168" y="513312"/>
                      <a:pt x="511137" y="183265"/>
                      <a:pt x="915112" y="183265"/>
                    </a:cubicBezTo>
                    <a:cubicBezTo>
                      <a:pt x="1319087" y="183265"/>
                      <a:pt x="1648056" y="512234"/>
                      <a:pt x="1648056" y="917287"/>
                    </a:cubicBezTo>
                    <a:cubicBezTo>
                      <a:pt x="1648056" y="1322340"/>
                      <a:pt x="1319087" y="1650231"/>
                      <a:pt x="915112" y="1650231"/>
                    </a:cubicBezTo>
                    <a:close/>
                  </a:path>
                </a:pathLst>
              </a:custGeom>
              <a:solidFill>
                <a:schemeClr val="bg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5" name="Freeform: Shape 63">
                <a:extLst>
                  <a:ext uri="{FF2B5EF4-FFF2-40B4-BE49-F238E27FC236}">
                    <a16:creationId xmlns:a16="http://schemas.microsoft.com/office/drawing/2014/main" id="{9B98CECD-B201-70DA-4910-5146BE788623}"/>
                  </a:ext>
                </a:extLst>
              </p:cNvPr>
              <p:cNvSpPr/>
              <p:nvPr/>
            </p:nvSpPr>
            <p:spPr>
              <a:xfrm>
                <a:off x="5481430" y="1430635"/>
                <a:ext cx="414775" cy="369558"/>
              </a:xfrm>
              <a:custGeom>
                <a:avLst/>
                <a:gdLst>
                  <a:gd name="connsiteX0" fmla="*/ 5246321 w 5443671"/>
                  <a:gd name="connsiteY0" fmla="*/ 4299065 h 5444153"/>
                  <a:gd name="connsiteX1" fmla="*/ 4105150 w 5443671"/>
                  <a:gd name="connsiteY1" fmla="*/ 3155738 h 5444153"/>
                  <a:gd name="connsiteX2" fmla="*/ 3891905 w 5443671"/>
                  <a:gd name="connsiteY2" fmla="*/ 3368983 h 5444153"/>
                  <a:gd name="connsiteX3" fmla="*/ 3676525 w 5443671"/>
                  <a:gd name="connsiteY3" fmla="*/ 3153602 h 5444153"/>
                  <a:gd name="connsiteX4" fmla="*/ 4027997 w 5443671"/>
                  <a:gd name="connsiteY4" fmla="*/ 2016644 h 5444153"/>
                  <a:gd name="connsiteX5" fmla="*/ 2014489 w 5443671"/>
                  <a:gd name="connsiteY5" fmla="*/ 0 h 5444153"/>
                  <a:gd name="connsiteX6" fmla="*/ 0 w 5443671"/>
                  <a:gd name="connsiteY6" fmla="*/ 2016644 h 5444153"/>
                  <a:gd name="connsiteX7" fmla="*/ 2014489 w 5443671"/>
                  <a:gd name="connsiteY7" fmla="*/ 4034366 h 5444153"/>
                  <a:gd name="connsiteX8" fmla="*/ 3161048 w 5443671"/>
                  <a:gd name="connsiteY8" fmla="*/ 3674321 h 5444153"/>
                  <a:gd name="connsiteX9" fmla="*/ 3374293 w 5443671"/>
                  <a:gd name="connsiteY9" fmla="*/ 3888633 h 5444153"/>
                  <a:gd name="connsiteX10" fmla="*/ 3162126 w 5443671"/>
                  <a:gd name="connsiteY10" fmla="*/ 4101878 h 5444153"/>
                  <a:gd name="connsiteX11" fmla="*/ 4303297 w 5443671"/>
                  <a:gd name="connsiteY11" fmla="*/ 5244127 h 5444153"/>
                  <a:gd name="connsiteX12" fmla="*/ 5246272 w 5443671"/>
                  <a:gd name="connsiteY12" fmla="*/ 5244127 h 5444153"/>
                  <a:gd name="connsiteX13" fmla="*/ 5246272 w 5443671"/>
                  <a:gd name="connsiteY13" fmla="*/ 4299006 h 5444153"/>
                  <a:gd name="connsiteX14" fmla="*/ 2014440 w 5443671"/>
                  <a:gd name="connsiteY14" fmla="*/ 3851149 h 5444153"/>
                  <a:gd name="connsiteX15" fmla="*/ 183158 w 5443671"/>
                  <a:gd name="connsiteY15" fmla="*/ 2017712 h 5444153"/>
                  <a:gd name="connsiteX16" fmla="*/ 2014440 w 5443671"/>
                  <a:gd name="connsiteY16" fmla="*/ 183197 h 5444153"/>
                  <a:gd name="connsiteX17" fmla="*/ 3845722 w 5443671"/>
                  <a:gd name="connsiteY17" fmla="*/ 2016634 h 5444153"/>
                  <a:gd name="connsiteX18" fmla="*/ 2014440 w 5443671"/>
                  <a:gd name="connsiteY18" fmla="*/ 3851149 h 5444153"/>
                  <a:gd name="connsiteX19" fmla="*/ 3307858 w 5443671"/>
                  <a:gd name="connsiteY19" fmla="*/ 3561830 h 5444153"/>
                  <a:gd name="connsiteX20" fmla="*/ 3566101 w 5443671"/>
                  <a:gd name="connsiteY20" fmla="*/ 3301441 h 5444153"/>
                  <a:gd name="connsiteX21" fmla="*/ 3763269 w 5443671"/>
                  <a:gd name="connsiteY21" fmla="*/ 3498609 h 5444153"/>
                  <a:gd name="connsiteX22" fmla="*/ 3503948 w 5443671"/>
                  <a:gd name="connsiteY22" fmla="*/ 3757929 h 5444153"/>
                  <a:gd name="connsiteX23" fmla="*/ 3420369 w 5443671"/>
                  <a:gd name="connsiteY23" fmla="*/ 4100829 h 5444153"/>
                  <a:gd name="connsiteX24" fmla="*/ 4105101 w 5443671"/>
                  <a:gd name="connsiteY24" fmla="*/ 3415029 h 5444153"/>
                  <a:gd name="connsiteX25" fmla="*/ 5051290 w 5443671"/>
                  <a:gd name="connsiteY25" fmla="*/ 4363363 h 5444153"/>
                  <a:gd name="connsiteX26" fmla="*/ 4366558 w 5443671"/>
                  <a:gd name="connsiteY26" fmla="*/ 5049163 h 5444153"/>
                  <a:gd name="connsiteX27" fmla="*/ 5116646 w 5443671"/>
                  <a:gd name="connsiteY27" fmla="*/ 5113462 h 5444153"/>
                  <a:gd name="connsiteX28" fmla="*/ 4503718 w 5443671"/>
                  <a:gd name="connsiteY28" fmla="*/ 5172398 h 5444153"/>
                  <a:gd name="connsiteX29" fmla="*/ 5175586 w 5443671"/>
                  <a:gd name="connsiteY29" fmla="*/ 4499452 h 5444153"/>
                  <a:gd name="connsiteX30" fmla="*/ 5116650 w 5443671"/>
                  <a:gd name="connsiteY30" fmla="*/ 5113458 h 54441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5443671" h="5444153">
                    <a:moveTo>
                      <a:pt x="5246321" y="4299065"/>
                    </a:moveTo>
                    <a:lnTo>
                      <a:pt x="4105150" y="3155738"/>
                    </a:lnTo>
                    <a:lnTo>
                      <a:pt x="3891905" y="3368983"/>
                    </a:lnTo>
                    <a:lnTo>
                      <a:pt x="3676525" y="3153602"/>
                    </a:lnTo>
                    <a:cubicBezTo>
                      <a:pt x="3898342" y="2829993"/>
                      <a:pt x="4027997" y="2438871"/>
                      <a:pt x="4027997" y="2016644"/>
                    </a:cubicBezTo>
                    <a:cubicBezTo>
                      <a:pt x="4029069" y="904374"/>
                      <a:pt x="3124671" y="0"/>
                      <a:pt x="2014489" y="0"/>
                    </a:cubicBezTo>
                    <a:cubicBezTo>
                      <a:pt x="904306" y="0"/>
                      <a:pt x="0" y="904394"/>
                      <a:pt x="0" y="2016644"/>
                    </a:cubicBezTo>
                    <a:cubicBezTo>
                      <a:pt x="0" y="3128894"/>
                      <a:pt x="903326" y="4034366"/>
                      <a:pt x="2014489" y="4034366"/>
                    </a:cubicBezTo>
                    <a:cubicBezTo>
                      <a:pt x="2439900" y="4034366"/>
                      <a:pt x="2835303" y="3900419"/>
                      <a:pt x="3161048" y="3674321"/>
                    </a:cubicBezTo>
                    <a:lnTo>
                      <a:pt x="3374293" y="3888633"/>
                    </a:lnTo>
                    <a:lnTo>
                      <a:pt x="3162126" y="4101878"/>
                    </a:lnTo>
                    <a:lnTo>
                      <a:pt x="4303297" y="5244127"/>
                    </a:lnTo>
                    <a:cubicBezTo>
                      <a:pt x="4503678" y="5444508"/>
                      <a:pt x="4921585" y="5569882"/>
                      <a:pt x="5246272" y="5244127"/>
                    </a:cubicBezTo>
                    <a:cubicBezTo>
                      <a:pt x="5577386" y="4911945"/>
                      <a:pt x="5431654" y="4484388"/>
                      <a:pt x="5246272" y="4299006"/>
                    </a:cubicBezTo>
                    <a:close/>
                    <a:moveTo>
                      <a:pt x="2014440" y="3851149"/>
                    </a:moveTo>
                    <a:cubicBezTo>
                      <a:pt x="1005040" y="3851149"/>
                      <a:pt x="183158" y="3028189"/>
                      <a:pt x="183158" y="2017712"/>
                    </a:cubicBezTo>
                    <a:cubicBezTo>
                      <a:pt x="183158" y="1007234"/>
                      <a:pt x="1003972" y="183197"/>
                      <a:pt x="2014440" y="183197"/>
                    </a:cubicBezTo>
                    <a:cubicBezTo>
                      <a:pt x="3023839" y="183197"/>
                      <a:pt x="3845722" y="1006157"/>
                      <a:pt x="3845722" y="2016634"/>
                    </a:cubicBezTo>
                    <a:cubicBezTo>
                      <a:pt x="3845722" y="3027111"/>
                      <a:pt x="3023829" y="3851149"/>
                      <a:pt x="2014440" y="3851149"/>
                    </a:cubicBezTo>
                    <a:close/>
                    <a:moveTo>
                      <a:pt x="3307858" y="3561830"/>
                    </a:moveTo>
                    <a:cubicBezTo>
                      <a:pt x="3401084" y="3482534"/>
                      <a:pt x="3487881" y="3395739"/>
                      <a:pt x="3566101" y="3301441"/>
                    </a:cubicBezTo>
                    <a:lnTo>
                      <a:pt x="3763269" y="3498609"/>
                    </a:lnTo>
                    <a:lnTo>
                      <a:pt x="3503948" y="3757929"/>
                    </a:lnTo>
                    <a:close/>
                    <a:moveTo>
                      <a:pt x="3420369" y="4100829"/>
                    </a:moveTo>
                    <a:lnTo>
                      <a:pt x="4105101" y="3415029"/>
                    </a:lnTo>
                    <a:lnTo>
                      <a:pt x="5051290" y="4363363"/>
                    </a:lnTo>
                    <a:lnTo>
                      <a:pt x="4366558" y="5049163"/>
                    </a:lnTo>
                    <a:close/>
                    <a:moveTo>
                      <a:pt x="5116646" y="5113462"/>
                    </a:moveTo>
                    <a:cubicBezTo>
                      <a:pt x="4889470" y="5340639"/>
                      <a:pt x="4583006" y="5225972"/>
                      <a:pt x="4503718" y="5172398"/>
                    </a:cubicBezTo>
                    <a:lnTo>
                      <a:pt x="5175586" y="4499452"/>
                    </a:lnTo>
                    <a:cubicBezTo>
                      <a:pt x="5229164" y="4578748"/>
                      <a:pt x="5357754" y="4871283"/>
                      <a:pt x="5116650" y="5113458"/>
                    </a:cubicBezTo>
                    <a:close/>
                  </a:path>
                </a:pathLst>
              </a:custGeom>
              <a:solidFill>
                <a:schemeClr val="bg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943F3B99-4A57-2AAA-16C2-30059C4759E2}"/>
              </a:ext>
            </a:extLst>
          </p:cNvPr>
          <p:cNvSpPr txBox="1"/>
          <p:nvPr/>
        </p:nvSpPr>
        <p:spPr>
          <a:xfrm>
            <a:off x="1191917" y="2200757"/>
            <a:ext cx="2728622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en-IN" b="1">
                <a:solidFill>
                  <a:schemeClr val="accent2"/>
                </a:solidFill>
                <a:ea typeface="+mn-lt"/>
                <a:cs typeface="+mn-lt"/>
              </a:rPr>
              <a:t>360 DEGREE </a:t>
            </a:r>
            <a:br>
              <a:rPr lang="en-IN" b="1">
                <a:solidFill>
                  <a:schemeClr val="accent2"/>
                </a:solidFill>
                <a:ea typeface="+mn-lt"/>
                <a:cs typeface="+mn-lt"/>
              </a:rPr>
            </a:br>
            <a:r>
              <a:rPr lang="en-IN" b="1">
                <a:solidFill>
                  <a:schemeClr val="accent2"/>
                </a:solidFill>
                <a:ea typeface="+mn-lt"/>
                <a:cs typeface="+mn-lt"/>
              </a:rPr>
              <a:t>RESEARCH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CF3A4F17-78E9-542A-6946-55A6A0C67C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59999" y="3065257"/>
            <a:ext cx="3564000" cy="0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BC8713D-23AF-DB5C-952D-8E5381158E5E}"/>
              </a:ext>
            </a:extLst>
          </p:cNvPr>
          <p:cNvSpPr txBox="1"/>
          <p:nvPr/>
        </p:nvSpPr>
        <p:spPr>
          <a:xfrm>
            <a:off x="359999" y="3278289"/>
            <a:ext cx="3701444" cy="1881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lnSpc>
                <a:spcPct val="110000"/>
              </a:lnSpc>
              <a:defRPr sz="1600">
                <a:solidFill>
                  <a:schemeClr val="accent4"/>
                </a:solidFill>
                <a:ea typeface="+mn-lt"/>
                <a:cs typeface="+mn-lt"/>
              </a:defRPr>
            </a:lvl1pPr>
          </a:lstStyle>
          <a:p>
            <a:r>
              <a:rPr lang="en-US"/>
              <a:t>Conduct user interviews, moderated and unmoderated studies, usability feedback, heuristic evaluation, study design, data analysis and report readouts for insights. </a:t>
            </a:r>
          </a:p>
          <a:p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32D36B0-D59D-D2A1-A6D8-CBD34301FD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307400" y="2111282"/>
            <a:ext cx="732950" cy="732950"/>
            <a:chOff x="5280182" y="2705553"/>
            <a:chExt cx="732950" cy="732950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2EACD1CA-2B9C-5D51-D2C9-0FAA20EA71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280182" y="2705553"/>
              <a:ext cx="732950" cy="732950"/>
            </a:xfrm>
            <a:prstGeom prst="ellipse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4975FA7D-8A91-EE65-C603-36C397C61C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5484434" y="2900403"/>
              <a:ext cx="345296" cy="343250"/>
              <a:chOff x="13902730" y="6539376"/>
              <a:chExt cx="5315988" cy="5284481"/>
            </a:xfrm>
            <a:solidFill>
              <a:schemeClr val="bg1"/>
            </a:solidFill>
          </p:grpSpPr>
          <p:sp>
            <p:nvSpPr>
              <p:cNvPr id="26" name="Freeform: Shape 38">
                <a:extLst>
                  <a:ext uri="{FF2B5EF4-FFF2-40B4-BE49-F238E27FC236}">
                    <a16:creationId xmlns:a16="http://schemas.microsoft.com/office/drawing/2014/main" id="{D9FE9AF6-EFA6-56CD-6091-782E797EBD80}"/>
                  </a:ext>
                </a:extLst>
              </p:cNvPr>
              <p:cNvSpPr/>
              <p:nvPr/>
            </p:nvSpPr>
            <p:spPr>
              <a:xfrm>
                <a:off x="14433169" y="7047291"/>
                <a:ext cx="4244437" cy="3728252"/>
              </a:xfrm>
              <a:custGeom>
                <a:avLst/>
                <a:gdLst>
                  <a:gd name="connsiteX0" fmla="*/ 767 w 4244437"/>
                  <a:gd name="connsiteY0" fmla="*/ 3516272 h 3728252"/>
                  <a:gd name="connsiteX1" fmla="*/ 212748 w 4244437"/>
                  <a:gd name="connsiteY1" fmla="*/ 3728252 h 3728252"/>
                  <a:gd name="connsiteX2" fmla="*/ 2624315 w 4244437"/>
                  <a:gd name="connsiteY2" fmla="*/ 3728252 h 3728252"/>
                  <a:gd name="connsiteX3" fmla="*/ 2685011 w 4244437"/>
                  <a:gd name="connsiteY3" fmla="*/ 3667556 h 3728252"/>
                  <a:gd name="connsiteX4" fmla="*/ 2624315 w 4244437"/>
                  <a:gd name="connsiteY4" fmla="*/ 3606860 h 3728252"/>
                  <a:gd name="connsiteX5" fmla="*/ 2182904 w 4244437"/>
                  <a:gd name="connsiteY5" fmla="*/ 3606860 h 3728252"/>
                  <a:gd name="connsiteX6" fmla="*/ 2182904 w 4244437"/>
                  <a:gd name="connsiteY6" fmla="*/ 3483014 h 3728252"/>
                  <a:gd name="connsiteX7" fmla="*/ 2182904 w 4244437"/>
                  <a:gd name="connsiteY7" fmla="*/ 3482172 h 3728252"/>
                  <a:gd name="connsiteX8" fmla="*/ 2620141 w 4244437"/>
                  <a:gd name="connsiteY8" fmla="*/ 3045739 h 3728252"/>
                  <a:gd name="connsiteX9" fmla="*/ 4122239 w 4244437"/>
                  <a:gd name="connsiteY9" fmla="*/ 3045739 h 3728252"/>
                  <a:gd name="connsiteX10" fmla="*/ 4122239 w 4244437"/>
                  <a:gd name="connsiteY10" fmla="*/ 3517070 h 3728252"/>
                  <a:gd name="connsiteX11" fmla="*/ 4032457 w 4244437"/>
                  <a:gd name="connsiteY11" fmla="*/ 3606851 h 3728252"/>
                  <a:gd name="connsiteX12" fmla="*/ 3532039 w 4244437"/>
                  <a:gd name="connsiteY12" fmla="*/ 3606851 h 3728252"/>
                  <a:gd name="connsiteX13" fmla="*/ 3471343 w 4244437"/>
                  <a:gd name="connsiteY13" fmla="*/ 3667548 h 3728252"/>
                  <a:gd name="connsiteX14" fmla="*/ 3532039 w 4244437"/>
                  <a:gd name="connsiteY14" fmla="*/ 3728244 h 3728252"/>
                  <a:gd name="connsiteX15" fmla="*/ 4032457 w 4244437"/>
                  <a:gd name="connsiteY15" fmla="*/ 3728244 h 3728252"/>
                  <a:gd name="connsiteX16" fmla="*/ 4244438 w 4244437"/>
                  <a:gd name="connsiteY16" fmla="*/ 3516263 h 3728252"/>
                  <a:gd name="connsiteX17" fmla="*/ 4244438 w 4244437"/>
                  <a:gd name="connsiteY17" fmla="*/ 211981 h 3728252"/>
                  <a:gd name="connsiteX18" fmla="*/ 4032457 w 4244437"/>
                  <a:gd name="connsiteY18" fmla="*/ 0 h 3728252"/>
                  <a:gd name="connsiteX19" fmla="*/ 3971761 w 4244437"/>
                  <a:gd name="connsiteY19" fmla="*/ 60696 h 3728252"/>
                  <a:gd name="connsiteX20" fmla="*/ 4031615 w 4244437"/>
                  <a:gd name="connsiteY20" fmla="*/ 122196 h 3728252"/>
                  <a:gd name="connsiteX21" fmla="*/ 4121398 w 4244437"/>
                  <a:gd name="connsiteY21" fmla="*/ 211978 h 3728252"/>
                  <a:gd name="connsiteX22" fmla="*/ 4121398 w 4244437"/>
                  <a:gd name="connsiteY22" fmla="*/ 2923533 h 3728252"/>
                  <a:gd name="connsiteX23" fmla="*/ 2620181 w 4244437"/>
                  <a:gd name="connsiteY23" fmla="*/ 2923533 h 3728252"/>
                  <a:gd name="connsiteX24" fmla="*/ 2182945 w 4244437"/>
                  <a:gd name="connsiteY24" fmla="*/ 3134672 h 3728252"/>
                  <a:gd name="connsiteX25" fmla="*/ 2182906 w 4244437"/>
                  <a:gd name="connsiteY25" fmla="*/ 370701 h 3728252"/>
                  <a:gd name="connsiteX26" fmla="*/ 2361626 w 4244437"/>
                  <a:gd name="connsiteY26" fmla="*/ 132121 h 3728252"/>
                  <a:gd name="connsiteX27" fmla="*/ 2403187 w 4244437"/>
                  <a:gd name="connsiteY27" fmla="*/ 56461 h 3728252"/>
                  <a:gd name="connsiteX28" fmla="*/ 2327527 w 4244437"/>
                  <a:gd name="connsiteY28" fmla="*/ 14900 h 3728252"/>
                  <a:gd name="connsiteX29" fmla="*/ 2122208 w 4244437"/>
                  <a:gd name="connsiteY29" fmla="*/ 169508 h 3728252"/>
                  <a:gd name="connsiteX30" fmla="*/ 1812148 w 4244437"/>
                  <a:gd name="connsiteY30" fmla="*/ 772 h 3728252"/>
                  <a:gd name="connsiteX31" fmla="*/ 211981 w 4244437"/>
                  <a:gd name="connsiteY31" fmla="*/ 772 h 3728252"/>
                  <a:gd name="connsiteX32" fmla="*/ 0 w 4244437"/>
                  <a:gd name="connsiteY32" fmla="*/ 212753 h 3728252"/>
                  <a:gd name="connsiteX33" fmla="*/ 122967 w 4244437"/>
                  <a:gd name="connsiteY33" fmla="*/ 3516272 h 3728252"/>
                  <a:gd name="connsiteX34" fmla="*/ 122967 w 4244437"/>
                  <a:gd name="connsiteY34" fmla="*/ 3044941 h 3728252"/>
                  <a:gd name="connsiteX35" fmla="*/ 1624281 w 4244437"/>
                  <a:gd name="connsiteY35" fmla="*/ 3044941 h 3728252"/>
                  <a:gd name="connsiteX36" fmla="*/ 2060714 w 4244437"/>
                  <a:gd name="connsiteY36" fmla="*/ 3480531 h 3728252"/>
                  <a:gd name="connsiteX37" fmla="*/ 2060714 w 4244437"/>
                  <a:gd name="connsiteY37" fmla="*/ 3482177 h 3728252"/>
                  <a:gd name="connsiteX38" fmla="*/ 2060714 w 4244437"/>
                  <a:gd name="connsiteY38" fmla="*/ 3483019 h 3728252"/>
                  <a:gd name="connsiteX39" fmla="*/ 2060714 w 4244437"/>
                  <a:gd name="connsiteY39" fmla="*/ 3606865 h 3728252"/>
                  <a:gd name="connsiteX40" fmla="*/ 212777 w 4244437"/>
                  <a:gd name="connsiteY40" fmla="*/ 3606903 h 3728252"/>
                  <a:gd name="connsiteX41" fmla="*/ 122995 w 4244437"/>
                  <a:gd name="connsiteY41" fmla="*/ 3516279 h 3728252"/>
                  <a:gd name="connsiteX42" fmla="*/ 211906 w 4244437"/>
                  <a:gd name="connsiteY42" fmla="*/ 122247 h 3728252"/>
                  <a:gd name="connsiteX43" fmla="*/ 1812074 w 4244437"/>
                  <a:gd name="connsiteY43" fmla="*/ 122247 h 3728252"/>
                  <a:gd name="connsiteX44" fmla="*/ 2060637 w 4244437"/>
                  <a:gd name="connsiteY44" fmla="*/ 370810 h 3728252"/>
                  <a:gd name="connsiteX45" fmla="*/ 2060637 w 4244437"/>
                  <a:gd name="connsiteY45" fmla="*/ 3134781 h 3728252"/>
                  <a:gd name="connsiteX46" fmla="*/ 1624204 w 4244437"/>
                  <a:gd name="connsiteY46" fmla="*/ 2923642 h 3728252"/>
                  <a:gd name="connsiteX47" fmla="*/ 122106 w 4244437"/>
                  <a:gd name="connsiteY47" fmla="*/ 2923604 h 3728252"/>
                  <a:gd name="connsiteX48" fmla="*/ 122106 w 4244437"/>
                  <a:gd name="connsiteY48" fmla="*/ 212049 h 3728252"/>
                  <a:gd name="connsiteX49" fmla="*/ 211888 w 4244437"/>
                  <a:gd name="connsiteY49" fmla="*/ 122267 h 37282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</a:cxnLst>
                <a:rect l="l" t="t" r="r" b="b"/>
                <a:pathLst>
                  <a:path w="4244437" h="3728252">
                    <a:moveTo>
                      <a:pt x="767" y="3516272"/>
                    </a:moveTo>
                    <a:cubicBezTo>
                      <a:pt x="767" y="3633494"/>
                      <a:pt x="95524" y="3728252"/>
                      <a:pt x="212748" y="3728252"/>
                    </a:cubicBezTo>
                    <a:lnTo>
                      <a:pt x="2624315" y="3728252"/>
                    </a:lnTo>
                    <a:cubicBezTo>
                      <a:pt x="2657571" y="3728252"/>
                      <a:pt x="2685011" y="3700812"/>
                      <a:pt x="2685011" y="3667556"/>
                    </a:cubicBezTo>
                    <a:cubicBezTo>
                      <a:pt x="2685011" y="3634299"/>
                      <a:pt x="2657571" y="3606860"/>
                      <a:pt x="2624315" y="3606860"/>
                    </a:cubicBezTo>
                    <a:lnTo>
                      <a:pt x="2182904" y="3606860"/>
                    </a:lnTo>
                    <a:lnTo>
                      <a:pt x="2182904" y="3483014"/>
                    </a:lnTo>
                    <a:lnTo>
                      <a:pt x="2182904" y="3482172"/>
                    </a:lnTo>
                    <a:cubicBezTo>
                      <a:pt x="2183746" y="3241946"/>
                      <a:pt x="2379073" y="3045739"/>
                      <a:pt x="2620141" y="3045739"/>
                    </a:cubicBezTo>
                    <a:lnTo>
                      <a:pt x="4122239" y="3045739"/>
                    </a:lnTo>
                    <a:lnTo>
                      <a:pt x="4122239" y="3517070"/>
                    </a:lnTo>
                    <a:cubicBezTo>
                      <a:pt x="4122239" y="3566935"/>
                      <a:pt x="4081520" y="3606851"/>
                      <a:pt x="4032457" y="3606851"/>
                    </a:cubicBezTo>
                    <a:lnTo>
                      <a:pt x="3532039" y="3606851"/>
                    </a:lnTo>
                    <a:cubicBezTo>
                      <a:pt x="3498782" y="3606851"/>
                      <a:pt x="3471343" y="3634291"/>
                      <a:pt x="3471343" y="3667548"/>
                    </a:cubicBezTo>
                    <a:cubicBezTo>
                      <a:pt x="3471343" y="3700804"/>
                      <a:pt x="3498782" y="3728244"/>
                      <a:pt x="3532039" y="3728244"/>
                    </a:cubicBezTo>
                    <a:lnTo>
                      <a:pt x="4032457" y="3728244"/>
                    </a:lnTo>
                    <a:cubicBezTo>
                      <a:pt x="4149680" y="3728244"/>
                      <a:pt x="4244438" y="3633487"/>
                      <a:pt x="4244438" y="3516263"/>
                    </a:cubicBezTo>
                    <a:lnTo>
                      <a:pt x="4244438" y="211981"/>
                    </a:lnTo>
                    <a:cubicBezTo>
                      <a:pt x="4244438" y="94758"/>
                      <a:pt x="4149681" y="0"/>
                      <a:pt x="4032457" y="0"/>
                    </a:cubicBezTo>
                    <a:cubicBezTo>
                      <a:pt x="3999201" y="0"/>
                      <a:pt x="3971761" y="27440"/>
                      <a:pt x="3971761" y="60696"/>
                    </a:cubicBezTo>
                    <a:cubicBezTo>
                      <a:pt x="3971761" y="93914"/>
                      <a:pt x="3997555" y="122196"/>
                      <a:pt x="4031615" y="122196"/>
                    </a:cubicBezTo>
                    <a:cubicBezTo>
                      <a:pt x="4081481" y="122196"/>
                      <a:pt x="4121398" y="162915"/>
                      <a:pt x="4121398" y="211978"/>
                    </a:cubicBezTo>
                    <a:lnTo>
                      <a:pt x="4121398" y="2923533"/>
                    </a:lnTo>
                    <a:lnTo>
                      <a:pt x="2620181" y="2923533"/>
                    </a:lnTo>
                    <a:cubicBezTo>
                      <a:pt x="2443108" y="2923533"/>
                      <a:pt x="2286011" y="3005813"/>
                      <a:pt x="2182945" y="3134672"/>
                    </a:cubicBezTo>
                    <a:lnTo>
                      <a:pt x="2182906" y="370701"/>
                    </a:lnTo>
                    <a:cubicBezTo>
                      <a:pt x="2182906" y="260983"/>
                      <a:pt x="2256883" y="162894"/>
                      <a:pt x="2361626" y="132121"/>
                    </a:cubicBezTo>
                    <a:cubicBezTo>
                      <a:pt x="2394041" y="122975"/>
                      <a:pt x="2412334" y="88876"/>
                      <a:pt x="2403187" y="56461"/>
                    </a:cubicBezTo>
                    <a:cubicBezTo>
                      <a:pt x="2394041" y="24046"/>
                      <a:pt x="2359942" y="5753"/>
                      <a:pt x="2327527" y="14900"/>
                    </a:cubicBezTo>
                    <a:cubicBezTo>
                      <a:pt x="2241075" y="39852"/>
                      <a:pt x="2169587" y="96376"/>
                      <a:pt x="2122208" y="169508"/>
                    </a:cubicBezTo>
                    <a:cubicBezTo>
                      <a:pt x="2055694" y="68088"/>
                      <a:pt x="1941804" y="772"/>
                      <a:pt x="1812148" y="772"/>
                    </a:cubicBezTo>
                    <a:lnTo>
                      <a:pt x="211981" y="772"/>
                    </a:lnTo>
                    <a:cubicBezTo>
                      <a:pt x="94758" y="772"/>
                      <a:pt x="0" y="95529"/>
                      <a:pt x="0" y="212753"/>
                    </a:cubicBezTo>
                    <a:close/>
                    <a:moveTo>
                      <a:pt x="122967" y="3516272"/>
                    </a:moveTo>
                    <a:lnTo>
                      <a:pt x="122967" y="3044941"/>
                    </a:lnTo>
                    <a:lnTo>
                      <a:pt x="1624281" y="3044941"/>
                    </a:lnTo>
                    <a:cubicBezTo>
                      <a:pt x="1864507" y="3044941"/>
                      <a:pt x="2059872" y="3240276"/>
                      <a:pt x="2060714" y="3480531"/>
                    </a:cubicBezTo>
                    <a:lnTo>
                      <a:pt x="2060714" y="3482177"/>
                    </a:lnTo>
                    <a:lnTo>
                      <a:pt x="2060714" y="3483019"/>
                    </a:lnTo>
                    <a:lnTo>
                      <a:pt x="2060714" y="3606865"/>
                    </a:lnTo>
                    <a:lnTo>
                      <a:pt x="212777" y="3606903"/>
                    </a:lnTo>
                    <a:cubicBezTo>
                      <a:pt x="162912" y="3606903"/>
                      <a:pt x="122995" y="3566184"/>
                      <a:pt x="122995" y="3516279"/>
                    </a:cubicBezTo>
                    <a:close/>
                    <a:moveTo>
                      <a:pt x="211906" y="122247"/>
                    </a:moveTo>
                    <a:lnTo>
                      <a:pt x="1812074" y="122247"/>
                    </a:lnTo>
                    <a:cubicBezTo>
                      <a:pt x="1949234" y="122247"/>
                      <a:pt x="2060637" y="233650"/>
                      <a:pt x="2060637" y="370810"/>
                    </a:cubicBezTo>
                    <a:lnTo>
                      <a:pt x="2060637" y="3134781"/>
                    </a:lnTo>
                    <a:cubicBezTo>
                      <a:pt x="1958375" y="3005929"/>
                      <a:pt x="1800435" y="2923642"/>
                      <a:pt x="1624204" y="2923642"/>
                    </a:cubicBezTo>
                    <a:lnTo>
                      <a:pt x="122106" y="2923604"/>
                    </a:lnTo>
                    <a:lnTo>
                      <a:pt x="122106" y="212049"/>
                    </a:lnTo>
                    <a:cubicBezTo>
                      <a:pt x="122106" y="162144"/>
                      <a:pt x="162864" y="122267"/>
                      <a:pt x="211888" y="122267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7" name="Freeform: Shape 39">
                <a:extLst>
                  <a:ext uri="{FF2B5EF4-FFF2-40B4-BE49-F238E27FC236}">
                    <a16:creationId xmlns:a16="http://schemas.microsoft.com/office/drawing/2014/main" id="{D5E136CB-2042-7EB8-A144-0EF2B16C2052}"/>
                  </a:ext>
                </a:extLst>
              </p:cNvPr>
              <p:cNvSpPr/>
              <p:nvPr/>
            </p:nvSpPr>
            <p:spPr>
              <a:xfrm>
                <a:off x="13902730" y="7491178"/>
                <a:ext cx="5315988" cy="4332679"/>
              </a:xfrm>
              <a:custGeom>
                <a:avLst/>
                <a:gdLst>
                  <a:gd name="connsiteX0" fmla="*/ 5084919 w 5315988"/>
                  <a:gd name="connsiteY0" fmla="*/ 0 h 4332679"/>
                  <a:gd name="connsiteX1" fmla="*/ 4896206 w 5315988"/>
                  <a:gd name="connsiteY1" fmla="*/ 0 h 4332679"/>
                  <a:gd name="connsiteX2" fmla="*/ 4835510 w 5315988"/>
                  <a:gd name="connsiteY2" fmla="*/ 60696 h 4332679"/>
                  <a:gd name="connsiteX3" fmla="*/ 4896206 w 5315988"/>
                  <a:gd name="connsiteY3" fmla="*/ 121393 h 4332679"/>
                  <a:gd name="connsiteX4" fmla="*/ 5084919 w 5315988"/>
                  <a:gd name="connsiteY4" fmla="*/ 121393 h 4332679"/>
                  <a:gd name="connsiteX5" fmla="*/ 5193795 w 5315988"/>
                  <a:gd name="connsiteY5" fmla="*/ 230268 h 4332679"/>
                  <a:gd name="connsiteX6" fmla="*/ 5193795 w 5315988"/>
                  <a:gd name="connsiteY6" fmla="*/ 3660150 h 4332679"/>
                  <a:gd name="connsiteX7" fmla="*/ 5084919 w 5315988"/>
                  <a:gd name="connsiteY7" fmla="*/ 3769868 h 4332679"/>
                  <a:gd name="connsiteX8" fmla="*/ 3097373 w 5315988"/>
                  <a:gd name="connsiteY8" fmla="*/ 3769830 h 4332679"/>
                  <a:gd name="connsiteX9" fmla="*/ 3036676 w 5315988"/>
                  <a:gd name="connsiteY9" fmla="*/ 3830526 h 4332679"/>
                  <a:gd name="connsiteX10" fmla="*/ 2658458 w 5315988"/>
                  <a:gd name="connsiteY10" fmla="*/ 4208745 h 4332679"/>
                  <a:gd name="connsiteX11" fmla="*/ 2279397 w 5315988"/>
                  <a:gd name="connsiteY11" fmla="*/ 3830526 h 4332679"/>
                  <a:gd name="connsiteX12" fmla="*/ 2218700 w 5315988"/>
                  <a:gd name="connsiteY12" fmla="*/ 3769830 h 4332679"/>
                  <a:gd name="connsiteX13" fmla="*/ 230272 w 5315988"/>
                  <a:gd name="connsiteY13" fmla="*/ 3769830 h 4332679"/>
                  <a:gd name="connsiteX14" fmla="*/ 121396 w 5315988"/>
                  <a:gd name="connsiteY14" fmla="*/ 3660112 h 4332679"/>
                  <a:gd name="connsiteX15" fmla="*/ 121396 w 5315988"/>
                  <a:gd name="connsiteY15" fmla="*/ 231112 h 4332679"/>
                  <a:gd name="connsiteX16" fmla="*/ 230272 w 5315988"/>
                  <a:gd name="connsiteY16" fmla="*/ 122236 h 4332679"/>
                  <a:gd name="connsiteX17" fmla="*/ 349983 w 5315988"/>
                  <a:gd name="connsiteY17" fmla="*/ 122236 h 4332679"/>
                  <a:gd name="connsiteX18" fmla="*/ 410680 w 5315988"/>
                  <a:gd name="connsiteY18" fmla="*/ 61540 h 4332679"/>
                  <a:gd name="connsiteX19" fmla="*/ 349983 w 5315988"/>
                  <a:gd name="connsiteY19" fmla="*/ 843 h 4332679"/>
                  <a:gd name="connsiteX20" fmla="*/ 230272 w 5315988"/>
                  <a:gd name="connsiteY20" fmla="*/ 843 h 4332679"/>
                  <a:gd name="connsiteX21" fmla="*/ 0 w 5315988"/>
                  <a:gd name="connsiteY21" fmla="*/ 231115 h 4332679"/>
                  <a:gd name="connsiteX22" fmla="*/ 0 w 5315988"/>
                  <a:gd name="connsiteY22" fmla="*/ 3660997 h 4332679"/>
                  <a:gd name="connsiteX23" fmla="*/ 230272 w 5315988"/>
                  <a:gd name="connsiteY23" fmla="*/ 3892915 h 4332679"/>
                  <a:gd name="connsiteX24" fmla="*/ 2160505 w 5315988"/>
                  <a:gd name="connsiteY24" fmla="*/ 3892915 h 4332679"/>
                  <a:gd name="connsiteX25" fmla="*/ 2657593 w 5315988"/>
                  <a:gd name="connsiteY25" fmla="*/ 4332680 h 4332679"/>
                  <a:gd name="connsiteX26" fmla="*/ 3154680 w 5315988"/>
                  <a:gd name="connsiteY26" fmla="*/ 3892915 h 4332679"/>
                  <a:gd name="connsiteX27" fmla="*/ 5084913 w 5315988"/>
                  <a:gd name="connsiteY27" fmla="*/ 3892915 h 4332679"/>
                  <a:gd name="connsiteX28" fmla="*/ 5315989 w 5315988"/>
                  <a:gd name="connsiteY28" fmla="*/ 3660997 h 4332679"/>
                  <a:gd name="connsiteX29" fmla="*/ 5315989 w 5315988"/>
                  <a:gd name="connsiteY29" fmla="*/ 231115 h 4332679"/>
                  <a:gd name="connsiteX30" fmla="*/ 5084913 w 5315988"/>
                  <a:gd name="connsiteY30" fmla="*/ 40 h 43326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5315988" h="4332679">
                    <a:moveTo>
                      <a:pt x="5084919" y="0"/>
                    </a:moveTo>
                    <a:lnTo>
                      <a:pt x="4896206" y="0"/>
                    </a:lnTo>
                    <a:cubicBezTo>
                      <a:pt x="4862950" y="0"/>
                      <a:pt x="4835510" y="27440"/>
                      <a:pt x="4835510" y="60696"/>
                    </a:cubicBezTo>
                    <a:cubicBezTo>
                      <a:pt x="4835510" y="93953"/>
                      <a:pt x="4862950" y="121393"/>
                      <a:pt x="4896206" y="121393"/>
                    </a:cubicBezTo>
                    <a:lnTo>
                      <a:pt x="5084919" y="121393"/>
                    </a:lnTo>
                    <a:cubicBezTo>
                      <a:pt x="5144774" y="121393"/>
                      <a:pt x="5193795" y="170455"/>
                      <a:pt x="5193795" y="230268"/>
                    </a:cubicBezTo>
                    <a:lnTo>
                      <a:pt x="5193795" y="3660150"/>
                    </a:lnTo>
                    <a:cubicBezTo>
                      <a:pt x="5193795" y="3720846"/>
                      <a:pt x="5144732" y="3769868"/>
                      <a:pt x="5084919" y="3769868"/>
                    </a:cubicBezTo>
                    <a:lnTo>
                      <a:pt x="3097373" y="3769830"/>
                    </a:lnTo>
                    <a:cubicBezTo>
                      <a:pt x="3064116" y="3769830"/>
                      <a:pt x="3036676" y="3797270"/>
                      <a:pt x="3036676" y="3830526"/>
                    </a:cubicBezTo>
                    <a:cubicBezTo>
                      <a:pt x="3036676" y="4039176"/>
                      <a:pt x="2867098" y="4208745"/>
                      <a:pt x="2658458" y="4208745"/>
                    </a:cubicBezTo>
                    <a:cubicBezTo>
                      <a:pt x="2448965" y="4208745"/>
                      <a:pt x="2279397" y="4039166"/>
                      <a:pt x="2279397" y="3830526"/>
                    </a:cubicBezTo>
                    <a:cubicBezTo>
                      <a:pt x="2279397" y="3797270"/>
                      <a:pt x="2251957" y="3769830"/>
                      <a:pt x="2218700" y="3769830"/>
                    </a:cubicBezTo>
                    <a:lnTo>
                      <a:pt x="230272" y="3769830"/>
                    </a:lnTo>
                    <a:cubicBezTo>
                      <a:pt x="170417" y="3769830"/>
                      <a:pt x="121396" y="3720768"/>
                      <a:pt x="121396" y="3660112"/>
                    </a:cubicBezTo>
                    <a:lnTo>
                      <a:pt x="121396" y="231112"/>
                    </a:lnTo>
                    <a:cubicBezTo>
                      <a:pt x="121396" y="171257"/>
                      <a:pt x="170458" y="122236"/>
                      <a:pt x="230272" y="122236"/>
                    </a:cubicBezTo>
                    <a:lnTo>
                      <a:pt x="349983" y="122236"/>
                    </a:lnTo>
                    <a:cubicBezTo>
                      <a:pt x="383240" y="122236"/>
                      <a:pt x="410680" y="94796"/>
                      <a:pt x="410680" y="61540"/>
                    </a:cubicBezTo>
                    <a:cubicBezTo>
                      <a:pt x="410680" y="28283"/>
                      <a:pt x="383240" y="843"/>
                      <a:pt x="349983" y="843"/>
                    </a:cubicBezTo>
                    <a:lnTo>
                      <a:pt x="230272" y="843"/>
                    </a:lnTo>
                    <a:cubicBezTo>
                      <a:pt x="103105" y="843"/>
                      <a:pt x="0" y="104742"/>
                      <a:pt x="0" y="231115"/>
                    </a:cubicBezTo>
                    <a:lnTo>
                      <a:pt x="0" y="3660997"/>
                    </a:lnTo>
                    <a:cubicBezTo>
                      <a:pt x="0" y="3789007"/>
                      <a:pt x="103899" y="3892915"/>
                      <a:pt x="230272" y="3892915"/>
                    </a:cubicBezTo>
                    <a:lnTo>
                      <a:pt x="2160505" y="3892915"/>
                    </a:lnTo>
                    <a:cubicBezTo>
                      <a:pt x="2190433" y="4139793"/>
                      <a:pt x="2402407" y="4332680"/>
                      <a:pt x="2657593" y="4332680"/>
                    </a:cubicBezTo>
                    <a:cubicBezTo>
                      <a:pt x="2912779" y="4332680"/>
                      <a:pt x="3123956" y="4140636"/>
                      <a:pt x="3154680" y="3892915"/>
                    </a:cubicBezTo>
                    <a:lnTo>
                      <a:pt x="5084913" y="3892915"/>
                    </a:lnTo>
                    <a:cubicBezTo>
                      <a:pt x="5212080" y="3892915"/>
                      <a:pt x="5315989" y="3789017"/>
                      <a:pt x="5315989" y="3660997"/>
                    </a:cubicBezTo>
                    <a:lnTo>
                      <a:pt x="5315989" y="231115"/>
                    </a:lnTo>
                    <a:cubicBezTo>
                      <a:pt x="5315989" y="103949"/>
                      <a:pt x="5212090" y="40"/>
                      <a:pt x="5084913" y="40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8" name="Freeform: Shape 40">
                <a:extLst>
                  <a:ext uri="{FF2B5EF4-FFF2-40B4-BE49-F238E27FC236}">
                    <a16:creationId xmlns:a16="http://schemas.microsoft.com/office/drawing/2014/main" id="{5C4012E4-2244-6009-14D8-329D5E8031B3}"/>
                  </a:ext>
                </a:extLst>
              </p:cNvPr>
              <p:cNvSpPr/>
              <p:nvPr/>
            </p:nvSpPr>
            <p:spPr>
              <a:xfrm>
                <a:off x="15005885" y="7492060"/>
                <a:ext cx="1038231" cy="531984"/>
              </a:xfrm>
              <a:custGeom>
                <a:avLst/>
                <a:gdLst>
                  <a:gd name="connsiteX0" fmla="*/ 130507 w 1038231"/>
                  <a:gd name="connsiteY0" fmla="*/ 531985 h 531984"/>
                  <a:gd name="connsiteX1" fmla="*/ 907734 w 1038231"/>
                  <a:gd name="connsiteY1" fmla="*/ 531985 h 531984"/>
                  <a:gd name="connsiteX2" fmla="*/ 1038232 w 1038231"/>
                  <a:gd name="connsiteY2" fmla="*/ 401487 h 531984"/>
                  <a:gd name="connsiteX3" fmla="*/ 1038232 w 1038231"/>
                  <a:gd name="connsiteY3" fmla="*/ 130498 h 531984"/>
                  <a:gd name="connsiteX4" fmla="*/ 907734 w 1038231"/>
                  <a:gd name="connsiteY4" fmla="*/ 0 h 531984"/>
                  <a:gd name="connsiteX5" fmla="*/ 130507 w 1038231"/>
                  <a:gd name="connsiteY5" fmla="*/ 0 h 531984"/>
                  <a:gd name="connsiteX6" fmla="*/ 9 w 1038231"/>
                  <a:gd name="connsiteY6" fmla="*/ 130498 h 531984"/>
                  <a:gd name="connsiteX7" fmla="*/ 9 w 1038231"/>
                  <a:gd name="connsiteY7" fmla="*/ 401487 h 531984"/>
                  <a:gd name="connsiteX8" fmla="*/ 130507 w 1038231"/>
                  <a:gd name="connsiteY8" fmla="*/ 531985 h 531984"/>
                  <a:gd name="connsiteX9" fmla="*/ 121360 w 1038231"/>
                  <a:gd name="connsiteY9" fmla="*/ 130498 h 531984"/>
                  <a:gd name="connsiteX10" fmla="*/ 130507 w 1038231"/>
                  <a:gd name="connsiteY10" fmla="*/ 121351 h 531984"/>
                  <a:gd name="connsiteX11" fmla="*/ 907734 w 1038231"/>
                  <a:gd name="connsiteY11" fmla="*/ 121351 h 531984"/>
                  <a:gd name="connsiteX12" fmla="*/ 916880 w 1038231"/>
                  <a:gd name="connsiteY12" fmla="*/ 130498 h 531984"/>
                  <a:gd name="connsiteX13" fmla="*/ 916880 w 1038231"/>
                  <a:gd name="connsiteY13" fmla="*/ 401487 h 531984"/>
                  <a:gd name="connsiteX14" fmla="*/ 907734 w 1038231"/>
                  <a:gd name="connsiteY14" fmla="*/ 410633 h 531984"/>
                  <a:gd name="connsiteX15" fmla="*/ 130507 w 1038231"/>
                  <a:gd name="connsiteY15" fmla="*/ 410633 h 531984"/>
                  <a:gd name="connsiteX16" fmla="*/ 121360 w 1038231"/>
                  <a:gd name="connsiteY16" fmla="*/ 401487 h 5319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038231" h="531984">
                    <a:moveTo>
                      <a:pt x="130507" y="531985"/>
                    </a:moveTo>
                    <a:lnTo>
                      <a:pt x="907734" y="531985"/>
                    </a:lnTo>
                    <a:cubicBezTo>
                      <a:pt x="980064" y="531985"/>
                      <a:pt x="1038232" y="472973"/>
                      <a:pt x="1038232" y="401487"/>
                    </a:cubicBezTo>
                    <a:lnTo>
                      <a:pt x="1038232" y="130498"/>
                    </a:lnTo>
                    <a:cubicBezTo>
                      <a:pt x="1038232" y="58168"/>
                      <a:pt x="979220" y="0"/>
                      <a:pt x="907734" y="0"/>
                    </a:cubicBezTo>
                    <a:lnTo>
                      <a:pt x="130507" y="0"/>
                    </a:lnTo>
                    <a:cubicBezTo>
                      <a:pt x="58177" y="0"/>
                      <a:pt x="9" y="59012"/>
                      <a:pt x="9" y="130498"/>
                    </a:cubicBezTo>
                    <a:lnTo>
                      <a:pt x="9" y="401487"/>
                    </a:lnTo>
                    <a:cubicBezTo>
                      <a:pt x="-833" y="472976"/>
                      <a:pt x="58179" y="531985"/>
                      <a:pt x="130507" y="531985"/>
                    </a:cubicBezTo>
                    <a:close/>
                    <a:moveTo>
                      <a:pt x="121360" y="130498"/>
                    </a:moveTo>
                    <a:cubicBezTo>
                      <a:pt x="121360" y="125523"/>
                      <a:pt x="125532" y="121351"/>
                      <a:pt x="130507" y="121351"/>
                    </a:cubicBezTo>
                    <a:lnTo>
                      <a:pt x="907734" y="121351"/>
                    </a:lnTo>
                    <a:cubicBezTo>
                      <a:pt x="912709" y="121351"/>
                      <a:pt x="916880" y="125523"/>
                      <a:pt x="916880" y="130498"/>
                    </a:cubicBezTo>
                    <a:lnTo>
                      <a:pt x="916880" y="401487"/>
                    </a:lnTo>
                    <a:cubicBezTo>
                      <a:pt x="916880" y="406462"/>
                      <a:pt x="912709" y="410633"/>
                      <a:pt x="907734" y="410633"/>
                    </a:cubicBezTo>
                    <a:lnTo>
                      <a:pt x="130507" y="410633"/>
                    </a:lnTo>
                    <a:cubicBezTo>
                      <a:pt x="125532" y="410633"/>
                      <a:pt x="121360" y="406462"/>
                      <a:pt x="121360" y="401487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9" name="Freeform: Shape 41">
                <a:extLst>
                  <a:ext uri="{FF2B5EF4-FFF2-40B4-BE49-F238E27FC236}">
                    <a16:creationId xmlns:a16="http://schemas.microsoft.com/office/drawing/2014/main" id="{6679A04B-C170-4B33-0AD7-9413472FEE77}"/>
                  </a:ext>
                </a:extLst>
              </p:cNvPr>
              <p:cNvSpPr/>
              <p:nvPr/>
            </p:nvSpPr>
            <p:spPr>
              <a:xfrm>
                <a:off x="15895278" y="8312519"/>
                <a:ext cx="325868" cy="121392"/>
              </a:xfrm>
              <a:custGeom>
                <a:avLst/>
                <a:gdLst>
                  <a:gd name="connsiteX0" fmla="*/ 0 w 325868"/>
                  <a:gd name="connsiteY0" fmla="*/ 60696 h 121392"/>
                  <a:gd name="connsiteX1" fmla="*/ 60696 w 325868"/>
                  <a:gd name="connsiteY1" fmla="*/ 121392 h 121392"/>
                  <a:gd name="connsiteX2" fmla="*/ 265173 w 325868"/>
                  <a:gd name="connsiteY2" fmla="*/ 121392 h 121392"/>
                  <a:gd name="connsiteX3" fmla="*/ 325869 w 325868"/>
                  <a:gd name="connsiteY3" fmla="*/ 60696 h 121392"/>
                  <a:gd name="connsiteX4" fmla="*/ 265173 w 325868"/>
                  <a:gd name="connsiteY4" fmla="*/ 0 h 121392"/>
                  <a:gd name="connsiteX5" fmla="*/ 60696 w 325868"/>
                  <a:gd name="connsiteY5" fmla="*/ 0 h 121392"/>
                  <a:gd name="connsiteX6" fmla="*/ 0 w 325868"/>
                  <a:gd name="connsiteY6" fmla="*/ 60696 h 1213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25868" h="121392">
                    <a:moveTo>
                      <a:pt x="0" y="60696"/>
                    </a:moveTo>
                    <a:cubicBezTo>
                      <a:pt x="0" y="93953"/>
                      <a:pt x="27440" y="121392"/>
                      <a:pt x="60696" y="121392"/>
                    </a:cubicBezTo>
                    <a:lnTo>
                      <a:pt x="265173" y="121392"/>
                    </a:lnTo>
                    <a:cubicBezTo>
                      <a:pt x="298429" y="121392"/>
                      <a:pt x="325869" y="93953"/>
                      <a:pt x="325869" y="60696"/>
                    </a:cubicBezTo>
                    <a:cubicBezTo>
                      <a:pt x="325869" y="27440"/>
                      <a:pt x="298429" y="0"/>
                      <a:pt x="265173" y="0"/>
                    </a:cubicBezTo>
                    <a:lnTo>
                      <a:pt x="60696" y="0"/>
                    </a:lnTo>
                    <a:cubicBezTo>
                      <a:pt x="27440" y="0"/>
                      <a:pt x="0" y="27440"/>
                      <a:pt x="0" y="60696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30" name="Freeform: Shape 42">
                <a:extLst>
                  <a:ext uri="{FF2B5EF4-FFF2-40B4-BE49-F238E27FC236}">
                    <a16:creationId xmlns:a16="http://schemas.microsoft.com/office/drawing/2014/main" id="{F396F6A4-4B71-FF7F-585C-BB226EA9D262}"/>
                  </a:ext>
                </a:extLst>
              </p:cNvPr>
              <p:cNvSpPr/>
              <p:nvPr/>
            </p:nvSpPr>
            <p:spPr>
              <a:xfrm>
                <a:off x="14827142" y="8312467"/>
                <a:ext cx="827972" cy="121392"/>
              </a:xfrm>
              <a:custGeom>
                <a:avLst/>
                <a:gdLst>
                  <a:gd name="connsiteX0" fmla="*/ 60696 w 827972"/>
                  <a:gd name="connsiteY0" fmla="*/ 121392 h 121392"/>
                  <a:gd name="connsiteX1" fmla="*/ 767276 w 827972"/>
                  <a:gd name="connsiteY1" fmla="*/ 121392 h 121392"/>
                  <a:gd name="connsiteX2" fmla="*/ 827972 w 827972"/>
                  <a:gd name="connsiteY2" fmla="*/ 60696 h 121392"/>
                  <a:gd name="connsiteX3" fmla="*/ 767276 w 827972"/>
                  <a:gd name="connsiteY3" fmla="*/ 0 h 121392"/>
                  <a:gd name="connsiteX4" fmla="*/ 60696 w 827972"/>
                  <a:gd name="connsiteY4" fmla="*/ 0 h 121392"/>
                  <a:gd name="connsiteX5" fmla="*/ 0 w 827972"/>
                  <a:gd name="connsiteY5" fmla="*/ 60696 h 121392"/>
                  <a:gd name="connsiteX6" fmla="*/ 60696 w 827972"/>
                  <a:gd name="connsiteY6" fmla="*/ 121392 h 1213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27972" h="121392">
                    <a:moveTo>
                      <a:pt x="60696" y="121392"/>
                    </a:moveTo>
                    <a:lnTo>
                      <a:pt x="767276" y="121392"/>
                    </a:lnTo>
                    <a:cubicBezTo>
                      <a:pt x="800532" y="121392"/>
                      <a:pt x="827972" y="93953"/>
                      <a:pt x="827972" y="60696"/>
                    </a:cubicBezTo>
                    <a:cubicBezTo>
                      <a:pt x="827972" y="27440"/>
                      <a:pt x="800532" y="0"/>
                      <a:pt x="767276" y="0"/>
                    </a:cubicBezTo>
                    <a:lnTo>
                      <a:pt x="60696" y="0"/>
                    </a:lnTo>
                    <a:cubicBezTo>
                      <a:pt x="27440" y="0"/>
                      <a:pt x="0" y="27440"/>
                      <a:pt x="0" y="60696"/>
                    </a:cubicBezTo>
                    <a:cubicBezTo>
                      <a:pt x="0" y="94795"/>
                      <a:pt x="27440" y="121392"/>
                      <a:pt x="60696" y="121392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31" name="Freeform: Shape 43">
                <a:extLst>
                  <a:ext uri="{FF2B5EF4-FFF2-40B4-BE49-F238E27FC236}">
                    <a16:creationId xmlns:a16="http://schemas.microsoft.com/office/drawing/2014/main" id="{308DD68E-B5E6-825C-AD69-5C35EDCE1423}"/>
                  </a:ext>
                </a:extLst>
              </p:cNvPr>
              <p:cNvSpPr/>
              <p:nvPr/>
            </p:nvSpPr>
            <p:spPr>
              <a:xfrm>
                <a:off x="14827142" y="8723163"/>
                <a:ext cx="1394923" cy="121392"/>
              </a:xfrm>
              <a:custGeom>
                <a:avLst/>
                <a:gdLst>
                  <a:gd name="connsiteX0" fmla="*/ 60696 w 1394923"/>
                  <a:gd name="connsiteY0" fmla="*/ 121392 h 121392"/>
                  <a:gd name="connsiteX1" fmla="*/ 1334227 w 1394923"/>
                  <a:gd name="connsiteY1" fmla="*/ 121392 h 121392"/>
                  <a:gd name="connsiteX2" fmla="*/ 1394923 w 1394923"/>
                  <a:gd name="connsiteY2" fmla="*/ 60696 h 121392"/>
                  <a:gd name="connsiteX3" fmla="*/ 1334227 w 1394923"/>
                  <a:gd name="connsiteY3" fmla="*/ 0 h 121392"/>
                  <a:gd name="connsiteX4" fmla="*/ 60696 w 1394923"/>
                  <a:gd name="connsiteY4" fmla="*/ 38 h 121392"/>
                  <a:gd name="connsiteX5" fmla="*/ 0 w 1394923"/>
                  <a:gd name="connsiteY5" fmla="*/ 60734 h 121392"/>
                  <a:gd name="connsiteX6" fmla="*/ 60696 w 1394923"/>
                  <a:gd name="connsiteY6" fmla="*/ 121392 h 1213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394923" h="121392">
                    <a:moveTo>
                      <a:pt x="60696" y="121392"/>
                    </a:moveTo>
                    <a:lnTo>
                      <a:pt x="1334227" y="121392"/>
                    </a:lnTo>
                    <a:cubicBezTo>
                      <a:pt x="1367483" y="121392"/>
                      <a:pt x="1394923" y="93953"/>
                      <a:pt x="1394923" y="60696"/>
                    </a:cubicBezTo>
                    <a:cubicBezTo>
                      <a:pt x="1394923" y="27440"/>
                      <a:pt x="1367483" y="0"/>
                      <a:pt x="1334227" y="0"/>
                    </a:cubicBezTo>
                    <a:lnTo>
                      <a:pt x="60696" y="38"/>
                    </a:lnTo>
                    <a:cubicBezTo>
                      <a:pt x="27440" y="38"/>
                      <a:pt x="0" y="27478"/>
                      <a:pt x="0" y="60734"/>
                    </a:cubicBezTo>
                    <a:cubicBezTo>
                      <a:pt x="0" y="93953"/>
                      <a:pt x="27440" y="121392"/>
                      <a:pt x="60696" y="121392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32" name="Freeform: Shape 44">
                <a:extLst>
                  <a:ext uri="{FF2B5EF4-FFF2-40B4-BE49-F238E27FC236}">
                    <a16:creationId xmlns:a16="http://schemas.microsoft.com/office/drawing/2014/main" id="{49DD98E6-CE94-5C71-ADE9-6F8BE03CC821}"/>
                  </a:ext>
                </a:extLst>
              </p:cNvPr>
              <p:cNvSpPr/>
              <p:nvPr/>
            </p:nvSpPr>
            <p:spPr>
              <a:xfrm>
                <a:off x="15512864" y="9133767"/>
                <a:ext cx="709103" cy="121392"/>
              </a:xfrm>
              <a:custGeom>
                <a:avLst/>
                <a:gdLst>
                  <a:gd name="connsiteX0" fmla="*/ 648407 w 709103"/>
                  <a:gd name="connsiteY0" fmla="*/ 0 h 121392"/>
                  <a:gd name="connsiteX1" fmla="*/ 60696 w 709103"/>
                  <a:gd name="connsiteY1" fmla="*/ 0 h 121392"/>
                  <a:gd name="connsiteX2" fmla="*/ 0 w 709103"/>
                  <a:gd name="connsiteY2" fmla="*/ 60696 h 121392"/>
                  <a:gd name="connsiteX3" fmla="*/ 60696 w 709103"/>
                  <a:gd name="connsiteY3" fmla="*/ 121392 h 121392"/>
                  <a:gd name="connsiteX4" fmla="*/ 648407 w 709103"/>
                  <a:gd name="connsiteY4" fmla="*/ 121392 h 121392"/>
                  <a:gd name="connsiteX5" fmla="*/ 709104 w 709103"/>
                  <a:gd name="connsiteY5" fmla="*/ 60696 h 121392"/>
                  <a:gd name="connsiteX6" fmla="*/ 648407 w 709103"/>
                  <a:gd name="connsiteY6" fmla="*/ 0 h 1213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09103" h="121392">
                    <a:moveTo>
                      <a:pt x="648407" y="0"/>
                    </a:moveTo>
                    <a:lnTo>
                      <a:pt x="60696" y="0"/>
                    </a:lnTo>
                    <a:cubicBezTo>
                      <a:pt x="27440" y="0"/>
                      <a:pt x="0" y="27440"/>
                      <a:pt x="0" y="60696"/>
                    </a:cubicBezTo>
                    <a:cubicBezTo>
                      <a:pt x="0" y="93952"/>
                      <a:pt x="27440" y="121392"/>
                      <a:pt x="60696" y="121392"/>
                    </a:cubicBezTo>
                    <a:lnTo>
                      <a:pt x="648407" y="121392"/>
                    </a:lnTo>
                    <a:cubicBezTo>
                      <a:pt x="681664" y="121392"/>
                      <a:pt x="709104" y="93952"/>
                      <a:pt x="709104" y="60696"/>
                    </a:cubicBezTo>
                    <a:cubicBezTo>
                      <a:pt x="709065" y="26597"/>
                      <a:pt x="681664" y="0"/>
                      <a:pt x="648407" y="0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33" name="Freeform: Shape 45">
                <a:extLst>
                  <a:ext uri="{FF2B5EF4-FFF2-40B4-BE49-F238E27FC236}">
                    <a16:creationId xmlns:a16="http://schemas.microsoft.com/office/drawing/2014/main" id="{760046E8-F795-D12E-28BF-A7AEC125AB43}"/>
                  </a:ext>
                </a:extLst>
              </p:cNvPr>
              <p:cNvSpPr/>
              <p:nvPr/>
            </p:nvSpPr>
            <p:spPr>
              <a:xfrm>
                <a:off x="14827142" y="9133761"/>
                <a:ext cx="331688" cy="121392"/>
              </a:xfrm>
              <a:custGeom>
                <a:avLst/>
                <a:gdLst>
                  <a:gd name="connsiteX0" fmla="*/ 60696 w 331688"/>
                  <a:gd name="connsiteY0" fmla="*/ 121392 h 121392"/>
                  <a:gd name="connsiteX1" fmla="*/ 270992 w 331688"/>
                  <a:gd name="connsiteY1" fmla="*/ 121392 h 121392"/>
                  <a:gd name="connsiteX2" fmla="*/ 331688 w 331688"/>
                  <a:gd name="connsiteY2" fmla="*/ 60696 h 121392"/>
                  <a:gd name="connsiteX3" fmla="*/ 270992 w 331688"/>
                  <a:gd name="connsiteY3" fmla="*/ 0 h 121392"/>
                  <a:gd name="connsiteX4" fmla="*/ 60696 w 331688"/>
                  <a:gd name="connsiteY4" fmla="*/ 0 h 121392"/>
                  <a:gd name="connsiteX5" fmla="*/ 0 w 331688"/>
                  <a:gd name="connsiteY5" fmla="*/ 60696 h 121392"/>
                  <a:gd name="connsiteX6" fmla="*/ 60696 w 331688"/>
                  <a:gd name="connsiteY6" fmla="*/ 121392 h 1213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31688" h="121392">
                    <a:moveTo>
                      <a:pt x="60696" y="121392"/>
                    </a:moveTo>
                    <a:lnTo>
                      <a:pt x="270992" y="121392"/>
                    </a:lnTo>
                    <a:cubicBezTo>
                      <a:pt x="304248" y="121392"/>
                      <a:pt x="331688" y="93953"/>
                      <a:pt x="331688" y="60696"/>
                    </a:cubicBezTo>
                    <a:cubicBezTo>
                      <a:pt x="331688" y="27440"/>
                      <a:pt x="304248" y="0"/>
                      <a:pt x="270992" y="0"/>
                    </a:cubicBezTo>
                    <a:lnTo>
                      <a:pt x="60696" y="0"/>
                    </a:lnTo>
                    <a:cubicBezTo>
                      <a:pt x="27440" y="0"/>
                      <a:pt x="0" y="27440"/>
                      <a:pt x="0" y="60696"/>
                    </a:cubicBezTo>
                    <a:cubicBezTo>
                      <a:pt x="0" y="93953"/>
                      <a:pt x="27440" y="121392"/>
                      <a:pt x="60696" y="121392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34" name="Freeform: Shape 46">
                <a:extLst>
                  <a:ext uri="{FF2B5EF4-FFF2-40B4-BE49-F238E27FC236}">
                    <a16:creationId xmlns:a16="http://schemas.microsoft.com/office/drawing/2014/main" id="{17417161-5D68-5675-3FEB-4560E8534941}"/>
                  </a:ext>
                </a:extLst>
              </p:cNvPr>
              <p:cNvSpPr/>
              <p:nvPr/>
            </p:nvSpPr>
            <p:spPr>
              <a:xfrm>
                <a:off x="14827142" y="9544360"/>
                <a:ext cx="758128" cy="121392"/>
              </a:xfrm>
              <a:custGeom>
                <a:avLst/>
                <a:gdLst>
                  <a:gd name="connsiteX0" fmla="*/ 60696 w 758128"/>
                  <a:gd name="connsiteY0" fmla="*/ 121392 h 121392"/>
                  <a:gd name="connsiteX1" fmla="*/ 697432 w 758128"/>
                  <a:gd name="connsiteY1" fmla="*/ 121392 h 121392"/>
                  <a:gd name="connsiteX2" fmla="*/ 758128 w 758128"/>
                  <a:gd name="connsiteY2" fmla="*/ 60696 h 121392"/>
                  <a:gd name="connsiteX3" fmla="*/ 697432 w 758128"/>
                  <a:gd name="connsiteY3" fmla="*/ 0 h 121392"/>
                  <a:gd name="connsiteX4" fmla="*/ 60696 w 758128"/>
                  <a:gd name="connsiteY4" fmla="*/ 0 h 121392"/>
                  <a:gd name="connsiteX5" fmla="*/ 0 w 758128"/>
                  <a:gd name="connsiteY5" fmla="*/ 60696 h 121392"/>
                  <a:gd name="connsiteX6" fmla="*/ 60696 w 758128"/>
                  <a:gd name="connsiteY6" fmla="*/ 121392 h 1213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8128" h="121392">
                    <a:moveTo>
                      <a:pt x="60696" y="121392"/>
                    </a:moveTo>
                    <a:lnTo>
                      <a:pt x="697432" y="121392"/>
                    </a:lnTo>
                    <a:cubicBezTo>
                      <a:pt x="730689" y="121392"/>
                      <a:pt x="758128" y="93953"/>
                      <a:pt x="758128" y="60696"/>
                    </a:cubicBezTo>
                    <a:cubicBezTo>
                      <a:pt x="758128" y="27440"/>
                      <a:pt x="730689" y="0"/>
                      <a:pt x="697432" y="0"/>
                    </a:cubicBezTo>
                    <a:lnTo>
                      <a:pt x="60696" y="0"/>
                    </a:lnTo>
                    <a:cubicBezTo>
                      <a:pt x="27440" y="0"/>
                      <a:pt x="0" y="27440"/>
                      <a:pt x="0" y="60696"/>
                    </a:cubicBezTo>
                    <a:cubicBezTo>
                      <a:pt x="0" y="93991"/>
                      <a:pt x="27440" y="121392"/>
                      <a:pt x="60696" y="121392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36" name="Freeform: Shape 47">
                <a:extLst>
                  <a:ext uri="{FF2B5EF4-FFF2-40B4-BE49-F238E27FC236}">
                    <a16:creationId xmlns:a16="http://schemas.microsoft.com/office/drawing/2014/main" id="{206A2F79-4573-5A0D-CD02-AB524D677DF2}"/>
                  </a:ext>
                </a:extLst>
              </p:cNvPr>
              <p:cNvSpPr/>
              <p:nvPr/>
            </p:nvSpPr>
            <p:spPr>
              <a:xfrm>
                <a:off x="16887775" y="8779699"/>
                <a:ext cx="1394058" cy="121392"/>
              </a:xfrm>
              <a:custGeom>
                <a:avLst/>
                <a:gdLst>
                  <a:gd name="connsiteX0" fmla="*/ 1334227 w 1394058"/>
                  <a:gd name="connsiteY0" fmla="*/ 0 h 121392"/>
                  <a:gd name="connsiteX1" fmla="*/ 60696 w 1394058"/>
                  <a:gd name="connsiteY1" fmla="*/ 0 h 121392"/>
                  <a:gd name="connsiteX2" fmla="*/ 0 w 1394058"/>
                  <a:gd name="connsiteY2" fmla="*/ 60696 h 121392"/>
                  <a:gd name="connsiteX3" fmla="*/ 60696 w 1394058"/>
                  <a:gd name="connsiteY3" fmla="*/ 121392 h 121392"/>
                  <a:gd name="connsiteX4" fmla="*/ 1333345 w 1394058"/>
                  <a:gd name="connsiteY4" fmla="*/ 121392 h 121392"/>
                  <a:gd name="connsiteX5" fmla="*/ 1394041 w 1394058"/>
                  <a:gd name="connsiteY5" fmla="*/ 60696 h 121392"/>
                  <a:gd name="connsiteX6" fmla="*/ 1334187 w 1394058"/>
                  <a:gd name="connsiteY6" fmla="*/ 0 h 1213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394058" h="121392">
                    <a:moveTo>
                      <a:pt x="1334227" y="0"/>
                    </a:moveTo>
                    <a:lnTo>
                      <a:pt x="60696" y="0"/>
                    </a:lnTo>
                    <a:cubicBezTo>
                      <a:pt x="27440" y="0"/>
                      <a:pt x="0" y="27440"/>
                      <a:pt x="0" y="60696"/>
                    </a:cubicBezTo>
                    <a:cubicBezTo>
                      <a:pt x="0" y="93953"/>
                      <a:pt x="27440" y="121392"/>
                      <a:pt x="60696" y="121392"/>
                    </a:cubicBezTo>
                    <a:lnTo>
                      <a:pt x="1333345" y="121392"/>
                    </a:lnTo>
                    <a:cubicBezTo>
                      <a:pt x="1366601" y="121392"/>
                      <a:pt x="1394041" y="93953"/>
                      <a:pt x="1394041" y="60696"/>
                    </a:cubicBezTo>
                    <a:cubicBezTo>
                      <a:pt x="1394845" y="27402"/>
                      <a:pt x="1367444" y="0"/>
                      <a:pt x="1334187" y="0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38" name="Freeform: Shape 48">
                <a:extLst>
                  <a:ext uri="{FF2B5EF4-FFF2-40B4-BE49-F238E27FC236}">
                    <a16:creationId xmlns:a16="http://schemas.microsoft.com/office/drawing/2014/main" id="{AEE03A92-00DF-B5AC-0857-88836B0D8A68}"/>
                  </a:ext>
                </a:extLst>
              </p:cNvPr>
              <p:cNvSpPr/>
              <p:nvPr/>
            </p:nvSpPr>
            <p:spPr>
              <a:xfrm>
                <a:off x="16887775" y="9162081"/>
                <a:ext cx="1394040" cy="121392"/>
              </a:xfrm>
              <a:custGeom>
                <a:avLst/>
                <a:gdLst>
                  <a:gd name="connsiteX0" fmla="*/ 1334227 w 1394040"/>
                  <a:gd name="connsiteY0" fmla="*/ 0 h 121392"/>
                  <a:gd name="connsiteX1" fmla="*/ 60696 w 1394040"/>
                  <a:gd name="connsiteY1" fmla="*/ 0 h 121392"/>
                  <a:gd name="connsiteX2" fmla="*/ 0 w 1394040"/>
                  <a:gd name="connsiteY2" fmla="*/ 60696 h 121392"/>
                  <a:gd name="connsiteX3" fmla="*/ 60696 w 1394040"/>
                  <a:gd name="connsiteY3" fmla="*/ 121393 h 121392"/>
                  <a:gd name="connsiteX4" fmla="*/ 1333345 w 1394040"/>
                  <a:gd name="connsiteY4" fmla="*/ 121393 h 121392"/>
                  <a:gd name="connsiteX5" fmla="*/ 1394041 w 1394040"/>
                  <a:gd name="connsiteY5" fmla="*/ 60696 h 121392"/>
                  <a:gd name="connsiteX6" fmla="*/ 1334187 w 1394040"/>
                  <a:gd name="connsiteY6" fmla="*/ 0 h 1213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394040" h="121392">
                    <a:moveTo>
                      <a:pt x="1334227" y="0"/>
                    </a:moveTo>
                    <a:lnTo>
                      <a:pt x="60696" y="0"/>
                    </a:lnTo>
                    <a:cubicBezTo>
                      <a:pt x="27440" y="0"/>
                      <a:pt x="0" y="27440"/>
                      <a:pt x="0" y="60696"/>
                    </a:cubicBezTo>
                    <a:cubicBezTo>
                      <a:pt x="0" y="93953"/>
                      <a:pt x="27440" y="121393"/>
                      <a:pt x="60696" y="121393"/>
                    </a:cubicBezTo>
                    <a:lnTo>
                      <a:pt x="1333345" y="121393"/>
                    </a:lnTo>
                    <a:cubicBezTo>
                      <a:pt x="1366601" y="121393"/>
                      <a:pt x="1394041" y="93953"/>
                      <a:pt x="1394041" y="60696"/>
                    </a:cubicBezTo>
                    <a:cubicBezTo>
                      <a:pt x="1394041" y="27440"/>
                      <a:pt x="1367444" y="0"/>
                      <a:pt x="1334187" y="0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" name="Freeform: Shape 49">
                <a:extLst>
                  <a:ext uri="{FF2B5EF4-FFF2-40B4-BE49-F238E27FC236}">
                    <a16:creationId xmlns:a16="http://schemas.microsoft.com/office/drawing/2014/main" id="{76A844C3-1C71-A7A7-67E8-1170F30F58B4}"/>
                  </a:ext>
                </a:extLst>
              </p:cNvPr>
              <p:cNvSpPr/>
              <p:nvPr/>
            </p:nvSpPr>
            <p:spPr>
              <a:xfrm>
                <a:off x="16887775" y="9543582"/>
                <a:ext cx="1394040" cy="121392"/>
              </a:xfrm>
              <a:custGeom>
                <a:avLst/>
                <a:gdLst>
                  <a:gd name="connsiteX0" fmla="*/ 1334227 w 1394040"/>
                  <a:gd name="connsiteY0" fmla="*/ 0 h 121392"/>
                  <a:gd name="connsiteX1" fmla="*/ 60696 w 1394040"/>
                  <a:gd name="connsiteY1" fmla="*/ 0 h 121392"/>
                  <a:gd name="connsiteX2" fmla="*/ 0 w 1394040"/>
                  <a:gd name="connsiteY2" fmla="*/ 60696 h 121392"/>
                  <a:gd name="connsiteX3" fmla="*/ 60696 w 1394040"/>
                  <a:gd name="connsiteY3" fmla="*/ 121393 h 121392"/>
                  <a:gd name="connsiteX4" fmla="*/ 1333345 w 1394040"/>
                  <a:gd name="connsiteY4" fmla="*/ 121393 h 121392"/>
                  <a:gd name="connsiteX5" fmla="*/ 1394041 w 1394040"/>
                  <a:gd name="connsiteY5" fmla="*/ 60696 h 121392"/>
                  <a:gd name="connsiteX6" fmla="*/ 1334187 w 1394040"/>
                  <a:gd name="connsiteY6" fmla="*/ 0 h 1213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394040" h="121392">
                    <a:moveTo>
                      <a:pt x="1334227" y="0"/>
                    </a:moveTo>
                    <a:lnTo>
                      <a:pt x="60696" y="0"/>
                    </a:lnTo>
                    <a:cubicBezTo>
                      <a:pt x="27440" y="0"/>
                      <a:pt x="0" y="27440"/>
                      <a:pt x="0" y="60696"/>
                    </a:cubicBezTo>
                    <a:cubicBezTo>
                      <a:pt x="0" y="93953"/>
                      <a:pt x="27440" y="121393"/>
                      <a:pt x="60696" y="121393"/>
                    </a:cubicBezTo>
                    <a:lnTo>
                      <a:pt x="1333345" y="121393"/>
                    </a:lnTo>
                    <a:cubicBezTo>
                      <a:pt x="1366601" y="121393"/>
                      <a:pt x="1394041" y="93953"/>
                      <a:pt x="1394041" y="60696"/>
                    </a:cubicBezTo>
                    <a:cubicBezTo>
                      <a:pt x="1394041" y="27440"/>
                      <a:pt x="1367444" y="0"/>
                      <a:pt x="1334187" y="0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" name="Freeform: Shape 50">
                <a:extLst>
                  <a:ext uri="{FF2B5EF4-FFF2-40B4-BE49-F238E27FC236}">
                    <a16:creationId xmlns:a16="http://schemas.microsoft.com/office/drawing/2014/main" id="{0131ACC1-DA2F-45AD-EF79-51EA02B2769E}"/>
                  </a:ext>
                </a:extLst>
              </p:cNvPr>
              <p:cNvSpPr/>
              <p:nvPr/>
            </p:nvSpPr>
            <p:spPr>
              <a:xfrm>
                <a:off x="17048268" y="10312515"/>
                <a:ext cx="928549" cy="641793"/>
              </a:xfrm>
              <a:custGeom>
                <a:avLst/>
                <a:gdLst>
                  <a:gd name="connsiteX0" fmla="*/ 190395 w 928549"/>
                  <a:gd name="connsiteY0" fmla="*/ 632646 h 641793"/>
                  <a:gd name="connsiteX1" fmla="*/ 297624 w 928549"/>
                  <a:gd name="connsiteY1" fmla="*/ 616038 h 641793"/>
                  <a:gd name="connsiteX2" fmla="*/ 464715 w 928549"/>
                  <a:gd name="connsiteY2" fmla="*/ 466406 h 641793"/>
                  <a:gd name="connsiteX3" fmla="*/ 631805 w 928549"/>
                  <a:gd name="connsiteY3" fmla="*/ 616038 h 641793"/>
                  <a:gd name="connsiteX4" fmla="*/ 697476 w 928549"/>
                  <a:gd name="connsiteY4" fmla="*/ 641793 h 641793"/>
                  <a:gd name="connsiteX5" fmla="*/ 738195 w 928549"/>
                  <a:gd name="connsiteY5" fmla="*/ 632647 h 641793"/>
                  <a:gd name="connsiteX6" fmla="*/ 797207 w 928549"/>
                  <a:gd name="connsiteY6" fmla="*/ 542023 h 641793"/>
                  <a:gd name="connsiteX7" fmla="*/ 797207 w 928549"/>
                  <a:gd name="connsiteY7" fmla="*/ 121392 h 641793"/>
                  <a:gd name="connsiteX8" fmla="*/ 867854 w 928549"/>
                  <a:gd name="connsiteY8" fmla="*/ 121392 h 641793"/>
                  <a:gd name="connsiteX9" fmla="*/ 928550 w 928549"/>
                  <a:gd name="connsiteY9" fmla="*/ 60696 h 641793"/>
                  <a:gd name="connsiteX10" fmla="*/ 867854 w 928549"/>
                  <a:gd name="connsiteY10" fmla="*/ 0 h 641793"/>
                  <a:gd name="connsiteX11" fmla="*/ 60696 w 928549"/>
                  <a:gd name="connsiteY11" fmla="*/ 77 h 641793"/>
                  <a:gd name="connsiteX12" fmla="*/ 0 w 928549"/>
                  <a:gd name="connsiteY12" fmla="*/ 60773 h 641793"/>
                  <a:gd name="connsiteX13" fmla="*/ 60696 w 928549"/>
                  <a:gd name="connsiteY13" fmla="*/ 121469 h 641793"/>
                  <a:gd name="connsiteX14" fmla="*/ 131342 w 928549"/>
                  <a:gd name="connsiteY14" fmla="*/ 121469 h 641793"/>
                  <a:gd name="connsiteX15" fmla="*/ 131342 w 928549"/>
                  <a:gd name="connsiteY15" fmla="*/ 542100 h 641793"/>
                  <a:gd name="connsiteX16" fmla="*/ 190393 w 928549"/>
                  <a:gd name="connsiteY16" fmla="*/ 632647 h 641793"/>
                  <a:gd name="connsiteX17" fmla="*/ 675010 w 928549"/>
                  <a:gd name="connsiteY17" fmla="*/ 121432 h 641793"/>
                  <a:gd name="connsiteX18" fmla="*/ 675010 w 928549"/>
                  <a:gd name="connsiteY18" fmla="*/ 492195 h 641793"/>
                  <a:gd name="connsiteX19" fmla="*/ 530385 w 928549"/>
                  <a:gd name="connsiteY19" fmla="*/ 362500 h 641793"/>
                  <a:gd name="connsiteX20" fmla="*/ 397398 w 928549"/>
                  <a:gd name="connsiteY20" fmla="*/ 362500 h 641793"/>
                  <a:gd name="connsiteX21" fmla="*/ 252773 w 928549"/>
                  <a:gd name="connsiteY21" fmla="*/ 492195 h 641793"/>
                  <a:gd name="connsiteX22" fmla="*/ 252773 w 928549"/>
                  <a:gd name="connsiteY22" fmla="*/ 121432 h 6417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928549" h="641793">
                    <a:moveTo>
                      <a:pt x="190395" y="632646"/>
                    </a:moveTo>
                    <a:cubicBezTo>
                      <a:pt x="226981" y="648452"/>
                      <a:pt x="267700" y="642635"/>
                      <a:pt x="297624" y="616038"/>
                    </a:cubicBezTo>
                    <a:lnTo>
                      <a:pt x="464715" y="466406"/>
                    </a:lnTo>
                    <a:lnTo>
                      <a:pt x="631805" y="616038"/>
                    </a:lnTo>
                    <a:cubicBezTo>
                      <a:pt x="650940" y="632646"/>
                      <a:pt x="674208" y="641793"/>
                      <a:pt x="697476" y="641793"/>
                    </a:cubicBezTo>
                    <a:cubicBezTo>
                      <a:pt x="711598" y="641793"/>
                      <a:pt x="724916" y="638464"/>
                      <a:pt x="738195" y="632647"/>
                    </a:cubicBezTo>
                    <a:cubicBezTo>
                      <a:pt x="774782" y="616841"/>
                      <a:pt x="797207" y="581939"/>
                      <a:pt x="797207" y="542023"/>
                    </a:cubicBezTo>
                    <a:lnTo>
                      <a:pt x="797207" y="121392"/>
                    </a:lnTo>
                    <a:lnTo>
                      <a:pt x="867854" y="121392"/>
                    </a:lnTo>
                    <a:cubicBezTo>
                      <a:pt x="901110" y="121392"/>
                      <a:pt x="928550" y="93953"/>
                      <a:pt x="928550" y="60696"/>
                    </a:cubicBezTo>
                    <a:cubicBezTo>
                      <a:pt x="928550" y="27440"/>
                      <a:pt x="901110" y="0"/>
                      <a:pt x="867854" y="0"/>
                    </a:cubicBezTo>
                    <a:lnTo>
                      <a:pt x="60696" y="77"/>
                    </a:lnTo>
                    <a:cubicBezTo>
                      <a:pt x="27440" y="77"/>
                      <a:pt x="0" y="27516"/>
                      <a:pt x="0" y="60773"/>
                    </a:cubicBezTo>
                    <a:cubicBezTo>
                      <a:pt x="0" y="94029"/>
                      <a:pt x="27440" y="121469"/>
                      <a:pt x="60696" y="121469"/>
                    </a:cubicBezTo>
                    <a:lnTo>
                      <a:pt x="131342" y="121469"/>
                    </a:lnTo>
                    <a:lnTo>
                      <a:pt x="131342" y="542100"/>
                    </a:lnTo>
                    <a:cubicBezTo>
                      <a:pt x="131342" y="581939"/>
                      <a:pt x="153807" y="616879"/>
                      <a:pt x="190393" y="632647"/>
                    </a:cubicBezTo>
                    <a:close/>
                    <a:moveTo>
                      <a:pt x="675010" y="121432"/>
                    </a:moveTo>
                    <a:lnTo>
                      <a:pt x="675010" y="492195"/>
                    </a:lnTo>
                    <a:lnTo>
                      <a:pt x="530385" y="362500"/>
                    </a:lnTo>
                    <a:cubicBezTo>
                      <a:pt x="492995" y="328401"/>
                      <a:pt x="435628" y="328401"/>
                      <a:pt x="397398" y="362500"/>
                    </a:cubicBezTo>
                    <a:lnTo>
                      <a:pt x="252773" y="492195"/>
                    </a:lnTo>
                    <a:lnTo>
                      <a:pt x="252773" y="121432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" name="Freeform: Shape 51">
                <a:extLst>
                  <a:ext uri="{FF2B5EF4-FFF2-40B4-BE49-F238E27FC236}">
                    <a16:creationId xmlns:a16="http://schemas.microsoft.com/office/drawing/2014/main" id="{0143D71F-FB11-B4CC-8CA7-C7A647757CFE}"/>
                  </a:ext>
                </a:extLst>
              </p:cNvPr>
              <p:cNvSpPr/>
              <p:nvPr/>
            </p:nvSpPr>
            <p:spPr>
              <a:xfrm>
                <a:off x="16865237" y="6539376"/>
                <a:ext cx="1439917" cy="2069881"/>
              </a:xfrm>
              <a:custGeom>
                <a:avLst/>
                <a:gdLst>
                  <a:gd name="connsiteX0" fmla="*/ 317680 w 1439917"/>
                  <a:gd name="connsiteY0" fmla="*/ 1318411 h 2069881"/>
                  <a:gd name="connsiteX1" fmla="*/ 404132 w 1439917"/>
                  <a:gd name="connsiteY1" fmla="*/ 1443932 h 2069881"/>
                  <a:gd name="connsiteX2" fmla="*/ 321851 w 1439917"/>
                  <a:gd name="connsiteY2" fmla="*/ 1554493 h 2069881"/>
                  <a:gd name="connsiteX3" fmla="*/ 321851 w 1439917"/>
                  <a:gd name="connsiteY3" fmla="*/ 1671716 h 2069881"/>
                  <a:gd name="connsiteX4" fmla="*/ 720017 w 1439917"/>
                  <a:gd name="connsiteY4" fmla="*/ 2069882 h 2069881"/>
                  <a:gd name="connsiteX5" fmla="*/ 1118183 w 1439917"/>
                  <a:gd name="connsiteY5" fmla="*/ 1671716 h 2069881"/>
                  <a:gd name="connsiteX6" fmla="*/ 1118183 w 1439917"/>
                  <a:gd name="connsiteY6" fmla="*/ 1554493 h 2069881"/>
                  <a:gd name="connsiteX7" fmla="*/ 1035060 w 1439917"/>
                  <a:gd name="connsiteY7" fmla="*/ 1443932 h 2069881"/>
                  <a:gd name="connsiteX8" fmla="*/ 1125684 w 1439917"/>
                  <a:gd name="connsiteY8" fmla="*/ 1315923 h 2069881"/>
                  <a:gd name="connsiteX9" fmla="*/ 1439917 w 1439917"/>
                  <a:gd name="connsiteY9" fmla="*/ 721550 h 2069881"/>
                  <a:gd name="connsiteX10" fmla="*/ 1225448 w 1439917"/>
                  <a:gd name="connsiteY10" fmla="*/ 207807 h 2069881"/>
                  <a:gd name="connsiteX11" fmla="*/ 720052 w 1439917"/>
                  <a:gd name="connsiteY11" fmla="*/ 0 h 2069881"/>
                  <a:gd name="connsiteX12" fmla="*/ 710906 w 1439917"/>
                  <a:gd name="connsiteY12" fmla="*/ 0 h 2069881"/>
                  <a:gd name="connsiteX13" fmla="*/ 152 w 1439917"/>
                  <a:gd name="connsiteY13" fmla="*/ 705737 h 2069881"/>
                  <a:gd name="connsiteX14" fmla="*/ 317678 w 1439917"/>
                  <a:gd name="connsiteY14" fmla="*/ 1318402 h 2069881"/>
                  <a:gd name="connsiteX15" fmla="*/ 996818 w 1439917"/>
                  <a:gd name="connsiteY15" fmla="*/ 1670883 h 2069881"/>
                  <a:gd name="connsiteX16" fmla="*/ 720009 w 1439917"/>
                  <a:gd name="connsiteY16" fmla="*/ 1947692 h 2069881"/>
                  <a:gd name="connsiteX17" fmla="*/ 443201 w 1439917"/>
                  <a:gd name="connsiteY17" fmla="*/ 1670883 h 2069881"/>
                  <a:gd name="connsiteX18" fmla="*/ 443201 w 1439917"/>
                  <a:gd name="connsiteY18" fmla="*/ 1560322 h 2069881"/>
                  <a:gd name="connsiteX19" fmla="*/ 996818 w 1439917"/>
                  <a:gd name="connsiteY19" fmla="*/ 1560322 h 2069881"/>
                  <a:gd name="connsiteX20" fmla="*/ 720852 w 1439917"/>
                  <a:gd name="connsiteY20" fmla="*/ 1030777 h 2069881"/>
                  <a:gd name="connsiteX21" fmla="*/ 401641 w 1439917"/>
                  <a:gd name="connsiteY21" fmla="*/ 712409 h 2069881"/>
                  <a:gd name="connsiteX22" fmla="*/ 720852 w 1439917"/>
                  <a:gd name="connsiteY22" fmla="*/ 393199 h 2069881"/>
                  <a:gd name="connsiteX23" fmla="*/ 1039220 w 1439917"/>
                  <a:gd name="connsiteY23" fmla="*/ 712409 h 2069881"/>
                  <a:gd name="connsiteX24" fmla="*/ 720852 w 1439917"/>
                  <a:gd name="connsiteY24" fmla="*/ 1030777 h 2069881"/>
                  <a:gd name="connsiteX25" fmla="*/ 712547 w 1439917"/>
                  <a:gd name="connsiteY25" fmla="*/ 121367 h 2069881"/>
                  <a:gd name="connsiteX26" fmla="*/ 1140634 w 1439917"/>
                  <a:gd name="connsiteY26" fmla="*/ 294267 h 2069881"/>
                  <a:gd name="connsiteX27" fmla="*/ 1318510 w 1439917"/>
                  <a:gd name="connsiteY27" fmla="*/ 720707 h 2069881"/>
                  <a:gd name="connsiteX28" fmla="*/ 1057505 w 1439917"/>
                  <a:gd name="connsiteY28" fmla="*/ 1214464 h 2069881"/>
                  <a:gd name="connsiteX29" fmla="*/ 912037 w 1439917"/>
                  <a:gd name="connsiteY29" fmla="*/ 1437231 h 2069881"/>
                  <a:gd name="connsiteX30" fmla="*/ 781539 w 1439917"/>
                  <a:gd name="connsiteY30" fmla="*/ 1437231 h 2069881"/>
                  <a:gd name="connsiteX31" fmla="*/ 781539 w 1439917"/>
                  <a:gd name="connsiteY31" fmla="*/ 1147108 h 2069881"/>
                  <a:gd name="connsiteX32" fmla="*/ 1160600 w 1439917"/>
                  <a:gd name="connsiteY32" fmla="*/ 711518 h 2069881"/>
                  <a:gd name="connsiteX33" fmla="*/ 720836 w 1439917"/>
                  <a:gd name="connsiteY33" fmla="*/ 270950 h 2069881"/>
                  <a:gd name="connsiteX34" fmla="*/ 280268 w 1439917"/>
                  <a:gd name="connsiteY34" fmla="*/ 711518 h 2069881"/>
                  <a:gd name="connsiteX35" fmla="*/ 659329 w 1439917"/>
                  <a:gd name="connsiteY35" fmla="*/ 1147108 h 2069881"/>
                  <a:gd name="connsiteX36" fmla="*/ 659329 w 1439917"/>
                  <a:gd name="connsiteY36" fmla="*/ 1437231 h 2069881"/>
                  <a:gd name="connsiteX37" fmla="*/ 527989 w 1439917"/>
                  <a:gd name="connsiteY37" fmla="*/ 1437231 h 2069881"/>
                  <a:gd name="connsiteX38" fmla="*/ 385852 w 1439917"/>
                  <a:gd name="connsiteY38" fmla="*/ 1216110 h 2069881"/>
                  <a:gd name="connsiteX39" fmla="*/ 122328 w 1439917"/>
                  <a:gd name="connsiteY39" fmla="*/ 707383 h 2069881"/>
                  <a:gd name="connsiteX40" fmla="*/ 712528 w 1439917"/>
                  <a:gd name="connsiteY40" fmla="*/ 121357 h 20698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1439917" h="2069881">
                    <a:moveTo>
                      <a:pt x="317680" y="1318411"/>
                    </a:moveTo>
                    <a:cubicBezTo>
                      <a:pt x="360926" y="1347497"/>
                      <a:pt x="390814" y="1392388"/>
                      <a:pt x="404132" y="1443932"/>
                    </a:cubicBezTo>
                    <a:cubicBezTo>
                      <a:pt x="356754" y="1458054"/>
                      <a:pt x="321851" y="1502103"/>
                      <a:pt x="321851" y="1554493"/>
                    </a:cubicBezTo>
                    <a:lnTo>
                      <a:pt x="321851" y="1671716"/>
                    </a:lnTo>
                    <a:cubicBezTo>
                      <a:pt x="321851" y="1891152"/>
                      <a:pt x="500571" y="2069882"/>
                      <a:pt x="720017" y="2069882"/>
                    </a:cubicBezTo>
                    <a:cubicBezTo>
                      <a:pt x="939454" y="2069882"/>
                      <a:pt x="1118183" y="1891162"/>
                      <a:pt x="1118183" y="1671716"/>
                    </a:cubicBezTo>
                    <a:lnTo>
                      <a:pt x="1118183" y="1554493"/>
                    </a:lnTo>
                    <a:cubicBezTo>
                      <a:pt x="1118183" y="1502139"/>
                      <a:pt x="1083281" y="1458052"/>
                      <a:pt x="1035060" y="1443932"/>
                    </a:cubicBezTo>
                    <a:cubicBezTo>
                      <a:pt x="1048378" y="1392383"/>
                      <a:pt x="1079951" y="1347491"/>
                      <a:pt x="1125684" y="1315923"/>
                    </a:cubicBezTo>
                    <a:cubicBezTo>
                      <a:pt x="1322694" y="1181251"/>
                      <a:pt x="1439917" y="958484"/>
                      <a:pt x="1439917" y="721550"/>
                    </a:cubicBezTo>
                    <a:cubicBezTo>
                      <a:pt x="1439917" y="527028"/>
                      <a:pt x="1363454" y="344967"/>
                      <a:pt x="1225448" y="207807"/>
                    </a:cubicBezTo>
                    <a:cubicBezTo>
                      <a:pt x="1089934" y="73978"/>
                      <a:pt x="910411" y="0"/>
                      <a:pt x="720052" y="0"/>
                    </a:cubicBezTo>
                    <a:lnTo>
                      <a:pt x="710906" y="0"/>
                    </a:lnTo>
                    <a:cubicBezTo>
                      <a:pt x="340143" y="4975"/>
                      <a:pt x="7657" y="334171"/>
                      <a:pt x="152" y="705737"/>
                    </a:cubicBezTo>
                    <a:cubicBezTo>
                      <a:pt x="-4861" y="951812"/>
                      <a:pt x="114005" y="1181242"/>
                      <a:pt x="317678" y="1318402"/>
                    </a:cubicBezTo>
                    <a:close/>
                    <a:moveTo>
                      <a:pt x="996818" y="1670883"/>
                    </a:moveTo>
                    <a:cubicBezTo>
                      <a:pt x="996818" y="1823003"/>
                      <a:pt x="872972" y="1947692"/>
                      <a:pt x="720009" y="1947692"/>
                    </a:cubicBezTo>
                    <a:cubicBezTo>
                      <a:pt x="567889" y="1947692"/>
                      <a:pt x="443201" y="1823846"/>
                      <a:pt x="443201" y="1670883"/>
                    </a:cubicBezTo>
                    <a:lnTo>
                      <a:pt x="443201" y="1560322"/>
                    </a:lnTo>
                    <a:lnTo>
                      <a:pt x="996818" y="1560322"/>
                    </a:lnTo>
                    <a:close/>
                    <a:moveTo>
                      <a:pt x="720852" y="1030777"/>
                    </a:moveTo>
                    <a:cubicBezTo>
                      <a:pt x="544621" y="1030777"/>
                      <a:pt x="401641" y="887798"/>
                      <a:pt x="401641" y="712409"/>
                    </a:cubicBezTo>
                    <a:cubicBezTo>
                      <a:pt x="401641" y="536178"/>
                      <a:pt x="544621" y="393199"/>
                      <a:pt x="720852" y="393199"/>
                    </a:cubicBezTo>
                    <a:cubicBezTo>
                      <a:pt x="896240" y="393199"/>
                      <a:pt x="1039220" y="536178"/>
                      <a:pt x="1039220" y="712409"/>
                    </a:cubicBezTo>
                    <a:cubicBezTo>
                      <a:pt x="1038378" y="888640"/>
                      <a:pt x="896240" y="1030777"/>
                      <a:pt x="720852" y="1030777"/>
                    </a:cubicBezTo>
                    <a:close/>
                    <a:moveTo>
                      <a:pt x="712547" y="121367"/>
                    </a:moveTo>
                    <a:cubicBezTo>
                      <a:pt x="875464" y="121367"/>
                      <a:pt x="1025938" y="180379"/>
                      <a:pt x="1140634" y="294267"/>
                    </a:cubicBezTo>
                    <a:cubicBezTo>
                      <a:pt x="1255368" y="408159"/>
                      <a:pt x="1318510" y="559436"/>
                      <a:pt x="1318510" y="720707"/>
                    </a:cubicBezTo>
                    <a:cubicBezTo>
                      <a:pt x="1318510" y="917718"/>
                      <a:pt x="1221266" y="1103100"/>
                      <a:pt x="1057505" y="1214464"/>
                    </a:cubicBezTo>
                    <a:cubicBezTo>
                      <a:pt x="980199" y="1267659"/>
                      <a:pt x="928653" y="1348293"/>
                      <a:pt x="912037" y="1437231"/>
                    </a:cubicBezTo>
                    <a:lnTo>
                      <a:pt x="781539" y="1437231"/>
                    </a:lnTo>
                    <a:lnTo>
                      <a:pt x="781539" y="1147108"/>
                    </a:lnTo>
                    <a:cubicBezTo>
                      <a:pt x="995166" y="1117181"/>
                      <a:pt x="1160600" y="933482"/>
                      <a:pt x="1160600" y="711518"/>
                    </a:cubicBezTo>
                    <a:cubicBezTo>
                      <a:pt x="1160600" y="468774"/>
                      <a:pt x="963589" y="270950"/>
                      <a:pt x="720836" y="270950"/>
                    </a:cubicBezTo>
                    <a:cubicBezTo>
                      <a:pt x="478082" y="270950"/>
                      <a:pt x="280268" y="468803"/>
                      <a:pt x="280268" y="711518"/>
                    </a:cubicBezTo>
                    <a:cubicBezTo>
                      <a:pt x="280268" y="933482"/>
                      <a:pt x="445712" y="1117178"/>
                      <a:pt x="659329" y="1147108"/>
                    </a:cubicBezTo>
                    <a:lnTo>
                      <a:pt x="659329" y="1437231"/>
                    </a:lnTo>
                    <a:lnTo>
                      <a:pt x="527989" y="1437231"/>
                    </a:lnTo>
                    <a:cubicBezTo>
                      <a:pt x="512183" y="1346608"/>
                      <a:pt x="461475" y="1266810"/>
                      <a:pt x="385852" y="1216110"/>
                    </a:cubicBezTo>
                    <a:cubicBezTo>
                      <a:pt x="216273" y="1102218"/>
                      <a:pt x="117351" y="911859"/>
                      <a:pt x="122328" y="707383"/>
                    </a:cubicBezTo>
                    <a:cubicBezTo>
                      <a:pt x="128145" y="404818"/>
                      <a:pt x="409923" y="125521"/>
                      <a:pt x="712528" y="121357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" name="Freeform: Shape 52">
                <a:extLst>
                  <a:ext uri="{FF2B5EF4-FFF2-40B4-BE49-F238E27FC236}">
                    <a16:creationId xmlns:a16="http://schemas.microsoft.com/office/drawing/2014/main" id="{9386FFD5-EE80-F78F-FD24-35F6921BDA14}"/>
                  </a:ext>
                </a:extLst>
              </p:cNvPr>
              <p:cNvSpPr/>
              <p:nvPr/>
            </p:nvSpPr>
            <p:spPr>
              <a:xfrm>
                <a:off x="17428458" y="7144577"/>
                <a:ext cx="314802" cy="214419"/>
              </a:xfrm>
              <a:custGeom>
                <a:avLst/>
                <a:gdLst>
                  <a:gd name="connsiteX0" fmla="*/ 220019 w 314802"/>
                  <a:gd name="connsiteY0" fmla="*/ 9981 h 214419"/>
                  <a:gd name="connsiteX1" fmla="*/ 131921 w 314802"/>
                  <a:gd name="connsiteY1" fmla="*/ 68152 h 214419"/>
                  <a:gd name="connsiteX2" fmla="*/ 111982 w 314802"/>
                  <a:gd name="connsiteY2" fmla="*/ 37383 h 214419"/>
                  <a:gd name="connsiteX3" fmla="*/ 28017 w 314802"/>
                  <a:gd name="connsiteY3" fmla="*/ 19089 h 214419"/>
                  <a:gd name="connsiteX4" fmla="*/ 9724 w 314802"/>
                  <a:gd name="connsiteY4" fmla="*/ 103054 h 214419"/>
                  <a:gd name="connsiteX5" fmla="*/ 62920 w 314802"/>
                  <a:gd name="connsiteY5" fmla="*/ 186177 h 214419"/>
                  <a:gd name="connsiteX6" fmla="*/ 101994 w 314802"/>
                  <a:gd name="connsiteY6" fmla="*/ 212774 h 214419"/>
                  <a:gd name="connsiteX7" fmla="*/ 114469 w 314802"/>
                  <a:gd name="connsiteY7" fmla="*/ 214420 h 214419"/>
                  <a:gd name="connsiteX8" fmla="*/ 147726 w 314802"/>
                  <a:gd name="connsiteY8" fmla="*/ 204432 h 214419"/>
                  <a:gd name="connsiteX9" fmla="*/ 287374 w 314802"/>
                  <a:gd name="connsiteY9" fmla="*/ 112162 h 214419"/>
                  <a:gd name="connsiteX10" fmla="*/ 304825 w 314802"/>
                  <a:gd name="connsiteY10" fmla="*/ 27356 h 214419"/>
                  <a:gd name="connsiteX11" fmla="*/ 220019 w 314802"/>
                  <a:gd name="connsiteY11" fmla="*/ 9982 h 214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14802" h="214419">
                    <a:moveTo>
                      <a:pt x="220019" y="9981"/>
                    </a:moveTo>
                    <a:lnTo>
                      <a:pt x="131921" y="68152"/>
                    </a:lnTo>
                    <a:lnTo>
                      <a:pt x="111982" y="37383"/>
                    </a:lnTo>
                    <a:cubicBezTo>
                      <a:pt x="93689" y="9101"/>
                      <a:pt x="56299" y="796"/>
                      <a:pt x="28017" y="19089"/>
                    </a:cubicBezTo>
                    <a:cubicBezTo>
                      <a:pt x="-264" y="37383"/>
                      <a:pt x="-8569" y="74773"/>
                      <a:pt x="9724" y="103054"/>
                    </a:cubicBezTo>
                    <a:lnTo>
                      <a:pt x="62920" y="186177"/>
                    </a:lnTo>
                    <a:cubicBezTo>
                      <a:pt x="72066" y="199495"/>
                      <a:pt x="85346" y="209445"/>
                      <a:pt x="101994" y="212774"/>
                    </a:cubicBezTo>
                    <a:cubicBezTo>
                      <a:pt x="106165" y="213616"/>
                      <a:pt x="110298" y="214420"/>
                      <a:pt x="114469" y="214420"/>
                    </a:cubicBezTo>
                    <a:cubicBezTo>
                      <a:pt x="126104" y="214420"/>
                      <a:pt x="137738" y="211090"/>
                      <a:pt x="147726" y="204432"/>
                    </a:cubicBezTo>
                    <a:lnTo>
                      <a:pt x="287374" y="112162"/>
                    </a:lnTo>
                    <a:cubicBezTo>
                      <a:pt x="315656" y="93869"/>
                      <a:pt x="323118" y="55637"/>
                      <a:pt x="304825" y="27356"/>
                    </a:cubicBezTo>
                    <a:cubicBezTo>
                      <a:pt x="285690" y="-849"/>
                      <a:pt x="248300" y="-8311"/>
                      <a:pt x="220019" y="9982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6247974B-9A3E-FC2C-250A-24D93ADB8DDA}"/>
              </a:ext>
            </a:extLst>
          </p:cNvPr>
          <p:cNvSpPr txBox="1"/>
          <p:nvPr/>
        </p:nvSpPr>
        <p:spPr>
          <a:xfrm>
            <a:off x="5135319" y="2200758"/>
            <a:ext cx="273608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IN" b="1" cap="all">
                <a:solidFill>
                  <a:schemeClr val="accent3">
                    <a:lumMod val="75000"/>
                  </a:schemeClr>
                </a:solidFill>
                <a:latin typeface="+mj-lt"/>
              </a:rPr>
              <a:t>recruit participants and manage studies</a:t>
            </a:r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69C2A50A-7244-8E1A-9A85-022163AEDB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307399" y="3065257"/>
            <a:ext cx="3564000" cy="0"/>
          </a:xfrm>
          <a:prstGeom prst="line">
            <a:avLst/>
          </a:prstGeom>
          <a:ln w="381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FA3C5258-B663-7428-043D-F499F54E323F}"/>
              </a:ext>
            </a:extLst>
          </p:cNvPr>
          <p:cNvSpPr txBox="1"/>
          <p:nvPr/>
        </p:nvSpPr>
        <p:spPr>
          <a:xfrm>
            <a:off x="4307400" y="3278289"/>
            <a:ext cx="3564000" cy="13394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lnSpc>
                <a:spcPct val="110000"/>
              </a:lnSpc>
              <a:defRPr sz="1600">
                <a:solidFill>
                  <a:schemeClr val="accent4"/>
                </a:solidFill>
                <a:ea typeface="+mn-lt"/>
                <a:cs typeface="+mn-lt"/>
              </a:defRPr>
            </a:lvl1pPr>
          </a:lstStyle>
          <a:p>
            <a:r>
              <a:rPr lang="en-US"/>
              <a:t>Focus on building high quality products while we handle the process to recruit participants, compensation, and provide technical support.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1D2F480F-15E6-880B-4510-2CE60B82A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54799" y="2111282"/>
            <a:ext cx="732950" cy="732950"/>
            <a:chOff x="5280182" y="4449997"/>
            <a:chExt cx="732950" cy="732950"/>
          </a:xfrm>
        </p:grpSpPr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AB0EE0C8-B011-6477-874E-667B4D5FE5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280182" y="4449997"/>
              <a:ext cx="732950" cy="732950"/>
            </a:xfrm>
            <a:prstGeom prst="ellipse">
              <a:avLst/>
            </a:prstGeom>
            <a:solidFill>
              <a:srgbClr val="83C93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0528D982-A890-20D6-4F16-240B282DEB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5478901" y="4638288"/>
              <a:ext cx="356367" cy="356368"/>
              <a:chOff x="14417166" y="-77187"/>
              <a:chExt cx="5486400" cy="5486435"/>
            </a:xfrm>
            <a:solidFill>
              <a:schemeClr val="bg1"/>
            </a:solidFill>
          </p:grpSpPr>
          <p:sp>
            <p:nvSpPr>
              <p:cNvPr id="79" name="Freeform: Shape 59">
                <a:extLst>
                  <a:ext uri="{FF2B5EF4-FFF2-40B4-BE49-F238E27FC236}">
                    <a16:creationId xmlns:a16="http://schemas.microsoft.com/office/drawing/2014/main" id="{73A24388-8040-0A63-C5DA-4019C64F6DA5}"/>
                  </a:ext>
                </a:extLst>
              </p:cNvPr>
              <p:cNvSpPr/>
              <p:nvPr/>
            </p:nvSpPr>
            <p:spPr>
              <a:xfrm>
                <a:off x="16560309" y="2237426"/>
                <a:ext cx="1200162" cy="3171822"/>
              </a:xfrm>
              <a:custGeom>
                <a:avLst/>
                <a:gdLst>
                  <a:gd name="connsiteX0" fmla="*/ 760730 w 1200162"/>
                  <a:gd name="connsiteY0" fmla="*/ 44049 h 3171822"/>
                  <a:gd name="connsiteX1" fmla="*/ 685797 w 1200162"/>
                  <a:gd name="connsiteY1" fmla="*/ 0 h 3171822"/>
                  <a:gd name="connsiteX2" fmla="*/ 514347 w 1200162"/>
                  <a:gd name="connsiteY2" fmla="*/ 0 h 3171822"/>
                  <a:gd name="connsiteX3" fmla="*/ 439415 w 1200162"/>
                  <a:gd name="connsiteY3" fmla="*/ 44049 h 3171822"/>
                  <a:gd name="connsiteX4" fmla="*/ 10790 w 1200162"/>
                  <a:gd name="connsiteY4" fmla="*/ 815574 h 3171822"/>
                  <a:gd name="connsiteX5" fmla="*/ 4361 w 1200162"/>
                  <a:gd name="connsiteY5" fmla="*/ 884307 h 3171822"/>
                  <a:gd name="connsiteX6" fmla="*/ 223915 w 1200162"/>
                  <a:gd name="connsiteY6" fmla="*/ 1543047 h 3171822"/>
                  <a:gd name="connsiteX7" fmla="*/ 171446 w 1200162"/>
                  <a:gd name="connsiteY7" fmla="*/ 1543047 h 3171822"/>
                  <a:gd name="connsiteX8" fmla="*/ 85721 w 1200162"/>
                  <a:gd name="connsiteY8" fmla="*/ 1628772 h 3171822"/>
                  <a:gd name="connsiteX9" fmla="*/ 85721 w 1200162"/>
                  <a:gd name="connsiteY9" fmla="*/ 1971672 h 3171822"/>
                  <a:gd name="connsiteX10" fmla="*/ 171446 w 1200162"/>
                  <a:gd name="connsiteY10" fmla="*/ 2057397 h 3171822"/>
                  <a:gd name="connsiteX11" fmla="*/ 171446 w 1200162"/>
                  <a:gd name="connsiteY11" fmla="*/ 3086097 h 3171822"/>
                  <a:gd name="connsiteX12" fmla="*/ 257171 w 1200162"/>
                  <a:gd name="connsiteY12" fmla="*/ 3171822 h 3171822"/>
                  <a:gd name="connsiteX13" fmla="*/ 942971 w 1200162"/>
                  <a:gd name="connsiteY13" fmla="*/ 3171822 h 3171822"/>
                  <a:gd name="connsiteX14" fmla="*/ 1028696 w 1200162"/>
                  <a:gd name="connsiteY14" fmla="*/ 3086097 h 3171822"/>
                  <a:gd name="connsiteX15" fmla="*/ 1028696 w 1200162"/>
                  <a:gd name="connsiteY15" fmla="*/ 2057397 h 3171822"/>
                  <a:gd name="connsiteX16" fmla="*/ 1114421 w 1200162"/>
                  <a:gd name="connsiteY16" fmla="*/ 1971672 h 3171822"/>
                  <a:gd name="connsiteX17" fmla="*/ 1114421 w 1200162"/>
                  <a:gd name="connsiteY17" fmla="*/ 1628772 h 3171822"/>
                  <a:gd name="connsiteX18" fmla="*/ 1028696 w 1200162"/>
                  <a:gd name="connsiteY18" fmla="*/ 1543047 h 3171822"/>
                  <a:gd name="connsiteX19" fmla="*/ 976227 w 1200162"/>
                  <a:gd name="connsiteY19" fmla="*/ 1543047 h 3171822"/>
                  <a:gd name="connsiteX20" fmla="*/ 1195781 w 1200162"/>
                  <a:gd name="connsiteY20" fmla="*/ 884346 h 3171822"/>
                  <a:gd name="connsiteX21" fmla="*/ 1189352 w 1200162"/>
                  <a:gd name="connsiteY21" fmla="*/ 815613 h 3171822"/>
                  <a:gd name="connsiteX22" fmla="*/ 857247 w 1200162"/>
                  <a:gd name="connsiteY22" fmla="*/ 1714462 h 3171822"/>
                  <a:gd name="connsiteX23" fmla="*/ 942972 w 1200162"/>
                  <a:gd name="connsiteY23" fmla="*/ 1714462 h 3171822"/>
                  <a:gd name="connsiteX24" fmla="*/ 942972 w 1200162"/>
                  <a:gd name="connsiteY24" fmla="*/ 1885912 h 3171822"/>
                  <a:gd name="connsiteX25" fmla="*/ 257172 w 1200162"/>
                  <a:gd name="connsiteY25" fmla="*/ 1885912 h 3171822"/>
                  <a:gd name="connsiteX26" fmla="*/ 257172 w 1200162"/>
                  <a:gd name="connsiteY26" fmla="*/ 1714462 h 3171822"/>
                  <a:gd name="connsiteX27" fmla="*/ 857247 w 1200162"/>
                  <a:gd name="connsiteY27" fmla="*/ 3000337 h 3171822"/>
                  <a:gd name="connsiteX28" fmla="*/ 342897 w 1200162"/>
                  <a:gd name="connsiteY28" fmla="*/ 3000337 h 3171822"/>
                  <a:gd name="connsiteX29" fmla="*/ 342897 w 1200162"/>
                  <a:gd name="connsiteY29" fmla="*/ 2057362 h 3171822"/>
                  <a:gd name="connsiteX30" fmla="*/ 857247 w 1200162"/>
                  <a:gd name="connsiteY30" fmla="*/ 2057362 h 3171822"/>
                  <a:gd name="connsiteX31" fmla="*/ 795441 w 1200162"/>
                  <a:gd name="connsiteY31" fmla="*/ 1543012 h 3171822"/>
                  <a:gd name="connsiteX32" fmla="*/ 685801 w 1200162"/>
                  <a:gd name="connsiteY32" fmla="*/ 1543012 h 3171822"/>
                  <a:gd name="connsiteX33" fmla="*/ 685801 w 1200162"/>
                  <a:gd name="connsiteY33" fmla="*/ 942937 h 3171822"/>
                  <a:gd name="connsiteX34" fmla="*/ 771526 w 1200162"/>
                  <a:gd name="connsiteY34" fmla="*/ 942937 h 3171822"/>
                  <a:gd name="connsiteX35" fmla="*/ 771526 w 1200162"/>
                  <a:gd name="connsiteY35" fmla="*/ 771487 h 3171822"/>
                  <a:gd name="connsiteX36" fmla="*/ 428626 w 1200162"/>
                  <a:gd name="connsiteY36" fmla="*/ 771487 h 3171822"/>
                  <a:gd name="connsiteX37" fmla="*/ 428626 w 1200162"/>
                  <a:gd name="connsiteY37" fmla="*/ 942937 h 3171822"/>
                  <a:gd name="connsiteX38" fmla="*/ 514351 w 1200162"/>
                  <a:gd name="connsiteY38" fmla="*/ 942937 h 3171822"/>
                  <a:gd name="connsiteX39" fmla="*/ 514351 w 1200162"/>
                  <a:gd name="connsiteY39" fmla="*/ 1543012 h 3171822"/>
                  <a:gd name="connsiteX40" fmla="*/ 404712 w 1200162"/>
                  <a:gd name="connsiteY40" fmla="*/ 1543012 h 3171822"/>
                  <a:gd name="connsiteX41" fmla="*/ 178995 w 1200162"/>
                  <a:gd name="connsiteY41" fmla="*/ 865863 h 3171822"/>
                  <a:gd name="connsiteX42" fmla="*/ 564758 w 1200162"/>
                  <a:gd name="connsiteY42" fmla="*/ 171412 h 3171822"/>
                  <a:gd name="connsiteX43" fmla="*/ 635327 w 1200162"/>
                  <a:gd name="connsiteY43" fmla="*/ 171412 h 3171822"/>
                  <a:gd name="connsiteX44" fmla="*/ 1021090 w 1200162"/>
                  <a:gd name="connsiteY44" fmla="*/ 865863 h 31718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</a:cxnLst>
                <a:rect l="l" t="t" r="r" b="b"/>
                <a:pathLst>
                  <a:path w="1200162" h="3171822">
                    <a:moveTo>
                      <a:pt x="760730" y="44049"/>
                    </a:moveTo>
                    <a:cubicBezTo>
                      <a:pt x="745651" y="16877"/>
                      <a:pt x="716910" y="0"/>
                      <a:pt x="685797" y="0"/>
                    </a:cubicBezTo>
                    <a:lnTo>
                      <a:pt x="514347" y="0"/>
                    </a:lnTo>
                    <a:cubicBezTo>
                      <a:pt x="483234" y="0"/>
                      <a:pt x="454493" y="16877"/>
                      <a:pt x="439415" y="44049"/>
                    </a:cubicBezTo>
                    <a:lnTo>
                      <a:pt x="10790" y="815574"/>
                    </a:lnTo>
                    <a:cubicBezTo>
                      <a:pt x="-882" y="836584"/>
                      <a:pt x="-3179" y="861536"/>
                      <a:pt x="4361" y="884307"/>
                    </a:cubicBezTo>
                    <a:lnTo>
                      <a:pt x="223915" y="1543047"/>
                    </a:lnTo>
                    <a:lnTo>
                      <a:pt x="171446" y="1543047"/>
                    </a:lnTo>
                    <a:cubicBezTo>
                      <a:pt x="124144" y="1543047"/>
                      <a:pt x="85721" y="1581471"/>
                      <a:pt x="85721" y="1628772"/>
                    </a:cubicBezTo>
                    <a:lnTo>
                      <a:pt x="85721" y="1971672"/>
                    </a:lnTo>
                    <a:cubicBezTo>
                      <a:pt x="85721" y="2018974"/>
                      <a:pt x="124144" y="2057397"/>
                      <a:pt x="171446" y="2057397"/>
                    </a:cubicBezTo>
                    <a:lnTo>
                      <a:pt x="171446" y="3086097"/>
                    </a:lnTo>
                    <a:cubicBezTo>
                      <a:pt x="171446" y="3133399"/>
                      <a:pt x="209869" y="3171822"/>
                      <a:pt x="257171" y="3171822"/>
                    </a:cubicBezTo>
                    <a:lnTo>
                      <a:pt x="942971" y="3171822"/>
                    </a:lnTo>
                    <a:cubicBezTo>
                      <a:pt x="990273" y="3171822"/>
                      <a:pt x="1028696" y="3133399"/>
                      <a:pt x="1028696" y="3086097"/>
                    </a:cubicBezTo>
                    <a:lnTo>
                      <a:pt x="1028696" y="2057397"/>
                    </a:lnTo>
                    <a:cubicBezTo>
                      <a:pt x="1075998" y="2057397"/>
                      <a:pt x="1114421" y="2018974"/>
                      <a:pt x="1114421" y="1971672"/>
                    </a:cubicBezTo>
                    <a:lnTo>
                      <a:pt x="1114421" y="1628772"/>
                    </a:lnTo>
                    <a:cubicBezTo>
                      <a:pt x="1114421" y="1581471"/>
                      <a:pt x="1075998" y="1543047"/>
                      <a:pt x="1028696" y="1543047"/>
                    </a:cubicBezTo>
                    <a:lnTo>
                      <a:pt x="976227" y="1543047"/>
                    </a:lnTo>
                    <a:lnTo>
                      <a:pt x="1195781" y="884346"/>
                    </a:lnTo>
                    <a:cubicBezTo>
                      <a:pt x="1203320" y="861537"/>
                      <a:pt x="1201101" y="836585"/>
                      <a:pt x="1189352" y="815613"/>
                    </a:cubicBezTo>
                    <a:close/>
                    <a:moveTo>
                      <a:pt x="857247" y="1714462"/>
                    </a:moveTo>
                    <a:lnTo>
                      <a:pt x="942972" y="1714462"/>
                    </a:lnTo>
                    <a:lnTo>
                      <a:pt x="942972" y="1885912"/>
                    </a:lnTo>
                    <a:lnTo>
                      <a:pt x="257172" y="1885912"/>
                    </a:lnTo>
                    <a:lnTo>
                      <a:pt x="257172" y="1714462"/>
                    </a:lnTo>
                    <a:close/>
                    <a:moveTo>
                      <a:pt x="857247" y="3000337"/>
                    </a:moveTo>
                    <a:lnTo>
                      <a:pt x="342897" y="3000337"/>
                    </a:lnTo>
                    <a:lnTo>
                      <a:pt x="342897" y="2057362"/>
                    </a:lnTo>
                    <a:lnTo>
                      <a:pt x="857247" y="2057362"/>
                    </a:lnTo>
                    <a:close/>
                    <a:moveTo>
                      <a:pt x="795441" y="1543012"/>
                    </a:moveTo>
                    <a:lnTo>
                      <a:pt x="685801" y="1543012"/>
                    </a:lnTo>
                    <a:lnTo>
                      <a:pt x="685801" y="942937"/>
                    </a:lnTo>
                    <a:lnTo>
                      <a:pt x="771526" y="942937"/>
                    </a:lnTo>
                    <a:lnTo>
                      <a:pt x="771526" y="771487"/>
                    </a:lnTo>
                    <a:lnTo>
                      <a:pt x="428626" y="771487"/>
                    </a:lnTo>
                    <a:lnTo>
                      <a:pt x="428626" y="942937"/>
                    </a:lnTo>
                    <a:lnTo>
                      <a:pt x="514351" y="942937"/>
                    </a:lnTo>
                    <a:lnTo>
                      <a:pt x="514351" y="1543012"/>
                    </a:lnTo>
                    <a:lnTo>
                      <a:pt x="404712" y="1543012"/>
                    </a:lnTo>
                    <a:lnTo>
                      <a:pt x="178995" y="865863"/>
                    </a:lnTo>
                    <a:lnTo>
                      <a:pt x="564758" y="171412"/>
                    </a:lnTo>
                    <a:lnTo>
                      <a:pt x="635327" y="171412"/>
                    </a:lnTo>
                    <a:lnTo>
                      <a:pt x="1021090" y="865863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0" name="Freeform: Shape 60">
                <a:extLst>
                  <a:ext uri="{FF2B5EF4-FFF2-40B4-BE49-F238E27FC236}">
                    <a16:creationId xmlns:a16="http://schemas.microsoft.com/office/drawing/2014/main" id="{6491C963-2D9D-FA5E-8BED-46E7DF371F74}"/>
                  </a:ext>
                </a:extLst>
              </p:cNvPr>
              <p:cNvSpPr/>
              <p:nvPr/>
            </p:nvSpPr>
            <p:spPr>
              <a:xfrm>
                <a:off x="15274455" y="1208688"/>
                <a:ext cx="3771900" cy="2228850"/>
              </a:xfrm>
              <a:custGeom>
                <a:avLst/>
                <a:gdLst>
                  <a:gd name="connsiteX0" fmla="*/ 1651661 w 3771900"/>
                  <a:gd name="connsiteY0" fmla="*/ 362102 h 2228850"/>
                  <a:gd name="connsiteX1" fmla="*/ 1885950 w 3771900"/>
                  <a:gd name="connsiteY1" fmla="*/ 514340 h 2228850"/>
                  <a:gd name="connsiteX2" fmla="*/ 2120161 w 3771900"/>
                  <a:gd name="connsiteY2" fmla="*/ 362259 h 2228850"/>
                  <a:gd name="connsiteX3" fmla="*/ 3419850 w 3771900"/>
                  <a:gd name="connsiteY3" fmla="*/ 1733173 h 2228850"/>
                  <a:gd name="connsiteX4" fmla="*/ 3257550 w 3771900"/>
                  <a:gd name="connsiteY4" fmla="*/ 1971675 h 2228850"/>
                  <a:gd name="connsiteX5" fmla="*/ 3514725 w 3771900"/>
                  <a:gd name="connsiteY5" fmla="*/ 2228850 h 2228850"/>
                  <a:gd name="connsiteX6" fmla="*/ 3771900 w 3771900"/>
                  <a:gd name="connsiteY6" fmla="*/ 1971675 h 2228850"/>
                  <a:gd name="connsiteX7" fmla="*/ 3591378 w 3771900"/>
                  <a:gd name="connsiteY7" fmla="*/ 1727432 h 2228850"/>
                  <a:gd name="connsiteX8" fmla="*/ 2628926 w 3771900"/>
                  <a:gd name="connsiteY8" fmla="*/ 342900 h 2228850"/>
                  <a:gd name="connsiteX9" fmla="*/ 3086100 w 3771900"/>
                  <a:gd name="connsiteY9" fmla="*/ 342900 h 2228850"/>
                  <a:gd name="connsiteX10" fmla="*/ 3086100 w 3771900"/>
                  <a:gd name="connsiteY10" fmla="*/ 428625 h 2228850"/>
                  <a:gd name="connsiteX11" fmla="*/ 3171825 w 3771900"/>
                  <a:gd name="connsiteY11" fmla="*/ 514350 h 2228850"/>
                  <a:gd name="connsiteX12" fmla="*/ 3514725 w 3771900"/>
                  <a:gd name="connsiteY12" fmla="*/ 514350 h 2228850"/>
                  <a:gd name="connsiteX13" fmla="*/ 3600450 w 3771900"/>
                  <a:gd name="connsiteY13" fmla="*/ 428625 h 2228850"/>
                  <a:gd name="connsiteX14" fmla="*/ 3600450 w 3771900"/>
                  <a:gd name="connsiteY14" fmla="*/ 85725 h 2228850"/>
                  <a:gd name="connsiteX15" fmla="*/ 3514725 w 3771900"/>
                  <a:gd name="connsiteY15" fmla="*/ 0 h 2228850"/>
                  <a:gd name="connsiteX16" fmla="*/ 3171825 w 3771900"/>
                  <a:gd name="connsiteY16" fmla="*/ 0 h 2228850"/>
                  <a:gd name="connsiteX17" fmla="*/ 3086100 w 3771900"/>
                  <a:gd name="connsiteY17" fmla="*/ 85725 h 2228850"/>
                  <a:gd name="connsiteX18" fmla="*/ 3086100 w 3771900"/>
                  <a:gd name="connsiteY18" fmla="*/ 171450 h 2228850"/>
                  <a:gd name="connsiteX19" fmla="*/ 2127361 w 3771900"/>
                  <a:gd name="connsiteY19" fmla="*/ 171450 h 2228850"/>
                  <a:gd name="connsiteX20" fmla="*/ 1885950 w 3771900"/>
                  <a:gd name="connsiteY20" fmla="*/ 0 h 2228850"/>
                  <a:gd name="connsiteX21" fmla="*/ 1644539 w 3771900"/>
                  <a:gd name="connsiteY21" fmla="*/ 171450 h 2228850"/>
                  <a:gd name="connsiteX22" fmla="*/ 685800 w 3771900"/>
                  <a:gd name="connsiteY22" fmla="*/ 171450 h 2228850"/>
                  <a:gd name="connsiteX23" fmla="*/ 685800 w 3771900"/>
                  <a:gd name="connsiteY23" fmla="*/ 85725 h 2228850"/>
                  <a:gd name="connsiteX24" fmla="*/ 600075 w 3771900"/>
                  <a:gd name="connsiteY24" fmla="*/ 0 h 2228850"/>
                  <a:gd name="connsiteX25" fmla="*/ 257175 w 3771900"/>
                  <a:gd name="connsiteY25" fmla="*/ 0 h 2228850"/>
                  <a:gd name="connsiteX26" fmla="*/ 171450 w 3771900"/>
                  <a:gd name="connsiteY26" fmla="*/ 85725 h 2228850"/>
                  <a:gd name="connsiteX27" fmla="*/ 171450 w 3771900"/>
                  <a:gd name="connsiteY27" fmla="*/ 428625 h 2228850"/>
                  <a:gd name="connsiteX28" fmla="*/ 257175 w 3771900"/>
                  <a:gd name="connsiteY28" fmla="*/ 514350 h 2228850"/>
                  <a:gd name="connsiteX29" fmla="*/ 600075 w 3771900"/>
                  <a:gd name="connsiteY29" fmla="*/ 514350 h 2228850"/>
                  <a:gd name="connsiteX30" fmla="*/ 685800 w 3771900"/>
                  <a:gd name="connsiteY30" fmla="*/ 428625 h 2228850"/>
                  <a:gd name="connsiteX31" fmla="*/ 685800 w 3771900"/>
                  <a:gd name="connsiteY31" fmla="*/ 342900 h 2228850"/>
                  <a:gd name="connsiteX32" fmla="*/ 1140642 w 3771900"/>
                  <a:gd name="connsiteY32" fmla="*/ 342900 h 2228850"/>
                  <a:gd name="connsiteX33" fmla="*/ 180522 w 3771900"/>
                  <a:gd name="connsiteY33" fmla="*/ 1727432 h 2228850"/>
                  <a:gd name="connsiteX34" fmla="*/ 0 w 3771900"/>
                  <a:gd name="connsiteY34" fmla="*/ 1971675 h 2228850"/>
                  <a:gd name="connsiteX35" fmla="*/ 257175 w 3771900"/>
                  <a:gd name="connsiteY35" fmla="*/ 2228850 h 2228850"/>
                  <a:gd name="connsiteX36" fmla="*/ 514350 w 3771900"/>
                  <a:gd name="connsiteY36" fmla="*/ 1971675 h 2228850"/>
                  <a:gd name="connsiteX37" fmla="*/ 352090 w 3771900"/>
                  <a:gd name="connsiteY37" fmla="*/ 1733095 h 2228850"/>
                  <a:gd name="connsiteX38" fmla="*/ 1651681 w 3771900"/>
                  <a:gd name="connsiteY38" fmla="*/ 362083 h 2228850"/>
                  <a:gd name="connsiteX39" fmla="*/ 3514686 w 3771900"/>
                  <a:gd name="connsiteY39" fmla="*/ 2057400 h 2228850"/>
                  <a:gd name="connsiteX40" fmla="*/ 3428961 w 3771900"/>
                  <a:gd name="connsiteY40" fmla="*/ 1971675 h 2228850"/>
                  <a:gd name="connsiteX41" fmla="*/ 3514686 w 3771900"/>
                  <a:gd name="connsiteY41" fmla="*/ 1885950 h 2228850"/>
                  <a:gd name="connsiteX42" fmla="*/ 3600411 w 3771900"/>
                  <a:gd name="connsiteY42" fmla="*/ 1971675 h 2228850"/>
                  <a:gd name="connsiteX43" fmla="*/ 3514686 w 3771900"/>
                  <a:gd name="connsiteY43" fmla="*/ 2057400 h 2228850"/>
                  <a:gd name="connsiteX44" fmla="*/ 3257511 w 3771900"/>
                  <a:gd name="connsiteY44" fmla="*/ 171450 h 2228850"/>
                  <a:gd name="connsiteX45" fmla="*/ 3428961 w 3771900"/>
                  <a:gd name="connsiteY45" fmla="*/ 171450 h 2228850"/>
                  <a:gd name="connsiteX46" fmla="*/ 3428961 w 3771900"/>
                  <a:gd name="connsiteY46" fmla="*/ 342900 h 2228850"/>
                  <a:gd name="connsiteX47" fmla="*/ 3257511 w 3771900"/>
                  <a:gd name="connsiteY47" fmla="*/ 342900 h 2228850"/>
                  <a:gd name="connsiteX48" fmla="*/ 514311 w 3771900"/>
                  <a:gd name="connsiteY48" fmla="*/ 342900 h 2228850"/>
                  <a:gd name="connsiteX49" fmla="*/ 342861 w 3771900"/>
                  <a:gd name="connsiteY49" fmla="*/ 342900 h 2228850"/>
                  <a:gd name="connsiteX50" fmla="*/ 342861 w 3771900"/>
                  <a:gd name="connsiteY50" fmla="*/ 171450 h 2228850"/>
                  <a:gd name="connsiteX51" fmla="*/ 514311 w 3771900"/>
                  <a:gd name="connsiteY51" fmla="*/ 171450 h 2228850"/>
                  <a:gd name="connsiteX52" fmla="*/ 1885911 w 3771900"/>
                  <a:gd name="connsiteY52" fmla="*/ 171450 h 2228850"/>
                  <a:gd name="connsiteX53" fmla="*/ 1971636 w 3771900"/>
                  <a:gd name="connsiteY53" fmla="*/ 257175 h 2228850"/>
                  <a:gd name="connsiteX54" fmla="*/ 1885911 w 3771900"/>
                  <a:gd name="connsiteY54" fmla="*/ 342900 h 2228850"/>
                  <a:gd name="connsiteX55" fmla="*/ 1800186 w 3771900"/>
                  <a:gd name="connsiteY55" fmla="*/ 257175 h 2228850"/>
                  <a:gd name="connsiteX56" fmla="*/ 1885911 w 3771900"/>
                  <a:gd name="connsiteY56" fmla="*/ 171450 h 2228850"/>
                  <a:gd name="connsiteX57" fmla="*/ 257136 w 3771900"/>
                  <a:gd name="connsiteY57" fmla="*/ 2057400 h 2228850"/>
                  <a:gd name="connsiteX58" fmla="*/ 171411 w 3771900"/>
                  <a:gd name="connsiteY58" fmla="*/ 1971675 h 2228850"/>
                  <a:gd name="connsiteX59" fmla="*/ 257136 w 3771900"/>
                  <a:gd name="connsiteY59" fmla="*/ 1885950 h 2228850"/>
                  <a:gd name="connsiteX60" fmla="*/ 342861 w 3771900"/>
                  <a:gd name="connsiteY60" fmla="*/ 1971675 h 2228850"/>
                  <a:gd name="connsiteX61" fmla="*/ 257136 w 3771900"/>
                  <a:gd name="connsiteY61" fmla="*/ 2057400 h 2228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</a:cxnLst>
                <a:rect l="l" t="t" r="r" b="b"/>
                <a:pathLst>
                  <a:path w="3771900" h="2228850">
                    <a:moveTo>
                      <a:pt x="1651661" y="362102"/>
                    </a:moveTo>
                    <a:cubicBezTo>
                      <a:pt x="1691960" y="451578"/>
                      <a:pt x="1781630" y="514340"/>
                      <a:pt x="1885950" y="514340"/>
                    </a:cubicBezTo>
                    <a:cubicBezTo>
                      <a:pt x="1990270" y="514340"/>
                      <a:pt x="2079865" y="451692"/>
                      <a:pt x="2120161" y="362259"/>
                    </a:cubicBezTo>
                    <a:cubicBezTo>
                      <a:pt x="2809478" y="468117"/>
                      <a:pt x="3350584" y="1038527"/>
                      <a:pt x="3419850" y="1733173"/>
                    </a:cubicBezTo>
                    <a:cubicBezTo>
                      <a:pt x="3324940" y="1770985"/>
                      <a:pt x="3257550" y="1863407"/>
                      <a:pt x="3257550" y="1971675"/>
                    </a:cubicBezTo>
                    <a:cubicBezTo>
                      <a:pt x="3257550" y="2113469"/>
                      <a:pt x="3372931" y="2228850"/>
                      <a:pt x="3514725" y="2228850"/>
                    </a:cubicBezTo>
                    <a:cubicBezTo>
                      <a:pt x="3656519" y="2228850"/>
                      <a:pt x="3771900" y="2113469"/>
                      <a:pt x="3771900" y="1971675"/>
                    </a:cubicBezTo>
                    <a:cubicBezTo>
                      <a:pt x="3771900" y="1856715"/>
                      <a:pt x="3695589" y="1760272"/>
                      <a:pt x="3591378" y="1727432"/>
                    </a:cubicBezTo>
                    <a:cubicBezTo>
                      <a:pt x="3535121" y="1122498"/>
                      <a:pt x="3157433" y="600369"/>
                      <a:pt x="2628926" y="342900"/>
                    </a:cubicBezTo>
                    <a:lnTo>
                      <a:pt x="3086100" y="342900"/>
                    </a:lnTo>
                    <a:lnTo>
                      <a:pt x="3086100" y="428625"/>
                    </a:lnTo>
                    <a:cubicBezTo>
                      <a:pt x="3086100" y="475927"/>
                      <a:pt x="3124524" y="514350"/>
                      <a:pt x="3171825" y="514350"/>
                    </a:cubicBezTo>
                    <a:lnTo>
                      <a:pt x="3514725" y="514350"/>
                    </a:lnTo>
                    <a:cubicBezTo>
                      <a:pt x="3562027" y="514350"/>
                      <a:pt x="3600450" y="475927"/>
                      <a:pt x="3600450" y="428625"/>
                    </a:cubicBezTo>
                    <a:lnTo>
                      <a:pt x="3600450" y="85725"/>
                    </a:lnTo>
                    <a:cubicBezTo>
                      <a:pt x="3600450" y="38423"/>
                      <a:pt x="3562027" y="0"/>
                      <a:pt x="3514725" y="0"/>
                    </a:cubicBezTo>
                    <a:lnTo>
                      <a:pt x="3171825" y="0"/>
                    </a:lnTo>
                    <a:cubicBezTo>
                      <a:pt x="3124524" y="0"/>
                      <a:pt x="3086100" y="38423"/>
                      <a:pt x="3086100" y="85725"/>
                    </a:cubicBezTo>
                    <a:lnTo>
                      <a:pt x="3086100" y="171450"/>
                    </a:lnTo>
                    <a:lnTo>
                      <a:pt x="2127361" y="171450"/>
                    </a:lnTo>
                    <a:cubicBezTo>
                      <a:pt x="2091885" y="71911"/>
                      <a:pt x="1997588" y="0"/>
                      <a:pt x="1885950" y="0"/>
                    </a:cubicBezTo>
                    <a:cubicBezTo>
                      <a:pt x="1774351" y="0"/>
                      <a:pt x="1680053" y="71909"/>
                      <a:pt x="1644539" y="171450"/>
                    </a:cubicBezTo>
                    <a:lnTo>
                      <a:pt x="685800" y="171450"/>
                    </a:lnTo>
                    <a:lnTo>
                      <a:pt x="685800" y="85725"/>
                    </a:lnTo>
                    <a:cubicBezTo>
                      <a:pt x="685800" y="38423"/>
                      <a:pt x="647377" y="0"/>
                      <a:pt x="600075" y="0"/>
                    </a:cubicBezTo>
                    <a:lnTo>
                      <a:pt x="257175" y="0"/>
                    </a:lnTo>
                    <a:cubicBezTo>
                      <a:pt x="209873" y="0"/>
                      <a:pt x="171450" y="38423"/>
                      <a:pt x="171450" y="85725"/>
                    </a:cubicBezTo>
                    <a:lnTo>
                      <a:pt x="171450" y="428625"/>
                    </a:lnTo>
                    <a:cubicBezTo>
                      <a:pt x="171450" y="475927"/>
                      <a:pt x="209873" y="514350"/>
                      <a:pt x="257175" y="514350"/>
                    </a:cubicBezTo>
                    <a:lnTo>
                      <a:pt x="600075" y="514350"/>
                    </a:lnTo>
                    <a:cubicBezTo>
                      <a:pt x="647377" y="514350"/>
                      <a:pt x="685800" y="475927"/>
                      <a:pt x="685800" y="428625"/>
                    </a:cubicBezTo>
                    <a:lnTo>
                      <a:pt x="685800" y="342900"/>
                    </a:lnTo>
                    <a:lnTo>
                      <a:pt x="1140642" y="342900"/>
                    </a:lnTo>
                    <a:cubicBezTo>
                      <a:pt x="612743" y="599997"/>
                      <a:pt x="236660" y="1121195"/>
                      <a:pt x="180522" y="1727432"/>
                    </a:cubicBezTo>
                    <a:cubicBezTo>
                      <a:pt x="76310" y="1760268"/>
                      <a:pt x="0" y="1856706"/>
                      <a:pt x="0" y="1971675"/>
                    </a:cubicBezTo>
                    <a:cubicBezTo>
                      <a:pt x="0" y="2113469"/>
                      <a:pt x="115381" y="2228850"/>
                      <a:pt x="257175" y="2228850"/>
                    </a:cubicBezTo>
                    <a:cubicBezTo>
                      <a:pt x="398969" y="2228850"/>
                      <a:pt x="514350" y="2113469"/>
                      <a:pt x="514350" y="1971675"/>
                    </a:cubicBezTo>
                    <a:cubicBezTo>
                      <a:pt x="514350" y="1863407"/>
                      <a:pt x="446957" y="1770990"/>
                      <a:pt x="352090" y="1733095"/>
                    </a:cubicBezTo>
                    <a:cubicBezTo>
                      <a:pt x="421244" y="1036312"/>
                      <a:pt x="961423" y="467990"/>
                      <a:pt x="1651681" y="362083"/>
                    </a:cubicBezTo>
                    <a:close/>
                    <a:moveTo>
                      <a:pt x="3514686" y="2057400"/>
                    </a:moveTo>
                    <a:cubicBezTo>
                      <a:pt x="3467461" y="2057400"/>
                      <a:pt x="3428961" y="2018900"/>
                      <a:pt x="3428961" y="1971675"/>
                    </a:cubicBezTo>
                    <a:cubicBezTo>
                      <a:pt x="3428961" y="1924450"/>
                      <a:pt x="3467461" y="1885950"/>
                      <a:pt x="3514686" y="1885950"/>
                    </a:cubicBezTo>
                    <a:cubicBezTo>
                      <a:pt x="3561911" y="1885950"/>
                      <a:pt x="3600411" y="1924450"/>
                      <a:pt x="3600411" y="1971675"/>
                    </a:cubicBezTo>
                    <a:cubicBezTo>
                      <a:pt x="3600411" y="2018900"/>
                      <a:pt x="3561911" y="2057400"/>
                      <a:pt x="3514686" y="2057400"/>
                    </a:cubicBezTo>
                    <a:close/>
                    <a:moveTo>
                      <a:pt x="3257511" y="171450"/>
                    </a:moveTo>
                    <a:lnTo>
                      <a:pt x="3428961" y="171450"/>
                    </a:lnTo>
                    <a:lnTo>
                      <a:pt x="3428961" y="342900"/>
                    </a:lnTo>
                    <a:lnTo>
                      <a:pt x="3257511" y="342900"/>
                    </a:lnTo>
                    <a:close/>
                    <a:moveTo>
                      <a:pt x="514311" y="342900"/>
                    </a:moveTo>
                    <a:lnTo>
                      <a:pt x="342861" y="342900"/>
                    </a:lnTo>
                    <a:lnTo>
                      <a:pt x="342861" y="171450"/>
                    </a:lnTo>
                    <a:lnTo>
                      <a:pt x="514311" y="171450"/>
                    </a:lnTo>
                    <a:close/>
                    <a:moveTo>
                      <a:pt x="1885911" y="171450"/>
                    </a:moveTo>
                    <a:cubicBezTo>
                      <a:pt x="1933136" y="171450"/>
                      <a:pt x="1971636" y="209950"/>
                      <a:pt x="1971636" y="257175"/>
                    </a:cubicBezTo>
                    <a:cubicBezTo>
                      <a:pt x="1971636" y="304400"/>
                      <a:pt x="1933136" y="342900"/>
                      <a:pt x="1885911" y="342900"/>
                    </a:cubicBezTo>
                    <a:cubicBezTo>
                      <a:pt x="1838686" y="342900"/>
                      <a:pt x="1800186" y="304400"/>
                      <a:pt x="1800186" y="257175"/>
                    </a:cubicBezTo>
                    <a:cubicBezTo>
                      <a:pt x="1800186" y="209950"/>
                      <a:pt x="1838686" y="171450"/>
                      <a:pt x="1885911" y="171450"/>
                    </a:cubicBezTo>
                    <a:close/>
                    <a:moveTo>
                      <a:pt x="257136" y="2057400"/>
                    </a:moveTo>
                    <a:cubicBezTo>
                      <a:pt x="209911" y="2057400"/>
                      <a:pt x="171411" y="2018900"/>
                      <a:pt x="171411" y="1971675"/>
                    </a:cubicBezTo>
                    <a:cubicBezTo>
                      <a:pt x="171411" y="1924450"/>
                      <a:pt x="209911" y="1885950"/>
                      <a:pt x="257136" y="1885950"/>
                    </a:cubicBezTo>
                    <a:cubicBezTo>
                      <a:pt x="304361" y="1885950"/>
                      <a:pt x="342861" y="1924450"/>
                      <a:pt x="342861" y="1971675"/>
                    </a:cubicBezTo>
                    <a:cubicBezTo>
                      <a:pt x="342861" y="2018900"/>
                      <a:pt x="304361" y="2057400"/>
                      <a:pt x="257136" y="2057400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1" name="Freeform: Shape 61">
                <a:extLst>
                  <a:ext uri="{FF2B5EF4-FFF2-40B4-BE49-F238E27FC236}">
                    <a16:creationId xmlns:a16="http://schemas.microsoft.com/office/drawing/2014/main" id="{B5B5C55E-4034-DC77-3A57-303E0C2A01B8}"/>
                  </a:ext>
                </a:extLst>
              </p:cNvPr>
              <p:cNvSpPr/>
              <p:nvPr/>
            </p:nvSpPr>
            <p:spPr>
              <a:xfrm>
                <a:off x="14417166" y="-77187"/>
                <a:ext cx="5486400" cy="4800600"/>
              </a:xfrm>
              <a:custGeom>
                <a:avLst/>
                <a:gdLst>
                  <a:gd name="connsiteX0" fmla="*/ 5400675 w 5486400"/>
                  <a:gd name="connsiteY0" fmla="*/ 0 h 4800600"/>
                  <a:gd name="connsiteX1" fmla="*/ 85725 w 5486400"/>
                  <a:gd name="connsiteY1" fmla="*/ 0 h 4800600"/>
                  <a:gd name="connsiteX2" fmla="*/ 0 w 5486400"/>
                  <a:gd name="connsiteY2" fmla="*/ 85725 h 4800600"/>
                  <a:gd name="connsiteX3" fmla="*/ 0 w 5486400"/>
                  <a:gd name="connsiteY3" fmla="*/ 4714875 h 4800600"/>
                  <a:gd name="connsiteX4" fmla="*/ 85725 w 5486400"/>
                  <a:gd name="connsiteY4" fmla="*/ 4800600 h 4800600"/>
                  <a:gd name="connsiteX5" fmla="*/ 2143125 w 5486400"/>
                  <a:gd name="connsiteY5" fmla="*/ 4800600 h 4800600"/>
                  <a:gd name="connsiteX6" fmla="*/ 2143125 w 5486400"/>
                  <a:gd name="connsiteY6" fmla="*/ 4629150 h 4800600"/>
                  <a:gd name="connsiteX7" fmla="*/ 171450 w 5486400"/>
                  <a:gd name="connsiteY7" fmla="*/ 4629150 h 4800600"/>
                  <a:gd name="connsiteX8" fmla="*/ 171450 w 5486400"/>
                  <a:gd name="connsiteY8" fmla="*/ 857250 h 4800600"/>
                  <a:gd name="connsiteX9" fmla="*/ 5314950 w 5486400"/>
                  <a:gd name="connsiteY9" fmla="*/ 857250 h 4800600"/>
                  <a:gd name="connsiteX10" fmla="*/ 5314950 w 5486400"/>
                  <a:gd name="connsiteY10" fmla="*/ 4629150 h 4800600"/>
                  <a:gd name="connsiteX11" fmla="*/ 3343275 w 5486400"/>
                  <a:gd name="connsiteY11" fmla="*/ 4629150 h 4800600"/>
                  <a:gd name="connsiteX12" fmla="*/ 3343275 w 5486400"/>
                  <a:gd name="connsiteY12" fmla="*/ 4800600 h 4800600"/>
                  <a:gd name="connsiteX13" fmla="*/ 5400675 w 5486400"/>
                  <a:gd name="connsiteY13" fmla="*/ 4800600 h 4800600"/>
                  <a:gd name="connsiteX14" fmla="*/ 5486400 w 5486400"/>
                  <a:gd name="connsiteY14" fmla="*/ 4714875 h 4800600"/>
                  <a:gd name="connsiteX15" fmla="*/ 5486400 w 5486400"/>
                  <a:gd name="connsiteY15" fmla="*/ 85725 h 4800600"/>
                  <a:gd name="connsiteX16" fmla="*/ 5400675 w 5486400"/>
                  <a:gd name="connsiteY16" fmla="*/ 0 h 4800600"/>
                  <a:gd name="connsiteX17" fmla="*/ 171450 w 5486400"/>
                  <a:gd name="connsiteY17" fmla="*/ 685800 h 4800600"/>
                  <a:gd name="connsiteX18" fmla="*/ 171450 w 5486400"/>
                  <a:gd name="connsiteY18" fmla="*/ 171450 h 4800600"/>
                  <a:gd name="connsiteX19" fmla="*/ 5314950 w 5486400"/>
                  <a:gd name="connsiteY19" fmla="*/ 171450 h 4800600"/>
                  <a:gd name="connsiteX20" fmla="*/ 5314950 w 5486400"/>
                  <a:gd name="connsiteY20" fmla="*/ 685800 h 4800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5486400" h="4800600">
                    <a:moveTo>
                      <a:pt x="5400675" y="0"/>
                    </a:moveTo>
                    <a:lnTo>
                      <a:pt x="85725" y="0"/>
                    </a:lnTo>
                    <a:cubicBezTo>
                      <a:pt x="38423" y="0"/>
                      <a:pt x="0" y="38423"/>
                      <a:pt x="0" y="85725"/>
                    </a:cubicBezTo>
                    <a:lnTo>
                      <a:pt x="0" y="4714875"/>
                    </a:lnTo>
                    <a:cubicBezTo>
                      <a:pt x="0" y="4762177"/>
                      <a:pt x="38423" y="4800600"/>
                      <a:pt x="85725" y="4800600"/>
                    </a:cubicBezTo>
                    <a:lnTo>
                      <a:pt x="2143125" y="4800600"/>
                    </a:lnTo>
                    <a:lnTo>
                      <a:pt x="2143125" y="4629150"/>
                    </a:lnTo>
                    <a:lnTo>
                      <a:pt x="171450" y="4629150"/>
                    </a:lnTo>
                    <a:lnTo>
                      <a:pt x="171450" y="857250"/>
                    </a:lnTo>
                    <a:lnTo>
                      <a:pt x="5314950" y="857250"/>
                    </a:lnTo>
                    <a:lnTo>
                      <a:pt x="5314950" y="4629150"/>
                    </a:lnTo>
                    <a:lnTo>
                      <a:pt x="3343275" y="4629150"/>
                    </a:lnTo>
                    <a:lnTo>
                      <a:pt x="3343275" y="4800600"/>
                    </a:lnTo>
                    <a:lnTo>
                      <a:pt x="5400675" y="4800600"/>
                    </a:lnTo>
                    <a:cubicBezTo>
                      <a:pt x="5447977" y="4800600"/>
                      <a:pt x="5486400" y="4762177"/>
                      <a:pt x="5486400" y="4714875"/>
                    </a:cubicBezTo>
                    <a:lnTo>
                      <a:pt x="5486400" y="85725"/>
                    </a:lnTo>
                    <a:cubicBezTo>
                      <a:pt x="5486400" y="38423"/>
                      <a:pt x="5447977" y="0"/>
                      <a:pt x="5400675" y="0"/>
                    </a:cubicBezTo>
                    <a:close/>
                    <a:moveTo>
                      <a:pt x="171450" y="685800"/>
                    </a:moveTo>
                    <a:lnTo>
                      <a:pt x="171450" y="171450"/>
                    </a:lnTo>
                    <a:lnTo>
                      <a:pt x="5314950" y="171450"/>
                    </a:lnTo>
                    <a:lnTo>
                      <a:pt x="5314950" y="685800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2" name="Freeform: Shape 65">
                <a:extLst>
                  <a:ext uri="{FF2B5EF4-FFF2-40B4-BE49-F238E27FC236}">
                    <a16:creationId xmlns:a16="http://schemas.microsoft.com/office/drawing/2014/main" id="{49747962-09A1-12C5-976A-519A9D040A05}"/>
                  </a:ext>
                </a:extLst>
              </p:cNvPr>
              <p:cNvSpPr/>
              <p:nvPr/>
            </p:nvSpPr>
            <p:spPr>
              <a:xfrm>
                <a:off x="14931516" y="265713"/>
                <a:ext cx="171450" cy="171450"/>
              </a:xfrm>
              <a:custGeom>
                <a:avLst/>
                <a:gdLst>
                  <a:gd name="connsiteX0" fmla="*/ 0 w 171450"/>
                  <a:gd name="connsiteY0" fmla="*/ 0 h 171450"/>
                  <a:gd name="connsiteX1" fmla="*/ 171450 w 171450"/>
                  <a:gd name="connsiteY1" fmla="*/ 0 h 171450"/>
                  <a:gd name="connsiteX2" fmla="*/ 171450 w 171450"/>
                  <a:gd name="connsiteY2" fmla="*/ 171450 h 171450"/>
                  <a:gd name="connsiteX3" fmla="*/ 0 w 171450"/>
                  <a:gd name="connsiteY3" fmla="*/ 171450 h 171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1450" h="171450">
                    <a:moveTo>
                      <a:pt x="0" y="0"/>
                    </a:moveTo>
                    <a:lnTo>
                      <a:pt x="171450" y="0"/>
                    </a:lnTo>
                    <a:lnTo>
                      <a:pt x="171450" y="171450"/>
                    </a:lnTo>
                    <a:lnTo>
                      <a:pt x="0" y="171450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3" name="Freeform: Shape 66">
                <a:extLst>
                  <a:ext uri="{FF2B5EF4-FFF2-40B4-BE49-F238E27FC236}">
                    <a16:creationId xmlns:a16="http://schemas.microsoft.com/office/drawing/2014/main" id="{EBA4C1B9-AAFA-AD04-98E3-BC6CDA675E1E}"/>
                  </a:ext>
                </a:extLst>
              </p:cNvPr>
              <p:cNvSpPr/>
              <p:nvPr/>
            </p:nvSpPr>
            <p:spPr>
              <a:xfrm>
                <a:off x="15274416" y="265713"/>
                <a:ext cx="171450" cy="171450"/>
              </a:xfrm>
              <a:custGeom>
                <a:avLst/>
                <a:gdLst>
                  <a:gd name="connsiteX0" fmla="*/ 0 w 171450"/>
                  <a:gd name="connsiteY0" fmla="*/ 0 h 171450"/>
                  <a:gd name="connsiteX1" fmla="*/ 171450 w 171450"/>
                  <a:gd name="connsiteY1" fmla="*/ 0 h 171450"/>
                  <a:gd name="connsiteX2" fmla="*/ 171450 w 171450"/>
                  <a:gd name="connsiteY2" fmla="*/ 171450 h 171450"/>
                  <a:gd name="connsiteX3" fmla="*/ 0 w 171450"/>
                  <a:gd name="connsiteY3" fmla="*/ 171450 h 171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1450" h="171450">
                    <a:moveTo>
                      <a:pt x="0" y="0"/>
                    </a:moveTo>
                    <a:lnTo>
                      <a:pt x="171450" y="0"/>
                    </a:lnTo>
                    <a:lnTo>
                      <a:pt x="171450" y="171450"/>
                    </a:lnTo>
                    <a:lnTo>
                      <a:pt x="0" y="171450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4" name="Freeform: Shape 67">
                <a:extLst>
                  <a:ext uri="{FF2B5EF4-FFF2-40B4-BE49-F238E27FC236}">
                    <a16:creationId xmlns:a16="http://schemas.microsoft.com/office/drawing/2014/main" id="{81ACDB8F-3EB8-C592-6209-FF059F028A1E}"/>
                  </a:ext>
                </a:extLst>
              </p:cNvPr>
              <p:cNvSpPr/>
              <p:nvPr/>
            </p:nvSpPr>
            <p:spPr>
              <a:xfrm>
                <a:off x="15617316" y="265713"/>
                <a:ext cx="171450" cy="171450"/>
              </a:xfrm>
              <a:custGeom>
                <a:avLst/>
                <a:gdLst>
                  <a:gd name="connsiteX0" fmla="*/ 0 w 171450"/>
                  <a:gd name="connsiteY0" fmla="*/ 0 h 171450"/>
                  <a:gd name="connsiteX1" fmla="*/ 171450 w 171450"/>
                  <a:gd name="connsiteY1" fmla="*/ 0 h 171450"/>
                  <a:gd name="connsiteX2" fmla="*/ 171450 w 171450"/>
                  <a:gd name="connsiteY2" fmla="*/ 171450 h 171450"/>
                  <a:gd name="connsiteX3" fmla="*/ 0 w 171450"/>
                  <a:gd name="connsiteY3" fmla="*/ 171450 h 171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1450" h="171450">
                    <a:moveTo>
                      <a:pt x="0" y="0"/>
                    </a:moveTo>
                    <a:lnTo>
                      <a:pt x="171450" y="0"/>
                    </a:lnTo>
                    <a:lnTo>
                      <a:pt x="171450" y="171450"/>
                    </a:lnTo>
                    <a:lnTo>
                      <a:pt x="0" y="171450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5" name="Freeform: Shape 68">
                <a:extLst>
                  <a:ext uri="{FF2B5EF4-FFF2-40B4-BE49-F238E27FC236}">
                    <a16:creationId xmlns:a16="http://schemas.microsoft.com/office/drawing/2014/main" id="{365D5CBF-BCBB-5D4A-F11C-4341F9E6E872}"/>
                  </a:ext>
                </a:extLst>
              </p:cNvPr>
              <p:cNvSpPr/>
              <p:nvPr/>
            </p:nvSpPr>
            <p:spPr>
              <a:xfrm>
                <a:off x="18874866" y="265713"/>
                <a:ext cx="514350" cy="171450"/>
              </a:xfrm>
              <a:custGeom>
                <a:avLst/>
                <a:gdLst>
                  <a:gd name="connsiteX0" fmla="*/ 0 w 514350"/>
                  <a:gd name="connsiteY0" fmla="*/ 0 h 171450"/>
                  <a:gd name="connsiteX1" fmla="*/ 514350 w 514350"/>
                  <a:gd name="connsiteY1" fmla="*/ 0 h 171450"/>
                  <a:gd name="connsiteX2" fmla="*/ 514350 w 514350"/>
                  <a:gd name="connsiteY2" fmla="*/ 171450 h 171450"/>
                  <a:gd name="connsiteX3" fmla="*/ 0 w 514350"/>
                  <a:gd name="connsiteY3" fmla="*/ 171450 h 171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14350" h="171450">
                    <a:moveTo>
                      <a:pt x="0" y="0"/>
                    </a:moveTo>
                    <a:lnTo>
                      <a:pt x="514350" y="0"/>
                    </a:lnTo>
                    <a:lnTo>
                      <a:pt x="514350" y="171450"/>
                    </a:lnTo>
                    <a:lnTo>
                      <a:pt x="0" y="171450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6" name="Freeform: Shape 69">
                <a:extLst>
                  <a:ext uri="{FF2B5EF4-FFF2-40B4-BE49-F238E27FC236}">
                    <a16:creationId xmlns:a16="http://schemas.microsoft.com/office/drawing/2014/main" id="{B2AABD88-2565-4099-95BC-D0BB83DB8E7C}"/>
                  </a:ext>
                </a:extLst>
              </p:cNvPr>
              <p:cNvSpPr/>
              <p:nvPr/>
            </p:nvSpPr>
            <p:spPr>
              <a:xfrm>
                <a:off x="17074641" y="4551963"/>
                <a:ext cx="171450" cy="342900"/>
              </a:xfrm>
              <a:custGeom>
                <a:avLst/>
                <a:gdLst>
                  <a:gd name="connsiteX0" fmla="*/ 0 w 171450"/>
                  <a:gd name="connsiteY0" fmla="*/ 0 h 342900"/>
                  <a:gd name="connsiteX1" fmla="*/ 171450 w 171450"/>
                  <a:gd name="connsiteY1" fmla="*/ 0 h 342900"/>
                  <a:gd name="connsiteX2" fmla="*/ 171450 w 171450"/>
                  <a:gd name="connsiteY2" fmla="*/ 342900 h 342900"/>
                  <a:gd name="connsiteX3" fmla="*/ 0 w 171450"/>
                  <a:gd name="connsiteY3" fmla="*/ 342900 h 3429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1450" h="342900">
                    <a:moveTo>
                      <a:pt x="0" y="0"/>
                    </a:moveTo>
                    <a:lnTo>
                      <a:pt x="171450" y="0"/>
                    </a:lnTo>
                    <a:lnTo>
                      <a:pt x="171450" y="342900"/>
                    </a:lnTo>
                    <a:lnTo>
                      <a:pt x="0" y="342900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</p:grpSp>
      <p:sp>
        <p:nvSpPr>
          <p:cNvPr id="87" name="TextBox 86">
            <a:extLst>
              <a:ext uri="{FF2B5EF4-FFF2-40B4-BE49-F238E27FC236}">
                <a16:creationId xmlns:a16="http://schemas.microsoft.com/office/drawing/2014/main" id="{C4789908-037F-D2EB-B0B0-4DC20E337A7A}"/>
              </a:ext>
            </a:extLst>
          </p:cNvPr>
          <p:cNvSpPr txBox="1"/>
          <p:nvPr/>
        </p:nvSpPr>
        <p:spPr>
          <a:xfrm>
            <a:off x="9092132" y="2200758"/>
            <a:ext cx="2721002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en-IN" b="1">
                <a:solidFill>
                  <a:srgbClr val="83C937"/>
                </a:solidFill>
                <a:ea typeface="+mn-lt"/>
                <a:cs typeface="+mn-lt"/>
              </a:rPr>
              <a:t>RESEARCH TOOLS AND SERVICES</a:t>
            </a:r>
          </a:p>
        </p:txBody>
      </p: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41FB676C-EF27-210C-3FDA-6B409ABE4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254799" y="3065257"/>
            <a:ext cx="3564000" cy="0"/>
          </a:xfrm>
          <a:prstGeom prst="line">
            <a:avLst/>
          </a:prstGeom>
          <a:ln w="38100">
            <a:solidFill>
              <a:srgbClr val="83C93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937FDCF5-DF6F-246B-240B-76DDC578D428}"/>
              </a:ext>
            </a:extLst>
          </p:cNvPr>
          <p:cNvSpPr txBox="1"/>
          <p:nvPr/>
        </p:nvSpPr>
        <p:spPr>
          <a:xfrm>
            <a:off x="8254799" y="3278289"/>
            <a:ext cx="3565725" cy="10686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lnSpc>
                <a:spcPct val="110000"/>
              </a:lnSpc>
              <a:defRPr sz="1600">
                <a:solidFill>
                  <a:schemeClr val="accent4"/>
                </a:solidFill>
                <a:ea typeface="+mn-lt"/>
                <a:cs typeface="+mn-lt"/>
              </a:defRPr>
            </a:lvl1pPr>
          </a:lstStyle>
          <a:p>
            <a:r>
              <a:rPr lang="en-US"/>
              <a:t>Get the tools and services you need to easily conduct user research for your products by people with disabilities. </a:t>
            </a:r>
          </a:p>
        </p:txBody>
      </p:sp>
    </p:spTree>
    <p:extLst>
      <p:ext uri="{BB962C8B-B14F-4D97-AF65-F5344CB8AC3E}">
        <p14:creationId xmlns:p14="http://schemas.microsoft.com/office/powerpoint/2010/main" val="8203265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37A68DA-3F9F-41AD-B06C-111243E38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DB023-C1A5-4ABF-B6D8-70426759D17D}" type="slidenum">
              <a:rPr lang="en-IN" smtClean="0"/>
              <a:pPr/>
              <a:t>7</a:t>
            </a:fld>
            <a:endParaRPr lang="en-IN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5E80926-CA19-4B47-A0EB-42101A1F1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999" y="360000"/>
            <a:ext cx="11458800" cy="769441"/>
          </a:xfrm>
        </p:spPr>
        <p:txBody>
          <a:bodyPr/>
          <a:lstStyle/>
          <a:p>
            <a:r>
              <a:rPr lang="en-IN" sz="1800">
                <a:solidFill>
                  <a:schemeClr val="tx1">
                    <a:lumMod val="50000"/>
                    <a:lumOff val="50000"/>
                  </a:schemeClr>
                </a:solidFill>
                <a:ea typeface="+mj-lt"/>
                <a:cs typeface="+mj-lt"/>
              </a:rPr>
              <a:t>Accessible Design:</a:t>
            </a:r>
            <a:endParaRPr lang="en-US" sz="1800" b="0">
              <a:solidFill>
                <a:schemeClr val="tx1">
                  <a:lumMod val="50000"/>
                  <a:lumOff val="50000"/>
                </a:schemeClr>
              </a:solidFill>
              <a:ea typeface="+mj-lt"/>
              <a:cs typeface="+mj-lt"/>
            </a:endParaRPr>
          </a:p>
          <a:p>
            <a:r>
              <a:rPr lang="en-US"/>
              <a:t>Get experts to review designs for accessibility</a:t>
            </a:r>
            <a:endParaRPr lang="en-US">
              <a:ea typeface="Open Sans"/>
              <a:cs typeface="Open Sans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AF8ADD4-4491-E00F-C394-8661CB60C0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59999" y="2111282"/>
            <a:ext cx="732950" cy="732950"/>
            <a:chOff x="359999" y="2111282"/>
            <a:chExt cx="732950" cy="732950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82AD515C-718D-2661-205A-CD87A01D56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59999" y="2111282"/>
              <a:ext cx="732950" cy="7329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A3B15258-E5CD-0E08-AC47-16301746D6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568730" y="2299844"/>
              <a:ext cx="315489" cy="355827"/>
              <a:chOff x="4605420" y="7670577"/>
              <a:chExt cx="4857123" cy="5478124"/>
            </a:xfrm>
            <a:solidFill>
              <a:schemeClr val="bg1"/>
            </a:solidFill>
          </p:grpSpPr>
          <p:sp>
            <p:nvSpPr>
              <p:cNvPr id="28" name="Freeform: Shape 26">
                <a:extLst>
                  <a:ext uri="{FF2B5EF4-FFF2-40B4-BE49-F238E27FC236}">
                    <a16:creationId xmlns:a16="http://schemas.microsoft.com/office/drawing/2014/main" id="{43DE9DFE-6F7C-91AB-007F-068E23F24605}"/>
                  </a:ext>
                </a:extLst>
              </p:cNvPr>
              <p:cNvSpPr/>
              <p:nvPr/>
            </p:nvSpPr>
            <p:spPr>
              <a:xfrm>
                <a:off x="5035946" y="9046555"/>
                <a:ext cx="2827651" cy="126598"/>
              </a:xfrm>
              <a:custGeom>
                <a:avLst/>
                <a:gdLst>
                  <a:gd name="connsiteX0" fmla="*/ 0 w 2827651"/>
                  <a:gd name="connsiteY0" fmla="*/ 0 h 126598"/>
                  <a:gd name="connsiteX1" fmla="*/ 2827651 w 2827651"/>
                  <a:gd name="connsiteY1" fmla="*/ 0 h 126598"/>
                  <a:gd name="connsiteX2" fmla="*/ 2827651 w 2827651"/>
                  <a:gd name="connsiteY2" fmla="*/ 126599 h 126598"/>
                  <a:gd name="connsiteX3" fmla="*/ 0 w 2827651"/>
                  <a:gd name="connsiteY3" fmla="*/ 126599 h 1265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827651" h="126598">
                    <a:moveTo>
                      <a:pt x="0" y="0"/>
                    </a:moveTo>
                    <a:lnTo>
                      <a:pt x="2827651" y="0"/>
                    </a:lnTo>
                    <a:lnTo>
                      <a:pt x="2827651" y="126599"/>
                    </a:lnTo>
                    <a:lnTo>
                      <a:pt x="0" y="126599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9" name="Freeform: Shape 27">
                <a:extLst>
                  <a:ext uri="{FF2B5EF4-FFF2-40B4-BE49-F238E27FC236}">
                    <a16:creationId xmlns:a16="http://schemas.microsoft.com/office/drawing/2014/main" id="{1A28DB83-BCFD-7281-5547-2C3867A63B08}"/>
                  </a:ext>
                </a:extLst>
              </p:cNvPr>
              <p:cNvSpPr/>
              <p:nvPr/>
            </p:nvSpPr>
            <p:spPr>
              <a:xfrm>
                <a:off x="5035946" y="9730297"/>
                <a:ext cx="2430867" cy="126598"/>
              </a:xfrm>
              <a:custGeom>
                <a:avLst/>
                <a:gdLst>
                  <a:gd name="connsiteX0" fmla="*/ 0 w 2430867"/>
                  <a:gd name="connsiteY0" fmla="*/ 0 h 126598"/>
                  <a:gd name="connsiteX1" fmla="*/ 2430867 w 2430867"/>
                  <a:gd name="connsiteY1" fmla="*/ 0 h 126598"/>
                  <a:gd name="connsiteX2" fmla="*/ 2430867 w 2430867"/>
                  <a:gd name="connsiteY2" fmla="*/ 126599 h 126598"/>
                  <a:gd name="connsiteX3" fmla="*/ 0 w 2430867"/>
                  <a:gd name="connsiteY3" fmla="*/ 126599 h 1265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30867" h="126598">
                    <a:moveTo>
                      <a:pt x="0" y="0"/>
                    </a:moveTo>
                    <a:lnTo>
                      <a:pt x="2430867" y="0"/>
                    </a:lnTo>
                    <a:lnTo>
                      <a:pt x="2430867" y="126599"/>
                    </a:lnTo>
                    <a:lnTo>
                      <a:pt x="0" y="126599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30" name="Freeform: Shape 28">
                <a:extLst>
                  <a:ext uri="{FF2B5EF4-FFF2-40B4-BE49-F238E27FC236}">
                    <a16:creationId xmlns:a16="http://schemas.microsoft.com/office/drawing/2014/main" id="{65DFE5A8-FECA-2AB9-729B-13EAD956CA3B}"/>
                  </a:ext>
                </a:extLst>
              </p:cNvPr>
              <p:cNvSpPr/>
              <p:nvPr/>
            </p:nvSpPr>
            <p:spPr>
              <a:xfrm>
                <a:off x="5035946" y="10405517"/>
                <a:ext cx="2076406" cy="126598"/>
              </a:xfrm>
              <a:custGeom>
                <a:avLst/>
                <a:gdLst>
                  <a:gd name="connsiteX0" fmla="*/ 0 w 2076406"/>
                  <a:gd name="connsiteY0" fmla="*/ 0 h 126598"/>
                  <a:gd name="connsiteX1" fmla="*/ 2076407 w 2076406"/>
                  <a:gd name="connsiteY1" fmla="*/ 0 h 126598"/>
                  <a:gd name="connsiteX2" fmla="*/ 2076407 w 2076406"/>
                  <a:gd name="connsiteY2" fmla="*/ 126599 h 126598"/>
                  <a:gd name="connsiteX3" fmla="*/ 0 w 2076406"/>
                  <a:gd name="connsiteY3" fmla="*/ 126599 h 1265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76406" h="126598">
                    <a:moveTo>
                      <a:pt x="0" y="0"/>
                    </a:moveTo>
                    <a:lnTo>
                      <a:pt x="2076407" y="0"/>
                    </a:lnTo>
                    <a:lnTo>
                      <a:pt x="2076407" y="126599"/>
                    </a:lnTo>
                    <a:lnTo>
                      <a:pt x="0" y="126599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31" name="Freeform: Shape 29">
                <a:extLst>
                  <a:ext uri="{FF2B5EF4-FFF2-40B4-BE49-F238E27FC236}">
                    <a16:creationId xmlns:a16="http://schemas.microsoft.com/office/drawing/2014/main" id="{63C35985-88FB-59DC-A9AC-226EEFEAC120}"/>
                  </a:ext>
                </a:extLst>
              </p:cNvPr>
              <p:cNvSpPr/>
              <p:nvPr/>
            </p:nvSpPr>
            <p:spPr>
              <a:xfrm>
                <a:off x="5035946" y="11089259"/>
                <a:ext cx="1738796" cy="126598"/>
              </a:xfrm>
              <a:custGeom>
                <a:avLst/>
                <a:gdLst>
                  <a:gd name="connsiteX0" fmla="*/ 0 w 1738796"/>
                  <a:gd name="connsiteY0" fmla="*/ 0 h 126598"/>
                  <a:gd name="connsiteX1" fmla="*/ 1738797 w 1738796"/>
                  <a:gd name="connsiteY1" fmla="*/ 0 h 126598"/>
                  <a:gd name="connsiteX2" fmla="*/ 1738797 w 1738796"/>
                  <a:gd name="connsiteY2" fmla="*/ 126599 h 126598"/>
                  <a:gd name="connsiteX3" fmla="*/ 0 w 1738796"/>
                  <a:gd name="connsiteY3" fmla="*/ 126599 h 1265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38796" h="126598">
                    <a:moveTo>
                      <a:pt x="0" y="0"/>
                    </a:moveTo>
                    <a:lnTo>
                      <a:pt x="1738797" y="0"/>
                    </a:lnTo>
                    <a:lnTo>
                      <a:pt x="1738797" y="126599"/>
                    </a:lnTo>
                    <a:lnTo>
                      <a:pt x="0" y="126599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32" name="Freeform: Shape 30">
                <a:extLst>
                  <a:ext uri="{FF2B5EF4-FFF2-40B4-BE49-F238E27FC236}">
                    <a16:creationId xmlns:a16="http://schemas.microsoft.com/office/drawing/2014/main" id="{EB0686A9-D880-5454-D81E-E5F77041FC8B}"/>
                  </a:ext>
                </a:extLst>
              </p:cNvPr>
              <p:cNvSpPr/>
              <p:nvPr/>
            </p:nvSpPr>
            <p:spPr>
              <a:xfrm>
                <a:off x="5035946" y="11772904"/>
                <a:ext cx="1873801" cy="126598"/>
              </a:xfrm>
              <a:custGeom>
                <a:avLst/>
                <a:gdLst>
                  <a:gd name="connsiteX0" fmla="*/ 0 w 1873801"/>
                  <a:gd name="connsiteY0" fmla="*/ 0 h 126598"/>
                  <a:gd name="connsiteX1" fmla="*/ 1873801 w 1873801"/>
                  <a:gd name="connsiteY1" fmla="*/ 0 h 126598"/>
                  <a:gd name="connsiteX2" fmla="*/ 1873801 w 1873801"/>
                  <a:gd name="connsiteY2" fmla="*/ 126599 h 126598"/>
                  <a:gd name="connsiteX3" fmla="*/ 0 w 1873801"/>
                  <a:gd name="connsiteY3" fmla="*/ 126599 h 1265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73801" h="126598">
                    <a:moveTo>
                      <a:pt x="0" y="0"/>
                    </a:moveTo>
                    <a:lnTo>
                      <a:pt x="1873801" y="0"/>
                    </a:lnTo>
                    <a:lnTo>
                      <a:pt x="1873801" y="126599"/>
                    </a:lnTo>
                    <a:lnTo>
                      <a:pt x="0" y="126599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33" name="Freeform: Shape 31">
                <a:extLst>
                  <a:ext uri="{FF2B5EF4-FFF2-40B4-BE49-F238E27FC236}">
                    <a16:creationId xmlns:a16="http://schemas.microsoft.com/office/drawing/2014/main" id="{208151E5-DB06-457A-5D6F-09A3B2D2A105}"/>
                  </a:ext>
                </a:extLst>
              </p:cNvPr>
              <p:cNvSpPr/>
              <p:nvPr/>
            </p:nvSpPr>
            <p:spPr>
              <a:xfrm>
                <a:off x="4605420" y="7670577"/>
                <a:ext cx="4857123" cy="5478124"/>
              </a:xfrm>
              <a:custGeom>
                <a:avLst/>
                <a:gdLst>
                  <a:gd name="connsiteX0" fmla="*/ 4709918 w 4857123"/>
                  <a:gd name="connsiteY0" fmla="*/ 3764717 h 5478124"/>
                  <a:gd name="connsiteX1" fmla="*/ 4752130 w 4857123"/>
                  <a:gd name="connsiteY1" fmla="*/ 3705628 h 5478124"/>
                  <a:gd name="connsiteX2" fmla="*/ 4853433 w 4857123"/>
                  <a:gd name="connsiteY2" fmla="*/ 3503063 h 5478124"/>
                  <a:gd name="connsiteX3" fmla="*/ 4701499 w 4857123"/>
                  <a:gd name="connsiteY3" fmla="*/ 3334258 h 5478124"/>
                  <a:gd name="connsiteX4" fmla="*/ 4650867 w 4857123"/>
                  <a:gd name="connsiteY4" fmla="*/ 3283626 h 5478124"/>
                  <a:gd name="connsiteX5" fmla="*/ 4659325 w 4857123"/>
                  <a:gd name="connsiteY5" fmla="*/ 3216118 h 5478124"/>
                  <a:gd name="connsiteX6" fmla="*/ 4667782 w 4857123"/>
                  <a:gd name="connsiteY6" fmla="*/ 3005097 h 5478124"/>
                  <a:gd name="connsiteX7" fmla="*/ 4439882 w 4857123"/>
                  <a:gd name="connsiteY7" fmla="*/ 2903795 h 5478124"/>
                  <a:gd name="connsiteX8" fmla="*/ 4363916 w 4857123"/>
                  <a:gd name="connsiteY8" fmla="*/ 2878461 h 5478124"/>
                  <a:gd name="connsiteX9" fmla="*/ 4347038 w 4857123"/>
                  <a:gd name="connsiteY9" fmla="*/ 2819372 h 5478124"/>
                  <a:gd name="connsiteX10" fmla="*/ 4296406 w 4857123"/>
                  <a:gd name="connsiteY10" fmla="*/ 2658983 h 5478124"/>
                  <a:gd name="connsiteX11" fmla="*/ 4009418 w 4857123"/>
                  <a:gd name="connsiteY11" fmla="*/ 2642106 h 5478124"/>
                  <a:gd name="connsiteX12" fmla="*/ 3958787 w 4857123"/>
                  <a:gd name="connsiteY12" fmla="*/ 2658983 h 5478124"/>
                  <a:gd name="connsiteX13" fmla="*/ 3882821 w 4857123"/>
                  <a:gd name="connsiteY13" fmla="*/ 2608351 h 5478124"/>
                  <a:gd name="connsiteX14" fmla="*/ 3747767 w 4857123"/>
                  <a:gd name="connsiteY14" fmla="*/ 2490178 h 5478124"/>
                  <a:gd name="connsiteX15" fmla="*/ 3747652 w 4857123"/>
                  <a:gd name="connsiteY15" fmla="*/ 734530 h 5478124"/>
                  <a:gd name="connsiteX16" fmla="*/ 4372260 w 4857123"/>
                  <a:gd name="connsiteY16" fmla="*/ 734530 h 5478124"/>
                  <a:gd name="connsiteX17" fmla="*/ 4372260 w 4857123"/>
                  <a:gd name="connsiteY17" fmla="*/ 675442 h 5478124"/>
                  <a:gd name="connsiteX18" fmla="*/ 4372260 w 4857123"/>
                  <a:gd name="connsiteY18" fmla="*/ 506637 h 5478124"/>
                  <a:gd name="connsiteX19" fmla="*/ 3899586 w 4857123"/>
                  <a:gd name="connsiteY19" fmla="*/ 213 h 5478124"/>
                  <a:gd name="connsiteX20" fmla="*/ 557095 w 4857123"/>
                  <a:gd name="connsiteY20" fmla="*/ 213 h 5478124"/>
                  <a:gd name="connsiteX21" fmla="*/ 0 w 4857123"/>
                  <a:gd name="connsiteY21" fmla="*/ 540398 h 5478124"/>
                  <a:gd name="connsiteX22" fmla="*/ 0 w 4857123"/>
                  <a:gd name="connsiteY22" fmla="*/ 4836641 h 5478124"/>
                  <a:gd name="connsiteX23" fmla="*/ 2768575 w 4857123"/>
                  <a:gd name="connsiteY23" fmla="*/ 4836641 h 5478124"/>
                  <a:gd name="connsiteX24" fmla="*/ 2633521 w 4857123"/>
                  <a:gd name="connsiteY24" fmla="*/ 5224892 h 5478124"/>
                  <a:gd name="connsiteX25" fmla="*/ 2641979 w 4857123"/>
                  <a:gd name="connsiteY25" fmla="*/ 5283981 h 5478124"/>
                  <a:gd name="connsiteX26" fmla="*/ 2701067 w 4857123"/>
                  <a:gd name="connsiteY26" fmla="*/ 5300858 h 5478124"/>
                  <a:gd name="connsiteX27" fmla="*/ 2962720 w 4857123"/>
                  <a:gd name="connsiteY27" fmla="*/ 5241770 h 5478124"/>
                  <a:gd name="connsiteX28" fmla="*/ 3123109 w 4857123"/>
                  <a:gd name="connsiteY28" fmla="*/ 5452790 h 5478124"/>
                  <a:gd name="connsiteX29" fmla="*/ 3173740 w 4857123"/>
                  <a:gd name="connsiteY29" fmla="*/ 5478125 h 5478124"/>
                  <a:gd name="connsiteX30" fmla="*/ 3182198 w 4857123"/>
                  <a:gd name="connsiteY30" fmla="*/ 5478125 h 5478124"/>
                  <a:gd name="connsiteX31" fmla="*/ 3232830 w 4857123"/>
                  <a:gd name="connsiteY31" fmla="*/ 5435913 h 5478124"/>
                  <a:gd name="connsiteX32" fmla="*/ 3460731 w 4857123"/>
                  <a:gd name="connsiteY32" fmla="*/ 4760674 h 5478124"/>
                  <a:gd name="connsiteX33" fmla="*/ 3469189 w 4857123"/>
                  <a:gd name="connsiteY33" fmla="*/ 4760674 h 5478124"/>
                  <a:gd name="connsiteX34" fmla="*/ 3629577 w 4857123"/>
                  <a:gd name="connsiteY34" fmla="*/ 4676250 h 5478124"/>
                  <a:gd name="connsiteX35" fmla="*/ 3756176 w 4857123"/>
                  <a:gd name="connsiteY35" fmla="*/ 4676250 h 5478124"/>
                  <a:gd name="connsiteX36" fmla="*/ 3924981 w 4857123"/>
                  <a:gd name="connsiteY36" fmla="*/ 4760674 h 5478124"/>
                  <a:gd name="connsiteX37" fmla="*/ 3941859 w 4857123"/>
                  <a:gd name="connsiteY37" fmla="*/ 4760674 h 5478124"/>
                  <a:gd name="connsiteX38" fmla="*/ 4169759 w 4857123"/>
                  <a:gd name="connsiteY38" fmla="*/ 5427487 h 5478124"/>
                  <a:gd name="connsiteX39" fmla="*/ 4220391 w 4857123"/>
                  <a:gd name="connsiteY39" fmla="*/ 5469699 h 5478124"/>
                  <a:gd name="connsiteX40" fmla="*/ 4228849 w 4857123"/>
                  <a:gd name="connsiteY40" fmla="*/ 5469699 h 5478124"/>
                  <a:gd name="connsiteX41" fmla="*/ 4279480 w 4857123"/>
                  <a:gd name="connsiteY41" fmla="*/ 5444365 h 5478124"/>
                  <a:gd name="connsiteX42" fmla="*/ 4439870 w 4857123"/>
                  <a:gd name="connsiteY42" fmla="*/ 5233344 h 5478124"/>
                  <a:gd name="connsiteX43" fmla="*/ 4701522 w 4857123"/>
                  <a:gd name="connsiteY43" fmla="*/ 5292433 h 5478124"/>
                  <a:gd name="connsiteX44" fmla="*/ 4760611 w 4857123"/>
                  <a:gd name="connsiteY44" fmla="*/ 5275555 h 5478124"/>
                  <a:gd name="connsiteX45" fmla="*/ 4769068 w 4857123"/>
                  <a:gd name="connsiteY45" fmla="*/ 5216467 h 5478124"/>
                  <a:gd name="connsiteX46" fmla="*/ 4507416 w 4857123"/>
                  <a:gd name="connsiteY46" fmla="*/ 4448390 h 5478124"/>
                  <a:gd name="connsiteX47" fmla="*/ 4524294 w 4857123"/>
                  <a:gd name="connsiteY47" fmla="*/ 4279585 h 5478124"/>
                  <a:gd name="connsiteX48" fmla="*/ 4532751 w 4857123"/>
                  <a:gd name="connsiteY48" fmla="*/ 4212077 h 5478124"/>
                  <a:gd name="connsiteX49" fmla="*/ 4591840 w 4857123"/>
                  <a:gd name="connsiteY49" fmla="*/ 4178323 h 5478124"/>
                  <a:gd name="connsiteX50" fmla="*/ 4777525 w 4857123"/>
                  <a:gd name="connsiteY50" fmla="*/ 4051724 h 5478124"/>
                  <a:gd name="connsiteX51" fmla="*/ 4726893 w 4857123"/>
                  <a:gd name="connsiteY51" fmla="*/ 3832288 h 5478124"/>
                  <a:gd name="connsiteX52" fmla="*/ 4709939 w 4857123"/>
                  <a:gd name="connsiteY52" fmla="*/ 3764703 h 5478124"/>
                  <a:gd name="connsiteX53" fmla="*/ 3924922 w 4857123"/>
                  <a:gd name="connsiteY53" fmla="*/ 118318 h 5478124"/>
                  <a:gd name="connsiteX54" fmla="*/ 4279422 w 4857123"/>
                  <a:gd name="connsiteY54" fmla="*/ 498154 h 5478124"/>
                  <a:gd name="connsiteX55" fmla="*/ 4279422 w 4857123"/>
                  <a:gd name="connsiteY55" fmla="*/ 607872 h 5478124"/>
                  <a:gd name="connsiteX56" fmla="*/ 1097310 w 4857123"/>
                  <a:gd name="connsiteY56" fmla="*/ 607872 h 5478124"/>
                  <a:gd name="connsiteX57" fmla="*/ 1105768 w 4857123"/>
                  <a:gd name="connsiteY57" fmla="*/ 540364 h 5478124"/>
                  <a:gd name="connsiteX58" fmla="*/ 903202 w 4857123"/>
                  <a:gd name="connsiteY58" fmla="*/ 118322 h 5478124"/>
                  <a:gd name="connsiteX59" fmla="*/ 126668 w 4857123"/>
                  <a:gd name="connsiteY59" fmla="*/ 4710044 h 5478124"/>
                  <a:gd name="connsiteX60" fmla="*/ 126668 w 4857123"/>
                  <a:gd name="connsiteY60" fmla="*/ 540379 h 5478124"/>
                  <a:gd name="connsiteX61" fmla="*/ 548709 w 4857123"/>
                  <a:gd name="connsiteY61" fmla="*/ 118338 h 5478124"/>
                  <a:gd name="connsiteX62" fmla="*/ 970751 w 4857123"/>
                  <a:gd name="connsiteY62" fmla="*/ 540379 h 5478124"/>
                  <a:gd name="connsiteX63" fmla="*/ 953873 w 4857123"/>
                  <a:gd name="connsiteY63" fmla="*/ 650097 h 5478124"/>
                  <a:gd name="connsiteX64" fmla="*/ 936995 w 4857123"/>
                  <a:gd name="connsiteY64" fmla="*/ 717606 h 5478124"/>
                  <a:gd name="connsiteX65" fmla="*/ 1004504 w 4857123"/>
                  <a:gd name="connsiteY65" fmla="*/ 726063 h 5478124"/>
                  <a:gd name="connsiteX66" fmla="*/ 3637976 w 4857123"/>
                  <a:gd name="connsiteY66" fmla="*/ 726063 h 5478124"/>
                  <a:gd name="connsiteX67" fmla="*/ 3637976 w 4857123"/>
                  <a:gd name="connsiteY67" fmla="*/ 2490137 h 5478124"/>
                  <a:gd name="connsiteX68" fmla="*/ 3519803 w 4857123"/>
                  <a:gd name="connsiteY68" fmla="*/ 2608310 h 5478124"/>
                  <a:gd name="connsiteX69" fmla="*/ 3443836 w 4857123"/>
                  <a:gd name="connsiteY69" fmla="*/ 2658942 h 5478124"/>
                  <a:gd name="connsiteX70" fmla="*/ 3393205 w 4857123"/>
                  <a:gd name="connsiteY70" fmla="*/ 2642064 h 5478124"/>
                  <a:gd name="connsiteX71" fmla="*/ 3106217 w 4857123"/>
                  <a:gd name="connsiteY71" fmla="*/ 2658942 h 5478124"/>
                  <a:gd name="connsiteX72" fmla="*/ 3055585 w 4857123"/>
                  <a:gd name="connsiteY72" fmla="*/ 2810876 h 5478124"/>
                  <a:gd name="connsiteX73" fmla="*/ 3038708 w 4857123"/>
                  <a:gd name="connsiteY73" fmla="*/ 2869964 h 5478124"/>
                  <a:gd name="connsiteX74" fmla="*/ 2962742 w 4857123"/>
                  <a:gd name="connsiteY74" fmla="*/ 2895299 h 5478124"/>
                  <a:gd name="connsiteX75" fmla="*/ 2734841 w 4857123"/>
                  <a:gd name="connsiteY75" fmla="*/ 2996601 h 5478124"/>
                  <a:gd name="connsiteX76" fmla="*/ 2743299 w 4857123"/>
                  <a:gd name="connsiteY76" fmla="*/ 3207622 h 5478124"/>
                  <a:gd name="connsiteX77" fmla="*/ 2751756 w 4857123"/>
                  <a:gd name="connsiteY77" fmla="*/ 3275130 h 5478124"/>
                  <a:gd name="connsiteX78" fmla="*/ 2701125 w 4857123"/>
                  <a:gd name="connsiteY78" fmla="*/ 3325762 h 5478124"/>
                  <a:gd name="connsiteX79" fmla="*/ 2549191 w 4857123"/>
                  <a:gd name="connsiteY79" fmla="*/ 3494567 h 5478124"/>
                  <a:gd name="connsiteX80" fmla="*/ 2650493 w 4857123"/>
                  <a:gd name="connsiteY80" fmla="*/ 3697132 h 5478124"/>
                  <a:gd name="connsiteX81" fmla="*/ 2692705 w 4857123"/>
                  <a:gd name="connsiteY81" fmla="*/ 3756221 h 5478124"/>
                  <a:gd name="connsiteX82" fmla="*/ 2667370 w 4857123"/>
                  <a:gd name="connsiteY82" fmla="*/ 3823729 h 5478124"/>
                  <a:gd name="connsiteX83" fmla="*/ 2616739 w 4857123"/>
                  <a:gd name="connsiteY83" fmla="*/ 4043165 h 5478124"/>
                  <a:gd name="connsiteX84" fmla="*/ 2802424 w 4857123"/>
                  <a:gd name="connsiteY84" fmla="*/ 4178219 h 5478124"/>
                  <a:gd name="connsiteX85" fmla="*/ 2861512 w 4857123"/>
                  <a:gd name="connsiteY85" fmla="*/ 4211973 h 5478124"/>
                  <a:gd name="connsiteX86" fmla="*/ 2869970 w 4857123"/>
                  <a:gd name="connsiteY86" fmla="*/ 4279481 h 5478124"/>
                  <a:gd name="connsiteX87" fmla="*/ 2886848 w 4857123"/>
                  <a:gd name="connsiteY87" fmla="*/ 4448286 h 5478124"/>
                  <a:gd name="connsiteX88" fmla="*/ 2810767 w 4857123"/>
                  <a:gd name="connsiteY88" fmla="*/ 4710017 h 5478124"/>
                  <a:gd name="connsiteX89" fmla="*/ 3156826 w 4857123"/>
                  <a:gd name="connsiteY89" fmla="*/ 5283980 h 5478124"/>
                  <a:gd name="connsiteX90" fmla="*/ 3038653 w 4857123"/>
                  <a:gd name="connsiteY90" fmla="*/ 5140500 h 5478124"/>
                  <a:gd name="connsiteX91" fmla="*/ 2979565 w 4857123"/>
                  <a:gd name="connsiteY91" fmla="*/ 5115166 h 5478124"/>
                  <a:gd name="connsiteX92" fmla="*/ 2793879 w 4857123"/>
                  <a:gd name="connsiteY92" fmla="*/ 5157378 h 5478124"/>
                  <a:gd name="connsiteX93" fmla="*/ 3004900 w 4857123"/>
                  <a:gd name="connsiteY93" fmla="*/ 4532771 h 5478124"/>
                  <a:gd name="connsiteX94" fmla="*/ 3165289 w 4857123"/>
                  <a:gd name="connsiteY94" fmla="*/ 4524313 h 5478124"/>
                  <a:gd name="connsiteX95" fmla="*/ 3275007 w 4857123"/>
                  <a:gd name="connsiteY95" fmla="*/ 4583402 h 5478124"/>
                  <a:gd name="connsiteX96" fmla="*/ 3350973 w 4857123"/>
                  <a:gd name="connsiteY96" fmla="*/ 4710000 h 5478124"/>
                  <a:gd name="connsiteX97" fmla="*/ 4431337 w 4857123"/>
                  <a:gd name="connsiteY97" fmla="*/ 5115175 h 5478124"/>
                  <a:gd name="connsiteX98" fmla="*/ 4372248 w 4857123"/>
                  <a:gd name="connsiteY98" fmla="*/ 5140509 h 5478124"/>
                  <a:gd name="connsiteX99" fmla="*/ 4254075 w 4857123"/>
                  <a:gd name="connsiteY99" fmla="*/ 5283989 h 5478124"/>
                  <a:gd name="connsiteX100" fmla="*/ 4059974 w 4857123"/>
                  <a:gd name="connsiteY100" fmla="*/ 4718468 h 5478124"/>
                  <a:gd name="connsiteX101" fmla="*/ 4127482 w 4857123"/>
                  <a:gd name="connsiteY101" fmla="*/ 4591869 h 5478124"/>
                  <a:gd name="connsiteX102" fmla="*/ 4237200 w 4857123"/>
                  <a:gd name="connsiteY102" fmla="*/ 4532781 h 5478124"/>
                  <a:gd name="connsiteX103" fmla="*/ 4397590 w 4857123"/>
                  <a:gd name="connsiteY103" fmla="*/ 4541239 h 5478124"/>
                  <a:gd name="connsiteX104" fmla="*/ 4608610 w 4857123"/>
                  <a:gd name="connsiteY104" fmla="*/ 5157391 h 5478124"/>
                  <a:gd name="connsiteX105" fmla="*/ 4650812 w 4857123"/>
                  <a:gd name="connsiteY105" fmla="*/ 3925018 h 5478124"/>
                  <a:gd name="connsiteX106" fmla="*/ 4667690 w 4857123"/>
                  <a:gd name="connsiteY106" fmla="*/ 4009442 h 5478124"/>
                  <a:gd name="connsiteX107" fmla="*/ 4600182 w 4857123"/>
                  <a:gd name="connsiteY107" fmla="*/ 4060073 h 5478124"/>
                  <a:gd name="connsiteX108" fmla="*/ 4439793 w 4857123"/>
                  <a:gd name="connsiteY108" fmla="*/ 4144497 h 5478124"/>
                  <a:gd name="connsiteX109" fmla="*/ 4414458 w 4857123"/>
                  <a:gd name="connsiteY109" fmla="*/ 4330183 h 5478124"/>
                  <a:gd name="connsiteX110" fmla="*/ 4406001 w 4857123"/>
                  <a:gd name="connsiteY110" fmla="*/ 4397691 h 5478124"/>
                  <a:gd name="connsiteX111" fmla="*/ 4304698 w 4857123"/>
                  <a:gd name="connsiteY111" fmla="*/ 4423025 h 5478124"/>
                  <a:gd name="connsiteX112" fmla="*/ 4211855 w 4857123"/>
                  <a:gd name="connsiteY112" fmla="*/ 4397691 h 5478124"/>
                  <a:gd name="connsiteX113" fmla="*/ 4009289 w 4857123"/>
                  <a:gd name="connsiteY113" fmla="*/ 4574961 h 5478124"/>
                  <a:gd name="connsiteX114" fmla="*/ 3933323 w 4857123"/>
                  <a:gd name="connsiteY114" fmla="*/ 4642469 h 5478124"/>
                  <a:gd name="connsiteX115" fmla="*/ 3874234 w 4857123"/>
                  <a:gd name="connsiteY115" fmla="*/ 4608715 h 5478124"/>
                  <a:gd name="connsiteX116" fmla="*/ 3705429 w 4857123"/>
                  <a:gd name="connsiteY116" fmla="*/ 4524291 h 5478124"/>
                  <a:gd name="connsiteX117" fmla="*/ 3545040 w 4857123"/>
                  <a:gd name="connsiteY117" fmla="*/ 4608715 h 5478124"/>
                  <a:gd name="connsiteX118" fmla="*/ 3477570 w 4857123"/>
                  <a:gd name="connsiteY118" fmla="*/ 4634049 h 5478124"/>
                  <a:gd name="connsiteX119" fmla="*/ 3401604 w 4857123"/>
                  <a:gd name="connsiteY119" fmla="*/ 4566541 h 5478124"/>
                  <a:gd name="connsiteX120" fmla="*/ 3199039 w 4857123"/>
                  <a:gd name="connsiteY120" fmla="*/ 4389271 h 5478124"/>
                  <a:gd name="connsiteX121" fmla="*/ 3106195 w 4857123"/>
                  <a:gd name="connsiteY121" fmla="*/ 4414606 h 5478124"/>
                  <a:gd name="connsiteX122" fmla="*/ 3004892 w 4857123"/>
                  <a:gd name="connsiteY122" fmla="*/ 4389271 h 5478124"/>
                  <a:gd name="connsiteX123" fmla="*/ 2996435 w 4857123"/>
                  <a:gd name="connsiteY123" fmla="*/ 4321763 h 5478124"/>
                  <a:gd name="connsiteX124" fmla="*/ 2971100 w 4857123"/>
                  <a:gd name="connsiteY124" fmla="*/ 4136078 h 5478124"/>
                  <a:gd name="connsiteX125" fmla="*/ 2810711 w 4857123"/>
                  <a:gd name="connsiteY125" fmla="*/ 4051654 h 5478124"/>
                  <a:gd name="connsiteX126" fmla="*/ 2743203 w 4857123"/>
                  <a:gd name="connsiteY126" fmla="*/ 4001022 h 5478124"/>
                  <a:gd name="connsiteX127" fmla="*/ 2760081 w 4857123"/>
                  <a:gd name="connsiteY127" fmla="*/ 3916598 h 5478124"/>
                  <a:gd name="connsiteX128" fmla="*/ 2827589 w 4857123"/>
                  <a:gd name="connsiteY128" fmla="*/ 3739329 h 5478124"/>
                  <a:gd name="connsiteX129" fmla="*/ 2726286 w 4857123"/>
                  <a:gd name="connsiteY129" fmla="*/ 3587395 h 5478124"/>
                  <a:gd name="connsiteX130" fmla="*/ 2684074 w 4857123"/>
                  <a:gd name="connsiteY130" fmla="*/ 3511429 h 5478124"/>
                  <a:gd name="connsiteX131" fmla="*/ 2743163 w 4857123"/>
                  <a:gd name="connsiteY131" fmla="*/ 3443920 h 5478124"/>
                  <a:gd name="connsiteX132" fmla="*/ 2878216 w 4857123"/>
                  <a:gd name="connsiteY132" fmla="*/ 3317322 h 5478124"/>
                  <a:gd name="connsiteX133" fmla="*/ 2861339 w 4857123"/>
                  <a:gd name="connsiteY133" fmla="*/ 3131636 h 5478124"/>
                  <a:gd name="connsiteX134" fmla="*/ 2861339 w 4857123"/>
                  <a:gd name="connsiteY134" fmla="*/ 3055671 h 5478124"/>
                  <a:gd name="connsiteX135" fmla="*/ 2945763 w 4857123"/>
                  <a:gd name="connsiteY135" fmla="*/ 3013458 h 5478124"/>
                  <a:gd name="connsiteX136" fmla="*/ 3139903 w 4857123"/>
                  <a:gd name="connsiteY136" fmla="*/ 2954370 h 5478124"/>
                  <a:gd name="connsiteX137" fmla="*/ 3190535 w 4857123"/>
                  <a:gd name="connsiteY137" fmla="*/ 2793981 h 5478124"/>
                  <a:gd name="connsiteX138" fmla="*/ 3207412 w 4857123"/>
                  <a:gd name="connsiteY138" fmla="*/ 2734892 h 5478124"/>
                  <a:gd name="connsiteX139" fmla="*/ 3317130 w 4857123"/>
                  <a:gd name="connsiteY139" fmla="*/ 2726435 h 5478124"/>
                  <a:gd name="connsiteX140" fmla="*/ 3452184 w 4857123"/>
                  <a:gd name="connsiteY140" fmla="*/ 2777066 h 5478124"/>
                  <a:gd name="connsiteX141" fmla="*/ 3637869 w 4857123"/>
                  <a:gd name="connsiteY141" fmla="*/ 2650468 h 5478124"/>
                  <a:gd name="connsiteX142" fmla="*/ 3705378 w 4857123"/>
                  <a:gd name="connsiteY142" fmla="*/ 2599836 h 5478124"/>
                  <a:gd name="connsiteX143" fmla="*/ 3781344 w 4857123"/>
                  <a:gd name="connsiteY143" fmla="*/ 2650468 h 5478124"/>
                  <a:gd name="connsiteX144" fmla="*/ 3967029 w 4857123"/>
                  <a:gd name="connsiteY144" fmla="*/ 2777066 h 5478124"/>
                  <a:gd name="connsiteX145" fmla="*/ 4102082 w 4857123"/>
                  <a:gd name="connsiteY145" fmla="*/ 2726435 h 5478124"/>
                  <a:gd name="connsiteX146" fmla="*/ 4211801 w 4857123"/>
                  <a:gd name="connsiteY146" fmla="*/ 2734892 h 5478124"/>
                  <a:gd name="connsiteX147" fmla="*/ 4228678 w 4857123"/>
                  <a:gd name="connsiteY147" fmla="*/ 2793981 h 5478124"/>
                  <a:gd name="connsiteX148" fmla="*/ 4279310 w 4857123"/>
                  <a:gd name="connsiteY148" fmla="*/ 2954370 h 5478124"/>
                  <a:gd name="connsiteX149" fmla="*/ 4473450 w 4857123"/>
                  <a:gd name="connsiteY149" fmla="*/ 3013458 h 5478124"/>
                  <a:gd name="connsiteX150" fmla="*/ 4557874 w 4857123"/>
                  <a:gd name="connsiteY150" fmla="*/ 3055671 h 5478124"/>
                  <a:gd name="connsiteX151" fmla="*/ 4549417 w 4857123"/>
                  <a:gd name="connsiteY151" fmla="*/ 3131636 h 5478124"/>
                  <a:gd name="connsiteX152" fmla="*/ 4524082 w 4857123"/>
                  <a:gd name="connsiteY152" fmla="*/ 3317322 h 5478124"/>
                  <a:gd name="connsiteX153" fmla="*/ 4659136 w 4857123"/>
                  <a:gd name="connsiteY153" fmla="*/ 3443920 h 5478124"/>
                  <a:gd name="connsiteX154" fmla="*/ 4718224 w 4857123"/>
                  <a:gd name="connsiteY154" fmla="*/ 3511429 h 5478124"/>
                  <a:gd name="connsiteX155" fmla="*/ 4676012 w 4857123"/>
                  <a:gd name="connsiteY155" fmla="*/ 3587395 h 5478124"/>
                  <a:gd name="connsiteX156" fmla="*/ 4574710 w 4857123"/>
                  <a:gd name="connsiteY156" fmla="*/ 3739329 h 5478124"/>
                  <a:gd name="connsiteX157" fmla="*/ 4650791 w 4857123"/>
                  <a:gd name="connsiteY157" fmla="*/ 3925014 h 54781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</a:cxnLst>
                <a:rect l="l" t="t" r="r" b="b"/>
                <a:pathLst>
                  <a:path w="4857123" h="5478124">
                    <a:moveTo>
                      <a:pt x="4709918" y="3764717"/>
                    </a:moveTo>
                    <a:cubicBezTo>
                      <a:pt x="4709918" y="3739383"/>
                      <a:pt x="4726796" y="3722505"/>
                      <a:pt x="4752130" y="3705628"/>
                    </a:cubicBezTo>
                    <a:cubicBezTo>
                      <a:pt x="4828096" y="3663417"/>
                      <a:pt x="4870304" y="3587456"/>
                      <a:pt x="4853433" y="3503063"/>
                    </a:cubicBezTo>
                    <a:cubicBezTo>
                      <a:pt x="4844975" y="3418639"/>
                      <a:pt x="4785925" y="3351129"/>
                      <a:pt x="4701499" y="3334258"/>
                    </a:cubicBezTo>
                    <a:cubicBezTo>
                      <a:pt x="4676164" y="3325800"/>
                      <a:pt x="4659287" y="3308924"/>
                      <a:pt x="4650867" y="3283626"/>
                    </a:cubicBezTo>
                    <a:cubicBezTo>
                      <a:pt x="4642409" y="3258292"/>
                      <a:pt x="4642409" y="3232995"/>
                      <a:pt x="4659325" y="3216118"/>
                    </a:cubicBezTo>
                    <a:cubicBezTo>
                      <a:pt x="4701537" y="3157030"/>
                      <a:pt x="4709957" y="3072639"/>
                      <a:pt x="4667782" y="3005097"/>
                    </a:cubicBezTo>
                    <a:cubicBezTo>
                      <a:pt x="4625571" y="2920674"/>
                      <a:pt x="4532729" y="2878499"/>
                      <a:pt x="4439882" y="2903795"/>
                    </a:cubicBezTo>
                    <a:cubicBezTo>
                      <a:pt x="4414547" y="2912253"/>
                      <a:pt x="4380793" y="2903795"/>
                      <a:pt x="4363916" y="2878461"/>
                    </a:cubicBezTo>
                    <a:cubicBezTo>
                      <a:pt x="4347038" y="2861583"/>
                      <a:pt x="4338581" y="2844707"/>
                      <a:pt x="4347038" y="2819372"/>
                    </a:cubicBezTo>
                    <a:cubicBezTo>
                      <a:pt x="4355496" y="2760284"/>
                      <a:pt x="4338580" y="2701199"/>
                      <a:pt x="4296406" y="2658983"/>
                    </a:cubicBezTo>
                    <a:cubicBezTo>
                      <a:pt x="4228898" y="2583017"/>
                      <a:pt x="4093840" y="2566140"/>
                      <a:pt x="4009418" y="2642106"/>
                    </a:cubicBezTo>
                    <a:cubicBezTo>
                      <a:pt x="3992541" y="2658983"/>
                      <a:pt x="3975664" y="2658983"/>
                      <a:pt x="3958787" y="2658983"/>
                    </a:cubicBezTo>
                    <a:cubicBezTo>
                      <a:pt x="3925033" y="2658983"/>
                      <a:pt x="3899698" y="2642106"/>
                      <a:pt x="3882821" y="2608351"/>
                    </a:cubicBezTo>
                    <a:cubicBezTo>
                      <a:pt x="3857486" y="2549263"/>
                      <a:pt x="3806855" y="2507049"/>
                      <a:pt x="3747767" y="2490178"/>
                    </a:cubicBezTo>
                    <a:lnTo>
                      <a:pt x="3747652" y="734530"/>
                    </a:lnTo>
                    <a:lnTo>
                      <a:pt x="4372260" y="734530"/>
                    </a:lnTo>
                    <a:lnTo>
                      <a:pt x="4372260" y="675442"/>
                    </a:lnTo>
                    <a:lnTo>
                      <a:pt x="4372260" y="506637"/>
                    </a:lnTo>
                    <a:cubicBezTo>
                      <a:pt x="4372260" y="219649"/>
                      <a:pt x="4169694" y="213"/>
                      <a:pt x="3899586" y="213"/>
                    </a:cubicBezTo>
                    <a:lnTo>
                      <a:pt x="557095" y="213"/>
                    </a:lnTo>
                    <a:cubicBezTo>
                      <a:pt x="253227" y="-8245"/>
                      <a:pt x="0" y="236530"/>
                      <a:pt x="0" y="540398"/>
                    </a:cubicBezTo>
                    <a:lnTo>
                      <a:pt x="0" y="4836641"/>
                    </a:lnTo>
                    <a:lnTo>
                      <a:pt x="2768575" y="4836641"/>
                    </a:lnTo>
                    <a:lnTo>
                      <a:pt x="2633521" y="5224892"/>
                    </a:lnTo>
                    <a:cubicBezTo>
                      <a:pt x="2625063" y="5250227"/>
                      <a:pt x="2633521" y="5267104"/>
                      <a:pt x="2641979" y="5283981"/>
                    </a:cubicBezTo>
                    <a:cubicBezTo>
                      <a:pt x="2658857" y="5300858"/>
                      <a:pt x="2675733" y="5309315"/>
                      <a:pt x="2701067" y="5300858"/>
                    </a:cubicBezTo>
                    <a:lnTo>
                      <a:pt x="2962720" y="5241770"/>
                    </a:lnTo>
                    <a:lnTo>
                      <a:pt x="3123109" y="5452790"/>
                    </a:lnTo>
                    <a:cubicBezTo>
                      <a:pt x="3131566" y="5469668"/>
                      <a:pt x="3156863" y="5478125"/>
                      <a:pt x="3173740" y="5478125"/>
                    </a:cubicBezTo>
                    <a:lnTo>
                      <a:pt x="3182198" y="5478125"/>
                    </a:lnTo>
                    <a:cubicBezTo>
                      <a:pt x="3207532" y="5478125"/>
                      <a:pt x="3224410" y="5461247"/>
                      <a:pt x="3232830" y="5435913"/>
                    </a:cubicBezTo>
                    <a:lnTo>
                      <a:pt x="3460731" y="4760674"/>
                    </a:lnTo>
                    <a:lnTo>
                      <a:pt x="3469189" y="4760674"/>
                    </a:lnTo>
                    <a:cubicBezTo>
                      <a:pt x="3536697" y="4760674"/>
                      <a:pt x="3595787" y="4726920"/>
                      <a:pt x="3629577" y="4676250"/>
                    </a:cubicBezTo>
                    <a:cubicBezTo>
                      <a:pt x="3654912" y="4634038"/>
                      <a:pt x="3722421" y="4634038"/>
                      <a:pt x="3756176" y="4676250"/>
                    </a:cubicBezTo>
                    <a:cubicBezTo>
                      <a:pt x="3798388" y="4726882"/>
                      <a:pt x="3857479" y="4760674"/>
                      <a:pt x="3924981" y="4760674"/>
                    </a:cubicBezTo>
                    <a:lnTo>
                      <a:pt x="3941859" y="4760674"/>
                    </a:lnTo>
                    <a:lnTo>
                      <a:pt x="4169759" y="5427487"/>
                    </a:lnTo>
                    <a:cubicBezTo>
                      <a:pt x="4178217" y="5452821"/>
                      <a:pt x="4195094" y="5461241"/>
                      <a:pt x="4220391" y="5469699"/>
                    </a:cubicBezTo>
                    <a:lnTo>
                      <a:pt x="4228849" y="5469699"/>
                    </a:lnTo>
                    <a:cubicBezTo>
                      <a:pt x="4245727" y="5469699"/>
                      <a:pt x="4262603" y="5461241"/>
                      <a:pt x="4279480" y="5444365"/>
                    </a:cubicBezTo>
                    <a:lnTo>
                      <a:pt x="4439870" y="5233344"/>
                    </a:lnTo>
                    <a:lnTo>
                      <a:pt x="4701522" y="5292433"/>
                    </a:lnTo>
                    <a:cubicBezTo>
                      <a:pt x="4726857" y="5300890"/>
                      <a:pt x="4743734" y="5292433"/>
                      <a:pt x="4760611" y="5275555"/>
                    </a:cubicBezTo>
                    <a:cubicBezTo>
                      <a:pt x="4777488" y="5258678"/>
                      <a:pt x="4777488" y="5233343"/>
                      <a:pt x="4769068" y="5216467"/>
                    </a:cubicBezTo>
                    <a:lnTo>
                      <a:pt x="4507416" y="4448390"/>
                    </a:lnTo>
                    <a:cubicBezTo>
                      <a:pt x="4541170" y="4397759"/>
                      <a:pt x="4541170" y="4338672"/>
                      <a:pt x="4524294" y="4279585"/>
                    </a:cubicBezTo>
                    <a:cubicBezTo>
                      <a:pt x="4515836" y="4254251"/>
                      <a:pt x="4515836" y="4228954"/>
                      <a:pt x="4532751" y="4212077"/>
                    </a:cubicBezTo>
                    <a:cubicBezTo>
                      <a:pt x="4549628" y="4195200"/>
                      <a:pt x="4566505" y="4178323"/>
                      <a:pt x="4591840" y="4178323"/>
                    </a:cubicBezTo>
                    <a:cubicBezTo>
                      <a:pt x="4676263" y="4178323"/>
                      <a:pt x="4752228" y="4127691"/>
                      <a:pt x="4777525" y="4051724"/>
                    </a:cubicBezTo>
                    <a:cubicBezTo>
                      <a:pt x="4811279" y="3975758"/>
                      <a:pt x="4785983" y="3882919"/>
                      <a:pt x="4726893" y="3832288"/>
                    </a:cubicBezTo>
                    <a:cubicBezTo>
                      <a:pt x="4718359" y="3815334"/>
                      <a:pt x="4709939" y="3790000"/>
                      <a:pt x="4709939" y="3764703"/>
                    </a:cubicBezTo>
                    <a:close/>
                    <a:moveTo>
                      <a:pt x="3924922" y="118318"/>
                    </a:moveTo>
                    <a:cubicBezTo>
                      <a:pt x="4127488" y="118318"/>
                      <a:pt x="4279422" y="278707"/>
                      <a:pt x="4279422" y="498154"/>
                    </a:cubicBezTo>
                    <a:lnTo>
                      <a:pt x="4279422" y="607872"/>
                    </a:lnTo>
                    <a:lnTo>
                      <a:pt x="1097310" y="607872"/>
                    </a:lnTo>
                    <a:cubicBezTo>
                      <a:pt x="1097310" y="582537"/>
                      <a:pt x="1105768" y="565660"/>
                      <a:pt x="1105768" y="540364"/>
                    </a:cubicBezTo>
                    <a:cubicBezTo>
                      <a:pt x="1105768" y="371559"/>
                      <a:pt x="1029802" y="219625"/>
                      <a:pt x="903202" y="118322"/>
                    </a:cubicBezTo>
                    <a:close/>
                    <a:moveTo>
                      <a:pt x="126668" y="4710044"/>
                    </a:moveTo>
                    <a:lnTo>
                      <a:pt x="126668" y="540379"/>
                    </a:lnTo>
                    <a:cubicBezTo>
                      <a:pt x="126668" y="304023"/>
                      <a:pt x="320808" y="118338"/>
                      <a:pt x="548709" y="118338"/>
                    </a:cubicBezTo>
                    <a:cubicBezTo>
                      <a:pt x="785065" y="118338"/>
                      <a:pt x="970751" y="312478"/>
                      <a:pt x="970751" y="540379"/>
                    </a:cubicBezTo>
                    <a:cubicBezTo>
                      <a:pt x="970751" y="574133"/>
                      <a:pt x="962293" y="616345"/>
                      <a:pt x="953873" y="650097"/>
                    </a:cubicBezTo>
                    <a:lnTo>
                      <a:pt x="936995" y="717606"/>
                    </a:lnTo>
                    <a:lnTo>
                      <a:pt x="1004504" y="726063"/>
                    </a:lnTo>
                    <a:lnTo>
                      <a:pt x="3637976" y="726063"/>
                    </a:lnTo>
                    <a:lnTo>
                      <a:pt x="3637976" y="2490137"/>
                    </a:lnTo>
                    <a:cubicBezTo>
                      <a:pt x="3587344" y="2507014"/>
                      <a:pt x="3536673" y="2549225"/>
                      <a:pt x="3519803" y="2608310"/>
                    </a:cubicBezTo>
                    <a:cubicBezTo>
                      <a:pt x="3511345" y="2633644"/>
                      <a:pt x="3477591" y="2658942"/>
                      <a:pt x="3443836" y="2658942"/>
                    </a:cubicBezTo>
                    <a:cubicBezTo>
                      <a:pt x="3426959" y="2658942"/>
                      <a:pt x="3410083" y="2658942"/>
                      <a:pt x="3393205" y="2642064"/>
                    </a:cubicBezTo>
                    <a:cubicBezTo>
                      <a:pt x="3308781" y="2574556"/>
                      <a:pt x="3182184" y="2582976"/>
                      <a:pt x="3106217" y="2658942"/>
                    </a:cubicBezTo>
                    <a:cubicBezTo>
                      <a:pt x="3064005" y="2701154"/>
                      <a:pt x="3047129" y="2760244"/>
                      <a:pt x="3055585" y="2810876"/>
                    </a:cubicBezTo>
                    <a:cubicBezTo>
                      <a:pt x="3055585" y="2836210"/>
                      <a:pt x="3047128" y="2853088"/>
                      <a:pt x="3038708" y="2869964"/>
                    </a:cubicBezTo>
                    <a:cubicBezTo>
                      <a:pt x="3021830" y="2886842"/>
                      <a:pt x="2988076" y="2903719"/>
                      <a:pt x="2962742" y="2895299"/>
                    </a:cubicBezTo>
                    <a:cubicBezTo>
                      <a:pt x="2869898" y="2878421"/>
                      <a:pt x="2777057" y="2920633"/>
                      <a:pt x="2734841" y="2996601"/>
                    </a:cubicBezTo>
                    <a:cubicBezTo>
                      <a:pt x="2701087" y="3064109"/>
                      <a:pt x="2701087" y="3140080"/>
                      <a:pt x="2743299" y="3207622"/>
                    </a:cubicBezTo>
                    <a:cubicBezTo>
                      <a:pt x="2760176" y="3224499"/>
                      <a:pt x="2760176" y="3258254"/>
                      <a:pt x="2751756" y="3275130"/>
                    </a:cubicBezTo>
                    <a:cubicBezTo>
                      <a:pt x="2743299" y="3300465"/>
                      <a:pt x="2726422" y="3317342"/>
                      <a:pt x="2701125" y="3325762"/>
                    </a:cubicBezTo>
                    <a:cubicBezTo>
                      <a:pt x="2616701" y="3342639"/>
                      <a:pt x="2557645" y="3410186"/>
                      <a:pt x="2549191" y="3494567"/>
                    </a:cubicBezTo>
                    <a:cubicBezTo>
                      <a:pt x="2540733" y="3578990"/>
                      <a:pt x="2582944" y="3654956"/>
                      <a:pt x="2650493" y="3697132"/>
                    </a:cubicBezTo>
                    <a:cubicBezTo>
                      <a:pt x="2675827" y="3705590"/>
                      <a:pt x="2684247" y="3730886"/>
                      <a:pt x="2692705" y="3756221"/>
                    </a:cubicBezTo>
                    <a:cubicBezTo>
                      <a:pt x="2692705" y="3781555"/>
                      <a:pt x="2684247" y="3806852"/>
                      <a:pt x="2667370" y="3823729"/>
                    </a:cubicBezTo>
                    <a:cubicBezTo>
                      <a:pt x="2608282" y="3882817"/>
                      <a:pt x="2582947" y="3967208"/>
                      <a:pt x="2616739" y="4043165"/>
                    </a:cubicBezTo>
                    <a:cubicBezTo>
                      <a:pt x="2642073" y="4119131"/>
                      <a:pt x="2718041" y="4169764"/>
                      <a:pt x="2802424" y="4178219"/>
                    </a:cubicBezTo>
                    <a:cubicBezTo>
                      <a:pt x="2827759" y="4178219"/>
                      <a:pt x="2853056" y="4195097"/>
                      <a:pt x="2861512" y="4211973"/>
                    </a:cubicBezTo>
                    <a:cubicBezTo>
                      <a:pt x="2878390" y="4228851"/>
                      <a:pt x="2878390" y="4254185"/>
                      <a:pt x="2869970" y="4279481"/>
                    </a:cubicBezTo>
                    <a:cubicBezTo>
                      <a:pt x="2844636" y="4338570"/>
                      <a:pt x="2853093" y="4397655"/>
                      <a:pt x="2886848" y="4448286"/>
                    </a:cubicBezTo>
                    <a:lnTo>
                      <a:pt x="2810767" y="4710017"/>
                    </a:lnTo>
                    <a:close/>
                    <a:moveTo>
                      <a:pt x="3156826" y="5283980"/>
                    </a:moveTo>
                    <a:lnTo>
                      <a:pt x="3038653" y="5140500"/>
                    </a:lnTo>
                    <a:cubicBezTo>
                      <a:pt x="3021776" y="5123623"/>
                      <a:pt x="2996441" y="5115166"/>
                      <a:pt x="2979565" y="5115166"/>
                    </a:cubicBezTo>
                    <a:lnTo>
                      <a:pt x="2793879" y="5157378"/>
                    </a:lnTo>
                    <a:lnTo>
                      <a:pt x="3004900" y="4532771"/>
                    </a:lnTo>
                    <a:cubicBezTo>
                      <a:pt x="3055532" y="4549649"/>
                      <a:pt x="3114618" y="4549649"/>
                      <a:pt x="3165289" y="4524313"/>
                    </a:cubicBezTo>
                    <a:cubicBezTo>
                      <a:pt x="3207501" y="4507436"/>
                      <a:pt x="3266592" y="4524313"/>
                      <a:pt x="3275007" y="4583402"/>
                    </a:cubicBezTo>
                    <a:cubicBezTo>
                      <a:pt x="3283465" y="4634033"/>
                      <a:pt x="3308761" y="4684704"/>
                      <a:pt x="3350973" y="4710000"/>
                    </a:cubicBezTo>
                    <a:close/>
                    <a:moveTo>
                      <a:pt x="4431337" y="5115175"/>
                    </a:moveTo>
                    <a:cubicBezTo>
                      <a:pt x="4406003" y="5106717"/>
                      <a:pt x="4380705" y="5115175"/>
                      <a:pt x="4372248" y="5140509"/>
                    </a:cubicBezTo>
                    <a:lnTo>
                      <a:pt x="4254075" y="5283989"/>
                    </a:lnTo>
                    <a:lnTo>
                      <a:pt x="4059974" y="4718468"/>
                    </a:lnTo>
                    <a:cubicBezTo>
                      <a:pt x="4093728" y="4684714"/>
                      <a:pt x="4127482" y="4642502"/>
                      <a:pt x="4127482" y="4591869"/>
                    </a:cubicBezTo>
                    <a:cubicBezTo>
                      <a:pt x="4135940" y="4532781"/>
                      <a:pt x="4194990" y="4515903"/>
                      <a:pt x="4237200" y="4532781"/>
                    </a:cubicBezTo>
                    <a:cubicBezTo>
                      <a:pt x="4287832" y="4558115"/>
                      <a:pt x="4346919" y="4558115"/>
                      <a:pt x="4397590" y="4541239"/>
                    </a:cubicBezTo>
                    <a:lnTo>
                      <a:pt x="4608610" y="5157391"/>
                    </a:lnTo>
                    <a:close/>
                    <a:moveTo>
                      <a:pt x="4650812" y="3925018"/>
                    </a:moveTo>
                    <a:cubicBezTo>
                      <a:pt x="4684566" y="3958772"/>
                      <a:pt x="4676147" y="4000984"/>
                      <a:pt x="4667690" y="4009442"/>
                    </a:cubicBezTo>
                    <a:cubicBezTo>
                      <a:pt x="4659232" y="4017900"/>
                      <a:pt x="4642356" y="4060073"/>
                      <a:pt x="4600182" y="4060073"/>
                    </a:cubicBezTo>
                    <a:cubicBezTo>
                      <a:pt x="4532674" y="4060073"/>
                      <a:pt x="4473583" y="4093828"/>
                      <a:pt x="4439793" y="4144497"/>
                    </a:cubicBezTo>
                    <a:cubicBezTo>
                      <a:pt x="4406038" y="4195129"/>
                      <a:pt x="4389161" y="4271096"/>
                      <a:pt x="4414458" y="4330183"/>
                    </a:cubicBezTo>
                    <a:cubicBezTo>
                      <a:pt x="4422916" y="4363937"/>
                      <a:pt x="4414458" y="4389271"/>
                      <a:pt x="4406001" y="4397691"/>
                    </a:cubicBezTo>
                    <a:cubicBezTo>
                      <a:pt x="4380666" y="4431445"/>
                      <a:pt x="4338492" y="4439903"/>
                      <a:pt x="4304698" y="4423025"/>
                    </a:cubicBezTo>
                    <a:cubicBezTo>
                      <a:pt x="4279364" y="4406148"/>
                      <a:pt x="4245610" y="4397691"/>
                      <a:pt x="4211855" y="4397691"/>
                    </a:cubicBezTo>
                    <a:cubicBezTo>
                      <a:pt x="4110552" y="4397691"/>
                      <a:pt x="4026169" y="4473657"/>
                      <a:pt x="4009289" y="4574961"/>
                    </a:cubicBezTo>
                    <a:cubicBezTo>
                      <a:pt x="4000831" y="4617172"/>
                      <a:pt x="3967077" y="4642469"/>
                      <a:pt x="3933323" y="4642469"/>
                    </a:cubicBezTo>
                    <a:cubicBezTo>
                      <a:pt x="3916445" y="4642469"/>
                      <a:pt x="3891111" y="4634011"/>
                      <a:pt x="3874234" y="4608715"/>
                    </a:cubicBezTo>
                    <a:cubicBezTo>
                      <a:pt x="3840480" y="4558083"/>
                      <a:pt x="3772932" y="4524291"/>
                      <a:pt x="3705429" y="4524291"/>
                    </a:cubicBezTo>
                    <a:cubicBezTo>
                      <a:pt x="3637927" y="4524291"/>
                      <a:pt x="3578831" y="4558045"/>
                      <a:pt x="3545040" y="4608715"/>
                    </a:cubicBezTo>
                    <a:cubicBezTo>
                      <a:pt x="3519744" y="4634049"/>
                      <a:pt x="3494447" y="4634049"/>
                      <a:pt x="3477570" y="4634049"/>
                    </a:cubicBezTo>
                    <a:cubicBezTo>
                      <a:pt x="3443816" y="4634049"/>
                      <a:pt x="3410062" y="4617172"/>
                      <a:pt x="3401604" y="4566541"/>
                    </a:cubicBezTo>
                    <a:cubicBezTo>
                      <a:pt x="3384727" y="4465238"/>
                      <a:pt x="3300302" y="4389271"/>
                      <a:pt x="3199039" y="4389271"/>
                    </a:cubicBezTo>
                    <a:cubicBezTo>
                      <a:pt x="3165284" y="4389271"/>
                      <a:pt x="3139950" y="4397729"/>
                      <a:pt x="3106195" y="4414606"/>
                    </a:cubicBezTo>
                    <a:cubicBezTo>
                      <a:pt x="3072441" y="4431483"/>
                      <a:pt x="3030229" y="4423063"/>
                      <a:pt x="3004892" y="4389271"/>
                    </a:cubicBezTo>
                    <a:cubicBezTo>
                      <a:pt x="2996435" y="4380814"/>
                      <a:pt x="2988015" y="4355517"/>
                      <a:pt x="2996435" y="4321763"/>
                    </a:cubicBezTo>
                    <a:cubicBezTo>
                      <a:pt x="3021769" y="4262675"/>
                      <a:pt x="3013312" y="4195164"/>
                      <a:pt x="2971100" y="4136078"/>
                    </a:cubicBezTo>
                    <a:cubicBezTo>
                      <a:pt x="2937346" y="4085446"/>
                      <a:pt x="2869798" y="4051654"/>
                      <a:pt x="2810711" y="4051654"/>
                    </a:cubicBezTo>
                    <a:cubicBezTo>
                      <a:pt x="2760080" y="4051654"/>
                      <a:pt x="2743203" y="4009442"/>
                      <a:pt x="2743203" y="4001022"/>
                    </a:cubicBezTo>
                    <a:cubicBezTo>
                      <a:pt x="2734745" y="3992564"/>
                      <a:pt x="2726325" y="3950391"/>
                      <a:pt x="2760081" y="3916598"/>
                    </a:cubicBezTo>
                    <a:cubicBezTo>
                      <a:pt x="2810712" y="3874386"/>
                      <a:pt x="2836047" y="3806880"/>
                      <a:pt x="2827589" y="3739329"/>
                    </a:cubicBezTo>
                    <a:cubicBezTo>
                      <a:pt x="2819131" y="3671820"/>
                      <a:pt x="2785377" y="3612730"/>
                      <a:pt x="2726286" y="3587395"/>
                    </a:cubicBezTo>
                    <a:cubicBezTo>
                      <a:pt x="2684074" y="3562060"/>
                      <a:pt x="2684074" y="3519886"/>
                      <a:pt x="2684074" y="3511429"/>
                    </a:cubicBezTo>
                    <a:cubicBezTo>
                      <a:pt x="2684074" y="3502971"/>
                      <a:pt x="2692532" y="3460797"/>
                      <a:pt x="2743163" y="3443920"/>
                    </a:cubicBezTo>
                    <a:cubicBezTo>
                      <a:pt x="2810671" y="3427043"/>
                      <a:pt x="2861336" y="3384832"/>
                      <a:pt x="2878216" y="3317322"/>
                    </a:cubicBezTo>
                    <a:cubicBezTo>
                      <a:pt x="2903551" y="3258233"/>
                      <a:pt x="2895094" y="3190723"/>
                      <a:pt x="2861339" y="3131636"/>
                    </a:cubicBezTo>
                    <a:cubicBezTo>
                      <a:pt x="2836005" y="3097882"/>
                      <a:pt x="2852881" y="3064128"/>
                      <a:pt x="2861339" y="3055671"/>
                    </a:cubicBezTo>
                    <a:cubicBezTo>
                      <a:pt x="2878216" y="3030336"/>
                      <a:pt x="2903551" y="3005039"/>
                      <a:pt x="2945763" y="3013458"/>
                    </a:cubicBezTo>
                    <a:cubicBezTo>
                      <a:pt x="3013271" y="3030336"/>
                      <a:pt x="3097697" y="3005001"/>
                      <a:pt x="3139903" y="2954370"/>
                    </a:cubicBezTo>
                    <a:cubicBezTo>
                      <a:pt x="3182115" y="2912158"/>
                      <a:pt x="3198992" y="2853067"/>
                      <a:pt x="3190535" y="2793981"/>
                    </a:cubicBezTo>
                    <a:cubicBezTo>
                      <a:pt x="3190535" y="2768646"/>
                      <a:pt x="3198992" y="2743349"/>
                      <a:pt x="3207412" y="2734892"/>
                    </a:cubicBezTo>
                    <a:cubicBezTo>
                      <a:pt x="3232747" y="2701138"/>
                      <a:pt x="3283378" y="2701138"/>
                      <a:pt x="3317130" y="2726435"/>
                    </a:cubicBezTo>
                    <a:cubicBezTo>
                      <a:pt x="3350885" y="2760189"/>
                      <a:pt x="3401555" y="2777066"/>
                      <a:pt x="3452184" y="2777066"/>
                    </a:cubicBezTo>
                    <a:cubicBezTo>
                      <a:pt x="3536608" y="2777066"/>
                      <a:pt x="3612573" y="2726435"/>
                      <a:pt x="3637869" y="2650468"/>
                    </a:cubicBezTo>
                    <a:cubicBezTo>
                      <a:pt x="3654747" y="2608255"/>
                      <a:pt x="3696958" y="2599836"/>
                      <a:pt x="3705378" y="2599836"/>
                    </a:cubicBezTo>
                    <a:cubicBezTo>
                      <a:pt x="3713835" y="2599836"/>
                      <a:pt x="3756009" y="2599836"/>
                      <a:pt x="3781344" y="2650468"/>
                    </a:cubicBezTo>
                    <a:cubicBezTo>
                      <a:pt x="3815098" y="2726434"/>
                      <a:pt x="3882646" y="2777066"/>
                      <a:pt x="3967029" y="2777066"/>
                    </a:cubicBezTo>
                    <a:cubicBezTo>
                      <a:pt x="4017661" y="2777066"/>
                      <a:pt x="4059873" y="2760189"/>
                      <a:pt x="4102082" y="2726435"/>
                    </a:cubicBezTo>
                    <a:cubicBezTo>
                      <a:pt x="4135836" y="2701100"/>
                      <a:pt x="4186507" y="2701100"/>
                      <a:pt x="4211801" y="2734892"/>
                    </a:cubicBezTo>
                    <a:cubicBezTo>
                      <a:pt x="4220259" y="2743350"/>
                      <a:pt x="4237135" y="2768646"/>
                      <a:pt x="4228678" y="2793981"/>
                    </a:cubicBezTo>
                    <a:cubicBezTo>
                      <a:pt x="4220220" y="2853069"/>
                      <a:pt x="4237136" y="2912154"/>
                      <a:pt x="4279310" y="2954370"/>
                    </a:cubicBezTo>
                    <a:cubicBezTo>
                      <a:pt x="4329941" y="3005002"/>
                      <a:pt x="4405909" y="3030336"/>
                      <a:pt x="4473450" y="3013458"/>
                    </a:cubicBezTo>
                    <a:cubicBezTo>
                      <a:pt x="4515662" y="3005001"/>
                      <a:pt x="4549416" y="3030336"/>
                      <a:pt x="4557874" y="3055671"/>
                    </a:cubicBezTo>
                    <a:cubicBezTo>
                      <a:pt x="4566332" y="3064128"/>
                      <a:pt x="4574751" y="3097882"/>
                      <a:pt x="4549417" y="3131636"/>
                    </a:cubicBezTo>
                    <a:cubicBezTo>
                      <a:pt x="4515662" y="3182268"/>
                      <a:pt x="4507204" y="3258235"/>
                      <a:pt x="4524082" y="3317322"/>
                    </a:cubicBezTo>
                    <a:cubicBezTo>
                      <a:pt x="4549417" y="3376410"/>
                      <a:pt x="4600048" y="3427040"/>
                      <a:pt x="4659136" y="3443920"/>
                    </a:cubicBezTo>
                    <a:cubicBezTo>
                      <a:pt x="4709767" y="3452378"/>
                      <a:pt x="4718224" y="3494552"/>
                      <a:pt x="4718224" y="3511429"/>
                    </a:cubicBezTo>
                    <a:cubicBezTo>
                      <a:pt x="4718224" y="3519886"/>
                      <a:pt x="4718224" y="3562060"/>
                      <a:pt x="4676012" y="3587395"/>
                    </a:cubicBezTo>
                    <a:cubicBezTo>
                      <a:pt x="4616923" y="3621149"/>
                      <a:pt x="4583169" y="3671819"/>
                      <a:pt x="4574710" y="3739329"/>
                    </a:cubicBezTo>
                    <a:cubicBezTo>
                      <a:pt x="4574824" y="3815295"/>
                      <a:pt x="4600122" y="3874382"/>
                      <a:pt x="4650791" y="3925014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34" name="Freeform: Shape 32">
                <a:extLst>
                  <a:ext uri="{FF2B5EF4-FFF2-40B4-BE49-F238E27FC236}">
                    <a16:creationId xmlns:a16="http://schemas.microsoft.com/office/drawing/2014/main" id="{6CD025B8-11BA-3159-BE81-A544D2BFD4A8}"/>
                  </a:ext>
                </a:extLst>
              </p:cNvPr>
              <p:cNvSpPr/>
              <p:nvPr/>
            </p:nvSpPr>
            <p:spPr>
              <a:xfrm>
                <a:off x="7703110" y="10675624"/>
                <a:ext cx="1232343" cy="1232304"/>
              </a:xfrm>
              <a:custGeom>
                <a:avLst/>
                <a:gdLst>
                  <a:gd name="connsiteX0" fmla="*/ 616152 w 1232343"/>
                  <a:gd name="connsiteY0" fmla="*/ 0 h 1232304"/>
                  <a:gd name="connsiteX1" fmla="*/ 0 w 1232343"/>
                  <a:gd name="connsiteY1" fmla="*/ 616152 h 1232304"/>
                  <a:gd name="connsiteX2" fmla="*/ 616152 w 1232343"/>
                  <a:gd name="connsiteY2" fmla="*/ 1232304 h 1232304"/>
                  <a:gd name="connsiteX3" fmla="*/ 1232343 w 1232343"/>
                  <a:gd name="connsiteY3" fmla="*/ 616152 h 1232304"/>
                  <a:gd name="connsiteX4" fmla="*/ 616152 w 1232343"/>
                  <a:gd name="connsiteY4" fmla="*/ 0 h 1232304"/>
                  <a:gd name="connsiteX5" fmla="*/ 616152 w 1232343"/>
                  <a:gd name="connsiteY5" fmla="*/ 1114131 h 1232304"/>
                  <a:gd name="connsiteX6" fmla="*/ 126599 w 1232343"/>
                  <a:gd name="connsiteY6" fmla="*/ 624578 h 1232304"/>
                  <a:gd name="connsiteX7" fmla="*/ 616152 w 1232343"/>
                  <a:gd name="connsiteY7" fmla="*/ 135024 h 1232304"/>
                  <a:gd name="connsiteX8" fmla="*/ 1105706 w 1232343"/>
                  <a:gd name="connsiteY8" fmla="*/ 624578 h 1232304"/>
                  <a:gd name="connsiteX9" fmla="*/ 616152 w 1232343"/>
                  <a:gd name="connsiteY9" fmla="*/ 1114131 h 12323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32343" h="1232304">
                    <a:moveTo>
                      <a:pt x="616152" y="0"/>
                    </a:moveTo>
                    <a:cubicBezTo>
                      <a:pt x="278533" y="0"/>
                      <a:pt x="0" y="278533"/>
                      <a:pt x="0" y="616152"/>
                    </a:cubicBezTo>
                    <a:cubicBezTo>
                      <a:pt x="0" y="953771"/>
                      <a:pt x="278533" y="1232304"/>
                      <a:pt x="616152" y="1232304"/>
                    </a:cubicBezTo>
                    <a:cubicBezTo>
                      <a:pt x="953772" y="1232342"/>
                      <a:pt x="1232343" y="962236"/>
                      <a:pt x="1232343" y="616152"/>
                    </a:cubicBezTo>
                    <a:cubicBezTo>
                      <a:pt x="1232343" y="270078"/>
                      <a:pt x="953772" y="0"/>
                      <a:pt x="616152" y="0"/>
                    </a:cubicBezTo>
                    <a:close/>
                    <a:moveTo>
                      <a:pt x="616152" y="1114131"/>
                    </a:moveTo>
                    <a:cubicBezTo>
                      <a:pt x="346045" y="1114131"/>
                      <a:pt x="126599" y="894695"/>
                      <a:pt x="126599" y="624578"/>
                    </a:cubicBezTo>
                    <a:cubicBezTo>
                      <a:pt x="126599" y="354470"/>
                      <a:pt x="346035" y="135024"/>
                      <a:pt x="616152" y="135024"/>
                    </a:cubicBezTo>
                    <a:cubicBezTo>
                      <a:pt x="886269" y="135024"/>
                      <a:pt x="1105706" y="354461"/>
                      <a:pt x="1105706" y="624578"/>
                    </a:cubicBezTo>
                    <a:cubicBezTo>
                      <a:pt x="1105706" y="894646"/>
                      <a:pt x="886269" y="1114131"/>
                      <a:pt x="616152" y="1114131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AE690464-249E-0191-3EA9-5BB431F571E3}"/>
              </a:ext>
            </a:extLst>
          </p:cNvPr>
          <p:cNvSpPr txBox="1"/>
          <p:nvPr/>
        </p:nvSpPr>
        <p:spPr>
          <a:xfrm>
            <a:off x="1191917" y="2200758"/>
            <a:ext cx="2115305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IN" b="1" cap="all">
                <a:solidFill>
                  <a:schemeClr val="accent2"/>
                </a:solidFill>
                <a:latin typeface="+mj-lt"/>
              </a:rPr>
              <a:t>Teams of Experts</a:t>
            </a:r>
            <a:endParaRPr lang="en-IN" b="1" i="0" u="none" strike="noStrike" cap="all">
              <a:solidFill>
                <a:schemeClr val="accent2"/>
              </a:solidFill>
              <a:latin typeface="+mj-lt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155D973-B531-D6BF-9FAE-F92AE2300F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59999" y="3065257"/>
            <a:ext cx="3564000" cy="0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7B38764C-B67A-1AB5-366B-9DFBFF82B1F1}"/>
              </a:ext>
            </a:extLst>
          </p:cNvPr>
          <p:cNvSpPr txBox="1"/>
          <p:nvPr/>
        </p:nvSpPr>
        <p:spPr>
          <a:xfrm>
            <a:off x="359999" y="3278289"/>
            <a:ext cx="3701444" cy="10686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lnSpc>
                <a:spcPct val="110000"/>
              </a:lnSpc>
              <a:defRPr sz="1600">
                <a:solidFill>
                  <a:schemeClr val="accent4"/>
                </a:solidFill>
                <a:ea typeface="+mn-lt"/>
                <a:cs typeface="+mn-lt"/>
              </a:defRPr>
            </a:lvl1pPr>
          </a:lstStyle>
          <a:p>
            <a:r>
              <a:rPr lang="en-US"/>
              <a:t>We review your designs with our integrated team of certified design experts consisting of people with a variety of disabilities.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49AC3509-6686-8F73-D5F3-79E56C5373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307400" y="2111282"/>
            <a:ext cx="732950" cy="732950"/>
            <a:chOff x="4307400" y="2111282"/>
            <a:chExt cx="732950" cy="732950"/>
          </a:xfrm>
        </p:grpSpPr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12AC9D2F-5AA9-7FDF-6DC4-ECBA9FA3ED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307400" y="2111282"/>
              <a:ext cx="732950" cy="732950"/>
            </a:xfrm>
            <a:prstGeom prst="ellipse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42" name="Freeform: Shape 24">
              <a:extLst>
                <a:ext uri="{FF2B5EF4-FFF2-40B4-BE49-F238E27FC236}">
                  <a16:creationId xmlns:a16="http://schemas.microsoft.com/office/drawing/2014/main" id="{99B928C4-D610-65F9-8AF3-DF1B2C488E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480163" y="2240178"/>
              <a:ext cx="387423" cy="504164"/>
            </a:xfrm>
            <a:custGeom>
              <a:avLst/>
              <a:gdLst>
                <a:gd name="connsiteX0" fmla="*/ 1141870 w 2852964"/>
                <a:gd name="connsiteY0" fmla="*/ 227 h 3839600"/>
                <a:gd name="connsiteX1" fmla="*/ 1097285 w 2852964"/>
                <a:gd name="connsiteY1" fmla="*/ 55107 h 3839600"/>
                <a:gd name="connsiteX2" fmla="*/ 1097285 w 2852964"/>
                <a:gd name="connsiteY2" fmla="*/ 819745 h 3839600"/>
                <a:gd name="connsiteX3" fmla="*/ 833262 w 2852964"/>
                <a:gd name="connsiteY3" fmla="*/ 938075 h 3839600"/>
                <a:gd name="connsiteX4" fmla="*/ 651515 w 2852964"/>
                <a:gd name="connsiteY4" fmla="*/ 756328 h 3839600"/>
                <a:gd name="connsiteX5" fmla="*/ 600080 w 2852964"/>
                <a:gd name="connsiteY5" fmla="*/ 740905 h 3839600"/>
                <a:gd name="connsiteX6" fmla="*/ 572678 w 2852964"/>
                <a:gd name="connsiteY6" fmla="*/ 756328 h 3839600"/>
                <a:gd name="connsiteX7" fmla="*/ 262344 w 2852964"/>
                <a:gd name="connsiteY7" fmla="*/ 1066662 h 3839600"/>
                <a:gd name="connsiteX8" fmla="*/ 262344 w 2852964"/>
                <a:gd name="connsiteY8" fmla="*/ 1143815 h 3839600"/>
                <a:gd name="connsiteX9" fmla="*/ 442367 w 2852964"/>
                <a:gd name="connsiteY9" fmla="*/ 1323837 h 3839600"/>
                <a:gd name="connsiteX10" fmla="*/ 310330 w 2852964"/>
                <a:gd name="connsiteY10" fmla="*/ 1646144 h 3839600"/>
                <a:gd name="connsiteX11" fmla="*/ 54880 w 2852964"/>
                <a:gd name="connsiteY11" fmla="*/ 1646144 h 3839600"/>
                <a:gd name="connsiteX12" fmla="*/ 0 w 2852964"/>
                <a:gd name="connsiteY12" fmla="*/ 1701023 h 3839600"/>
                <a:gd name="connsiteX13" fmla="*/ 0 w 2852964"/>
                <a:gd name="connsiteY13" fmla="*/ 2139906 h 3839600"/>
                <a:gd name="connsiteX14" fmla="*/ 54880 w 2852964"/>
                <a:gd name="connsiteY14" fmla="*/ 2194785 h 3839600"/>
                <a:gd name="connsiteX15" fmla="*/ 312055 w 2852964"/>
                <a:gd name="connsiteY15" fmla="*/ 2194785 h 3839600"/>
                <a:gd name="connsiteX16" fmla="*/ 442367 w 2852964"/>
                <a:gd name="connsiteY16" fmla="*/ 2515417 h 3839600"/>
                <a:gd name="connsiteX17" fmla="*/ 262344 w 2852964"/>
                <a:gd name="connsiteY17" fmla="*/ 2695439 h 3839600"/>
                <a:gd name="connsiteX18" fmla="*/ 262344 w 2852964"/>
                <a:gd name="connsiteY18" fmla="*/ 2772592 h 3839600"/>
                <a:gd name="connsiteX19" fmla="*/ 572678 w 2852964"/>
                <a:gd name="connsiteY19" fmla="*/ 3082887 h 3839600"/>
                <a:gd name="connsiteX20" fmla="*/ 612096 w 2852964"/>
                <a:gd name="connsiteY20" fmla="*/ 3099611 h 3839600"/>
                <a:gd name="connsiteX21" fmla="*/ 651514 w 2852964"/>
                <a:gd name="connsiteY21" fmla="*/ 3082887 h 3839600"/>
                <a:gd name="connsiteX22" fmla="*/ 833261 w 2852964"/>
                <a:gd name="connsiteY22" fmla="*/ 2901179 h 3839600"/>
                <a:gd name="connsiteX23" fmla="*/ 1095599 w 2852964"/>
                <a:gd name="connsiteY23" fmla="*/ 3024604 h 3839600"/>
                <a:gd name="connsiteX24" fmla="*/ 1097283 w 2852964"/>
                <a:gd name="connsiteY24" fmla="*/ 3024604 h 3839600"/>
                <a:gd name="connsiteX25" fmla="*/ 1097283 w 2852964"/>
                <a:gd name="connsiteY25" fmla="*/ 3401794 h 3839600"/>
                <a:gd name="connsiteX26" fmla="*/ 1107578 w 2852964"/>
                <a:gd name="connsiteY26" fmla="*/ 3432677 h 3839600"/>
                <a:gd name="connsiteX27" fmla="*/ 1381898 w 2852964"/>
                <a:gd name="connsiteY27" fmla="*/ 3816715 h 3839600"/>
                <a:gd name="connsiteX28" fmla="*/ 1426483 w 2852964"/>
                <a:gd name="connsiteY28" fmla="*/ 3839600 h 3839600"/>
                <a:gd name="connsiteX29" fmla="*/ 1471067 w 2852964"/>
                <a:gd name="connsiteY29" fmla="*/ 3816715 h 3839600"/>
                <a:gd name="connsiteX30" fmla="*/ 1745387 w 2852964"/>
                <a:gd name="connsiteY30" fmla="*/ 3432677 h 3839600"/>
                <a:gd name="connsiteX31" fmla="*/ 1755682 w 2852964"/>
                <a:gd name="connsiteY31" fmla="*/ 3401794 h 3839600"/>
                <a:gd name="connsiteX32" fmla="*/ 1755682 w 2852964"/>
                <a:gd name="connsiteY32" fmla="*/ 3026328 h 3839600"/>
                <a:gd name="connsiteX33" fmla="*/ 1757366 w 2852964"/>
                <a:gd name="connsiteY33" fmla="*/ 3024606 h 3839600"/>
                <a:gd name="connsiteX34" fmla="*/ 2019704 w 2852964"/>
                <a:gd name="connsiteY34" fmla="*/ 2901181 h 3839600"/>
                <a:gd name="connsiteX35" fmla="*/ 2201451 w 2852964"/>
                <a:gd name="connsiteY35" fmla="*/ 3082889 h 3839600"/>
                <a:gd name="connsiteX36" fmla="*/ 2240869 w 2852964"/>
                <a:gd name="connsiteY36" fmla="*/ 3099613 h 3839600"/>
                <a:gd name="connsiteX37" fmla="*/ 2280287 w 2852964"/>
                <a:gd name="connsiteY37" fmla="*/ 3082889 h 3839600"/>
                <a:gd name="connsiteX38" fmla="*/ 2590621 w 2852964"/>
                <a:gd name="connsiteY38" fmla="*/ 2772594 h 3839600"/>
                <a:gd name="connsiteX39" fmla="*/ 2590621 w 2852964"/>
                <a:gd name="connsiteY39" fmla="*/ 2695441 h 3839600"/>
                <a:gd name="connsiteX40" fmla="*/ 2410599 w 2852964"/>
                <a:gd name="connsiteY40" fmla="*/ 2515419 h 3839600"/>
                <a:gd name="connsiteX41" fmla="*/ 2540910 w 2852964"/>
                <a:gd name="connsiteY41" fmla="*/ 2194788 h 3839600"/>
                <a:gd name="connsiteX42" fmla="*/ 2798085 w 2852964"/>
                <a:gd name="connsiteY42" fmla="*/ 2194788 h 3839600"/>
                <a:gd name="connsiteX43" fmla="*/ 2852965 w 2852964"/>
                <a:gd name="connsiteY43" fmla="*/ 2139908 h 3839600"/>
                <a:gd name="connsiteX44" fmla="*/ 2852965 w 2852964"/>
                <a:gd name="connsiteY44" fmla="*/ 1701025 h 3839600"/>
                <a:gd name="connsiteX45" fmla="*/ 2798085 w 2852964"/>
                <a:gd name="connsiteY45" fmla="*/ 1646146 h 3839600"/>
                <a:gd name="connsiteX46" fmla="*/ 2542635 w 2852964"/>
                <a:gd name="connsiteY46" fmla="*/ 1646146 h 3839600"/>
                <a:gd name="connsiteX47" fmla="*/ 2410599 w 2852964"/>
                <a:gd name="connsiteY47" fmla="*/ 1323839 h 3839600"/>
                <a:gd name="connsiteX48" fmla="*/ 2590621 w 2852964"/>
                <a:gd name="connsiteY48" fmla="*/ 1143817 h 3839600"/>
                <a:gd name="connsiteX49" fmla="*/ 2590621 w 2852964"/>
                <a:gd name="connsiteY49" fmla="*/ 1066664 h 3839600"/>
                <a:gd name="connsiteX50" fmla="*/ 2280287 w 2852964"/>
                <a:gd name="connsiteY50" fmla="*/ 756330 h 3839600"/>
                <a:gd name="connsiteX51" fmla="*/ 2240869 w 2852964"/>
                <a:gd name="connsiteY51" fmla="*/ 739606 h 3839600"/>
                <a:gd name="connsiteX52" fmla="*/ 2201451 w 2852964"/>
                <a:gd name="connsiteY52" fmla="*/ 756330 h 3839600"/>
                <a:gd name="connsiteX53" fmla="*/ 2019704 w 2852964"/>
                <a:gd name="connsiteY53" fmla="*/ 938077 h 3839600"/>
                <a:gd name="connsiteX54" fmla="*/ 1755681 w 2852964"/>
                <a:gd name="connsiteY54" fmla="*/ 819747 h 3839600"/>
                <a:gd name="connsiteX55" fmla="*/ 1755681 w 2852964"/>
                <a:gd name="connsiteY55" fmla="*/ 55109 h 3839600"/>
                <a:gd name="connsiteX56" fmla="*/ 1700801 w 2852964"/>
                <a:gd name="connsiteY56" fmla="*/ 230 h 3839600"/>
                <a:gd name="connsiteX57" fmla="*/ 1152161 w 2852964"/>
                <a:gd name="connsiteY57" fmla="*/ 230 h 3839600"/>
                <a:gd name="connsiteX58" fmla="*/ 1141866 w 2852964"/>
                <a:gd name="connsiteY58" fmla="*/ 230 h 3839600"/>
                <a:gd name="connsiteX59" fmla="*/ 1207043 w 2852964"/>
                <a:gd name="connsiteY59" fmla="*/ 109946 h 3839600"/>
                <a:gd name="connsiteX60" fmla="*/ 1645926 w 2852964"/>
                <a:gd name="connsiteY60" fmla="*/ 109946 h 3839600"/>
                <a:gd name="connsiteX61" fmla="*/ 1645926 w 2852964"/>
                <a:gd name="connsiteY61" fmla="*/ 384266 h 3839600"/>
                <a:gd name="connsiteX62" fmla="*/ 1207043 w 2852964"/>
                <a:gd name="connsiteY62" fmla="*/ 384266 h 3839600"/>
                <a:gd name="connsiteX63" fmla="*/ 1207043 w 2852964"/>
                <a:gd name="connsiteY63" fmla="*/ 493984 h 3839600"/>
                <a:gd name="connsiteX64" fmla="*/ 1645926 w 2852964"/>
                <a:gd name="connsiteY64" fmla="*/ 493984 h 3839600"/>
                <a:gd name="connsiteX65" fmla="*/ 1645926 w 2852964"/>
                <a:gd name="connsiteY65" fmla="*/ 792336 h 3839600"/>
                <a:gd name="connsiteX66" fmla="*/ 1426490 w 2852964"/>
                <a:gd name="connsiteY66" fmla="*/ 768303 h 3839600"/>
                <a:gd name="connsiteX67" fmla="*/ 1207053 w 2852964"/>
                <a:gd name="connsiteY67" fmla="*/ 792336 h 3839600"/>
                <a:gd name="connsiteX68" fmla="*/ 612092 w 2852964"/>
                <a:gd name="connsiteY68" fmla="*/ 872898 h 3839600"/>
                <a:gd name="connsiteX69" fmla="*/ 781818 w 2852964"/>
                <a:gd name="connsiteY69" fmla="*/ 1042624 h 3839600"/>
                <a:gd name="connsiteX70" fmla="*/ 852120 w 2852964"/>
                <a:gd name="connsiteY70" fmla="*/ 1049512 h 3839600"/>
                <a:gd name="connsiteX71" fmla="*/ 1426478 w 2852964"/>
                <a:gd name="connsiteY71" fmla="*/ 878062 h 3839600"/>
                <a:gd name="connsiteX72" fmla="*/ 2000835 w 2852964"/>
                <a:gd name="connsiteY72" fmla="*/ 1049512 h 3839600"/>
                <a:gd name="connsiteX73" fmla="*/ 2071138 w 2852964"/>
                <a:gd name="connsiteY73" fmla="*/ 1042624 h 3839600"/>
                <a:gd name="connsiteX74" fmla="*/ 2240863 w 2852964"/>
                <a:gd name="connsiteY74" fmla="*/ 872898 h 3839600"/>
                <a:gd name="connsiteX75" fmla="*/ 2472321 w 2852964"/>
                <a:gd name="connsiteY75" fmla="*/ 1104356 h 3839600"/>
                <a:gd name="connsiteX76" fmla="*/ 2302595 w 2852964"/>
                <a:gd name="connsiteY76" fmla="*/ 1275806 h 3839600"/>
                <a:gd name="connsiteX77" fmla="*/ 2295745 w 2852964"/>
                <a:gd name="connsiteY77" fmla="*/ 1344386 h 3839600"/>
                <a:gd name="connsiteX78" fmla="*/ 2448326 w 2852964"/>
                <a:gd name="connsiteY78" fmla="*/ 1711279 h 3839600"/>
                <a:gd name="connsiteX79" fmla="*/ 2501483 w 2852964"/>
                <a:gd name="connsiteY79" fmla="*/ 1755864 h 3839600"/>
                <a:gd name="connsiteX80" fmla="*/ 2743198 w 2852964"/>
                <a:gd name="connsiteY80" fmla="*/ 1755864 h 3839600"/>
                <a:gd name="connsiteX81" fmla="*/ 2743198 w 2852964"/>
                <a:gd name="connsiteY81" fmla="*/ 2085067 h 3839600"/>
                <a:gd name="connsiteX82" fmla="*/ 2501483 w 2852964"/>
                <a:gd name="connsiteY82" fmla="*/ 2085067 h 3839600"/>
                <a:gd name="connsiteX83" fmla="*/ 2448326 w 2852964"/>
                <a:gd name="connsiteY83" fmla="*/ 2127930 h 3839600"/>
                <a:gd name="connsiteX84" fmla="*/ 2295745 w 2852964"/>
                <a:gd name="connsiteY84" fmla="*/ 2494823 h 3839600"/>
                <a:gd name="connsiteX85" fmla="*/ 2302595 w 2852964"/>
                <a:gd name="connsiteY85" fmla="*/ 2563403 h 3839600"/>
                <a:gd name="connsiteX86" fmla="*/ 2472321 w 2852964"/>
                <a:gd name="connsiteY86" fmla="*/ 2733129 h 3839600"/>
                <a:gd name="connsiteX87" fmla="*/ 2240863 w 2852964"/>
                <a:gd name="connsiteY87" fmla="*/ 2966310 h 3839600"/>
                <a:gd name="connsiteX88" fmla="*/ 2071138 w 2852964"/>
                <a:gd name="connsiteY88" fmla="*/ 2796585 h 3839600"/>
                <a:gd name="connsiteX89" fmla="*/ 2000835 w 2852964"/>
                <a:gd name="connsiteY89" fmla="*/ 2789735 h 3839600"/>
                <a:gd name="connsiteX90" fmla="*/ 1755682 w 2852964"/>
                <a:gd name="connsiteY90" fmla="*/ 2908025 h 3839600"/>
                <a:gd name="connsiteX91" fmla="*/ 1755682 w 2852964"/>
                <a:gd name="connsiteY91" fmla="*/ 2553104 h 3839600"/>
                <a:gd name="connsiteX92" fmla="*/ 2139720 w 2852964"/>
                <a:gd name="connsiteY92" fmla="*/ 1920463 h 3839600"/>
                <a:gd name="connsiteX93" fmla="*/ 1426478 w 2852964"/>
                <a:gd name="connsiteY93" fmla="*/ 1207222 h 3839600"/>
                <a:gd name="connsiteX94" fmla="*/ 713236 w 2852964"/>
                <a:gd name="connsiteY94" fmla="*/ 1920463 h 3839600"/>
                <a:gd name="connsiteX95" fmla="*/ 1097274 w 2852964"/>
                <a:gd name="connsiteY95" fmla="*/ 2553104 h 3839600"/>
                <a:gd name="connsiteX96" fmla="*/ 1097274 w 2852964"/>
                <a:gd name="connsiteY96" fmla="*/ 2908025 h 3839600"/>
                <a:gd name="connsiteX97" fmla="*/ 852120 w 2852964"/>
                <a:gd name="connsiteY97" fmla="*/ 2789735 h 3839600"/>
                <a:gd name="connsiteX98" fmla="*/ 781818 w 2852964"/>
                <a:gd name="connsiteY98" fmla="*/ 2796585 h 3839600"/>
                <a:gd name="connsiteX99" fmla="*/ 612092 w 2852964"/>
                <a:gd name="connsiteY99" fmla="*/ 2966310 h 3839600"/>
                <a:gd name="connsiteX100" fmla="*/ 380635 w 2852964"/>
                <a:gd name="connsiteY100" fmla="*/ 2733129 h 3839600"/>
                <a:gd name="connsiteX101" fmla="*/ 550361 w 2852964"/>
                <a:gd name="connsiteY101" fmla="*/ 2563403 h 3839600"/>
                <a:gd name="connsiteX102" fmla="*/ 557211 w 2852964"/>
                <a:gd name="connsiteY102" fmla="*/ 2494823 h 3839600"/>
                <a:gd name="connsiteX103" fmla="*/ 404630 w 2852964"/>
                <a:gd name="connsiteY103" fmla="*/ 2127930 h 3839600"/>
                <a:gd name="connsiteX104" fmla="*/ 351473 w 2852964"/>
                <a:gd name="connsiteY104" fmla="*/ 2085067 h 3839600"/>
                <a:gd name="connsiteX105" fmla="*/ 109758 w 2852964"/>
                <a:gd name="connsiteY105" fmla="*/ 2085067 h 3839600"/>
                <a:gd name="connsiteX106" fmla="*/ 109758 w 2852964"/>
                <a:gd name="connsiteY106" fmla="*/ 1755864 h 3839600"/>
                <a:gd name="connsiteX107" fmla="*/ 351473 w 2852964"/>
                <a:gd name="connsiteY107" fmla="*/ 1755864 h 3839600"/>
                <a:gd name="connsiteX108" fmla="*/ 404630 w 2852964"/>
                <a:gd name="connsiteY108" fmla="*/ 1711279 h 3839600"/>
                <a:gd name="connsiteX109" fmla="*/ 557211 w 2852964"/>
                <a:gd name="connsiteY109" fmla="*/ 1344386 h 3839600"/>
                <a:gd name="connsiteX110" fmla="*/ 550361 w 2852964"/>
                <a:gd name="connsiteY110" fmla="*/ 1275806 h 3839600"/>
                <a:gd name="connsiteX111" fmla="*/ 380635 w 2852964"/>
                <a:gd name="connsiteY111" fmla="*/ 1104356 h 3839600"/>
                <a:gd name="connsiteX112" fmla="*/ 1426480 w 2852964"/>
                <a:gd name="connsiteY112" fmla="*/ 1316944 h 3839600"/>
                <a:gd name="connsiteX113" fmla="*/ 1645916 w 2852964"/>
                <a:gd name="connsiteY113" fmla="*/ 1359806 h 3839600"/>
                <a:gd name="connsiteX114" fmla="*/ 1645916 w 2852964"/>
                <a:gd name="connsiteY114" fmla="*/ 3292097 h 3839600"/>
                <a:gd name="connsiteX115" fmla="*/ 1207033 w 2852964"/>
                <a:gd name="connsiteY115" fmla="*/ 3292097 h 3839600"/>
                <a:gd name="connsiteX116" fmla="*/ 1207033 w 2852964"/>
                <a:gd name="connsiteY116" fmla="*/ 1359806 h 3839600"/>
                <a:gd name="connsiteX117" fmla="*/ 1426470 w 2852964"/>
                <a:gd name="connsiteY117" fmla="*/ 1316944 h 3839600"/>
                <a:gd name="connsiteX118" fmla="*/ 1097276 w 2852964"/>
                <a:gd name="connsiteY118" fmla="*/ 1414686 h 3839600"/>
                <a:gd name="connsiteX119" fmla="*/ 1097276 w 2852964"/>
                <a:gd name="connsiteY119" fmla="*/ 2424478 h 3839600"/>
                <a:gd name="connsiteX120" fmla="*/ 822956 w 2852964"/>
                <a:gd name="connsiteY120" fmla="*/ 1920424 h 3839600"/>
                <a:gd name="connsiteX121" fmla="*/ 1097276 w 2852964"/>
                <a:gd name="connsiteY121" fmla="*/ 1414647 h 3839600"/>
                <a:gd name="connsiteX122" fmla="*/ 1755673 w 2852964"/>
                <a:gd name="connsiteY122" fmla="*/ 1414686 h 3839600"/>
                <a:gd name="connsiteX123" fmla="*/ 2029993 w 2852964"/>
                <a:gd name="connsiteY123" fmla="*/ 1920464 h 3839600"/>
                <a:gd name="connsiteX124" fmla="*/ 1755673 w 2852964"/>
                <a:gd name="connsiteY124" fmla="*/ 2424517 h 3839600"/>
                <a:gd name="connsiteX125" fmla="*/ 1220730 w 2852964"/>
                <a:gd name="connsiteY125" fmla="*/ 3401743 h 3839600"/>
                <a:gd name="connsiteX126" fmla="*/ 1632210 w 2852964"/>
                <a:gd name="connsiteY126" fmla="*/ 3401743 h 3839600"/>
                <a:gd name="connsiteX127" fmla="*/ 1426470 w 2852964"/>
                <a:gd name="connsiteY127" fmla="*/ 3691483 h 3839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</a:cxnLst>
              <a:rect l="l" t="t" r="r" b="b"/>
              <a:pathLst>
                <a:path w="2852964" h="3839600">
                  <a:moveTo>
                    <a:pt x="1141870" y="227"/>
                  </a:moveTo>
                  <a:cubicBezTo>
                    <a:pt x="1115655" y="5241"/>
                    <a:pt x="1096825" y="28394"/>
                    <a:pt x="1097285" y="55107"/>
                  </a:cubicBezTo>
                  <a:lnTo>
                    <a:pt x="1097285" y="819745"/>
                  </a:lnTo>
                  <a:cubicBezTo>
                    <a:pt x="1003829" y="848791"/>
                    <a:pt x="915538" y="888325"/>
                    <a:pt x="833262" y="938075"/>
                  </a:cubicBezTo>
                  <a:lnTo>
                    <a:pt x="651515" y="756328"/>
                  </a:lnTo>
                  <a:cubicBezTo>
                    <a:pt x="638235" y="742551"/>
                    <a:pt x="618755" y="736734"/>
                    <a:pt x="600080" y="740905"/>
                  </a:cubicBezTo>
                  <a:cubicBezTo>
                    <a:pt x="589632" y="743240"/>
                    <a:pt x="580103" y="748598"/>
                    <a:pt x="572678" y="756328"/>
                  </a:cubicBezTo>
                  <a:lnTo>
                    <a:pt x="262344" y="1066662"/>
                  </a:lnTo>
                  <a:cubicBezTo>
                    <a:pt x="241219" y="1088017"/>
                    <a:pt x="241219" y="1122422"/>
                    <a:pt x="262344" y="1143815"/>
                  </a:cubicBezTo>
                  <a:lnTo>
                    <a:pt x="442367" y="1323837"/>
                  </a:lnTo>
                  <a:cubicBezTo>
                    <a:pt x="382359" y="1422730"/>
                    <a:pt x="338468" y="1530763"/>
                    <a:pt x="310330" y="1646144"/>
                  </a:cubicBezTo>
                  <a:lnTo>
                    <a:pt x="54880" y="1646144"/>
                  </a:lnTo>
                  <a:cubicBezTo>
                    <a:pt x="24569" y="1646144"/>
                    <a:pt x="0" y="1670713"/>
                    <a:pt x="0" y="1701023"/>
                  </a:cubicBezTo>
                  <a:lnTo>
                    <a:pt x="0" y="2139906"/>
                  </a:lnTo>
                  <a:cubicBezTo>
                    <a:pt x="0" y="2170216"/>
                    <a:pt x="24569" y="2194785"/>
                    <a:pt x="54880" y="2194785"/>
                  </a:cubicBezTo>
                  <a:lnTo>
                    <a:pt x="312055" y="2194785"/>
                  </a:lnTo>
                  <a:cubicBezTo>
                    <a:pt x="340222" y="2309363"/>
                    <a:pt x="382739" y="2417093"/>
                    <a:pt x="442367" y="2515417"/>
                  </a:cubicBezTo>
                  <a:lnTo>
                    <a:pt x="262344" y="2695439"/>
                  </a:lnTo>
                  <a:cubicBezTo>
                    <a:pt x="241219" y="2716794"/>
                    <a:pt x="241219" y="2751199"/>
                    <a:pt x="262344" y="2772592"/>
                  </a:cubicBezTo>
                  <a:lnTo>
                    <a:pt x="572678" y="3082887"/>
                  </a:lnTo>
                  <a:cubicBezTo>
                    <a:pt x="583012" y="3093603"/>
                    <a:pt x="597248" y="3099611"/>
                    <a:pt x="612096" y="3099611"/>
                  </a:cubicBezTo>
                  <a:cubicBezTo>
                    <a:pt x="626945" y="3099611"/>
                    <a:pt x="641182" y="3093602"/>
                    <a:pt x="651514" y="3082887"/>
                  </a:cubicBezTo>
                  <a:lnTo>
                    <a:pt x="833261" y="2901179"/>
                  </a:lnTo>
                  <a:cubicBezTo>
                    <a:pt x="915388" y="2950854"/>
                    <a:pt x="1001684" y="2996549"/>
                    <a:pt x="1095599" y="3024604"/>
                  </a:cubicBezTo>
                  <a:lnTo>
                    <a:pt x="1097283" y="3024604"/>
                  </a:lnTo>
                  <a:lnTo>
                    <a:pt x="1097283" y="3401794"/>
                  </a:lnTo>
                  <a:cubicBezTo>
                    <a:pt x="1097513" y="3412892"/>
                    <a:pt x="1101110" y="3423646"/>
                    <a:pt x="1107578" y="3432677"/>
                  </a:cubicBezTo>
                  <a:lnTo>
                    <a:pt x="1381898" y="3816715"/>
                  </a:lnTo>
                  <a:cubicBezTo>
                    <a:pt x="1392231" y="3831066"/>
                    <a:pt x="1408802" y="3839600"/>
                    <a:pt x="1426483" y="3839600"/>
                  </a:cubicBezTo>
                  <a:cubicBezTo>
                    <a:pt x="1444163" y="3839600"/>
                    <a:pt x="1460734" y="3831066"/>
                    <a:pt x="1471067" y="3816715"/>
                  </a:cubicBezTo>
                  <a:lnTo>
                    <a:pt x="1745387" y="3432677"/>
                  </a:lnTo>
                  <a:cubicBezTo>
                    <a:pt x="1751855" y="3423646"/>
                    <a:pt x="1755452" y="3412892"/>
                    <a:pt x="1755682" y="3401794"/>
                  </a:cubicBezTo>
                  <a:lnTo>
                    <a:pt x="1755682" y="3026328"/>
                  </a:lnTo>
                  <a:cubicBezTo>
                    <a:pt x="1756256" y="3025754"/>
                    <a:pt x="1756830" y="3025180"/>
                    <a:pt x="1757366" y="3024606"/>
                  </a:cubicBezTo>
                  <a:cubicBezTo>
                    <a:pt x="1851281" y="2996554"/>
                    <a:pt x="1937585" y="2950860"/>
                    <a:pt x="2019704" y="2901181"/>
                  </a:cubicBezTo>
                  <a:lnTo>
                    <a:pt x="2201451" y="3082889"/>
                  </a:lnTo>
                  <a:cubicBezTo>
                    <a:pt x="2211784" y="3093605"/>
                    <a:pt x="2226020" y="3099613"/>
                    <a:pt x="2240869" y="3099613"/>
                  </a:cubicBezTo>
                  <a:cubicBezTo>
                    <a:pt x="2255717" y="3099613"/>
                    <a:pt x="2269955" y="3093604"/>
                    <a:pt x="2280287" y="3082889"/>
                  </a:cubicBezTo>
                  <a:lnTo>
                    <a:pt x="2590621" y="2772594"/>
                  </a:lnTo>
                  <a:cubicBezTo>
                    <a:pt x="2611746" y="2751201"/>
                    <a:pt x="2611746" y="2716796"/>
                    <a:pt x="2590621" y="2695441"/>
                  </a:cubicBezTo>
                  <a:lnTo>
                    <a:pt x="2410599" y="2515419"/>
                  </a:lnTo>
                  <a:cubicBezTo>
                    <a:pt x="2470223" y="2417105"/>
                    <a:pt x="2512743" y="2309375"/>
                    <a:pt x="2540910" y="2194788"/>
                  </a:cubicBezTo>
                  <a:lnTo>
                    <a:pt x="2798085" y="2194788"/>
                  </a:lnTo>
                  <a:cubicBezTo>
                    <a:pt x="2828396" y="2194788"/>
                    <a:pt x="2852965" y="2170218"/>
                    <a:pt x="2852965" y="2139908"/>
                  </a:cubicBezTo>
                  <a:lnTo>
                    <a:pt x="2852965" y="1701025"/>
                  </a:lnTo>
                  <a:cubicBezTo>
                    <a:pt x="2852965" y="1670715"/>
                    <a:pt x="2828396" y="1646146"/>
                    <a:pt x="2798085" y="1646146"/>
                  </a:cubicBezTo>
                  <a:lnTo>
                    <a:pt x="2542635" y="1646146"/>
                  </a:lnTo>
                  <a:cubicBezTo>
                    <a:pt x="2514506" y="1530765"/>
                    <a:pt x="2470610" y="1422722"/>
                    <a:pt x="2410599" y="1323839"/>
                  </a:cubicBezTo>
                  <a:lnTo>
                    <a:pt x="2590621" y="1143817"/>
                  </a:lnTo>
                  <a:cubicBezTo>
                    <a:pt x="2611746" y="1122424"/>
                    <a:pt x="2611746" y="1088019"/>
                    <a:pt x="2590621" y="1066664"/>
                  </a:cubicBezTo>
                  <a:lnTo>
                    <a:pt x="2280287" y="756330"/>
                  </a:lnTo>
                  <a:cubicBezTo>
                    <a:pt x="2269954" y="745653"/>
                    <a:pt x="2255717" y="739606"/>
                    <a:pt x="2240869" y="739606"/>
                  </a:cubicBezTo>
                  <a:cubicBezTo>
                    <a:pt x="2226020" y="739606"/>
                    <a:pt x="2211783" y="745653"/>
                    <a:pt x="2201451" y="756330"/>
                  </a:cubicBezTo>
                  <a:lnTo>
                    <a:pt x="2019704" y="938077"/>
                  </a:lnTo>
                  <a:cubicBezTo>
                    <a:pt x="1937424" y="888326"/>
                    <a:pt x="1849136" y="848793"/>
                    <a:pt x="1755681" y="819747"/>
                  </a:cubicBezTo>
                  <a:lnTo>
                    <a:pt x="1755681" y="55109"/>
                  </a:lnTo>
                  <a:cubicBezTo>
                    <a:pt x="1755681" y="24799"/>
                    <a:pt x="1731112" y="230"/>
                    <a:pt x="1700801" y="230"/>
                  </a:cubicBezTo>
                  <a:lnTo>
                    <a:pt x="1152161" y="230"/>
                  </a:lnTo>
                  <a:cubicBezTo>
                    <a:pt x="1148755" y="-77"/>
                    <a:pt x="1145311" y="-77"/>
                    <a:pt x="1141866" y="230"/>
                  </a:cubicBezTo>
                  <a:close/>
                  <a:moveTo>
                    <a:pt x="1207043" y="109946"/>
                  </a:moveTo>
                  <a:lnTo>
                    <a:pt x="1645926" y="109946"/>
                  </a:lnTo>
                  <a:lnTo>
                    <a:pt x="1645926" y="384266"/>
                  </a:lnTo>
                  <a:lnTo>
                    <a:pt x="1207043" y="384266"/>
                  </a:lnTo>
                  <a:close/>
                  <a:moveTo>
                    <a:pt x="1207043" y="493984"/>
                  </a:moveTo>
                  <a:lnTo>
                    <a:pt x="1645926" y="493984"/>
                  </a:lnTo>
                  <a:lnTo>
                    <a:pt x="1645926" y="792336"/>
                  </a:lnTo>
                  <a:cubicBezTo>
                    <a:pt x="1575088" y="777908"/>
                    <a:pt x="1501643" y="768303"/>
                    <a:pt x="1426490" y="768303"/>
                  </a:cubicBezTo>
                  <a:cubicBezTo>
                    <a:pt x="1351336" y="768303"/>
                    <a:pt x="1277887" y="777909"/>
                    <a:pt x="1207053" y="792336"/>
                  </a:cubicBezTo>
                  <a:close/>
                  <a:moveTo>
                    <a:pt x="612092" y="872898"/>
                  </a:moveTo>
                  <a:lnTo>
                    <a:pt x="781818" y="1042624"/>
                  </a:lnTo>
                  <a:cubicBezTo>
                    <a:pt x="800493" y="1061720"/>
                    <a:pt x="830153" y="1064591"/>
                    <a:pt x="852120" y="1049512"/>
                  </a:cubicBezTo>
                  <a:cubicBezTo>
                    <a:pt x="1016947" y="940323"/>
                    <a:pt x="1213694" y="878062"/>
                    <a:pt x="1426478" y="878062"/>
                  </a:cubicBezTo>
                  <a:cubicBezTo>
                    <a:pt x="1639262" y="878062"/>
                    <a:pt x="1836008" y="940328"/>
                    <a:pt x="2000835" y="1049512"/>
                  </a:cubicBezTo>
                  <a:cubicBezTo>
                    <a:pt x="2022803" y="1064591"/>
                    <a:pt x="2052461" y="1061721"/>
                    <a:pt x="2071138" y="1042624"/>
                  </a:cubicBezTo>
                  <a:lnTo>
                    <a:pt x="2240863" y="872898"/>
                  </a:lnTo>
                  <a:lnTo>
                    <a:pt x="2472321" y="1104356"/>
                  </a:lnTo>
                  <a:lnTo>
                    <a:pt x="2302595" y="1275806"/>
                  </a:lnTo>
                  <a:cubicBezTo>
                    <a:pt x="2284455" y="1294214"/>
                    <a:pt x="2281585" y="1322763"/>
                    <a:pt x="2295745" y="1344386"/>
                  </a:cubicBezTo>
                  <a:cubicBezTo>
                    <a:pt x="2368152" y="1453722"/>
                    <a:pt x="2421266" y="1578097"/>
                    <a:pt x="2448326" y="1711279"/>
                  </a:cubicBezTo>
                  <a:cubicBezTo>
                    <a:pt x="2453186" y="1736882"/>
                    <a:pt x="2475421" y="1755519"/>
                    <a:pt x="2501483" y="1755864"/>
                  </a:cubicBezTo>
                  <a:lnTo>
                    <a:pt x="2743198" y="1755864"/>
                  </a:lnTo>
                  <a:lnTo>
                    <a:pt x="2743198" y="2085067"/>
                  </a:lnTo>
                  <a:lnTo>
                    <a:pt x="2501483" y="2085067"/>
                  </a:lnTo>
                  <a:cubicBezTo>
                    <a:pt x="2475918" y="2085259"/>
                    <a:pt x="2453913" y="2103016"/>
                    <a:pt x="2448326" y="2127930"/>
                  </a:cubicBezTo>
                  <a:cubicBezTo>
                    <a:pt x="2421269" y="2261112"/>
                    <a:pt x="2368150" y="2385487"/>
                    <a:pt x="2295745" y="2494823"/>
                  </a:cubicBezTo>
                  <a:cubicBezTo>
                    <a:pt x="2281585" y="2516445"/>
                    <a:pt x="2284456" y="2544995"/>
                    <a:pt x="2302595" y="2563403"/>
                  </a:cubicBezTo>
                  <a:lnTo>
                    <a:pt x="2472321" y="2733129"/>
                  </a:lnTo>
                  <a:lnTo>
                    <a:pt x="2240863" y="2966310"/>
                  </a:lnTo>
                  <a:lnTo>
                    <a:pt x="2071138" y="2796585"/>
                  </a:lnTo>
                  <a:cubicBezTo>
                    <a:pt x="2052462" y="2777527"/>
                    <a:pt x="2022803" y="2774618"/>
                    <a:pt x="2000835" y="2789735"/>
                  </a:cubicBezTo>
                  <a:cubicBezTo>
                    <a:pt x="1925291" y="2839792"/>
                    <a:pt x="1843052" y="2878981"/>
                    <a:pt x="1755682" y="2908025"/>
                  </a:cubicBezTo>
                  <a:lnTo>
                    <a:pt x="1755682" y="2553104"/>
                  </a:lnTo>
                  <a:cubicBezTo>
                    <a:pt x="1984347" y="2434275"/>
                    <a:pt x="2139720" y="2195469"/>
                    <a:pt x="2139720" y="1920463"/>
                  </a:cubicBezTo>
                  <a:cubicBezTo>
                    <a:pt x="2139720" y="1527196"/>
                    <a:pt x="1819745" y="1207222"/>
                    <a:pt x="1426478" y="1207222"/>
                  </a:cubicBezTo>
                  <a:cubicBezTo>
                    <a:pt x="1033211" y="1207222"/>
                    <a:pt x="713236" y="1527196"/>
                    <a:pt x="713236" y="1920463"/>
                  </a:cubicBezTo>
                  <a:cubicBezTo>
                    <a:pt x="713236" y="2195469"/>
                    <a:pt x="868609" y="2434275"/>
                    <a:pt x="1097274" y="2553104"/>
                  </a:cubicBezTo>
                  <a:lnTo>
                    <a:pt x="1097274" y="2908025"/>
                  </a:lnTo>
                  <a:cubicBezTo>
                    <a:pt x="1009903" y="2878979"/>
                    <a:pt x="927666" y="2839790"/>
                    <a:pt x="852120" y="2789735"/>
                  </a:cubicBezTo>
                  <a:cubicBezTo>
                    <a:pt x="830153" y="2774618"/>
                    <a:pt x="800494" y="2777526"/>
                    <a:pt x="781818" y="2796585"/>
                  </a:cubicBezTo>
                  <a:lnTo>
                    <a:pt x="612092" y="2966310"/>
                  </a:lnTo>
                  <a:lnTo>
                    <a:pt x="380635" y="2733129"/>
                  </a:lnTo>
                  <a:lnTo>
                    <a:pt x="550361" y="2563403"/>
                  </a:lnTo>
                  <a:cubicBezTo>
                    <a:pt x="568501" y="2544995"/>
                    <a:pt x="571371" y="2516445"/>
                    <a:pt x="557211" y="2494823"/>
                  </a:cubicBezTo>
                  <a:cubicBezTo>
                    <a:pt x="484804" y="2385487"/>
                    <a:pt x="431690" y="2261112"/>
                    <a:pt x="404630" y="2127930"/>
                  </a:cubicBezTo>
                  <a:cubicBezTo>
                    <a:pt x="399043" y="2103016"/>
                    <a:pt x="377037" y="2085259"/>
                    <a:pt x="351473" y="2085067"/>
                  </a:cubicBezTo>
                  <a:lnTo>
                    <a:pt x="109758" y="2085067"/>
                  </a:lnTo>
                  <a:lnTo>
                    <a:pt x="109758" y="1755864"/>
                  </a:lnTo>
                  <a:lnTo>
                    <a:pt x="351473" y="1755864"/>
                  </a:lnTo>
                  <a:cubicBezTo>
                    <a:pt x="377535" y="1755519"/>
                    <a:pt x="399770" y="1736882"/>
                    <a:pt x="404630" y="1711279"/>
                  </a:cubicBezTo>
                  <a:cubicBezTo>
                    <a:pt x="431687" y="1578097"/>
                    <a:pt x="484806" y="1453722"/>
                    <a:pt x="557211" y="1344386"/>
                  </a:cubicBezTo>
                  <a:cubicBezTo>
                    <a:pt x="571371" y="1322763"/>
                    <a:pt x="568500" y="1294214"/>
                    <a:pt x="550361" y="1275806"/>
                  </a:cubicBezTo>
                  <a:lnTo>
                    <a:pt x="380635" y="1104356"/>
                  </a:lnTo>
                  <a:close/>
                  <a:moveTo>
                    <a:pt x="1426480" y="1316944"/>
                  </a:moveTo>
                  <a:cubicBezTo>
                    <a:pt x="1504168" y="1316944"/>
                    <a:pt x="1577797" y="1333209"/>
                    <a:pt x="1645916" y="1359806"/>
                  </a:cubicBezTo>
                  <a:lnTo>
                    <a:pt x="1645916" y="3292097"/>
                  </a:lnTo>
                  <a:lnTo>
                    <a:pt x="1207033" y="3292097"/>
                  </a:lnTo>
                  <a:lnTo>
                    <a:pt x="1207033" y="1359806"/>
                  </a:lnTo>
                  <a:cubicBezTo>
                    <a:pt x="1275154" y="1333209"/>
                    <a:pt x="1348789" y="1316944"/>
                    <a:pt x="1426470" y="1316944"/>
                  </a:cubicBezTo>
                  <a:close/>
                  <a:moveTo>
                    <a:pt x="1097276" y="1414686"/>
                  </a:moveTo>
                  <a:lnTo>
                    <a:pt x="1097276" y="2424478"/>
                  </a:lnTo>
                  <a:cubicBezTo>
                    <a:pt x="932449" y="2316974"/>
                    <a:pt x="822956" y="2132474"/>
                    <a:pt x="822956" y="1920424"/>
                  </a:cubicBezTo>
                  <a:cubicBezTo>
                    <a:pt x="822956" y="1708062"/>
                    <a:pt x="932067" y="1522190"/>
                    <a:pt x="1097276" y="1414647"/>
                  </a:cubicBezTo>
                  <a:close/>
                  <a:moveTo>
                    <a:pt x="1755673" y="1414686"/>
                  </a:moveTo>
                  <a:cubicBezTo>
                    <a:pt x="1920883" y="1522229"/>
                    <a:pt x="2029993" y="1708101"/>
                    <a:pt x="2029993" y="1920464"/>
                  </a:cubicBezTo>
                  <a:cubicBezTo>
                    <a:pt x="2029993" y="2132523"/>
                    <a:pt x="1920501" y="2317023"/>
                    <a:pt x="1755673" y="2424517"/>
                  </a:cubicBezTo>
                  <a:close/>
                  <a:moveTo>
                    <a:pt x="1220730" y="3401743"/>
                  </a:moveTo>
                  <a:lnTo>
                    <a:pt x="1632210" y="3401743"/>
                  </a:lnTo>
                  <a:lnTo>
                    <a:pt x="1426470" y="3691483"/>
                  </a:lnTo>
                  <a:close/>
                </a:path>
              </a:pathLst>
            </a:custGeom>
            <a:solidFill>
              <a:schemeClr val="bg1"/>
            </a:solidFill>
            <a:ln w="97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EA4606B1-7104-4125-2CFA-4EDDE9E23D7C}"/>
              </a:ext>
            </a:extLst>
          </p:cNvPr>
          <p:cNvSpPr txBox="1"/>
          <p:nvPr/>
        </p:nvSpPr>
        <p:spPr>
          <a:xfrm>
            <a:off x="5135319" y="2200758"/>
            <a:ext cx="273608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IN" b="1" cap="all">
                <a:solidFill>
                  <a:schemeClr val="accent3">
                    <a:lumMod val="75000"/>
                  </a:schemeClr>
                </a:solidFill>
                <a:latin typeface="+mj-lt"/>
                <a:ea typeface="Open Sans"/>
                <a:cs typeface="Open Sans"/>
              </a:rPr>
              <a:t>WIREFRAME </a:t>
            </a:r>
            <a:br>
              <a:rPr lang="en-IN" b="1" cap="all">
                <a:solidFill>
                  <a:schemeClr val="accent3">
                    <a:lumMod val="75000"/>
                  </a:schemeClr>
                </a:solidFill>
                <a:latin typeface="+mj-lt"/>
                <a:ea typeface="Open Sans"/>
                <a:cs typeface="Open Sans"/>
              </a:rPr>
            </a:br>
            <a:r>
              <a:rPr lang="en-IN" b="1" cap="all">
                <a:solidFill>
                  <a:schemeClr val="accent3">
                    <a:lumMod val="75000"/>
                  </a:schemeClr>
                </a:solidFill>
                <a:latin typeface="+mj-lt"/>
                <a:ea typeface="Open Sans"/>
                <a:cs typeface="Open Sans"/>
              </a:rPr>
              <a:t>REVIEWS</a:t>
            </a:r>
            <a:endParaRPr lang="en-IN" b="1" i="0" u="none" strike="noStrike" cap="all">
              <a:solidFill>
                <a:schemeClr val="accent3">
                  <a:lumMod val="75000"/>
                </a:schemeClr>
              </a:solidFill>
              <a:latin typeface="+mj-lt"/>
              <a:ea typeface="Open Sans"/>
              <a:cs typeface="Open Sans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D393330-C1DB-1248-1291-5B324F89A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307399" y="3065257"/>
            <a:ext cx="3564000" cy="0"/>
          </a:xfrm>
          <a:prstGeom prst="line">
            <a:avLst/>
          </a:prstGeom>
          <a:ln w="381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EC66920E-E595-9BDD-EEEE-14C77F19BC8B}"/>
              </a:ext>
            </a:extLst>
          </p:cNvPr>
          <p:cNvSpPr txBox="1"/>
          <p:nvPr/>
        </p:nvSpPr>
        <p:spPr>
          <a:xfrm>
            <a:off x="4307400" y="3278289"/>
            <a:ext cx="3564000" cy="7977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lnSpc>
                <a:spcPct val="110000"/>
              </a:lnSpc>
              <a:defRPr sz="1600">
                <a:solidFill>
                  <a:schemeClr val="accent4"/>
                </a:solidFill>
                <a:ea typeface="+mn-lt"/>
                <a:cs typeface="+mn-lt"/>
              </a:defRPr>
            </a:lvl1pPr>
          </a:lstStyle>
          <a:p>
            <a:r>
              <a:rPr lang="en-US"/>
              <a:t>We review wireframes and prototypes for accessibility patterns and anti-patterns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D3AC6F8-5F87-8C54-CFE0-EBB4577D47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54799" y="2111282"/>
            <a:ext cx="732950" cy="732950"/>
            <a:chOff x="5280182" y="4449997"/>
            <a:chExt cx="732950" cy="732950"/>
          </a:xfrm>
        </p:grpSpPr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66AE8218-5204-4656-294F-81935322B6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280182" y="4449997"/>
              <a:ext cx="732950" cy="732950"/>
            </a:xfrm>
            <a:prstGeom prst="ellipse">
              <a:avLst/>
            </a:prstGeom>
            <a:solidFill>
              <a:srgbClr val="83C93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E1220B78-A0DE-5888-387A-122B5CEE3E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5478901" y="4638288"/>
              <a:ext cx="356367" cy="356368"/>
              <a:chOff x="14417166" y="-77187"/>
              <a:chExt cx="5486400" cy="5486435"/>
            </a:xfrm>
            <a:solidFill>
              <a:schemeClr val="bg1"/>
            </a:solidFill>
          </p:grpSpPr>
          <p:sp>
            <p:nvSpPr>
              <p:cNvPr id="46" name="Freeform: Shape 59">
                <a:extLst>
                  <a:ext uri="{FF2B5EF4-FFF2-40B4-BE49-F238E27FC236}">
                    <a16:creationId xmlns:a16="http://schemas.microsoft.com/office/drawing/2014/main" id="{9F5E2EF9-F2A2-DDE5-7F54-5BDA4C837557}"/>
                  </a:ext>
                </a:extLst>
              </p:cNvPr>
              <p:cNvSpPr/>
              <p:nvPr/>
            </p:nvSpPr>
            <p:spPr>
              <a:xfrm>
                <a:off x="16560309" y="2237426"/>
                <a:ext cx="1200162" cy="3171822"/>
              </a:xfrm>
              <a:custGeom>
                <a:avLst/>
                <a:gdLst>
                  <a:gd name="connsiteX0" fmla="*/ 760730 w 1200162"/>
                  <a:gd name="connsiteY0" fmla="*/ 44049 h 3171822"/>
                  <a:gd name="connsiteX1" fmla="*/ 685797 w 1200162"/>
                  <a:gd name="connsiteY1" fmla="*/ 0 h 3171822"/>
                  <a:gd name="connsiteX2" fmla="*/ 514347 w 1200162"/>
                  <a:gd name="connsiteY2" fmla="*/ 0 h 3171822"/>
                  <a:gd name="connsiteX3" fmla="*/ 439415 w 1200162"/>
                  <a:gd name="connsiteY3" fmla="*/ 44049 h 3171822"/>
                  <a:gd name="connsiteX4" fmla="*/ 10790 w 1200162"/>
                  <a:gd name="connsiteY4" fmla="*/ 815574 h 3171822"/>
                  <a:gd name="connsiteX5" fmla="*/ 4361 w 1200162"/>
                  <a:gd name="connsiteY5" fmla="*/ 884307 h 3171822"/>
                  <a:gd name="connsiteX6" fmla="*/ 223915 w 1200162"/>
                  <a:gd name="connsiteY6" fmla="*/ 1543047 h 3171822"/>
                  <a:gd name="connsiteX7" fmla="*/ 171446 w 1200162"/>
                  <a:gd name="connsiteY7" fmla="*/ 1543047 h 3171822"/>
                  <a:gd name="connsiteX8" fmla="*/ 85721 w 1200162"/>
                  <a:gd name="connsiteY8" fmla="*/ 1628772 h 3171822"/>
                  <a:gd name="connsiteX9" fmla="*/ 85721 w 1200162"/>
                  <a:gd name="connsiteY9" fmla="*/ 1971672 h 3171822"/>
                  <a:gd name="connsiteX10" fmla="*/ 171446 w 1200162"/>
                  <a:gd name="connsiteY10" fmla="*/ 2057397 h 3171822"/>
                  <a:gd name="connsiteX11" fmla="*/ 171446 w 1200162"/>
                  <a:gd name="connsiteY11" fmla="*/ 3086097 h 3171822"/>
                  <a:gd name="connsiteX12" fmla="*/ 257171 w 1200162"/>
                  <a:gd name="connsiteY12" fmla="*/ 3171822 h 3171822"/>
                  <a:gd name="connsiteX13" fmla="*/ 942971 w 1200162"/>
                  <a:gd name="connsiteY13" fmla="*/ 3171822 h 3171822"/>
                  <a:gd name="connsiteX14" fmla="*/ 1028696 w 1200162"/>
                  <a:gd name="connsiteY14" fmla="*/ 3086097 h 3171822"/>
                  <a:gd name="connsiteX15" fmla="*/ 1028696 w 1200162"/>
                  <a:gd name="connsiteY15" fmla="*/ 2057397 h 3171822"/>
                  <a:gd name="connsiteX16" fmla="*/ 1114421 w 1200162"/>
                  <a:gd name="connsiteY16" fmla="*/ 1971672 h 3171822"/>
                  <a:gd name="connsiteX17" fmla="*/ 1114421 w 1200162"/>
                  <a:gd name="connsiteY17" fmla="*/ 1628772 h 3171822"/>
                  <a:gd name="connsiteX18" fmla="*/ 1028696 w 1200162"/>
                  <a:gd name="connsiteY18" fmla="*/ 1543047 h 3171822"/>
                  <a:gd name="connsiteX19" fmla="*/ 976227 w 1200162"/>
                  <a:gd name="connsiteY19" fmla="*/ 1543047 h 3171822"/>
                  <a:gd name="connsiteX20" fmla="*/ 1195781 w 1200162"/>
                  <a:gd name="connsiteY20" fmla="*/ 884346 h 3171822"/>
                  <a:gd name="connsiteX21" fmla="*/ 1189352 w 1200162"/>
                  <a:gd name="connsiteY21" fmla="*/ 815613 h 3171822"/>
                  <a:gd name="connsiteX22" fmla="*/ 857247 w 1200162"/>
                  <a:gd name="connsiteY22" fmla="*/ 1714462 h 3171822"/>
                  <a:gd name="connsiteX23" fmla="*/ 942972 w 1200162"/>
                  <a:gd name="connsiteY23" fmla="*/ 1714462 h 3171822"/>
                  <a:gd name="connsiteX24" fmla="*/ 942972 w 1200162"/>
                  <a:gd name="connsiteY24" fmla="*/ 1885912 h 3171822"/>
                  <a:gd name="connsiteX25" fmla="*/ 257172 w 1200162"/>
                  <a:gd name="connsiteY25" fmla="*/ 1885912 h 3171822"/>
                  <a:gd name="connsiteX26" fmla="*/ 257172 w 1200162"/>
                  <a:gd name="connsiteY26" fmla="*/ 1714462 h 3171822"/>
                  <a:gd name="connsiteX27" fmla="*/ 857247 w 1200162"/>
                  <a:gd name="connsiteY27" fmla="*/ 3000337 h 3171822"/>
                  <a:gd name="connsiteX28" fmla="*/ 342897 w 1200162"/>
                  <a:gd name="connsiteY28" fmla="*/ 3000337 h 3171822"/>
                  <a:gd name="connsiteX29" fmla="*/ 342897 w 1200162"/>
                  <a:gd name="connsiteY29" fmla="*/ 2057362 h 3171822"/>
                  <a:gd name="connsiteX30" fmla="*/ 857247 w 1200162"/>
                  <a:gd name="connsiteY30" fmla="*/ 2057362 h 3171822"/>
                  <a:gd name="connsiteX31" fmla="*/ 795441 w 1200162"/>
                  <a:gd name="connsiteY31" fmla="*/ 1543012 h 3171822"/>
                  <a:gd name="connsiteX32" fmla="*/ 685801 w 1200162"/>
                  <a:gd name="connsiteY32" fmla="*/ 1543012 h 3171822"/>
                  <a:gd name="connsiteX33" fmla="*/ 685801 w 1200162"/>
                  <a:gd name="connsiteY33" fmla="*/ 942937 h 3171822"/>
                  <a:gd name="connsiteX34" fmla="*/ 771526 w 1200162"/>
                  <a:gd name="connsiteY34" fmla="*/ 942937 h 3171822"/>
                  <a:gd name="connsiteX35" fmla="*/ 771526 w 1200162"/>
                  <a:gd name="connsiteY35" fmla="*/ 771487 h 3171822"/>
                  <a:gd name="connsiteX36" fmla="*/ 428626 w 1200162"/>
                  <a:gd name="connsiteY36" fmla="*/ 771487 h 3171822"/>
                  <a:gd name="connsiteX37" fmla="*/ 428626 w 1200162"/>
                  <a:gd name="connsiteY37" fmla="*/ 942937 h 3171822"/>
                  <a:gd name="connsiteX38" fmla="*/ 514351 w 1200162"/>
                  <a:gd name="connsiteY38" fmla="*/ 942937 h 3171822"/>
                  <a:gd name="connsiteX39" fmla="*/ 514351 w 1200162"/>
                  <a:gd name="connsiteY39" fmla="*/ 1543012 h 3171822"/>
                  <a:gd name="connsiteX40" fmla="*/ 404712 w 1200162"/>
                  <a:gd name="connsiteY40" fmla="*/ 1543012 h 3171822"/>
                  <a:gd name="connsiteX41" fmla="*/ 178995 w 1200162"/>
                  <a:gd name="connsiteY41" fmla="*/ 865863 h 3171822"/>
                  <a:gd name="connsiteX42" fmla="*/ 564758 w 1200162"/>
                  <a:gd name="connsiteY42" fmla="*/ 171412 h 3171822"/>
                  <a:gd name="connsiteX43" fmla="*/ 635327 w 1200162"/>
                  <a:gd name="connsiteY43" fmla="*/ 171412 h 3171822"/>
                  <a:gd name="connsiteX44" fmla="*/ 1021090 w 1200162"/>
                  <a:gd name="connsiteY44" fmla="*/ 865863 h 31718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</a:cxnLst>
                <a:rect l="l" t="t" r="r" b="b"/>
                <a:pathLst>
                  <a:path w="1200162" h="3171822">
                    <a:moveTo>
                      <a:pt x="760730" y="44049"/>
                    </a:moveTo>
                    <a:cubicBezTo>
                      <a:pt x="745651" y="16877"/>
                      <a:pt x="716910" y="0"/>
                      <a:pt x="685797" y="0"/>
                    </a:cubicBezTo>
                    <a:lnTo>
                      <a:pt x="514347" y="0"/>
                    </a:lnTo>
                    <a:cubicBezTo>
                      <a:pt x="483234" y="0"/>
                      <a:pt x="454493" y="16877"/>
                      <a:pt x="439415" y="44049"/>
                    </a:cubicBezTo>
                    <a:lnTo>
                      <a:pt x="10790" y="815574"/>
                    </a:lnTo>
                    <a:cubicBezTo>
                      <a:pt x="-882" y="836584"/>
                      <a:pt x="-3179" y="861536"/>
                      <a:pt x="4361" y="884307"/>
                    </a:cubicBezTo>
                    <a:lnTo>
                      <a:pt x="223915" y="1543047"/>
                    </a:lnTo>
                    <a:lnTo>
                      <a:pt x="171446" y="1543047"/>
                    </a:lnTo>
                    <a:cubicBezTo>
                      <a:pt x="124144" y="1543047"/>
                      <a:pt x="85721" y="1581471"/>
                      <a:pt x="85721" y="1628772"/>
                    </a:cubicBezTo>
                    <a:lnTo>
                      <a:pt x="85721" y="1971672"/>
                    </a:lnTo>
                    <a:cubicBezTo>
                      <a:pt x="85721" y="2018974"/>
                      <a:pt x="124144" y="2057397"/>
                      <a:pt x="171446" y="2057397"/>
                    </a:cubicBezTo>
                    <a:lnTo>
                      <a:pt x="171446" y="3086097"/>
                    </a:lnTo>
                    <a:cubicBezTo>
                      <a:pt x="171446" y="3133399"/>
                      <a:pt x="209869" y="3171822"/>
                      <a:pt x="257171" y="3171822"/>
                    </a:cubicBezTo>
                    <a:lnTo>
                      <a:pt x="942971" y="3171822"/>
                    </a:lnTo>
                    <a:cubicBezTo>
                      <a:pt x="990273" y="3171822"/>
                      <a:pt x="1028696" y="3133399"/>
                      <a:pt x="1028696" y="3086097"/>
                    </a:cubicBezTo>
                    <a:lnTo>
                      <a:pt x="1028696" y="2057397"/>
                    </a:lnTo>
                    <a:cubicBezTo>
                      <a:pt x="1075998" y="2057397"/>
                      <a:pt x="1114421" y="2018974"/>
                      <a:pt x="1114421" y="1971672"/>
                    </a:cubicBezTo>
                    <a:lnTo>
                      <a:pt x="1114421" y="1628772"/>
                    </a:lnTo>
                    <a:cubicBezTo>
                      <a:pt x="1114421" y="1581471"/>
                      <a:pt x="1075998" y="1543047"/>
                      <a:pt x="1028696" y="1543047"/>
                    </a:cubicBezTo>
                    <a:lnTo>
                      <a:pt x="976227" y="1543047"/>
                    </a:lnTo>
                    <a:lnTo>
                      <a:pt x="1195781" y="884346"/>
                    </a:lnTo>
                    <a:cubicBezTo>
                      <a:pt x="1203320" y="861537"/>
                      <a:pt x="1201101" y="836585"/>
                      <a:pt x="1189352" y="815613"/>
                    </a:cubicBezTo>
                    <a:close/>
                    <a:moveTo>
                      <a:pt x="857247" y="1714462"/>
                    </a:moveTo>
                    <a:lnTo>
                      <a:pt x="942972" y="1714462"/>
                    </a:lnTo>
                    <a:lnTo>
                      <a:pt x="942972" y="1885912"/>
                    </a:lnTo>
                    <a:lnTo>
                      <a:pt x="257172" y="1885912"/>
                    </a:lnTo>
                    <a:lnTo>
                      <a:pt x="257172" y="1714462"/>
                    </a:lnTo>
                    <a:close/>
                    <a:moveTo>
                      <a:pt x="857247" y="3000337"/>
                    </a:moveTo>
                    <a:lnTo>
                      <a:pt x="342897" y="3000337"/>
                    </a:lnTo>
                    <a:lnTo>
                      <a:pt x="342897" y="2057362"/>
                    </a:lnTo>
                    <a:lnTo>
                      <a:pt x="857247" y="2057362"/>
                    </a:lnTo>
                    <a:close/>
                    <a:moveTo>
                      <a:pt x="795441" y="1543012"/>
                    </a:moveTo>
                    <a:lnTo>
                      <a:pt x="685801" y="1543012"/>
                    </a:lnTo>
                    <a:lnTo>
                      <a:pt x="685801" y="942937"/>
                    </a:lnTo>
                    <a:lnTo>
                      <a:pt x="771526" y="942937"/>
                    </a:lnTo>
                    <a:lnTo>
                      <a:pt x="771526" y="771487"/>
                    </a:lnTo>
                    <a:lnTo>
                      <a:pt x="428626" y="771487"/>
                    </a:lnTo>
                    <a:lnTo>
                      <a:pt x="428626" y="942937"/>
                    </a:lnTo>
                    <a:lnTo>
                      <a:pt x="514351" y="942937"/>
                    </a:lnTo>
                    <a:lnTo>
                      <a:pt x="514351" y="1543012"/>
                    </a:lnTo>
                    <a:lnTo>
                      <a:pt x="404712" y="1543012"/>
                    </a:lnTo>
                    <a:lnTo>
                      <a:pt x="178995" y="865863"/>
                    </a:lnTo>
                    <a:lnTo>
                      <a:pt x="564758" y="171412"/>
                    </a:lnTo>
                    <a:lnTo>
                      <a:pt x="635327" y="171412"/>
                    </a:lnTo>
                    <a:lnTo>
                      <a:pt x="1021090" y="865863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" name="Freeform: Shape 60">
                <a:extLst>
                  <a:ext uri="{FF2B5EF4-FFF2-40B4-BE49-F238E27FC236}">
                    <a16:creationId xmlns:a16="http://schemas.microsoft.com/office/drawing/2014/main" id="{C1CD0FEC-5BE9-A7F8-5063-AA3F31E71088}"/>
                  </a:ext>
                </a:extLst>
              </p:cNvPr>
              <p:cNvSpPr/>
              <p:nvPr/>
            </p:nvSpPr>
            <p:spPr>
              <a:xfrm>
                <a:off x="15274455" y="1208688"/>
                <a:ext cx="3771900" cy="2228850"/>
              </a:xfrm>
              <a:custGeom>
                <a:avLst/>
                <a:gdLst>
                  <a:gd name="connsiteX0" fmla="*/ 1651661 w 3771900"/>
                  <a:gd name="connsiteY0" fmla="*/ 362102 h 2228850"/>
                  <a:gd name="connsiteX1" fmla="*/ 1885950 w 3771900"/>
                  <a:gd name="connsiteY1" fmla="*/ 514340 h 2228850"/>
                  <a:gd name="connsiteX2" fmla="*/ 2120161 w 3771900"/>
                  <a:gd name="connsiteY2" fmla="*/ 362259 h 2228850"/>
                  <a:gd name="connsiteX3" fmla="*/ 3419850 w 3771900"/>
                  <a:gd name="connsiteY3" fmla="*/ 1733173 h 2228850"/>
                  <a:gd name="connsiteX4" fmla="*/ 3257550 w 3771900"/>
                  <a:gd name="connsiteY4" fmla="*/ 1971675 h 2228850"/>
                  <a:gd name="connsiteX5" fmla="*/ 3514725 w 3771900"/>
                  <a:gd name="connsiteY5" fmla="*/ 2228850 h 2228850"/>
                  <a:gd name="connsiteX6" fmla="*/ 3771900 w 3771900"/>
                  <a:gd name="connsiteY6" fmla="*/ 1971675 h 2228850"/>
                  <a:gd name="connsiteX7" fmla="*/ 3591378 w 3771900"/>
                  <a:gd name="connsiteY7" fmla="*/ 1727432 h 2228850"/>
                  <a:gd name="connsiteX8" fmla="*/ 2628926 w 3771900"/>
                  <a:gd name="connsiteY8" fmla="*/ 342900 h 2228850"/>
                  <a:gd name="connsiteX9" fmla="*/ 3086100 w 3771900"/>
                  <a:gd name="connsiteY9" fmla="*/ 342900 h 2228850"/>
                  <a:gd name="connsiteX10" fmla="*/ 3086100 w 3771900"/>
                  <a:gd name="connsiteY10" fmla="*/ 428625 h 2228850"/>
                  <a:gd name="connsiteX11" fmla="*/ 3171825 w 3771900"/>
                  <a:gd name="connsiteY11" fmla="*/ 514350 h 2228850"/>
                  <a:gd name="connsiteX12" fmla="*/ 3514725 w 3771900"/>
                  <a:gd name="connsiteY12" fmla="*/ 514350 h 2228850"/>
                  <a:gd name="connsiteX13" fmla="*/ 3600450 w 3771900"/>
                  <a:gd name="connsiteY13" fmla="*/ 428625 h 2228850"/>
                  <a:gd name="connsiteX14" fmla="*/ 3600450 w 3771900"/>
                  <a:gd name="connsiteY14" fmla="*/ 85725 h 2228850"/>
                  <a:gd name="connsiteX15" fmla="*/ 3514725 w 3771900"/>
                  <a:gd name="connsiteY15" fmla="*/ 0 h 2228850"/>
                  <a:gd name="connsiteX16" fmla="*/ 3171825 w 3771900"/>
                  <a:gd name="connsiteY16" fmla="*/ 0 h 2228850"/>
                  <a:gd name="connsiteX17" fmla="*/ 3086100 w 3771900"/>
                  <a:gd name="connsiteY17" fmla="*/ 85725 h 2228850"/>
                  <a:gd name="connsiteX18" fmla="*/ 3086100 w 3771900"/>
                  <a:gd name="connsiteY18" fmla="*/ 171450 h 2228850"/>
                  <a:gd name="connsiteX19" fmla="*/ 2127361 w 3771900"/>
                  <a:gd name="connsiteY19" fmla="*/ 171450 h 2228850"/>
                  <a:gd name="connsiteX20" fmla="*/ 1885950 w 3771900"/>
                  <a:gd name="connsiteY20" fmla="*/ 0 h 2228850"/>
                  <a:gd name="connsiteX21" fmla="*/ 1644539 w 3771900"/>
                  <a:gd name="connsiteY21" fmla="*/ 171450 h 2228850"/>
                  <a:gd name="connsiteX22" fmla="*/ 685800 w 3771900"/>
                  <a:gd name="connsiteY22" fmla="*/ 171450 h 2228850"/>
                  <a:gd name="connsiteX23" fmla="*/ 685800 w 3771900"/>
                  <a:gd name="connsiteY23" fmla="*/ 85725 h 2228850"/>
                  <a:gd name="connsiteX24" fmla="*/ 600075 w 3771900"/>
                  <a:gd name="connsiteY24" fmla="*/ 0 h 2228850"/>
                  <a:gd name="connsiteX25" fmla="*/ 257175 w 3771900"/>
                  <a:gd name="connsiteY25" fmla="*/ 0 h 2228850"/>
                  <a:gd name="connsiteX26" fmla="*/ 171450 w 3771900"/>
                  <a:gd name="connsiteY26" fmla="*/ 85725 h 2228850"/>
                  <a:gd name="connsiteX27" fmla="*/ 171450 w 3771900"/>
                  <a:gd name="connsiteY27" fmla="*/ 428625 h 2228850"/>
                  <a:gd name="connsiteX28" fmla="*/ 257175 w 3771900"/>
                  <a:gd name="connsiteY28" fmla="*/ 514350 h 2228850"/>
                  <a:gd name="connsiteX29" fmla="*/ 600075 w 3771900"/>
                  <a:gd name="connsiteY29" fmla="*/ 514350 h 2228850"/>
                  <a:gd name="connsiteX30" fmla="*/ 685800 w 3771900"/>
                  <a:gd name="connsiteY30" fmla="*/ 428625 h 2228850"/>
                  <a:gd name="connsiteX31" fmla="*/ 685800 w 3771900"/>
                  <a:gd name="connsiteY31" fmla="*/ 342900 h 2228850"/>
                  <a:gd name="connsiteX32" fmla="*/ 1140642 w 3771900"/>
                  <a:gd name="connsiteY32" fmla="*/ 342900 h 2228850"/>
                  <a:gd name="connsiteX33" fmla="*/ 180522 w 3771900"/>
                  <a:gd name="connsiteY33" fmla="*/ 1727432 h 2228850"/>
                  <a:gd name="connsiteX34" fmla="*/ 0 w 3771900"/>
                  <a:gd name="connsiteY34" fmla="*/ 1971675 h 2228850"/>
                  <a:gd name="connsiteX35" fmla="*/ 257175 w 3771900"/>
                  <a:gd name="connsiteY35" fmla="*/ 2228850 h 2228850"/>
                  <a:gd name="connsiteX36" fmla="*/ 514350 w 3771900"/>
                  <a:gd name="connsiteY36" fmla="*/ 1971675 h 2228850"/>
                  <a:gd name="connsiteX37" fmla="*/ 352090 w 3771900"/>
                  <a:gd name="connsiteY37" fmla="*/ 1733095 h 2228850"/>
                  <a:gd name="connsiteX38" fmla="*/ 1651681 w 3771900"/>
                  <a:gd name="connsiteY38" fmla="*/ 362083 h 2228850"/>
                  <a:gd name="connsiteX39" fmla="*/ 3514686 w 3771900"/>
                  <a:gd name="connsiteY39" fmla="*/ 2057400 h 2228850"/>
                  <a:gd name="connsiteX40" fmla="*/ 3428961 w 3771900"/>
                  <a:gd name="connsiteY40" fmla="*/ 1971675 h 2228850"/>
                  <a:gd name="connsiteX41" fmla="*/ 3514686 w 3771900"/>
                  <a:gd name="connsiteY41" fmla="*/ 1885950 h 2228850"/>
                  <a:gd name="connsiteX42" fmla="*/ 3600411 w 3771900"/>
                  <a:gd name="connsiteY42" fmla="*/ 1971675 h 2228850"/>
                  <a:gd name="connsiteX43" fmla="*/ 3514686 w 3771900"/>
                  <a:gd name="connsiteY43" fmla="*/ 2057400 h 2228850"/>
                  <a:gd name="connsiteX44" fmla="*/ 3257511 w 3771900"/>
                  <a:gd name="connsiteY44" fmla="*/ 171450 h 2228850"/>
                  <a:gd name="connsiteX45" fmla="*/ 3428961 w 3771900"/>
                  <a:gd name="connsiteY45" fmla="*/ 171450 h 2228850"/>
                  <a:gd name="connsiteX46" fmla="*/ 3428961 w 3771900"/>
                  <a:gd name="connsiteY46" fmla="*/ 342900 h 2228850"/>
                  <a:gd name="connsiteX47" fmla="*/ 3257511 w 3771900"/>
                  <a:gd name="connsiteY47" fmla="*/ 342900 h 2228850"/>
                  <a:gd name="connsiteX48" fmla="*/ 514311 w 3771900"/>
                  <a:gd name="connsiteY48" fmla="*/ 342900 h 2228850"/>
                  <a:gd name="connsiteX49" fmla="*/ 342861 w 3771900"/>
                  <a:gd name="connsiteY49" fmla="*/ 342900 h 2228850"/>
                  <a:gd name="connsiteX50" fmla="*/ 342861 w 3771900"/>
                  <a:gd name="connsiteY50" fmla="*/ 171450 h 2228850"/>
                  <a:gd name="connsiteX51" fmla="*/ 514311 w 3771900"/>
                  <a:gd name="connsiteY51" fmla="*/ 171450 h 2228850"/>
                  <a:gd name="connsiteX52" fmla="*/ 1885911 w 3771900"/>
                  <a:gd name="connsiteY52" fmla="*/ 171450 h 2228850"/>
                  <a:gd name="connsiteX53" fmla="*/ 1971636 w 3771900"/>
                  <a:gd name="connsiteY53" fmla="*/ 257175 h 2228850"/>
                  <a:gd name="connsiteX54" fmla="*/ 1885911 w 3771900"/>
                  <a:gd name="connsiteY54" fmla="*/ 342900 h 2228850"/>
                  <a:gd name="connsiteX55" fmla="*/ 1800186 w 3771900"/>
                  <a:gd name="connsiteY55" fmla="*/ 257175 h 2228850"/>
                  <a:gd name="connsiteX56" fmla="*/ 1885911 w 3771900"/>
                  <a:gd name="connsiteY56" fmla="*/ 171450 h 2228850"/>
                  <a:gd name="connsiteX57" fmla="*/ 257136 w 3771900"/>
                  <a:gd name="connsiteY57" fmla="*/ 2057400 h 2228850"/>
                  <a:gd name="connsiteX58" fmla="*/ 171411 w 3771900"/>
                  <a:gd name="connsiteY58" fmla="*/ 1971675 h 2228850"/>
                  <a:gd name="connsiteX59" fmla="*/ 257136 w 3771900"/>
                  <a:gd name="connsiteY59" fmla="*/ 1885950 h 2228850"/>
                  <a:gd name="connsiteX60" fmla="*/ 342861 w 3771900"/>
                  <a:gd name="connsiteY60" fmla="*/ 1971675 h 2228850"/>
                  <a:gd name="connsiteX61" fmla="*/ 257136 w 3771900"/>
                  <a:gd name="connsiteY61" fmla="*/ 2057400 h 2228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</a:cxnLst>
                <a:rect l="l" t="t" r="r" b="b"/>
                <a:pathLst>
                  <a:path w="3771900" h="2228850">
                    <a:moveTo>
                      <a:pt x="1651661" y="362102"/>
                    </a:moveTo>
                    <a:cubicBezTo>
                      <a:pt x="1691960" y="451578"/>
                      <a:pt x="1781630" y="514340"/>
                      <a:pt x="1885950" y="514340"/>
                    </a:cubicBezTo>
                    <a:cubicBezTo>
                      <a:pt x="1990270" y="514340"/>
                      <a:pt x="2079865" y="451692"/>
                      <a:pt x="2120161" y="362259"/>
                    </a:cubicBezTo>
                    <a:cubicBezTo>
                      <a:pt x="2809478" y="468117"/>
                      <a:pt x="3350584" y="1038527"/>
                      <a:pt x="3419850" y="1733173"/>
                    </a:cubicBezTo>
                    <a:cubicBezTo>
                      <a:pt x="3324940" y="1770985"/>
                      <a:pt x="3257550" y="1863407"/>
                      <a:pt x="3257550" y="1971675"/>
                    </a:cubicBezTo>
                    <a:cubicBezTo>
                      <a:pt x="3257550" y="2113469"/>
                      <a:pt x="3372931" y="2228850"/>
                      <a:pt x="3514725" y="2228850"/>
                    </a:cubicBezTo>
                    <a:cubicBezTo>
                      <a:pt x="3656519" y="2228850"/>
                      <a:pt x="3771900" y="2113469"/>
                      <a:pt x="3771900" y="1971675"/>
                    </a:cubicBezTo>
                    <a:cubicBezTo>
                      <a:pt x="3771900" y="1856715"/>
                      <a:pt x="3695589" y="1760272"/>
                      <a:pt x="3591378" y="1727432"/>
                    </a:cubicBezTo>
                    <a:cubicBezTo>
                      <a:pt x="3535121" y="1122498"/>
                      <a:pt x="3157433" y="600369"/>
                      <a:pt x="2628926" y="342900"/>
                    </a:cubicBezTo>
                    <a:lnTo>
                      <a:pt x="3086100" y="342900"/>
                    </a:lnTo>
                    <a:lnTo>
                      <a:pt x="3086100" y="428625"/>
                    </a:lnTo>
                    <a:cubicBezTo>
                      <a:pt x="3086100" y="475927"/>
                      <a:pt x="3124524" y="514350"/>
                      <a:pt x="3171825" y="514350"/>
                    </a:cubicBezTo>
                    <a:lnTo>
                      <a:pt x="3514725" y="514350"/>
                    </a:lnTo>
                    <a:cubicBezTo>
                      <a:pt x="3562027" y="514350"/>
                      <a:pt x="3600450" y="475927"/>
                      <a:pt x="3600450" y="428625"/>
                    </a:cubicBezTo>
                    <a:lnTo>
                      <a:pt x="3600450" y="85725"/>
                    </a:lnTo>
                    <a:cubicBezTo>
                      <a:pt x="3600450" y="38423"/>
                      <a:pt x="3562027" y="0"/>
                      <a:pt x="3514725" y="0"/>
                    </a:cubicBezTo>
                    <a:lnTo>
                      <a:pt x="3171825" y="0"/>
                    </a:lnTo>
                    <a:cubicBezTo>
                      <a:pt x="3124524" y="0"/>
                      <a:pt x="3086100" y="38423"/>
                      <a:pt x="3086100" y="85725"/>
                    </a:cubicBezTo>
                    <a:lnTo>
                      <a:pt x="3086100" y="171450"/>
                    </a:lnTo>
                    <a:lnTo>
                      <a:pt x="2127361" y="171450"/>
                    </a:lnTo>
                    <a:cubicBezTo>
                      <a:pt x="2091885" y="71911"/>
                      <a:pt x="1997588" y="0"/>
                      <a:pt x="1885950" y="0"/>
                    </a:cubicBezTo>
                    <a:cubicBezTo>
                      <a:pt x="1774351" y="0"/>
                      <a:pt x="1680053" y="71909"/>
                      <a:pt x="1644539" y="171450"/>
                    </a:cubicBezTo>
                    <a:lnTo>
                      <a:pt x="685800" y="171450"/>
                    </a:lnTo>
                    <a:lnTo>
                      <a:pt x="685800" y="85725"/>
                    </a:lnTo>
                    <a:cubicBezTo>
                      <a:pt x="685800" y="38423"/>
                      <a:pt x="647377" y="0"/>
                      <a:pt x="600075" y="0"/>
                    </a:cubicBezTo>
                    <a:lnTo>
                      <a:pt x="257175" y="0"/>
                    </a:lnTo>
                    <a:cubicBezTo>
                      <a:pt x="209873" y="0"/>
                      <a:pt x="171450" y="38423"/>
                      <a:pt x="171450" y="85725"/>
                    </a:cubicBezTo>
                    <a:lnTo>
                      <a:pt x="171450" y="428625"/>
                    </a:lnTo>
                    <a:cubicBezTo>
                      <a:pt x="171450" y="475927"/>
                      <a:pt x="209873" y="514350"/>
                      <a:pt x="257175" y="514350"/>
                    </a:cubicBezTo>
                    <a:lnTo>
                      <a:pt x="600075" y="514350"/>
                    </a:lnTo>
                    <a:cubicBezTo>
                      <a:pt x="647377" y="514350"/>
                      <a:pt x="685800" y="475927"/>
                      <a:pt x="685800" y="428625"/>
                    </a:cubicBezTo>
                    <a:lnTo>
                      <a:pt x="685800" y="342900"/>
                    </a:lnTo>
                    <a:lnTo>
                      <a:pt x="1140642" y="342900"/>
                    </a:lnTo>
                    <a:cubicBezTo>
                      <a:pt x="612743" y="599997"/>
                      <a:pt x="236660" y="1121195"/>
                      <a:pt x="180522" y="1727432"/>
                    </a:cubicBezTo>
                    <a:cubicBezTo>
                      <a:pt x="76310" y="1760268"/>
                      <a:pt x="0" y="1856706"/>
                      <a:pt x="0" y="1971675"/>
                    </a:cubicBezTo>
                    <a:cubicBezTo>
                      <a:pt x="0" y="2113469"/>
                      <a:pt x="115381" y="2228850"/>
                      <a:pt x="257175" y="2228850"/>
                    </a:cubicBezTo>
                    <a:cubicBezTo>
                      <a:pt x="398969" y="2228850"/>
                      <a:pt x="514350" y="2113469"/>
                      <a:pt x="514350" y="1971675"/>
                    </a:cubicBezTo>
                    <a:cubicBezTo>
                      <a:pt x="514350" y="1863407"/>
                      <a:pt x="446957" y="1770990"/>
                      <a:pt x="352090" y="1733095"/>
                    </a:cubicBezTo>
                    <a:cubicBezTo>
                      <a:pt x="421244" y="1036312"/>
                      <a:pt x="961423" y="467990"/>
                      <a:pt x="1651681" y="362083"/>
                    </a:cubicBezTo>
                    <a:close/>
                    <a:moveTo>
                      <a:pt x="3514686" y="2057400"/>
                    </a:moveTo>
                    <a:cubicBezTo>
                      <a:pt x="3467461" y="2057400"/>
                      <a:pt x="3428961" y="2018900"/>
                      <a:pt x="3428961" y="1971675"/>
                    </a:cubicBezTo>
                    <a:cubicBezTo>
                      <a:pt x="3428961" y="1924450"/>
                      <a:pt x="3467461" y="1885950"/>
                      <a:pt x="3514686" y="1885950"/>
                    </a:cubicBezTo>
                    <a:cubicBezTo>
                      <a:pt x="3561911" y="1885950"/>
                      <a:pt x="3600411" y="1924450"/>
                      <a:pt x="3600411" y="1971675"/>
                    </a:cubicBezTo>
                    <a:cubicBezTo>
                      <a:pt x="3600411" y="2018900"/>
                      <a:pt x="3561911" y="2057400"/>
                      <a:pt x="3514686" y="2057400"/>
                    </a:cubicBezTo>
                    <a:close/>
                    <a:moveTo>
                      <a:pt x="3257511" y="171450"/>
                    </a:moveTo>
                    <a:lnTo>
                      <a:pt x="3428961" y="171450"/>
                    </a:lnTo>
                    <a:lnTo>
                      <a:pt x="3428961" y="342900"/>
                    </a:lnTo>
                    <a:lnTo>
                      <a:pt x="3257511" y="342900"/>
                    </a:lnTo>
                    <a:close/>
                    <a:moveTo>
                      <a:pt x="514311" y="342900"/>
                    </a:moveTo>
                    <a:lnTo>
                      <a:pt x="342861" y="342900"/>
                    </a:lnTo>
                    <a:lnTo>
                      <a:pt x="342861" y="171450"/>
                    </a:lnTo>
                    <a:lnTo>
                      <a:pt x="514311" y="171450"/>
                    </a:lnTo>
                    <a:close/>
                    <a:moveTo>
                      <a:pt x="1885911" y="171450"/>
                    </a:moveTo>
                    <a:cubicBezTo>
                      <a:pt x="1933136" y="171450"/>
                      <a:pt x="1971636" y="209950"/>
                      <a:pt x="1971636" y="257175"/>
                    </a:cubicBezTo>
                    <a:cubicBezTo>
                      <a:pt x="1971636" y="304400"/>
                      <a:pt x="1933136" y="342900"/>
                      <a:pt x="1885911" y="342900"/>
                    </a:cubicBezTo>
                    <a:cubicBezTo>
                      <a:pt x="1838686" y="342900"/>
                      <a:pt x="1800186" y="304400"/>
                      <a:pt x="1800186" y="257175"/>
                    </a:cubicBezTo>
                    <a:cubicBezTo>
                      <a:pt x="1800186" y="209950"/>
                      <a:pt x="1838686" y="171450"/>
                      <a:pt x="1885911" y="171450"/>
                    </a:cubicBezTo>
                    <a:close/>
                    <a:moveTo>
                      <a:pt x="257136" y="2057400"/>
                    </a:moveTo>
                    <a:cubicBezTo>
                      <a:pt x="209911" y="2057400"/>
                      <a:pt x="171411" y="2018900"/>
                      <a:pt x="171411" y="1971675"/>
                    </a:cubicBezTo>
                    <a:cubicBezTo>
                      <a:pt x="171411" y="1924450"/>
                      <a:pt x="209911" y="1885950"/>
                      <a:pt x="257136" y="1885950"/>
                    </a:cubicBezTo>
                    <a:cubicBezTo>
                      <a:pt x="304361" y="1885950"/>
                      <a:pt x="342861" y="1924450"/>
                      <a:pt x="342861" y="1971675"/>
                    </a:cubicBezTo>
                    <a:cubicBezTo>
                      <a:pt x="342861" y="2018900"/>
                      <a:pt x="304361" y="2057400"/>
                      <a:pt x="257136" y="2057400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" name="Freeform: Shape 61">
                <a:extLst>
                  <a:ext uri="{FF2B5EF4-FFF2-40B4-BE49-F238E27FC236}">
                    <a16:creationId xmlns:a16="http://schemas.microsoft.com/office/drawing/2014/main" id="{CE277D6A-861E-DAA5-210C-038C61D1B2DF}"/>
                  </a:ext>
                </a:extLst>
              </p:cNvPr>
              <p:cNvSpPr/>
              <p:nvPr/>
            </p:nvSpPr>
            <p:spPr>
              <a:xfrm>
                <a:off x="14417166" y="-77187"/>
                <a:ext cx="5486400" cy="4800600"/>
              </a:xfrm>
              <a:custGeom>
                <a:avLst/>
                <a:gdLst>
                  <a:gd name="connsiteX0" fmla="*/ 5400675 w 5486400"/>
                  <a:gd name="connsiteY0" fmla="*/ 0 h 4800600"/>
                  <a:gd name="connsiteX1" fmla="*/ 85725 w 5486400"/>
                  <a:gd name="connsiteY1" fmla="*/ 0 h 4800600"/>
                  <a:gd name="connsiteX2" fmla="*/ 0 w 5486400"/>
                  <a:gd name="connsiteY2" fmla="*/ 85725 h 4800600"/>
                  <a:gd name="connsiteX3" fmla="*/ 0 w 5486400"/>
                  <a:gd name="connsiteY3" fmla="*/ 4714875 h 4800600"/>
                  <a:gd name="connsiteX4" fmla="*/ 85725 w 5486400"/>
                  <a:gd name="connsiteY4" fmla="*/ 4800600 h 4800600"/>
                  <a:gd name="connsiteX5" fmla="*/ 2143125 w 5486400"/>
                  <a:gd name="connsiteY5" fmla="*/ 4800600 h 4800600"/>
                  <a:gd name="connsiteX6" fmla="*/ 2143125 w 5486400"/>
                  <a:gd name="connsiteY6" fmla="*/ 4629150 h 4800600"/>
                  <a:gd name="connsiteX7" fmla="*/ 171450 w 5486400"/>
                  <a:gd name="connsiteY7" fmla="*/ 4629150 h 4800600"/>
                  <a:gd name="connsiteX8" fmla="*/ 171450 w 5486400"/>
                  <a:gd name="connsiteY8" fmla="*/ 857250 h 4800600"/>
                  <a:gd name="connsiteX9" fmla="*/ 5314950 w 5486400"/>
                  <a:gd name="connsiteY9" fmla="*/ 857250 h 4800600"/>
                  <a:gd name="connsiteX10" fmla="*/ 5314950 w 5486400"/>
                  <a:gd name="connsiteY10" fmla="*/ 4629150 h 4800600"/>
                  <a:gd name="connsiteX11" fmla="*/ 3343275 w 5486400"/>
                  <a:gd name="connsiteY11" fmla="*/ 4629150 h 4800600"/>
                  <a:gd name="connsiteX12" fmla="*/ 3343275 w 5486400"/>
                  <a:gd name="connsiteY12" fmla="*/ 4800600 h 4800600"/>
                  <a:gd name="connsiteX13" fmla="*/ 5400675 w 5486400"/>
                  <a:gd name="connsiteY13" fmla="*/ 4800600 h 4800600"/>
                  <a:gd name="connsiteX14" fmla="*/ 5486400 w 5486400"/>
                  <a:gd name="connsiteY14" fmla="*/ 4714875 h 4800600"/>
                  <a:gd name="connsiteX15" fmla="*/ 5486400 w 5486400"/>
                  <a:gd name="connsiteY15" fmla="*/ 85725 h 4800600"/>
                  <a:gd name="connsiteX16" fmla="*/ 5400675 w 5486400"/>
                  <a:gd name="connsiteY16" fmla="*/ 0 h 4800600"/>
                  <a:gd name="connsiteX17" fmla="*/ 171450 w 5486400"/>
                  <a:gd name="connsiteY17" fmla="*/ 685800 h 4800600"/>
                  <a:gd name="connsiteX18" fmla="*/ 171450 w 5486400"/>
                  <a:gd name="connsiteY18" fmla="*/ 171450 h 4800600"/>
                  <a:gd name="connsiteX19" fmla="*/ 5314950 w 5486400"/>
                  <a:gd name="connsiteY19" fmla="*/ 171450 h 4800600"/>
                  <a:gd name="connsiteX20" fmla="*/ 5314950 w 5486400"/>
                  <a:gd name="connsiteY20" fmla="*/ 685800 h 4800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5486400" h="4800600">
                    <a:moveTo>
                      <a:pt x="5400675" y="0"/>
                    </a:moveTo>
                    <a:lnTo>
                      <a:pt x="85725" y="0"/>
                    </a:lnTo>
                    <a:cubicBezTo>
                      <a:pt x="38423" y="0"/>
                      <a:pt x="0" y="38423"/>
                      <a:pt x="0" y="85725"/>
                    </a:cubicBezTo>
                    <a:lnTo>
                      <a:pt x="0" y="4714875"/>
                    </a:lnTo>
                    <a:cubicBezTo>
                      <a:pt x="0" y="4762177"/>
                      <a:pt x="38423" y="4800600"/>
                      <a:pt x="85725" y="4800600"/>
                    </a:cubicBezTo>
                    <a:lnTo>
                      <a:pt x="2143125" y="4800600"/>
                    </a:lnTo>
                    <a:lnTo>
                      <a:pt x="2143125" y="4629150"/>
                    </a:lnTo>
                    <a:lnTo>
                      <a:pt x="171450" y="4629150"/>
                    </a:lnTo>
                    <a:lnTo>
                      <a:pt x="171450" y="857250"/>
                    </a:lnTo>
                    <a:lnTo>
                      <a:pt x="5314950" y="857250"/>
                    </a:lnTo>
                    <a:lnTo>
                      <a:pt x="5314950" y="4629150"/>
                    </a:lnTo>
                    <a:lnTo>
                      <a:pt x="3343275" y="4629150"/>
                    </a:lnTo>
                    <a:lnTo>
                      <a:pt x="3343275" y="4800600"/>
                    </a:lnTo>
                    <a:lnTo>
                      <a:pt x="5400675" y="4800600"/>
                    </a:lnTo>
                    <a:cubicBezTo>
                      <a:pt x="5447977" y="4800600"/>
                      <a:pt x="5486400" y="4762177"/>
                      <a:pt x="5486400" y="4714875"/>
                    </a:cubicBezTo>
                    <a:lnTo>
                      <a:pt x="5486400" y="85725"/>
                    </a:lnTo>
                    <a:cubicBezTo>
                      <a:pt x="5486400" y="38423"/>
                      <a:pt x="5447977" y="0"/>
                      <a:pt x="5400675" y="0"/>
                    </a:cubicBezTo>
                    <a:close/>
                    <a:moveTo>
                      <a:pt x="171450" y="685800"/>
                    </a:moveTo>
                    <a:lnTo>
                      <a:pt x="171450" y="171450"/>
                    </a:lnTo>
                    <a:lnTo>
                      <a:pt x="5314950" y="171450"/>
                    </a:lnTo>
                    <a:lnTo>
                      <a:pt x="5314950" y="685800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" name="Freeform: Shape 65">
                <a:extLst>
                  <a:ext uri="{FF2B5EF4-FFF2-40B4-BE49-F238E27FC236}">
                    <a16:creationId xmlns:a16="http://schemas.microsoft.com/office/drawing/2014/main" id="{E87B3363-0072-47D1-6755-7B4854AC559F}"/>
                  </a:ext>
                </a:extLst>
              </p:cNvPr>
              <p:cNvSpPr/>
              <p:nvPr/>
            </p:nvSpPr>
            <p:spPr>
              <a:xfrm>
                <a:off x="14931516" y="265713"/>
                <a:ext cx="171450" cy="171450"/>
              </a:xfrm>
              <a:custGeom>
                <a:avLst/>
                <a:gdLst>
                  <a:gd name="connsiteX0" fmla="*/ 0 w 171450"/>
                  <a:gd name="connsiteY0" fmla="*/ 0 h 171450"/>
                  <a:gd name="connsiteX1" fmla="*/ 171450 w 171450"/>
                  <a:gd name="connsiteY1" fmla="*/ 0 h 171450"/>
                  <a:gd name="connsiteX2" fmla="*/ 171450 w 171450"/>
                  <a:gd name="connsiteY2" fmla="*/ 171450 h 171450"/>
                  <a:gd name="connsiteX3" fmla="*/ 0 w 171450"/>
                  <a:gd name="connsiteY3" fmla="*/ 171450 h 171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1450" h="171450">
                    <a:moveTo>
                      <a:pt x="0" y="0"/>
                    </a:moveTo>
                    <a:lnTo>
                      <a:pt x="171450" y="0"/>
                    </a:lnTo>
                    <a:lnTo>
                      <a:pt x="171450" y="171450"/>
                    </a:lnTo>
                    <a:lnTo>
                      <a:pt x="0" y="171450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0" name="Freeform: Shape 66">
                <a:extLst>
                  <a:ext uri="{FF2B5EF4-FFF2-40B4-BE49-F238E27FC236}">
                    <a16:creationId xmlns:a16="http://schemas.microsoft.com/office/drawing/2014/main" id="{B258C67A-6D54-5832-2142-7B7D48E220DF}"/>
                  </a:ext>
                </a:extLst>
              </p:cNvPr>
              <p:cNvSpPr/>
              <p:nvPr/>
            </p:nvSpPr>
            <p:spPr>
              <a:xfrm>
                <a:off x="15274416" y="265713"/>
                <a:ext cx="171450" cy="171450"/>
              </a:xfrm>
              <a:custGeom>
                <a:avLst/>
                <a:gdLst>
                  <a:gd name="connsiteX0" fmla="*/ 0 w 171450"/>
                  <a:gd name="connsiteY0" fmla="*/ 0 h 171450"/>
                  <a:gd name="connsiteX1" fmla="*/ 171450 w 171450"/>
                  <a:gd name="connsiteY1" fmla="*/ 0 h 171450"/>
                  <a:gd name="connsiteX2" fmla="*/ 171450 w 171450"/>
                  <a:gd name="connsiteY2" fmla="*/ 171450 h 171450"/>
                  <a:gd name="connsiteX3" fmla="*/ 0 w 171450"/>
                  <a:gd name="connsiteY3" fmla="*/ 171450 h 171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1450" h="171450">
                    <a:moveTo>
                      <a:pt x="0" y="0"/>
                    </a:moveTo>
                    <a:lnTo>
                      <a:pt x="171450" y="0"/>
                    </a:lnTo>
                    <a:lnTo>
                      <a:pt x="171450" y="171450"/>
                    </a:lnTo>
                    <a:lnTo>
                      <a:pt x="0" y="171450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" name="Freeform: Shape 67">
                <a:extLst>
                  <a:ext uri="{FF2B5EF4-FFF2-40B4-BE49-F238E27FC236}">
                    <a16:creationId xmlns:a16="http://schemas.microsoft.com/office/drawing/2014/main" id="{7A576813-FBB7-6A1F-803B-EF2B19120CAB}"/>
                  </a:ext>
                </a:extLst>
              </p:cNvPr>
              <p:cNvSpPr/>
              <p:nvPr/>
            </p:nvSpPr>
            <p:spPr>
              <a:xfrm>
                <a:off x="15617316" y="265713"/>
                <a:ext cx="171450" cy="171450"/>
              </a:xfrm>
              <a:custGeom>
                <a:avLst/>
                <a:gdLst>
                  <a:gd name="connsiteX0" fmla="*/ 0 w 171450"/>
                  <a:gd name="connsiteY0" fmla="*/ 0 h 171450"/>
                  <a:gd name="connsiteX1" fmla="*/ 171450 w 171450"/>
                  <a:gd name="connsiteY1" fmla="*/ 0 h 171450"/>
                  <a:gd name="connsiteX2" fmla="*/ 171450 w 171450"/>
                  <a:gd name="connsiteY2" fmla="*/ 171450 h 171450"/>
                  <a:gd name="connsiteX3" fmla="*/ 0 w 171450"/>
                  <a:gd name="connsiteY3" fmla="*/ 171450 h 171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1450" h="171450">
                    <a:moveTo>
                      <a:pt x="0" y="0"/>
                    </a:moveTo>
                    <a:lnTo>
                      <a:pt x="171450" y="0"/>
                    </a:lnTo>
                    <a:lnTo>
                      <a:pt x="171450" y="171450"/>
                    </a:lnTo>
                    <a:lnTo>
                      <a:pt x="0" y="171450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" name="Freeform: Shape 68">
                <a:extLst>
                  <a:ext uri="{FF2B5EF4-FFF2-40B4-BE49-F238E27FC236}">
                    <a16:creationId xmlns:a16="http://schemas.microsoft.com/office/drawing/2014/main" id="{B1EECD81-13BD-405F-3FF6-18699ABF0673}"/>
                  </a:ext>
                </a:extLst>
              </p:cNvPr>
              <p:cNvSpPr/>
              <p:nvPr/>
            </p:nvSpPr>
            <p:spPr>
              <a:xfrm>
                <a:off x="18874866" y="265713"/>
                <a:ext cx="514350" cy="171450"/>
              </a:xfrm>
              <a:custGeom>
                <a:avLst/>
                <a:gdLst>
                  <a:gd name="connsiteX0" fmla="*/ 0 w 514350"/>
                  <a:gd name="connsiteY0" fmla="*/ 0 h 171450"/>
                  <a:gd name="connsiteX1" fmla="*/ 514350 w 514350"/>
                  <a:gd name="connsiteY1" fmla="*/ 0 h 171450"/>
                  <a:gd name="connsiteX2" fmla="*/ 514350 w 514350"/>
                  <a:gd name="connsiteY2" fmla="*/ 171450 h 171450"/>
                  <a:gd name="connsiteX3" fmla="*/ 0 w 514350"/>
                  <a:gd name="connsiteY3" fmla="*/ 171450 h 171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14350" h="171450">
                    <a:moveTo>
                      <a:pt x="0" y="0"/>
                    </a:moveTo>
                    <a:lnTo>
                      <a:pt x="514350" y="0"/>
                    </a:lnTo>
                    <a:lnTo>
                      <a:pt x="514350" y="171450"/>
                    </a:lnTo>
                    <a:lnTo>
                      <a:pt x="0" y="171450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" name="Freeform: Shape 69">
                <a:extLst>
                  <a:ext uri="{FF2B5EF4-FFF2-40B4-BE49-F238E27FC236}">
                    <a16:creationId xmlns:a16="http://schemas.microsoft.com/office/drawing/2014/main" id="{6D3227C4-0A64-3C9F-F96A-772C5D1BC178}"/>
                  </a:ext>
                </a:extLst>
              </p:cNvPr>
              <p:cNvSpPr/>
              <p:nvPr/>
            </p:nvSpPr>
            <p:spPr>
              <a:xfrm>
                <a:off x="17074641" y="4551963"/>
                <a:ext cx="171450" cy="342900"/>
              </a:xfrm>
              <a:custGeom>
                <a:avLst/>
                <a:gdLst>
                  <a:gd name="connsiteX0" fmla="*/ 0 w 171450"/>
                  <a:gd name="connsiteY0" fmla="*/ 0 h 342900"/>
                  <a:gd name="connsiteX1" fmla="*/ 171450 w 171450"/>
                  <a:gd name="connsiteY1" fmla="*/ 0 h 342900"/>
                  <a:gd name="connsiteX2" fmla="*/ 171450 w 171450"/>
                  <a:gd name="connsiteY2" fmla="*/ 342900 h 342900"/>
                  <a:gd name="connsiteX3" fmla="*/ 0 w 171450"/>
                  <a:gd name="connsiteY3" fmla="*/ 342900 h 3429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1450" h="342900">
                    <a:moveTo>
                      <a:pt x="0" y="0"/>
                    </a:moveTo>
                    <a:lnTo>
                      <a:pt x="171450" y="0"/>
                    </a:lnTo>
                    <a:lnTo>
                      <a:pt x="171450" y="342900"/>
                    </a:lnTo>
                    <a:lnTo>
                      <a:pt x="0" y="342900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AA017BCF-C1F0-D14C-446E-A33AC880BDCE}"/>
              </a:ext>
            </a:extLst>
          </p:cNvPr>
          <p:cNvSpPr txBox="1"/>
          <p:nvPr/>
        </p:nvSpPr>
        <p:spPr>
          <a:xfrm>
            <a:off x="9092132" y="2200758"/>
            <a:ext cx="2721002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IN" b="1" cap="all">
                <a:solidFill>
                  <a:srgbClr val="83C937"/>
                </a:solidFill>
                <a:latin typeface="+mj-lt"/>
                <a:ea typeface="Open Sans"/>
                <a:cs typeface="Open Sans"/>
              </a:rPr>
              <a:t>Accessibility during design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F58A0533-FB36-7EC0-36CB-E6D390924D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254799" y="3065257"/>
            <a:ext cx="3564000" cy="0"/>
          </a:xfrm>
          <a:prstGeom prst="line">
            <a:avLst/>
          </a:prstGeom>
          <a:ln w="38100">
            <a:solidFill>
              <a:srgbClr val="83C93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001D14ED-C6C0-0DC2-4989-6F0ACF42C9FE}"/>
              </a:ext>
            </a:extLst>
          </p:cNvPr>
          <p:cNvSpPr txBox="1"/>
          <p:nvPr/>
        </p:nvSpPr>
        <p:spPr>
          <a:xfrm>
            <a:off x="8254799" y="3278289"/>
            <a:ext cx="3565725" cy="7977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lnSpc>
                <a:spcPct val="110000"/>
              </a:lnSpc>
              <a:defRPr sz="1600">
                <a:solidFill>
                  <a:schemeClr val="accent4"/>
                </a:solidFill>
                <a:ea typeface="+mn-lt"/>
                <a:cs typeface="+mn-lt"/>
              </a:defRPr>
            </a:lvl1pPr>
          </a:lstStyle>
          <a:p>
            <a:r>
              <a:rPr lang="en-US"/>
              <a:t>We help catch </a:t>
            </a:r>
            <a:r>
              <a:rPr lang="en-US" err="1"/>
              <a:t>upto</a:t>
            </a:r>
            <a:r>
              <a:rPr lang="en-US"/>
              <a:t> 60% of accessibility problems during design saving you costly changes later.</a:t>
            </a:r>
          </a:p>
        </p:txBody>
      </p:sp>
    </p:spTree>
    <p:extLst>
      <p:ext uri="{BB962C8B-B14F-4D97-AF65-F5344CB8AC3E}">
        <p14:creationId xmlns:p14="http://schemas.microsoft.com/office/powerpoint/2010/main" val="18092689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37A68DA-3F9F-41AD-B06C-111243E38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DB023-C1A5-4ABF-B6D8-70426759D17D}" type="slidenum">
              <a:rPr lang="en-IN" smtClean="0"/>
              <a:pPr/>
              <a:t>8</a:t>
            </a:fld>
            <a:endParaRPr lang="en-IN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5E80926-CA19-4B47-A0EB-42101A1F1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999" y="360000"/>
            <a:ext cx="11458800" cy="769441"/>
          </a:xfrm>
        </p:spPr>
        <p:txBody>
          <a:bodyPr/>
          <a:lstStyle/>
          <a:p>
            <a:r>
              <a:rPr lang="en-IN" sz="1800">
                <a:solidFill>
                  <a:schemeClr val="tx1">
                    <a:lumMod val="50000"/>
                    <a:lumOff val="50000"/>
                  </a:schemeClr>
                </a:solidFill>
                <a:ea typeface="+mj-lt"/>
                <a:cs typeface="+mj-lt"/>
              </a:rPr>
              <a:t>Accessibility Testing:</a:t>
            </a:r>
            <a:endParaRPr lang="en-US" sz="1800" b="0">
              <a:solidFill>
                <a:schemeClr val="tx1">
                  <a:lumMod val="50000"/>
                  <a:lumOff val="50000"/>
                </a:schemeClr>
              </a:solidFill>
              <a:ea typeface="+mj-lt"/>
              <a:cs typeface="+mj-lt"/>
            </a:endParaRPr>
          </a:p>
          <a:p>
            <a:r>
              <a:rPr lang="en-US"/>
              <a:t>Test your applications for accessibility compliance</a:t>
            </a:r>
            <a:endParaRPr lang="en-US">
              <a:ea typeface="Open Sans"/>
              <a:cs typeface="Open Sans"/>
            </a:endParaRP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20C7027D-96FC-3916-AF08-9D43475BF8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59999" y="2111282"/>
            <a:ext cx="732950" cy="732950"/>
            <a:chOff x="359999" y="2111282"/>
            <a:chExt cx="732950" cy="732950"/>
          </a:xfrm>
        </p:grpSpPr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05B2F910-C0D6-A3A0-35E8-4948AB4FCD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59999" y="2111282"/>
              <a:ext cx="732950" cy="7329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C5688896-6918-8CBE-996E-80C1241DF2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572711" y="2287480"/>
              <a:ext cx="307525" cy="380552"/>
              <a:chOff x="895941" y="8545629"/>
              <a:chExt cx="3178729" cy="3933575"/>
            </a:xfrm>
            <a:solidFill>
              <a:schemeClr val="bg1"/>
            </a:solidFill>
          </p:grpSpPr>
          <p:sp>
            <p:nvSpPr>
              <p:cNvPr id="52" name="Freeform: Shape 213">
                <a:extLst>
                  <a:ext uri="{FF2B5EF4-FFF2-40B4-BE49-F238E27FC236}">
                    <a16:creationId xmlns:a16="http://schemas.microsoft.com/office/drawing/2014/main" id="{0BFCA8BE-B43C-2099-A661-FD393D495FE2}"/>
                  </a:ext>
                </a:extLst>
              </p:cNvPr>
              <p:cNvSpPr/>
              <p:nvPr/>
            </p:nvSpPr>
            <p:spPr>
              <a:xfrm>
                <a:off x="1812113" y="9258868"/>
                <a:ext cx="1377068" cy="98737"/>
              </a:xfrm>
              <a:custGeom>
                <a:avLst/>
                <a:gdLst>
                  <a:gd name="connsiteX0" fmla="*/ 49369 w 1377068"/>
                  <a:gd name="connsiteY0" fmla="*/ 98738 h 98737"/>
                  <a:gd name="connsiteX1" fmla="*/ 1327700 w 1377068"/>
                  <a:gd name="connsiteY1" fmla="*/ 98738 h 98737"/>
                  <a:gd name="connsiteX2" fmla="*/ 1377069 w 1377068"/>
                  <a:gd name="connsiteY2" fmla="*/ 49369 h 98737"/>
                  <a:gd name="connsiteX3" fmla="*/ 1327700 w 1377068"/>
                  <a:gd name="connsiteY3" fmla="*/ 0 h 98737"/>
                  <a:gd name="connsiteX4" fmla="*/ 49369 w 1377068"/>
                  <a:gd name="connsiteY4" fmla="*/ 0 h 98737"/>
                  <a:gd name="connsiteX5" fmla="*/ 0 w 1377068"/>
                  <a:gd name="connsiteY5" fmla="*/ 49369 h 98737"/>
                  <a:gd name="connsiteX6" fmla="*/ 49369 w 1377068"/>
                  <a:gd name="connsiteY6" fmla="*/ 98738 h 987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377068" h="98737">
                    <a:moveTo>
                      <a:pt x="49369" y="98738"/>
                    </a:moveTo>
                    <a:lnTo>
                      <a:pt x="1327700" y="98738"/>
                    </a:lnTo>
                    <a:cubicBezTo>
                      <a:pt x="1355140" y="98738"/>
                      <a:pt x="1377069" y="76809"/>
                      <a:pt x="1377069" y="49369"/>
                    </a:cubicBezTo>
                    <a:cubicBezTo>
                      <a:pt x="1377069" y="21929"/>
                      <a:pt x="1355140" y="0"/>
                      <a:pt x="1327700" y="0"/>
                    </a:cubicBezTo>
                    <a:lnTo>
                      <a:pt x="49369" y="0"/>
                    </a:lnTo>
                    <a:cubicBezTo>
                      <a:pt x="21929" y="0"/>
                      <a:pt x="0" y="21929"/>
                      <a:pt x="0" y="49369"/>
                    </a:cubicBezTo>
                    <a:cubicBezTo>
                      <a:pt x="5473" y="76809"/>
                      <a:pt x="21967" y="98738"/>
                      <a:pt x="49369" y="98738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" name="Freeform: Shape 214">
                <a:extLst>
                  <a:ext uri="{FF2B5EF4-FFF2-40B4-BE49-F238E27FC236}">
                    <a16:creationId xmlns:a16="http://schemas.microsoft.com/office/drawing/2014/main" id="{BEA8DF91-AA03-B436-8F8E-C023D22BC668}"/>
                  </a:ext>
                </a:extLst>
              </p:cNvPr>
              <p:cNvSpPr/>
              <p:nvPr/>
            </p:nvSpPr>
            <p:spPr>
              <a:xfrm>
                <a:off x="1340282" y="9851400"/>
                <a:ext cx="1854385" cy="98737"/>
              </a:xfrm>
              <a:custGeom>
                <a:avLst/>
                <a:gdLst>
                  <a:gd name="connsiteX0" fmla="*/ 49369 w 1854385"/>
                  <a:gd name="connsiteY0" fmla="*/ 98738 h 98737"/>
                  <a:gd name="connsiteX1" fmla="*/ 1805017 w 1854385"/>
                  <a:gd name="connsiteY1" fmla="*/ 98738 h 98737"/>
                  <a:gd name="connsiteX2" fmla="*/ 1854386 w 1854385"/>
                  <a:gd name="connsiteY2" fmla="*/ 49369 h 98737"/>
                  <a:gd name="connsiteX3" fmla="*/ 1805017 w 1854385"/>
                  <a:gd name="connsiteY3" fmla="*/ 0 h 98737"/>
                  <a:gd name="connsiteX4" fmla="*/ 49369 w 1854385"/>
                  <a:gd name="connsiteY4" fmla="*/ 0 h 98737"/>
                  <a:gd name="connsiteX5" fmla="*/ 0 w 1854385"/>
                  <a:gd name="connsiteY5" fmla="*/ 49369 h 98737"/>
                  <a:gd name="connsiteX6" fmla="*/ 49369 w 1854385"/>
                  <a:gd name="connsiteY6" fmla="*/ 98738 h 987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4385" h="98737">
                    <a:moveTo>
                      <a:pt x="49369" y="98738"/>
                    </a:moveTo>
                    <a:lnTo>
                      <a:pt x="1805017" y="98738"/>
                    </a:lnTo>
                    <a:cubicBezTo>
                      <a:pt x="1832457" y="98738"/>
                      <a:pt x="1854386" y="76809"/>
                      <a:pt x="1854386" y="49369"/>
                    </a:cubicBezTo>
                    <a:cubicBezTo>
                      <a:pt x="1854386" y="21929"/>
                      <a:pt x="1832457" y="0"/>
                      <a:pt x="1805017" y="0"/>
                    </a:cubicBezTo>
                    <a:lnTo>
                      <a:pt x="49369" y="0"/>
                    </a:lnTo>
                    <a:cubicBezTo>
                      <a:pt x="21929" y="0"/>
                      <a:pt x="0" y="21929"/>
                      <a:pt x="0" y="49369"/>
                    </a:cubicBezTo>
                    <a:cubicBezTo>
                      <a:pt x="0" y="76770"/>
                      <a:pt x="21967" y="98738"/>
                      <a:pt x="49369" y="98738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0" name="Freeform: Shape 215">
                <a:extLst>
                  <a:ext uri="{FF2B5EF4-FFF2-40B4-BE49-F238E27FC236}">
                    <a16:creationId xmlns:a16="http://schemas.microsoft.com/office/drawing/2014/main" id="{30C7DF25-95B1-C86B-83EE-0E5118086154}"/>
                  </a:ext>
                </a:extLst>
              </p:cNvPr>
              <p:cNvSpPr/>
              <p:nvPr/>
            </p:nvSpPr>
            <p:spPr>
              <a:xfrm>
                <a:off x="1340282" y="10443931"/>
                <a:ext cx="1854385" cy="98737"/>
              </a:xfrm>
              <a:custGeom>
                <a:avLst/>
                <a:gdLst>
                  <a:gd name="connsiteX0" fmla="*/ 49369 w 1854385"/>
                  <a:gd name="connsiteY0" fmla="*/ 98737 h 98737"/>
                  <a:gd name="connsiteX1" fmla="*/ 1805017 w 1854385"/>
                  <a:gd name="connsiteY1" fmla="*/ 98737 h 98737"/>
                  <a:gd name="connsiteX2" fmla="*/ 1854386 w 1854385"/>
                  <a:gd name="connsiteY2" fmla="*/ 49369 h 98737"/>
                  <a:gd name="connsiteX3" fmla="*/ 1805017 w 1854385"/>
                  <a:gd name="connsiteY3" fmla="*/ 0 h 98737"/>
                  <a:gd name="connsiteX4" fmla="*/ 49369 w 1854385"/>
                  <a:gd name="connsiteY4" fmla="*/ 0 h 98737"/>
                  <a:gd name="connsiteX5" fmla="*/ 0 w 1854385"/>
                  <a:gd name="connsiteY5" fmla="*/ 49369 h 98737"/>
                  <a:gd name="connsiteX6" fmla="*/ 49369 w 1854385"/>
                  <a:gd name="connsiteY6" fmla="*/ 98737 h 987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4385" h="98737">
                    <a:moveTo>
                      <a:pt x="49369" y="98737"/>
                    </a:moveTo>
                    <a:lnTo>
                      <a:pt x="1805017" y="98737"/>
                    </a:lnTo>
                    <a:cubicBezTo>
                      <a:pt x="1832457" y="98737"/>
                      <a:pt x="1854386" y="76809"/>
                      <a:pt x="1854386" y="49369"/>
                    </a:cubicBezTo>
                    <a:cubicBezTo>
                      <a:pt x="1854386" y="21929"/>
                      <a:pt x="1832457" y="0"/>
                      <a:pt x="1805017" y="0"/>
                    </a:cubicBezTo>
                    <a:lnTo>
                      <a:pt x="49369" y="0"/>
                    </a:lnTo>
                    <a:cubicBezTo>
                      <a:pt x="21929" y="0"/>
                      <a:pt x="0" y="21929"/>
                      <a:pt x="0" y="49369"/>
                    </a:cubicBezTo>
                    <a:cubicBezTo>
                      <a:pt x="0" y="82281"/>
                      <a:pt x="21967" y="98737"/>
                      <a:pt x="49369" y="98737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" name="Freeform: Shape 216">
                <a:extLst>
                  <a:ext uri="{FF2B5EF4-FFF2-40B4-BE49-F238E27FC236}">
                    <a16:creationId xmlns:a16="http://schemas.microsoft.com/office/drawing/2014/main" id="{3DD4D1A4-BF87-ACEF-B5A1-AF71B7F16606}"/>
                  </a:ext>
                </a:extLst>
              </p:cNvPr>
              <p:cNvSpPr/>
              <p:nvPr/>
            </p:nvSpPr>
            <p:spPr>
              <a:xfrm>
                <a:off x="1340282" y="11041949"/>
                <a:ext cx="1634929" cy="98737"/>
              </a:xfrm>
              <a:custGeom>
                <a:avLst/>
                <a:gdLst>
                  <a:gd name="connsiteX0" fmla="*/ 49369 w 1634929"/>
                  <a:gd name="connsiteY0" fmla="*/ 98737 h 98737"/>
                  <a:gd name="connsiteX1" fmla="*/ 1585561 w 1634929"/>
                  <a:gd name="connsiteY1" fmla="*/ 98737 h 98737"/>
                  <a:gd name="connsiteX2" fmla="*/ 1634930 w 1634929"/>
                  <a:gd name="connsiteY2" fmla="*/ 49369 h 98737"/>
                  <a:gd name="connsiteX3" fmla="*/ 1585561 w 1634929"/>
                  <a:gd name="connsiteY3" fmla="*/ 0 h 98737"/>
                  <a:gd name="connsiteX4" fmla="*/ 49369 w 1634929"/>
                  <a:gd name="connsiteY4" fmla="*/ 0 h 98737"/>
                  <a:gd name="connsiteX5" fmla="*/ 0 w 1634929"/>
                  <a:gd name="connsiteY5" fmla="*/ 49369 h 98737"/>
                  <a:gd name="connsiteX6" fmla="*/ 49369 w 1634929"/>
                  <a:gd name="connsiteY6" fmla="*/ 98737 h 987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34929" h="98737">
                    <a:moveTo>
                      <a:pt x="49369" y="98737"/>
                    </a:moveTo>
                    <a:lnTo>
                      <a:pt x="1585561" y="98737"/>
                    </a:lnTo>
                    <a:cubicBezTo>
                      <a:pt x="1613001" y="98737"/>
                      <a:pt x="1634930" y="76809"/>
                      <a:pt x="1634930" y="49369"/>
                    </a:cubicBezTo>
                    <a:cubicBezTo>
                      <a:pt x="1634930" y="21929"/>
                      <a:pt x="1613001" y="0"/>
                      <a:pt x="1585561" y="0"/>
                    </a:cubicBezTo>
                    <a:lnTo>
                      <a:pt x="49369" y="0"/>
                    </a:lnTo>
                    <a:cubicBezTo>
                      <a:pt x="21929" y="0"/>
                      <a:pt x="0" y="21929"/>
                      <a:pt x="0" y="49369"/>
                    </a:cubicBezTo>
                    <a:cubicBezTo>
                      <a:pt x="0" y="76809"/>
                      <a:pt x="21967" y="98737"/>
                      <a:pt x="49369" y="98737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" name="Freeform: Shape 217">
                <a:extLst>
                  <a:ext uri="{FF2B5EF4-FFF2-40B4-BE49-F238E27FC236}">
                    <a16:creationId xmlns:a16="http://schemas.microsoft.com/office/drawing/2014/main" id="{A06E1848-9620-2ACA-07E1-0FE6D34B22F3}"/>
                  </a:ext>
                </a:extLst>
              </p:cNvPr>
              <p:cNvSpPr/>
              <p:nvPr/>
            </p:nvSpPr>
            <p:spPr>
              <a:xfrm>
                <a:off x="1340282" y="11639948"/>
                <a:ext cx="1042398" cy="98737"/>
              </a:xfrm>
              <a:custGeom>
                <a:avLst/>
                <a:gdLst>
                  <a:gd name="connsiteX0" fmla="*/ 993030 w 1042398"/>
                  <a:gd name="connsiteY0" fmla="*/ 0 h 98737"/>
                  <a:gd name="connsiteX1" fmla="*/ 49369 w 1042398"/>
                  <a:gd name="connsiteY1" fmla="*/ 0 h 98737"/>
                  <a:gd name="connsiteX2" fmla="*/ 0 w 1042398"/>
                  <a:gd name="connsiteY2" fmla="*/ 49369 h 98737"/>
                  <a:gd name="connsiteX3" fmla="*/ 49369 w 1042398"/>
                  <a:gd name="connsiteY3" fmla="*/ 98738 h 98737"/>
                  <a:gd name="connsiteX4" fmla="*/ 993030 w 1042398"/>
                  <a:gd name="connsiteY4" fmla="*/ 98738 h 98737"/>
                  <a:gd name="connsiteX5" fmla="*/ 1042398 w 1042398"/>
                  <a:gd name="connsiteY5" fmla="*/ 49369 h 98737"/>
                  <a:gd name="connsiteX6" fmla="*/ 993030 w 1042398"/>
                  <a:gd name="connsiteY6" fmla="*/ 0 h 987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042398" h="98737">
                    <a:moveTo>
                      <a:pt x="993030" y="0"/>
                    </a:moveTo>
                    <a:lnTo>
                      <a:pt x="49369" y="0"/>
                    </a:lnTo>
                    <a:cubicBezTo>
                      <a:pt x="21929" y="0"/>
                      <a:pt x="0" y="21929"/>
                      <a:pt x="0" y="49369"/>
                    </a:cubicBezTo>
                    <a:cubicBezTo>
                      <a:pt x="0" y="76809"/>
                      <a:pt x="21929" y="98738"/>
                      <a:pt x="49369" y="98738"/>
                    </a:cubicBezTo>
                    <a:lnTo>
                      <a:pt x="993030" y="98738"/>
                    </a:lnTo>
                    <a:cubicBezTo>
                      <a:pt x="1020469" y="98738"/>
                      <a:pt x="1042398" y="76809"/>
                      <a:pt x="1042398" y="49369"/>
                    </a:cubicBezTo>
                    <a:cubicBezTo>
                      <a:pt x="1042437" y="21929"/>
                      <a:pt x="1020469" y="0"/>
                      <a:pt x="993030" y="0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" name="Freeform: Shape 218">
                <a:extLst>
                  <a:ext uri="{FF2B5EF4-FFF2-40B4-BE49-F238E27FC236}">
                    <a16:creationId xmlns:a16="http://schemas.microsoft.com/office/drawing/2014/main" id="{B61A7591-C94F-E010-02AC-94010EEC6DF7}"/>
                  </a:ext>
                </a:extLst>
              </p:cNvPr>
              <p:cNvSpPr/>
              <p:nvPr/>
            </p:nvSpPr>
            <p:spPr>
              <a:xfrm>
                <a:off x="895941" y="8545629"/>
                <a:ext cx="3178729" cy="3933575"/>
              </a:xfrm>
              <a:custGeom>
                <a:avLst/>
                <a:gdLst>
                  <a:gd name="connsiteX0" fmla="*/ 3176560 w 3178729"/>
                  <a:gd name="connsiteY0" fmla="*/ 3055915 h 3933575"/>
                  <a:gd name="connsiteX1" fmla="*/ 3138136 w 3178729"/>
                  <a:gd name="connsiteY1" fmla="*/ 3023003 h 3933575"/>
                  <a:gd name="connsiteX2" fmla="*/ 2874799 w 3178729"/>
                  <a:gd name="connsiteY2" fmla="*/ 2979107 h 3933575"/>
                  <a:gd name="connsiteX3" fmla="*/ 2874837 w 3178729"/>
                  <a:gd name="connsiteY3" fmla="*/ 49369 h 3933575"/>
                  <a:gd name="connsiteX4" fmla="*/ 2825468 w 3178729"/>
                  <a:gd name="connsiteY4" fmla="*/ 0 h 3933575"/>
                  <a:gd name="connsiteX5" fmla="*/ 713204 w 3178729"/>
                  <a:gd name="connsiteY5" fmla="*/ 0 h 3933575"/>
                  <a:gd name="connsiteX6" fmla="*/ 10945 w 3178729"/>
                  <a:gd name="connsiteY6" fmla="*/ 647376 h 3933575"/>
                  <a:gd name="connsiteX7" fmla="*/ 5472 w 3178729"/>
                  <a:gd name="connsiteY7" fmla="*/ 652848 h 3933575"/>
                  <a:gd name="connsiteX8" fmla="*/ 0 w 3178729"/>
                  <a:gd name="connsiteY8" fmla="*/ 658321 h 3933575"/>
                  <a:gd name="connsiteX9" fmla="*/ 0 w 3178729"/>
                  <a:gd name="connsiteY9" fmla="*/ 663793 h 3933575"/>
                  <a:gd name="connsiteX10" fmla="*/ 0 w 3178729"/>
                  <a:gd name="connsiteY10" fmla="*/ 669266 h 3933575"/>
                  <a:gd name="connsiteX11" fmla="*/ 0 w 3178729"/>
                  <a:gd name="connsiteY11" fmla="*/ 674739 h 3933575"/>
                  <a:gd name="connsiteX12" fmla="*/ 0 w 3178729"/>
                  <a:gd name="connsiteY12" fmla="*/ 3686772 h 3933575"/>
                  <a:gd name="connsiteX13" fmla="*/ 49369 w 3178729"/>
                  <a:gd name="connsiteY13" fmla="*/ 3736141 h 3933575"/>
                  <a:gd name="connsiteX14" fmla="*/ 1969609 w 3178729"/>
                  <a:gd name="connsiteY14" fmla="*/ 3736141 h 3933575"/>
                  <a:gd name="connsiteX15" fmla="*/ 1947680 w 3178729"/>
                  <a:gd name="connsiteY15" fmla="*/ 3862319 h 3933575"/>
                  <a:gd name="connsiteX16" fmla="*/ 1964136 w 3178729"/>
                  <a:gd name="connsiteY16" fmla="*/ 3911687 h 3933575"/>
                  <a:gd name="connsiteX17" fmla="*/ 2013505 w 3178729"/>
                  <a:gd name="connsiteY17" fmla="*/ 3917160 h 3933575"/>
                  <a:gd name="connsiteX18" fmla="*/ 2424985 w 3178729"/>
                  <a:gd name="connsiteY18" fmla="*/ 3708667 h 3933575"/>
                  <a:gd name="connsiteX19" fmla="*/ 2830988 w 3178729"/>
                  <a:gd name="connsiteY19" fmla="*/ 3928103 h 3933575"/>
                  <a:gd name="connsiteX20" fmla="*/ 2852917 w 3178729"/>
                  <a:gd name="connsiteY20" fmla="*/ 3933576 h 3933575"/>
                  <a:gd name="connsiteX21" fmla="*/ 2880357 w 3178729"/>
                  <a:gd name="connsiteY21" fmla="*/ 3922592 h 3933575"/>
                  <a:gd name="connsiteX22" fmla="*/ 2902286 w 3178729"/>
                  <a:gd name="connsiteY22" fmla="*/ 3873223 h 3933575"/>
                  <a:gd name="connsiteX23" fmla="*/ 2830951 w 3178729"/>
                  <a:gd name="connsiteY23" fmla="*/ 3417852 h 3933575"/>
                  <a:gd name="connsiteX24" fmla="*/ 3165622 w 3178729"/>
                  <a:gd name="connsiteY24" fmla="*/ 3099641 h 3933575"/>
                  <a:gd name="connsiteX25" fmla="*/ 3176567 w 3178729"/>
                  <a:gd name="connsiteY25" fmla="*/ 3055899 h 3933575"/>
                  <a:gd name="connsiteX26" fmla="*/ 663788 w 3178729"/>
                  <a:gd name="connsiteY26" fmla="*/ 159096 h 3933575"/>
                  <a:gd name="connsiteX27" fmla="*/ 663788 w 3178729"/>
                  <a:gd name="connsiteY27" fmla="*/ 630926 h 3933575"/>
                  <a:gd name="connsiteX28" fmla="*/ 164516 w 3178729"/>
                  <a:gd name="connsiteY28" fmla="*/ 630926 h 3933575"/>
                  <a:gd name="connsiteX29" fmla="*/ 93183 w 3178729"/>
                  <a:gd name="connsiteY29" fmla="*/ 3642960 h 3933575"/>
                  <a:gd name="connsiteX30" fmla="*/ 93183 w 3178729"/>
                  <a:gd name="connsiteY30" fmla="*/ 729681 h 3933575"/>
                  <a:gd name="connsiteX31" fmla="*/ 713156 w 3178729"/>
                  <a:gd name="connsiteY31" fmla="*/ 729681 h 3933575"/>
                  <a:gd name="connsiteX32" fmla="*/ 762525 w 3178729"/>
                  <a:gd name="connsiteY32" fmla="*/ 680313 h 3933575"/>
                  <a:gd name="connsiteX33" fmla="*/ 762525 w 3178729"/>
                  <a:gd name="connsiteY33" fmla="*/ 98725 h 3933575"/>
                  <a:gd name="connsiteX34" fmla="*/ 2776034 w 3178729"/>
                  <a:gd name="connsiteY34" fmla="*/ 98725 h 3933575"/>
                  <a:gd name="connsiteX35" fmla="*/ 2776034 w 3178729"/>
                  <a:gd name="connsiteY35" fmla="*/ 2968112 h 3933575"/>
                  <a:gd name="connsiteX36" fmla="*/ 2682770 w 3178729"/>
                  <a:gd name="connsiteY36" fmla="*/ 2951656 h 3933575"/>
                  <a:gd name="connsiteX37" fmla="*/ 2485260 w 3178729"/>
                  <a:gd name="connsiteY37" fmla="*/ 2534699 h 3933575"/>
                  <a:gd name="connsiteX38" fmla="*/ 2441363 w 3178729"/>
                  <a:gd name="connsiteY38" fmla="*/ 2507259 h 3933575"/>
                  <a:gd name="connsiteX39" fmla="*/ 2397467 w 3178729"/>
                  <a:gd name="connsiteY39" fmla="*/ 2534699 h 3933575"/>
                  <a:gd name="connsiteX40" fmla="*/ 2188974 w 3178729"/>
                  <a:gd name="connsiteY40" fmla="*/ 2946179 h 3933575"/>
                  <a:gd name="connsiteX41" fmla="*/ 1728126 w 3178729"/>
                  <a:gd name="connsiteY41" fmla="*/ 3006532 h 3933575"/>
                  <a:gd name="connsiteX42" fmla="*/ 1689703 w 3178729"/>
                  <a:gd name="connsiteY42" fmla="*/ 3039444 h 3933575"/>
                  <a:gd name="connsiteX43" fmla="*/ 1700687 w 3178729"/>
                  <a:gd name="connsiteY43" fmla="*/ 3088813 h 3933575"/>
                  <a:gd name="connsiteX44" fmla="*/ 2029890 w 3178729"/>
                  <a:gd name="connsiteY44" fmla="*/ 3418017 h 3933575"/>
                  <a:gd name="connsiteX45" fmla="*/ 1985994 w 3178729"/>
                  <a:gd name="connsiteY45" fmla="*/ 3648445 h 3933575"/>
                  <a:gd name="connsiteX46" fmla="*/ 93186 w 3178729"/>
                  <a:gd name="connsiteY46" fmla="*/ 3648445 h 3933575"/>
                  <a:gd name="connsiteX47" fmla="*/ 2737628 w 3178729"/>
                  <a:gd name="connsiteY47" fmla="*/ 3374117 h 3933575"/>
                  <a:gd name="connsiteX48" fmla="*/ 2721172 w 3178729"/>
                  <a:gd name="connsiteY48" fmla="*/ 3418013 h 3933575"/>
                  <a:gd name="connsiteX49" fmla="*/ 2781524 w 3178729"/>
                  <a:gd name="connsiteY49" fmla="*/ 3802051 h 3933575"/>
                  <a:gd name="connsiteX50" fmla="*/ 2441338 w 3178729"/>
                  <a:gd name="connsiteY50" fmla="*/ 3615523 h 3933575"/>
                  <a:gd name="connsiteX51" fmla="*/ 2419409 w 3178729"/>
                  <a:gd name="connsiteY51" fmla="*/ 3610051 h 3933575"/>
                  <a:gd name="connsiteX52" fmla="*/ 2397480 w 3178729"/>
                  <a:gd name="connsiteY52" fmla="*/ 3615523 h 3933575"/>
                  <a:gd name="connsiteX53" fmla="*/ 2051827 w 3178729"/>
                  <a:gd name="connsiteY53" fmla="*/ 3791108 h 3933575"/>
                  <a:gd name="connsiteX54" fmla="*/ 2123162 w 3178729"/>
                  <a:gd name="connsiteY54" fmla="*/ 3407069 h 3933575"/>
                  <a:gd name="connsiteX55" fmla="*/ 2112179 w 3178729"/>
                  <a:gd name="connsiteY55" fmla="*/ 3363173 h 3933575"/>
                  <a:gd name="connsiteX56" fmla="*/ 1837858 w 3178729"/>
                  <a:gd name="connsiteY56" fmla="*/ 3088853 h 3933575"/>
                  <a:gd name="connsiteX57" fmla="*/ 2227412 w 3178729"/>
                  <a:gd name="connsiteY57" fmla="*/ 3039484 h 3933575"/>
                  <a:gd name="connsiteX58" fmla="*/ 2265836 w 3178729"/>
                  <a:gd name="connsiteY58" fmla="*/ 3012045 h 3933575"/>
                  <a:gd name="connsiteX59" fmla="*/ 2441420 w 3178729"/>
                  <a:gd name="connsiteY59" fmla="*/ 2666391 h 3933575"/>
                  <a:gd name="connsiteX60" fmla="*/ 2611489 w 3178729"/>
                  <a:gd name="connsiteY60" fmla="*/ 3017521 h 3933575"/>
                  <a:gd name="connsiteX61" fmla="*/ 2649912 w 3178729"/>
                  <a:gd name="connsiteY61" fmla="*/ 3044961 h 3933575"/>
                  <a:gd name="connsiteX62" fmla="*/ 3033951 w 3178729"/>
                  <a:gd name="connsiteY62" fmla="*/ 3105313 h 3933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3178729" h="3933575">
                    <a:moveTo>
                      <a:pt x="3176560" y="3055915"/>
                    </a:moveTo>
                    <a:cubicBezTo>
                      <a:pt x="3171087" y="3039459"/>
                      <a:pt x="3154631" y="3023003"/>
                      <a:pt x="3138136" y="3023003"/>
                    </a:cubicBezTo>
                    <a:lnTo>
                      <a:pt x="2874799" y="2979107"/>
                    </a:lnTo>
                    <a:lnTo>
                      <a:pt x="2874837" y="49369"/>
                    </a:lnTo>
                    <a:cubicBezTo>
                      <a:pt x="2874837" y="21929"/>
                      <a:pt x="2852908" y="0"/>
                      <a:pt x="2825468" y="0"/>
                    </a:cubicBezTo>
                    <a:lnTo>
                      <a:pt x="713204" y="0"/>
                    </a:lnTo>
                    <a:lnTo>
                      <a:pt x="10945" y="647376"/>
                    </a:lnTo>
                    <a:lnTo>
                      <a:pt x="5472" y="652848"/>
                    </a:lnTo>
                    <a:cubicBezTo>
                      <a:pt x="5472" y="652848"/>
                      <a:pt x="5472" y="658321"/>
                      <a:pt x="0" y="658321"/>
                    </a:cubicBezTo>
                    <a:lnTo>
                      <a:pt x="0" y="663793"/>
                    </a:lnTo>
                    <a:lnTo>
                      <a:pt x="0" y="669266"/>
                    </a:lnTo>
                    <a:lnTo>
                      <a:pt x="0" y="674739"/>
                    </a:lnTo>
                    <a:lnTo>
                      <a:pt x="0" y="3686772"/>
                    </a:lnTo>
                    <a:cubicBezTo>
                      <a:pt x="0" y="3714212"/>
                      <a:pt x="21929" y="3736141"/>
                      <a:pt x="49369" y="3736141"/>
                    </a:cubicBezTo>
                    <a:lnTo>
                      <a:pt x="1969609" y="3736141"/>
                    </a:lnTo>
                    <a:lnTo>
                      <a:pt x="1947680" y="3862319"/>
                    </a:lnTo>
                    <a:cubicBezTo>
                      <a:pt x="1942207" y="3878775"/>
                      <a:pt x="1953152" y="3900742"/>
                      <a:pt x="1964136" y="3911687"/>
                    </a:cubicBezTo>
                    <a:cubicBezTo>
                      <a:pt x="1980592" y="3922671"/>
                      <a:pt x="1997049" y="3922671"/>
                      <a:pt x="2013505" y="3917160"/>
                    </a:cubicBezTo>
                    <a:lnTo>
                      <a:pt x="2424985" y="3708667"/>
                    </a:lnTo>
                    <a:lnTo>
                      <a:pt x="2830988" y="3928103"/>
                    </a:lnTo>
                    <a:cubicBezTo>
                      <a:pt x="2836461" y="3933576"/>
                      <a:pt x="2847445" y="3933576"/>
                      <a:pt x="2852917" y="3933576"/>
                    </a:cubicBezTo>
                    <a:cubicBezTo>
                      <a:pt x="2863901" y="3933576"/>
                      <a:pt x="2874846" y="3928103"/>
                      <a:pt x="2880357" y="3922592"/>
                    </a:cubicBezTo>
                    <a:cubicBezTo>
                      <a:pt x="2896813" y="3911609"/>
                      <a:pt x="2902286" y="3895153"/>
                      <a:pt x="2902286" y="3873223"/>
                    </a:cubicBezTo>
                    <a:lnTo>
                      <a:pt x="2830951" y="3417852"/>
                    </a:lnTo>
                    <a:lnTo>
                      <a:pt x="3165622" y="3099641"/>
                    </a:lnTo>
                    <a:cubicBezTo>
                      <a:pt x="3176567" y="3094322"/>
                      <a:pt x="3182077" y="3072354"/>
                      <a:pt x="3176567" y="3055899"/>
                    </a:cubicBezTo>
                    <a:close/>
                    <a:moveTo>
                      <a:pt x="663788" y="159096"/>
                    </a:moveTo>
                    <a:lnTo>
                      <a:pt x="663788" y="630926"/>
                    </a:lnTo>
                    <a:lnTo>
                      <a:pt x="164516" y="630926"/>
                    </a:lnTo>
                    <a:close/>
                    <a:moveTo>
                      <a:pt x="93183" y="3642960"/>
                    </a:moveTo>
                    <a:lnTo>
                      <a:pt x="93183" y="729681"/>
                    </a:lnTo>
                    <a:lnTo>
                      <a:pt x="713156" y="729681"/>
                    </a:lnTo>
                    <a:cubicBezTo>
                      <a:pt x="740596" y="729681"/>
                      <a:pt x="762525" y="707753"/>
                      <a:pt x="762525" y="680313"/>
                    </a:cubicBezTo>
                    <a:lnTo>
                      <a:pt x="762525" y="98725"/>
                    </a:lnTo>
                    <a:lnTo>
                      <a:pt x="2776034" y="98725"/>
                    </a:lnTo>
                    <a:lnTo>
                      <a:pt x="2776034" y="2968112"/>
                    </a:lnTo>
                    <a:lnTo>
                      <a:pt x="2682770" y="2951656"/>
                    </a:lnTo>
                    <a:lnTo>
                      <a:pt x="2485260" y="2534699"/>
                    </a:lnTo>
                    <a:cubicBezTo>
                      <a:pt x="2479787" y="2518243"/>
                      <a:pt x="2463331" y="2507259"/>
                      <a:pt x="2441363" y="2507259"/>
                    </a:cubicBezTo>
                    <a:cubicBezTo>
                      <a:pt x="2424907" y="2507259"/>
                      <a:pt x="2408451" y="2518243"/>
                      <a:pt x="2397467" y="2534699"/>
                    </a:cubicBezTo>
                    <a:lnTo>
                      <a:pt x="2188974" y="2946179"/>
                    </a:lnTo>
                    <a:lnTo>
                      <a:pt x="1728126" y="3006532"/>
                    </a:lnTo>
                    <a:cubicBezTo>
                      <a:pt x="1711670" y="3006532"/>
                      <a:pt x="1695214" y="3022988"/>
                      <a:pt x="1689703" y="3039444"/>
                    </a:cubicBezTo>
                    <a:cubicBezTo>
                      <a:pt x="1684231" y="3055901"/>
                      <a:pt x="1689703" y="3077868"/>
                      <a:pt x="1700687" y="3088813"/>
                    </a:cubicBezTo>
                    <a:lnTo>
                      <a:pt x="2029890" y="3418017"/>
                    </a:lnTo>
                    <a:lnTo>
                      <a:pt x="1985994" y="3648445"/>
                    </a:lnTo>
                    <a:lnTo>
                      <a:pt x="93186" y="3648445"/>
                    </a:lnTo>
                    <a:close/>
                    <a:moveTo>
                      <a:pt x="2737628" y="3374117"/>
                    </a:moveTo>
                    <a:cubicBezTo>
                      <a:pt x="2726645" y="3385100"/>
                      <a:pt x="2721172" y="3401556"/>
                      <a:pt x="2721172" y="3418013"/>
                    </a:cubicBezTo>
                    <a:lnTo>
                      <a:pt x="2781524" y="3802051"/>
                    </a:lnTo>
                    <a:lnTo>
                      <a:pt x="2441338" y="3615523"/>
                    </a:lnTo>
                    <a:cubicBezTo>
                      <a:pt x="2435865" y="3610051"/>
                      <a:pt x="2424882" y="3610051"/>
                      <a:pt x="2419409" y="3610051"/>
                    </a:cubicBezTo>
                    <a:cubicBezTo>
                      <a:pt x="2413936" y="3610051"/>
                      <a:pt x="2402953" y="3610051"/>
                      <a:pt x="2397480" y="3615523"/>
                    </a:cubicBezTo>
                    <a:lnTo>
                      <a:pt x="2051827" y="3791108"/>
                    </a:lnTo>
                    <a:lnTo>
                      <a:pt x="2123162" y="3407069"/>
                    </a:lnTo>
                    <a:cubicBezTo>
                      <a:pt x="2128635" y="3390613"/>
                      <a:pt x="2123162" y="3374157"/>
                      <a:pt x="2112179" y="3363173"/>
                    </a:cubicBezTo>
                    <a:lnTo>
                      <a:pt x="1837858" y="3088853"/>
                    </a:lnTo>
                    <a:lnTo>
                      <a:pt x="2227412" y="3039484"/>
                    </a:lnTo>
                    <a:cubicBezTo>
                      <a:pt x="2243869" y="3039484"/>
                      <a:pt x="2254852" y="3028501"/>
                      <a:pt x="2265836" y="3012045"/>
                    </a:cubicBezTo>
                    <a:lnTo>
                      <a:pt x="2441420" y="2666391"/>
                    </a:lnTo>
                    <a:lnTo>
                      <a:pt x="2611489" y="3017521"/>
                    </a:lnTo>
                    <a:cubicBezTo>
                      <a:pt x="2616962" y="3033977"/>
                      <a:pt x="2633418" y="3039450"/>
                      <a:pt x="2649912" y="3044961"/>
                    </a:cubicBezTo>
                    <a:lnTo>
                      <a:pt x="3033951" y="3105313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58EE13F6-2622-1DB4-367B-C98ECC26D7D0}"/>
              </a:ext>
            </a:extLst>
          </p:cNvPr>
          <p:cNvSpPr txBox="1"/>
          <p:nvPr/>
        </p:nvSpPr>
        <p:spPr>
          <a:xfrm>
            <a:off x="1191917" y="2339257"/>
            <a:ext cx="2115305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IN" b="1" i="0" u="none" strike="noStrike" baseline="0">
                <a:solidFill>
                  <a:schemeClr val="accent2"/>
                </a:solidFill>
                <a:latin typeface="+mj-lt"/>
              </a:rPr>
              <a:t>ASSESSMENT</a:t>
            </a:r>
            <a:endParaRPr lang="en-IN" b="1" i="0" u="none" strike="noStrike" cap="all">
              <a:solidFill>
                <a:schemeClr val="accent2"/>
              </a:solidFill>
              <a:latin typeface="+mj-lt"/>
            </a:endParaRPr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AAFF8D8C-A3E4-4E5B-A876-F13E481D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59999" y="3065257"/>
            <a:ext cx="3564000" cy="0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88375C50-361A-7E10-CC8C-56C6D0299A16}"/>
              </a:ext>
            </a:extLst>
          </p:cNvPr>
          <p:cNvSpPr txBox="1"/>
          <p:nvPr/>
        </p:nvSpPr>
        <p:spPr>
          <a:xfrm>
            <a:off x="359999" y="3278289"/>
            <a:ext cx="3701444" cy="257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lnSpc>
                <a:spcPct val="110000"/>
              </a:lnSpc>
              <a:defRPr sz="1600">
                <a:solidFill>
                  <a:schemeClr val="accent4"/>
                </a:solidFill>
                <a:ea typeface="+mn-lt"/>
                <a:cs typeface="+mn-lt"/>
              </a:defRPr>
            </a:lvl1pPr>
          </a:lstStyle>
          <a:p>
            <a:pPr>
              <a:spcAft>
                <a:spcPts val="600"/>
              </a:spcAft>
            </a:pPr>
            <a:r>
              <a:rPr lang="en-US"/>
              <a:t>Our certified "Trusted Testers" assess for WCAG 2.1, section 508, and European EN 301549 standards.</a:t>
            </a:r>
          </a:p>
          <a:p>
            <a:pPr>
              <a:spcAft>
                <a:spcPts val="600"/>
              </a:spcAft>
            </a:pPr>
            <a:r>
              <a:rPr lang="en-US"/>
              <a:t>We do automated and manual testing of websites and apps on mobile and desktop.</a:t>
            </a:r>
          </a:p>
          <a:p>
            <a:pPr>
              <a:spcAft>
                <a:spcPts val="600"/>
              </a:spcAft>
            </a:pPr>
            <a:r>
              <a:rPr lang="en-US"/>
              <a:t>Inputs from our experts with disabilities help </a:t>
            </a:r>
            <a:r>
              <a:rPr lang="en-US" err="1"/>
              <a:t>prioritise</a:t>
            </a:r>
            <a:r>
              <a:rPr lang="en-US"/>
              <a:t> and remediate bugs.</a:t>
            </a:r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839C1B85-CA0D-B910-5DB2-21A5794E32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307400" y="2111282"/>
            <a:ext cx="732950" cy="732950"/>
            <a:chOff x="4307400" y="2111282"/>
            <a:chExt cx="732950" cy="732950"/>
          </a:xfrm>
        </p:grpSpPr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CC98C689-C610-976A-5974-0F33BCDD1C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307400" y="2111282"/>
              <a:ext cx="732950" cy="732950"/>
            </a:xfrm>
            <a:prstGeom prst="ellipse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3C90B627-CF22-69F0-D588-23D348DB66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4510152" y="2294665"/>
              <a:ext cx="339044" cy="363527"/>
              <a:chOff x="15042697" y="-99431"/>
              <a:chExt cx="4597037" cy="4928989"/>
            </a:xfrm>
            <a:solidFill>
              <a:schemeClr val="bg1"/>
            </a:solidFill>
          </p:grpSpPr>
          <p:sp>
            <p:nvSpPr>
              <p:cNvPr id="78" name="Freeform: Shape 229">
                <a:extLst>
                  <a:ext uri="{FF2B5EF4-FFF2-40B4-BE49-F238E27FC236}">
                    <a16:creationId xmlns:a16="http://schemas.microsoft.com/office/drawing/2014/main" id="{027B76EA-6950-15D0-B085-D86D5D3DA978}"/>
                  </a:ext>
                </a:extLst>
              </p:cNvPr>
              <p:cNvSpPr/>
              <p:nvPr/>
            </p:nvSpPr>
            <p:spPr>
              <a:xfrm>
                <a:off x="15969413" y="743258"/>
                <a:ext cx="740108" cy="109759"/>
              </a:xfrm>
              <a:custGeom>
                <a:avLst/>
                <a:gdLst>
                  <a:gd name="connsiteX0" fmla="*/ 54841 w 740108"/>
                  <a:gd name="connsiteY0" fmla="*/ 109759 h 109759"/>
                  <a:gd name="connsiteX1" fmla="*/ 685229 w 740108"/>
                  <a:gd name="connsiteY1" fmla="*/ 109759 h 109759"/>
                  <a:gd name="connsiteX2" fmla="*/ 740109 w 740108"/>
                  <a:gd name="connsiteY2" fmla="*/ 54880 h 109759"/>
                  <a:gd name="connsiteX3" fmla="*/ 685229 w 740108"/>
                  <a:gd name="connsiteY3" fmla="*/ 0 h 109759"/>
                  <a:gd name="connsiteX4" fmla="*/ 54841 w 740108"/>
                  <a:gd name="connsiteY4" fmla="*/ 0 h 109759"/>
                  <a:gd name="connsiteX5" fmla="*/ 0 w 740108"/>
                  <a:gd name="connsiteY5" fmla="*/ 54880 h 109759"/>
                  <a:gd name="connsiteX6" fmla="*/ 54841 w 740108"/>
                  <a:gd name="connsiteY6" fmla="*/ 109759 h 1097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40108" h="109759">
                    <a:moveTo>
                      <a:pt x="54841" y="109759"/>
                    </a:moveTo>
                    <a:lnTo>
                      <a:pt x="685229" y="109759"/>
                    </a:lnTo>
                    <a:cubicBezTo>
                      <a:pt x="715539" y="109759"/>
                      <a:pt x="740109" y="85190"/>
                      <a:pt x="740109" y="54880"/>
                    </a:cubicBezTo>
                    <a:cubicBezTo>
                      <a:pt x="740109" y="24569"/>
                      <a:pt x="715539" y="0"/>
                      <a:pt x="685229" y="0"/>
                    </a:cubicBezTo>
                    <a:lnTo>
                      <a:pt x="54841" y="0"/>
                    </a:lnTo>
                    <a:cubicBezTo>
                      <a:pt x="24531" y="0"/>
                      <a:pt x="0" y="24569"/>
                      <a:pt x="0" y="54880"/>
                    </a:cubicBezTo>
                    <a:cubicBezTo>
                      <a:pt x="0" y="85190"/>
                      <a:pt x="24531" y="109759"/>
                      <a:pt x="54841" y="109759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9" name="Freeform: Shape 230">
                <a:extLst>
                  <a:ext uri="{FF2B5EF4-FFF2-40B4-BE49-F238E27FC236}">
                    <a16:creationId xmlns:a16="http://schemas.microsoft.com/office/drawing/2014/main" id="{55ED9248-5C8D-0B59-4FAC-9000CFDD03A1}"/>
                  </a:ext>
                </a:extLst>
              </p:cNvPr>
              <p:cNvSpPr/>
              <p:nvPr/>
            </p:nvSpPr>
            <p:spPr>
              <a:xfrm>
                <a:off x="15969413" y="951289"/>
                <a:ext cx="954078" cy="109721"/>
              </a:xfrm>
              <a:custGeom>
                <a:avLst/>
                <a:gdLst>
                  <a:gd name="connsiteX0" fmla="*/ 54841 w 954078"/>
                  <a:gd name="connsiteY0" fmla="*/ 109721 h 109721"/>
                  <a:gd name="connsiteX1" fmla="*/ 899199 w 954078"/>
                  <a:gd name="connsiteY1" fmla="*/ 109721 h 109721"/>
                  <a:gd name="connsiteX2" fmla="*/ 954078 w 954078"/>
                  <a:gd name="connsiteY2" fmla="*/ 54841 h 109721"/>
                  <a:gd name="connsiteX3" fmla="*/ 899199 w 954078"/>
                  <a:gd name="connsiteY3" fmla="*/ 0 h 109721"/>
                  <a:gd name="connsiteX4" fmla="*/ 54841 w 954078"/>
                  <a:gd name="connsiteY4" fmla="*/ 0 h 109721"/>
                  <a:gd name="connsiteX5" fmla="*/ 0 w 954078"/>
                  <a:gd name="connsiteY5" fmla="*/ 54841 h 109721"/>
                  <a:gd name="connsiteX6" fmla="*/ 54841 w 954078"/>
                  <a:gd name="connsiteY6" fmla="*/ 109721 h 1097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54078" h="109721">
                    <a:moveTo>
                      <a:pt x="54841" y="109721"/>
                    </a:moveTo>
                    <a:lnTo>
                      <a:pt x="899199" y="109721"/>
                    </a:lnTo>
                    <a:cubicBezTo>
                      <a:pt x="929509" y="109721"/>
                      <a:pt x="954078" y="85152"/>
                      <a:pt x="954078" y="54841"/>
                    </a:cubicBezTo>
                    <a:cubicBezTo>
                      <a:pt x="954078" y="24570"/>
                      <a:pt x="929509" y="0"/>
                      <a:pt x="899199" y="0"/>
                    </a:cubicBezTo>
                    <a:lnTo>
                      <a:pt x="54841" y="0"/>
                    </a:lnTo>
                    <a:cubicBezTo>
                      <a:pt x="24531" y="0"/>
                      <a:pt x="0" y="24569"/>
                      <a:pt x="0" y="54841"/>
                    </a:cubicBezTo>
                    <a:cubicBezTo>
                      <a:pt x="0" y="85152"/>
                      <a:pt x="24531" y="109721"/>
                      <a:pt x="54841" y="109721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0" name="Freeform: Shape 231">
                <a:extLst>
                  <a:ext uri="{FF2B5EF4-FFF2-40B4-BE49-F238E27FC236}">
                    <a16:creationId xmlns:a16="http://schemas.microsoft.com/office/drawing/2014/main" id="{BD237BF4-2EF9-DBAA-80A4-9B1363F94BB8}"/>
                  </a:ext>
                </a:extLst>
              </p:cNvPr>
              <p:cNvSpPr/>
              <p:nvPr/>
            </p:nvSpPr>
            <p:spPr>
              <a:xfrm>
                <a:off x="16988216" y="953003"/>
                <a:ext cx="104226" cy="104255"/>
              </a:xfrm>
              <a:custGeom>
                <a:avLst/>
                <a:gdLst>
                  <a:gd name="connsiteX0" fmla="*/ 54844 w 104226"/>
                  <a:gd name="connsiteY0" fmla="*/ 104187 h 104255"/>
                  <a:gd name="connsiteX1" fmla="*/ 101035 w 104226"/>
                  <a:gd name="connsiteY1" fmla="*/ 70050 h 104255"/>
                  <a:gd name="connsiteX2" fmla="*/ 87793 w 104226"/>
                  <a:gd name="connsiteY2" fmla="*/ 14137 h 104255"/>
                  <a:gd name="connsiteX3" fmla="*/ 31193 w 104226"/>
                  <a:gd name="connsiteY3" fmla="*/ 4379 h 104255"/>
                  <a:gd name="connsiteX4" fmla="*/ 2 w 104226"/>
                  <a:gd name="connsiteY4" fmla="*/ 52599 h 104255"/>
                  <a:gd name="connsiteX5" fmla="*/ 16420 w 104226"/>
                  <a:gd name="connsiteY5" fmla="*/ 90104 h 104255"/>
                  <a:gd name="connsiteX6" fmla="*/ 54844 w 104226"/>
                  <a:gd name="connsiteY6" fmla="*/ 104187 h 1042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04226" h="104255">
                    <a:moveTo>
                      <a:pt x="54844" y="104187"/>
                    </a:moveTo>
                    <a:cubicBezTo>
                      <a:pt x="75701" y="103077"/>
                      <a:pt x="93880" y="89644"/>
                      <a:pt x="101035" y="70050"/>
                    </a:cubicBezTo>
                    <a:cubicBezTo>
                      <a:pt x="108230" y="50455"/>
                      <a:pt x="103025" y="28450"/>
                      <a:pt x="87793" y="14137"/>
                    </a:cubicBezTo>
                    <a:cubicBezTo>
                      <a:pt x="72600" y="-137"/>
                      <a:pt x="50327" y="-4003"/>
                      <a:pt x="31193" y="4379"/>
                    </a:cubicBezTo>
                    <a:cubicBezTo>
                      <a:pt x="12058" y="12760"/>
                      <a:pt x="-189" y="31742"/>
                      <a:pt x="2" y="52599"/>
                    </a:cubicBezTo>
                    <a:cubicBezTo>
                      <a:pt x="117" y="66835"/>
                      <a:pt x="6049" y="80383"/>
                      <a:pt x="16420" y="90104"/>
                    </a:cubicBezTo>
                    <a:cubicBezTo>
                      <a:pt x="26753" y="99824"/>
                      <a:pt x="40646" y="104914"/>
                      <a:pt x="54844" y="104187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1" name="Freeform: Shape 232">
                <a:extLst>
                  <a:ext uri="{FF2B5EF4-FFF2-40B4-BE49-F238E27FC236}">
                    <a16:creationId xmlns:a16="http://schemas.microsoft.com/office/drawing/2014/main" id="{67A8C448-1FAA-A05A-7E01-F036355793E6}"/>
                  </a:ext>
                </a:extLst>
              </p:cNvPr>
              <p:cNvSpPr/>
              <p:nvPr/>
            </p:nvSpPr>
            <p:spPr>
              <a:xfrm>
                <a:off x="15968313" y="1705049"/>
                <a:ext cx="2871632" cy="109768"/>
              </a:xfrm>
              <a:custGeom>
                <a:avLst/>
                <a:gdLst>
                  <a:gd name="connsiteX0" fmla="*/ 0 w 2871632"/>
                  <a:gd name="connsiteY0" fmla="*/ 54890 h 109768"/>
                  <a:gd name="connsiteX1" fmla="*/ 16073 w 2871632"/>
                  <a:gd name="connsiteY1" fmla="*/ 93695 h 109768"/>
                  <a:gd name="connsiteX2" fmla="*/ 54841 w 2871632"/>
                  <a:gd name="connsiteY2" fmla="*/ 109769 h 109768"/>
                  <a:gd name="connsiteX3" fmla="*/ 2816753 w 2871632"/>
                  <a:gd name="connsiteY3" fmla="*/ 109769 h 109768"/>
                  <a:gd name="connsiteX4" fmla="*/ 2871633 w 2871632"/>
                  <a:gd name="connsiteY4" fmla="*/ 54889 h 109768"/>
                  <a:gd name="connsiteX5" fmla="*/ 2816753 w 2871632"/>
                  <a:gd name="connsiteY5" fmla="*/ 9 h 109768"/>
                  <a:gd name="connsiteX6" fmla="*/ 56016 w 2871632"/>
                  <a:gd name="connsiteY6" fmla="*/ 9 h 109768"/>
                  <a:gd name="connsiteX7" fmla="*/ 16522 w 2871632"/>
                  <a:gd name="connsiteY7" fmla="*/ 15700 h 109768"/>
                  <a:gd name="connsiteX8" fmla="*/ 66 w 2871632"/>
                  <a:gd name="connsiteY8" fmla="*/ 54889 h 1097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871632" h="109768">
                    <a:moveTo>
                      <a:pt x="0" y="54890"/>
                    </a:moveTo>
                    <a:cubicBezTo>
                      <a:pt x="0" y="69433"/>
                      <a:pt x="5779" y="83401"/>
                      <a:pt x="16073" y="93695"/>
                    </a:cubicBezTo>
                    <a:cubicBezTo>
                      <a:pt x="26368" y="103990"/>
                      <a:pt x="40299" y="109769"/>
                      <a:pt x="54841" y="109769"/>
                    </a:cubicBezTo>
                    <a:lnTo>
                      <a:pt x="2816753" y="109769"/>
                    </a:lnTo>
                    <a:cubicBezTo>
                      <a:pt x="2847064" y="109769"/>
                      <a:pt x="2871633" y="85199"/>
                      <a:pt x="2871633" y="54889"/>
                    </a:cubicBezTo>
                    <a:cubicBezTo>
                      <a:pt x="2871633" y="24579"/>
                      <a:pt x="2847064" y="9"/>
                      <a:pt x="2816753" y="9"/>
                    </a:cubicBezTo>
                    <a:lnTo>
                      <a:pt x="56016" y="9"/>
                    </a:lnTo>
                    <a:cubicBezTo>
                      <a:pt x="41282" y="-259"/>
                      <a:pt x="27046" y="5367"/>
                      <a:pt x="16522" y="15700"/>
                    </a:cubicBezTo>
                    <a:cubicBezTo>
                      <a:pt x="5998" y="26033"/>
                      <a:pt x="66" y="40155"/>
                      <a:pt x="66" y="54889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2" name="Freeform: Shape 233">
                <a:extLst>
                  <a:ext uri="{FF2B5EF4-FFF2-40B4-BE49-F238E27FC236}">
                    <a16:creationId xmlns:a16="http://schemas.microsoft.com/office/drawing/2014/main" id="{B87B1759-7BD7-7956-2178-F1EBB244FD4F}"/>
                  </a:ext>
                </a:extLst>
              </p:cNvPr>
              <p:cNvSpPr/>
              <p:nvPr/>
            </p:nvSpPr>
            <p:spPr>
              <a:xfrm>
                <a:off x="15969413" y="2119788"/>
                <a:ext cx="2870457" cy="109759"/>
              </a:xfrm>
              <a:custGeom>
                <a:avLst/>
                <a:gdLst>
                  <a:gd name="connsiteX0" fmla="*/ 2815578 w 2870457"/>
                  <a:gd name="connsiteY0" fmla="*/ 0 h 109759"/>
                  <a:gd name="connsiteX1" fmla="*/ 54841 w 2870457"/>
                  <a:gd name="connsiteY1" fmla="*/ 0 h 109759"/>
                  <a:gd name="connsiteX2" fmla="*/ 0 w 2870457"/>
                  <a:gd name="connsiteY2" fmla="*/ 54880 h 109759"/>
                  <a:gd name="connsiteX3" fmla="*/ 54841 w 2870457"/>
                  <a:gd name="connsiteY3" fmla="*/ 109759 h 109759"/>
                  <a:gd name="connsiteX4" fmla="*/ 2815578 w 2870457"/>
                  <a:gd name="connsiteY4" fmla="*/ 109759 h 109759"/>
                  <a:gd name="connsiteX5" fmla="*/ 2870458 w 2870457"/>
                  <a:gd name="connsiteY5" fmla="*/ 54880 h 109759"/>
                  <a:gd name="connsiteX6" fmla="*/ 2815578 w 2870457"/>
                  <a:gd name="connsiteY6" fmla="*/ 0 h 1097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870457" h="109759">
                    <a:moveTo>
                      <a:pt x="2815578" y="0"/>
                    </a:moveTo>
                    <a:lnTo>
                      <a:pt x="54841" y="0"/>
                    </a:lnTo>
                    <a:cubicBezTo>
                      <a:pt x="24531" y="0"/>
                      <a:pt x="0" y="24569"/>
                      <a:pt x="0" y="54880"/>
                    </a:cubicBezTo>
                    <a:cubicBezTo>
                      <a:pt x="0" y="85190"/>
                      <a:pt x="24531" y="109759"/>
                      <a:pt x="54841" y="109759"/>
                    </a:cubicBezTo>
                    <a:lnTo>
                      <a:pt x="2815578" y="109759"/>
                    </a:lnTo>
                    <a:cubicBezTo>
                      <a:pt x="2845889" y="109759"/>
                      <a:pt x="2870458" y="85190"/>
                      <a:pt x="2870458" y="54880"/>
                    </a:cubicBezTo>
                    <a:cubicBezTo>
                      <a:pt x="2870458" y="24569"/>
                      <a:pt x="2845889" y="0"/>
                      <a:pt x="2815578" y="0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3" name="Freeform: Shape 234">
                <a:extLst>
                  <a:ext uri="{FF2B5EF4-FFF2-40B4-BE49-F238E27FC236}">
                    <a16:creationId xmlns:a16="http://schemas.microsoft.com/office/drawing/2014/main" id="{D7344561-FEE3-50FE-D794-4BB189E1673B}"/>
                  </a:ext>
                </a:extLst>
              </p:cNvPr>
              <p:cNvSpPr/>
              <p:nvPr/>
            </p:nvSpPr>
            <p:spPr>
              <a:xfrm>
                <a:off x="15969413" y="2535676"/>
                <a:ext cx="2870457" cy="109721"/>
              </a:xfrm>
              <a:custGeom>
                <a:avLst/>
                <a:gdLst>
                  <a:gd name="connsiteX0" fmla="*/ 2815578 w 2870457"/>
                  <a:gd name="connsiteY0" fmla="*/ 0 h 109721"/>
                  <a:gd name="connsiteX1" fmla="*/ 54841 w 2870457"/>
                  <a:gd name="connsiteY1" fmla="*/ 0 h 109721"/>
                  <a:gd name="connsiteX2" fmla="*/ 0 w 2870457"/>
                  <a:gd name="connsiteY2" fmla="*/ 54880 h 109721"/>
                  <a:gd name="connsiteX3" fmla="*/ 54841 w 2870457"/>
                  <a:gd name="connsiteY3" fmla="*/ 109721 h 109721"/>
                  <a:gd name="connsiteX4" fmla="*/ 2815578 w 2870457"/>
                  <a:gd name="connsiteY4" fmla="*/ 109721 h 109721"/>
                  <a:gd name="connsiteX5" fmla="*/ 2870458 w 2870457"/>
                  <a:gd name="connsiteY5" fmla="*/ 54880 h 109721"/>
                  <a:gd name="connsiteX6" fmla="*/ 2815578 w 2870457"/>
                  <a:gd name="connsiteY6" fmla="*/ 0 h 1097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870457" h="109721">
                    <a:moveTo>
                      <a:pt x="2815578" y="0"/>
                    </a:moveTo>
                    <a:lnTo>
                      <a:pt x="54841" y="0"/>
                    </a:lnTo>
                    <a:cubicBezTo>
                      <a:pt x="24531" y="0"/>
                      <a:pt x="0" y="24569"/>
                      <a:pt x="0" y="54880"/>
                    </a:cubicBezTo>
                    <a:cubicBezTo>
                      <a:pt x="0" y="85190"/>
                      <a:pt x="24531" y="109721"/>
                      <a:pt x="54841" y="109721"/>
                    </a:cubicBezTo>
                    <a:lnTo>
                      <a:pt x="2815578" y="109721"/>
                    </a:lnTo>
                    <a:cubicBezTo>
                      <a:pt x="2845889" y="109721"/>
                      <a:pt x="2870458" y="85190"/>
                      <a:pt x="2870458" y="54880"/>
                    </a:cubicBezTo>
                    <a:cubicBezTo>
                      <a:pt x="2870458" y="24569"/>
                      <a:pt x="2845889" y="0"/>
                      <a:pt x="2815578" y="0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4" name="Freeform: Shape 235">
                <a:extLst>
                  <a:ext uri="{FF2B5EF4-FFF2-40B4-BE49-F238E27FC236}">
                    <a16:creationId xmlns:a16="http://schemas.microsoft.com/office/drawing/2014/main" id="{F8232F62-3CF6-D2BE-15D5-998539B7E48E}"/>
                  </a:ext>
                </a:extLst>
              </p:cNvPr>
              <p:cNvSpPr/>
              <p:nvPr/>
            </p:nvSpPr>
            <p:spPr>
              <a:xfrm>
                <a:off x="15969413" y="2951565"/>
                <a:ext cx="2870457" cy="109721"/>
              </a:xfrm>
              <a:custGeom>
                <a:avLst/>
                <a:gdLst>
                  <a:gd name="connsiteX0" fmla="*/ 2815578 w 2870457"/>
                  <a:gd name="connsiteY0" fmla="*/ 0 h 109721"/>
                  <a:gd name="connsiteX1" fmla="*/ 54841 w 2870457"/>
                  <a:gd name="connsiteY1" fmla="*/ 0 h 109721"/>
                  <a:gd name="connsiteX2" fmla="*/ 0 w 2870457"/>
                  <a:gd name="connsiteY2" fmla="*/ 54842 h 109721"/>
                  <a:gd name="connsiteX3" fmla="*/ 54841 w 2870457"/>
                  <a:gd name="connsiteY3" fmla="*/ 109721 h 109721"/>
                  <a:gd name="connsiteX4" fmla="*/ 2815578 w 2870457"/>
                  <a:gd name="connsiteY4" fmla="*/ 109721 h 109721"/>
                  <a:gd name="connsiteX5" fmla="*/ 2870458 w 2870457"/>
                  <a:gd name="connsiteY5" fmla="*/ 54842 h 109721"/>
                  <a:gd name="connsiteX6" fmla="*/ 2815578 w 2870457"/>
                  <a:gd name="connsiteY6" fmla="*/ 0 h 1097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870457" h="109721">
                    <a:moveTo>
                      <a:pt x="2815578" y="0"/>
                    </a:moveTo>
                    <a:lnTo>
                      <a:pt x="54841" y="0"/>
                    </a:lnTo>
                    <a:cubicBezTo>
                      <a:pt x="24531" y="0"/>
                      <a:pt x="0" y="24569"/>
                      <a:pt x="0" y="54842"/>
                    </a:cubicBezTo>
                    <a:cubicBezTo>
                      <a:pt x="0" y="85152"/>
                      <a:pt x="24531" y="109721"/>
                      <a:pt x="54841" y="109721"/>
                    </a:cubicBezTo>
                    <a:lnTo>
                      <a:pt x="2815578" y="109721"/>
                    </a:lnTo>
                    <a:cubicBezTo>
                      <a:pt x="2845889" y="109721"/>
                      <a:pt x="2870458" y="85152"/>
                      <a:pt x="2870458" y="54842"/>
                    </a:cubicBezTo>
                    <a:cubicBezTo>
                      <a:pt x="2870458" y="24570"/>
                      <a:pt x="2845889" y="0"/>
                      <a:pt x="2815578" y="0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5" name="Freeform: Shape 236">
                <a:extLst>
                  <a:ext uri="{FF2B5EF4-FFF2-40B4-BE49-F238E27FC236}">
                    <a16:creationId xmlns:a16="http://schemas.microsoft.com/office/drawing/2014/main" id="{14D38001-B53B-497C-60AE-B859AE979922}"/>
                  </a:ext>
                </a:extLst>
              </p:cNvPr>
              <p:cNvSpPr/>
              <p:nvPr/>
            </p:nvSpPr>
            <p:spPr>
              <a:xfrm>
                <a:off x="17785883" y="3418987"/>
                <a:ext cx="1019366" cy="109721"/>
              </a:xfrm>
              <a:custGeom>
                <a:avLst/>
                <a:gdLst>
                  <a:gd name="connsiteX0" fmla="*/ 964525 w 1019366"/>
                  <a:gd name="connsiteY0" fmla="*/ 0 h 109721"/>
                  <a:gd name="connsiteX1" fmla="*/ 54880 w 1019366"/>
                  <a:gd name="connsiteY1" fmla="*/ 0 h 109721"/>
                  <a:gd name="connsiteX2" fmla="*/ 0 w 1019366"/>
                  <a:gd name="connsiteY2" fmla="*/ 54880 h 109721"/>
                  <a:gd name="connsiteX3" fmla="*/ 54880 w 1019366"/>
                  <a:gd name="connsiteY3" fmla="*/ 109721 h 109721"/>
                  <a:gd name="connsiteX4" fmla="*/ 964525 w 1019366"/>
                  <a:gd name="connsiteY4" fmla="*/ 109721 h 109721"/>
                  <a:gd name="connsiteX5" fmla="*/ 1019366 w 1019366"/>
                  <a:gd name="connsiteY5" fmla="*/ 54880 h 109721"/>
                  <a:gd name="connsiteX6" fmla="*/ 964525 w 1019366"/>
                  <a:gd name="connsiteY6" fmla="*/ 0 h 1097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019366" h="109721">
                    <a:moveTo>
                      <a:pt x="964525" y="0"/>
                    </a:moveTo>
                    <a:lnTo>
                      <a:pt x="54880" y="0"/>
                    </a:lnTo>
                    <a:cubicBezTo>
                      <a:pt x="24569" y="0"/>
                      <a:pt x="0" y="24569"/>
                      <a:pt x="0" y="54880"/>
                    </a:cubicBezTo>
                    <a:cubicBezTo>
                      <a:pt x="0" y="85151"/>
                      <a:pt x="24569" y="109721"/>
                      <a:pt x="54880" y="109721"/>
                    </a:cubicBezTo>
                    <a:lnTo>
                      <a:pt x="964525" y="109721"/>
                    </a:lnTo>
                    <a:cubicBezTo>
                      <a:pt x="994796" y="109721"/>
                      <a:pt x="1019366" y="85152"/>
                      <a:pt x="1019366" y="54880"/>
                    </a:cubicBezTo>
                    <a:cubicBezTo>
                      <a:pt x="1019366" y="24569"/>
                      <a:pt x="994797" y="0"/>
                      <a:pt x="964525" y="0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6" name="Freeform: Shape 237">
                <a:extLst>
                  <a:ext uri="{FF2B5EF4-FFF2-40B4-BE49-F238E27FC236}">
                    <a16:creationId xmlns:a16="http://schemas.microsoft.com/office/drawing/2014/main" id="{A2055100-C5F5-2FFD-24E3-E030AD6541E0}"/>
                  </a:ext>
                </a:extLst>
              </p:cNvPr>
              <p:cNvSpPr/>
              <p:nvPr/>
            </p:nvSpPr>
            <p:spPr>
              <a:xfrm>
                <a:off x="17608238" y="3422808"/>
                <a:ext cx="104241" cy="104269"/>
              </a:xfrm>
              <a:custGeom>
                <a:avLst/>
                <a:gdLst>
                  <a:gd name="connsiteX0" fmla="*/ 52042 w 104241"/>
                  <a:gd name="connsiteY0" fmla="*/ 0 h 104269"/>
                  <a:gd name="connsiteX1" fmla="*/ 4205 w 104241"/>
                  <a:gd name="connsiteY1" fmla="*/ 31611 h 104269"/>
                  <a:gd name="connsiteX2" fmla="*/ 14347 w 104241"/>
                  <a:gd name="connsiteY2" fmla="*/ 88022 h 104269"/>
                  <a:gd name="connsiteX3" fmla="*/ 70183 w 104241"/>
                  <a:gd name="connsiteY3" fmla="*/ 101033 h 104269"/>
                  <a:gd name="connsiteX4" fmla="*/ 104167 w 104241"/>
                  <a:gd name="connsiteY4" fmla="*/ 54880 h 104269"/>
                  <a:gd name="connsiteX5" fmla="*/ 89893 w 104241"/>
                  <a:gd name="connsiteY5" fmla="*/ 16227 h 104269"/>
                  <a:gd name="connsiteX6" fmla="*/ 52043 w 104241"/>
                  <a:gd name="connsiteY6" fmla="*/ 1 h 1042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04241" h="104269">
                    <a:moveTo>
                      <a:pt x="52042" y="0"/>
                    </a:moveTo>
                    <a:cubicBezTo>
                      <a:pt x="31223" y="38"/>
                      <a:pt x="12394" y="12476"/>
                      <a:pt x="4205" y="31611"/>
                    </a:cubicBezTo>
                    <a:cubicBezTo>
                      <a:pt x="-3985" y="50747"/>
                      <a:pt x="-5" y="72944"/>
                      <a:pt x="14347" y="88022"/>
                    </a:cubicBezTo>
                    <a:cubicBezTo>
                      <a:pt x="28659" y="103138"/>
                      <a:pt x="50627" y="108266"/>
                      <a:pt x="70183" y="101033"/>
                    </a:cubicBezTo>
                    <a:cubicBezTo>
                      <a:pt x="89700" y="93838"/>
                      <a:pt x="103057" y="75660"/>
                      <a:pt x="104167" y="54880"/>
                    </a:cubicBezTo>
                    <a:cubicBezTo>
                      <a:pt x="104932" y="40605"/>
                      <a:pt x="99766" y="26637"/>
                      <a:pt x="89893" y="16227"/>
                    </a:cubicBezTo>
                    <a:cubicBezTo>
                      <a:pt x="80057" y="5856"/>
                      <a:pt x="66357" y="1"/>
                      <a:pt x="52043" y="1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7" name="Freeform: Shape 238">
                <a:extLst>
                  <a:ext uri="{FF2B5EF4-FFF2-40B4-BE49-F238E27FC236}">
                    <a16:creationId xmlns:a16="http://schemas.microsoft.com/office/drawing/2014/main" id="{0101BF04-BA04-3C56-7FDF-7900638156CD}"/>
                  </a:ext>
                </a:extLst>
              </p:cNvPr>
              <p:cNvSpPr/>
              <p:nvPr/>
            </p:nvSpPr>
            <p:spPr>
              <a:xfrm>
                <a:off x="15042697" y="-99431"/>
                <a:ext cx="4597037" cy="4928989"/>
              </a:xfrm>
              <a:custGeom>
                <a:avLst/>
                <a:gdLst>
                  <a:gd name="connsiteX0" fmla="*/ 4542232 w 4597037"/>
                  <a:gd name="connsiteY0" fmla="*/ 20 h 4928989"/>
                  <a:gd name="connsiteX1" fmla="*/ 1664027 w 4597037"/>
                  <a:gd name="connsiteY1" fmla="*/ 20 h 4928989"/>
                  <a:gd name="connsiteX2" fmla="*/ 1609186 w 4597037"/>
                  <a:gd name="connsiteY2" fmla="*/ 54899 h 4928989"/>
                  <a:gd name="connsiteX3" fmla="*/ 1609186 w 4597037"/>
                  <a:gd name="connsiteY3" fmla="*/ 262285 h 4928989"/>
                  <a:gd name="connsiteX4" fmla="*/ 731342 w 4597037"/>
                  <a:gd name="connsiteY4" fmla="*/ 262285 h 4928989"/>
                  <a:gd name="connsiteX5" fmla="*/ 676463 w 4597037"/>
                  <a:gd name="connsiteY5" fmla="*/ 317165 h 4928989"/>
                  <a:gd name="connsiteX6" fmla="*/ 676463 w 4597037"/>
                  <a:gd name="connsiteY6" fmla="*/ 4136189 h 4928989"/>
                  <a:gd name="connsiteX7" fmla="*/ 54883 w 4597037"/>
                  <a:gd name="connsiteY7" fmla="*/ 4136189 h 4928989"/>
                  <a:gd name="connsiteX8" fmla="*/ 3 w 4597037"/>
                  <a:gd name="connsiteY8" fmla="*/ 4191069 h 4928989"/>
                  <a:gd name="connsiteX9" fmla="*/ 646840 w 4597037"/>
                  <a:gd name="connsiteY9" fmla="*/ 4928990 h 4928989"/>
                  <a:gd name="connsiteX10" fmla="*/ 3554632 w 4597037"/>
                  <a:gd name="connsiteY10" fmla="*/ 4928990 h 4928989"/>
                  <a:gd name="connsiteX11" fmla="*/ 3902166 w 4597037"/>
                  <a:gd name="connsiteY11" fmla="*/ 4787774 h 4928989"/>
                  <a:gd name="connsiteX12" fmla="*/ 4065426 w 4597037"/>
                  <a:gd name="connsiteY12" fmla="*/ 4450037 h 4928989"/>
                  <a:gd name="connsiteX13" fmla="*/ 4542194 w 4597037"/>
                  <a:gd name="connsiteY13" fmla="*/ 4450037 h 4928989"/>
                  <a:gd name="connsiteX14" fmla="*/ 4581000 w 4597037"/>
                  <a:gd name="connsiteY14" fmla="*/ 4433964 h 4928989"/>
                  <a:gd name="connsiteX15" fmla="*/ 4597034 w 4597037"/>
                  <a:gd name="connsiteY15" fmla="*/ 4395158 h 4928989"/>
                  <a:gd name="connsiteX16" fmla="*/ 4597034 w 4597037"/>
                  <a:gd name="connsiteY16" fmla="*/ 55416 h 4928989"/>
                  <a:gd name="connsiteX17" fmla="*/ 4581190 w 4597037"/>
                  <a:gd name="connsiteY17" fmla="*/ 16265 h 4928989"/>
                  <a:gd name="connsiteX18" fmla="*/ 4542193 w 4597037"/>
                  <a:gd name="connsiteY18" fmla="*/ 0 h 4928989"/>
                  <a:gd name="connsiteX19" fmla="*/ 646888 w 4597037"/>
                  <a:gd name="connsiteY19" fmla="*/ 4819332 h 4928989"/>
                  <a:gd name="connsiteX20" fmla="*/ 115236 w 4597037"/>
                  <a:gd name="connsiteY20" fmla="*/ 4249295 h 4928989"/>
                  <a:gd name="connsiteX21" fmla="*/ 2974239 w 4597037"/>
                  <a:gd name="connsiteY21" fmla="*/ 4249295 h 4928989"/>
                  <a:gd name="connsiteX22" fmla="*/ 2974239 w 4597037"/>
                  <a:gd name="connsiteY22" fmla="*/ 4265216 h 4928989"/>
                  <a:gd name="connsiteX23" fmla="*/ 2974239 w 4597037"/>
                  <a:gd name="connsiteY23" fmla="*/ 4265178 h 4928989"/>
                  <a:gd name="connsiteX24" fmla="*/ 2978601 w 4597037"/>
                  <a:gd name="connsiteY24" fmla="*/ 4338694 h 4928989"/>
                  <a:gd name="connsiteX25" fmla="*/ 2978601 w 4597037"/>
                  <a:gd name="connsiteY25" fmla="*/ 4358441 h 4928989"/>
                  <a:gd name="connsiteX26" fmla="*/ 2988475 w 4597037"/>
                  <a:gd name="connsiteY26" fmla="*/ 4416612 h 4928989"/>
                  <a:gd name="connsiteX27" fmla="*/ 2991230 w 4597037"/>
                  <a:gd name="connsiteY27" fmla="*/ 4431422 h 4928989"/>
                  <a:gd name="connsiteX28" fmla="*/ 3010441 w 4597037"/>
                  <a:gd name="connsiteY28" fmla="*/ 4499466 h 4928989"/>
                  <a:gd name="connsiteX29" fmla="*/ 3016488 w 4597037"/>
                  <a:gd name="connsiteY29" fmla="*/ 4515387 h 4928989"/>
                  <a:gd name="connsiteX30" fmla="*/ 3037345 w 4597037"/>
                  <a:gd name="connsiteY30" fmla="*/ 4567510 h 4928989"/>
                  <a:gd name="connsiteX31" fmla="*/ 3045573 w 4597037"/>
                  <a:gd name="connsiteY31" fmla="*/ 4585077 h 4928989"/>
                  <a:gd name="connsiteX32" fmla="*/ 3077950 w 4597037"/>
                  <a:gd name="connsiteY32" fmla="*/ 4645964 h 4928989"/>
                  <a:gd name="connsiteX33" fmla="*/ 3077912 w 4597037"/>
                  <a:gd name="connsiteY33" fmla="*/ 4645964 h 4928989"/>
                  <a:gd name="connsiteX34" fmla="*/ 3081739 w 4597037"/>
                  <a:gd name="connsiteY34" fmla="*/ 4651437 h 4928989"/>
                  <a:gd name="connsiteX35" fmla="*/ 3116870 w 4597037"/>
                  <a:gd name="connsiteY35" fmla="*/ 4706316 h 4928989"/>
                  <a:gd name="connsiteX36" fmla="*/ 3128926 w 4597037"/>
                  <a:gd name="connsiteY36" fmla="*/ 4721663 h 4928989"/>
                  <a:gd name="connsiteX37" fmla="*/ 3165703 w 4597037"/>
                  <a:gd name="connsiteY37" fmla="*/ 4764449 h 4928989"/>
                  <a:gd name="connsiteX38" fmla="*/ 3173931 w 4597037"/>
                  <a:gd name="connsiteY38" fmla="*/ 4773213 h 4928989"/>
                  <a:gd name="connsiteX39" fmla="*/ 3173931 w 4597037"/>
                  <a:gd name="connsiteY39" fmla="*/ 4773251 h 4928989"/>
                  <a:gd name="connsiteX40" fmla="*/ 3222764 w 4597037"/>
                  <a:gd name="connsiteY40" fmla="*/ 4818218 h 4928989"/>
                  <a:gd name="connsiteX41" fmla="*/ 3227165 w 4597037"/>
                  <a:gd name="connsiteY41" fmla="*/ 4822045 h 4928989"/>
                  <a:gd name="connsiteX42" fmla="*/ 3958518 w 4597037"/>
                  <a:gd name="connsiteY42" fmla="*/ 4395802 h 4928989"/>
                  <a:gd name="connsiteX43" fmla="*/ 3958518 w 4597037"/>
                  <a:gd name="connsiteY43" fmla="*/ 4395764 h 4928989"/>
                  <a:gd name="connsiteX44" fmla="*/ 3844401 w 4597037"/>
                  <a:gd name="connsiteY44" fmla="*/ 4691206 h 4928989"/>
                  <a:gd name="connsiteX45" fmla="*/ 3554739 w 4597037"/>
                  <a:gd name="connsiteY45" fmla="*/ 4819334 h 4928989"/>
                  <a:gd name="connsiteX46" fmla="*/ 3468057 w 4597037"/>
                  <a:gd name="connsiteY46" fmla="*/ 4819334 h 4928989"/>
                  <a:gd name="connsiteX47" fmla="*/ 3449420 w 4597037"/>
                  <a:gd name="connsiteY47" fmla="*/ 4813861 h 4928989"/>
                  <a:gd name="connsiteX48" fmla="*/ 3429672 w 4597037"/>
                  <a:gd name="connsiteY48" fmla="*/ 4807814 h 4928989"/>
                  <a:gd name="connsiteX49" fmla="*/ 3409390 w 4597037"/>
                  <a:gd name="connsiteY49" fmla="*/ 4799586 h 4928989"/>
                  <a:gd name="connsiteX50" fmla="*/ 3390140 w 4597037"/>
                  <a:gd name="connsiteY50" fmla="*/ 4789712 h 4928989"/>
                  <a:gd name="connsiteX51" fmla="*/ 3370393 w 4597037"/>
                  <a:gd name="connsiteY51" fmla="*/ 4779303 h 4928989"/>
                  <a:gd name="connsiteX52" fmla="*/ 3370393 w 4597037"/>
                  <a:gd name="connsiteY52" fmla="*/ 4779265 h 4928989"/>
                  <a:gd name="connsiteX53" fmla="*/ 3352827 w 4597037"/>
                  <a:gd name="connsiteY53" fmla="*/ 4769391 h 4928989"/>
                  <a:gd name="connsiteX54" fmla="*/ 3335299 w 4597037"/>
                  <a:gd name="connsiteY54" fmla="*/ 4756762 h 4928989"/>
                  <a:gd name="connsiteX55" fmla="*/ 3318842 w 4597037"/>
                  <a:gd name="connsiteY55" fmla="*/ 4745816 h 4928989"/>
                  <a:gd name="connsiteX56" fmla="*/ 3300205 w 4597037"/>
                  <a:gd name="connsiteY56" fmla="*/ 4731006 h 4928989"/>
                  <a:gd name="connsiteX57" fmla="*/ 3284859 w 4597037"/>
                  <a:gd name="connsiteY57" fmla="*/ 4718950 h 4928989"/>
                  <a:gd name="connsiteX58" fmla="*/ 3267293 w 4597037"/>
                  <a:gd name="connsiteY58" fmla="*/ 4701958 h 4928989"/>
                  <a:gd name="connsiteX59" fmla="*/ 3253018 w 4597037"/>
                  <a:gd name="connsiteY59" fmla="*/ 4688258 h 4928989"/>
                  <a:gd name="connsiteX60" fmla="*/ 3236562 w 4597037"/>
                  <a:gd name="connsiteY60" fmla="*/ 4670156 h 4928989"/>
                  <a:gd name="connsiteX61" fmla="*/ 3225540 w 4597037"/>
                  <a:gd name="connsiteY61" fmla="*/ 4654733 h 4928989"/>
                  <a:gd name="connsiteX62" fmla="*/ 3210194 w 4597037"/>
                  <a:gd name="connsiteY62" fmla="*/ 4634450 h 4928989"/>
                  <a:gd name="connsiteX63" fmla="*/ 3198674 w 4597037"/>
                  <a:gd name="connsiteY63" fmla="*/ 4618530 h 4928989"/>
                  <a:gd name="connsiteX64" fmla="*/ 3184400 w 4597037"/>
                  <a:gd name="connsiteY64" fmla="*/ 4597137 h 4928989"/>
                  <a:gd name="connsiteX65" fmla="*/ 3173990 w 4597037"/>
                  <a:gd name="connsiteY65" fmla="*/ 4580681 h 4928989"/>
                  <a:gd name="connsiteX66" fmla="*/ 3161361 w 4597037"/>
                  <a:gd name="connsiteY66" fmla="*/ 4557107 h 4928989"/>
                  <a:gd name="connsiteX67" fmla="*/ 3161361 w 4597037"/>
                  <a:gd name="connsiteY67" fmla="*/ 4557068 h 4928989"/>
                  <a:gd name="connsiteX68" fmla="*/ 3152023 w 4597037"/>
                  <a:gd name="connsiteY68" fmla="*/ 4540076 h 4928989"/>
                  <a:gd name="connsiteX69" fmla="*/ 3141040 w 4597037"/>
                  <a:gd name="connsiteY69" fmla="*/ 4514856 h 4928989"/>
                  <a:gd name="connsiteX70" fmla="*/ 3133347 w 4597037"/>
                  <a:gd name="connsiteY70" fmla="*/ 4497290 h 4928989"/>
                  <a:gd name="connsiteX71" fmla="*/ 3124009 w 4597037"/>
                  <a:gd name="connsiteY71" fmla="*/ 4471496 h 4928989"/>
                  <a:gd name="connsiteX72" fmla="*/ 3115820 w 4597037"/>
                  <a:gd name="connsiteY72" fmla="*/ 4453394 h 4928989"/>
                  <a:gd name="connsiteX73" fmla="*/ 3108701 w 4597037"/>
                  <a:gd name="connsiteY73" fmla="*/ 4426528 h 4928989"/>
                  <a:gd name="connsiteX74" fmla="*/ 3103229 w 4597037"/>
                  <a:gd name="connsiteY74" fmla="*/ 4407891 h 4928989"/>
                  <a:gd name="connsiteX75" fmla="*/ 3097756 w 4597037"/>
                  <a:gd name="connsiteY75" fmla="*/ 4378805 h 4928989"/>
                  <a:gd name="connsiteX76" fmla="*/ 3094465 w 4597037"/>
                  <a:gd name="connsiteY76" fmla="*/ 4360703 h 4928989"/>
                  <a:gd name="connsiteX77" fmla="*/ 3090638 w 4597037"/>
                  <a:gd name="connsiteY77" fmla="*/ 4328901 h 4928989"/>
                  <a:gd name="connsiteX78" fmla="*/ 3090638 w 4597037"/>
                  <a:gd name="connsiteY78" fmla="*/ 4312444 h 4928989"/>
                  <a:gd name="connsiteX79" fmla="*/ 3090638 w 4597037"/>
                  <a:gd name="connsiteY79" fmla="*/ 4263612 h 4928989"/>
                  <a:gd name="connsiteX80" fmla="*/ 3090600 w 4597037"/>
                  <a:gd name="connsiteY80" fmla="*/ 4191663 h 4928989"/>
                  <a:gd name="connsiteX81" fmla="*/ 3074527 w 4597037"/>
                  <a:gd name="connsiteY81" fmla="*/ 4152896 h 4928989"/>
                  <a:gd name="connsiteX82" fmla="*/ 3035721 w 4597037"/>
                  <a:gd name="connsiteY82" fmla="*/ 4136823 h 4928989"/>
                  <a:gd name="connsiteX83" fmla="*/ 785709 w 4597037"/>
                  <a:gd name="connsiteY83" fmla="*/ 4136823 h 4928989"/>
                  <a:gd name="connsiteX84" fmla="*/ 785709 w 4597037"/>
                  <a:gd name="connsiteY84" fmla="*/ 375308 h 4928989"/>
                  <a:gd name="connsiteX85" fmla="*/ 3081180 w 4597037"/>
                  <a:gd name="connsiteY85" fmla="*/ 375308 h 4928989"/>
                  <a:gd name="connsiteX86" fmla="*/ 3081180 w 4597037"/>
                  <a:gd name="connsiteY86" fmla="*/ 1233939 h 4928989"/>
                  <a:gd name="connsiteX87" fmla="*/ 3097253 w 4597037"/>
                  <a:gd name="connsiteY87" fmla="*/ 1272745 h 4928989"/>
                  <a:gd name="connsiteX88" fmla="*/ 3136059 w 4597037"/>
                  <a:gd name="connsiteY88" fmla="*/ 1288818 h 4928989"/>
                  <a:gd name="connsiteX89" fmla="*/ 3955727 w 4597037"/>
                  <a:gd name="connsiteY89" fmla="*/ 1288818 h 4928989"/>
                  <a:gd name="connsiteX90" fmla="*/ 3192617 w 4597037"/>
                  <a:gd name="connsiteY90" fmla="*/ 1178028 h 4928989"/>
                  <a:gd name="connsiteX91" fmla="*/ 3192617 w 4597037"/>
                  <a:gd name="connsiteY91" fmla="*/ 460387 h 4928989"/>
                  <a:gd name="connsiteX92" fmla="*/ 3883923 w 4597037"/>
                  <a:gd name="connsiteY92" fmla="*/ 1178028 h 4928989"/>
                  <a:gd name="connsiteX93" fmla="*/ 4487407 w 4597037"/>
                  <a:gd name="connsiteY93" fmla="*/ 4338685 h 4928989"/>
                  <a:gd name="connsiteX94" fmla="*/ 4067159 w 4597037"/>
                  <a:gd name="connsiteY94" fmla="*/ 4338685 h 4928989"/>
                  <a:gd name="connsiteX95" fmla="*/ 4067159 w 4597037"/>
                  <a:gd name="connsiteY95" fmla="*/ 1233970 h 4928989"/>
                  <a:gd name="connsiteX96" fmla="*/ 4067159 w 4597037"/>
                  <a:gd name="connsiteY96" fmla="*/ 1230679 h 4928989"/>
                  <a:gd name="connsiteX97" fmla="*/ 4067159 w 4597037"/>
                  <a:gd name="connsiteY97" fmla="*/ 1216404 h 4928989"/>
                  <a:gd name="connsiteX98" fmla="*/ 4067159 w 4597037"/>
                  <a:gd name="connsiteY98" fmla="*/ 1211467 h 4928989"/>
                  <a:gd name="connsiteX99" fmla="*/ 4056711 w 4597037"/>
                  <a:gd name="connsiteY99" fmla="*/ 1195585 h 4928989"/>
                  <a:gd name="connsiteX100" fmla="*/ 4051239 w 4597037"/>
                  <a:gd name="connsiteY100" fmla="*/ 1189538 h 4928989"/>
                  <a:gd name="connsiteX101" fmla="*/ 3177265 w 4597037"/>
                  <a:gd name="connsiteY101" fmla="*/ 279325 h 4928989"/>
                  <a:gd name="connsiteX102" fmla="*/ 3135015 w 4597037"/>
                  <a:gd name="connsiteY102" fmla="*/ 262869 h 4928989"/>
                  <a:gd name="connsiteX103" fmla="*/ 1719523 w 4597037"/>
                  <a:gd name="connsiteY103" fmla="*/ 262869 h 4928989"/>
                  <a:gd name="connsiteX104" fmla="*/ 1719523 w 4597037"/>
                  <a:gd name="connsiteY104" fmla="*/ 111473 h 4928989"/>
                  <a:gd name="connsiteX105" fmla="*/ 4487413 w 4597037"/>
                  <a:gd name="connsiteY105" fmla="*/ 111473 h 49289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</a:cxnLst>
                <a:rect l="l" t="t" r="r" b="b"/>
                <a:pathLst>
                  <a:path w="4597037" h="4928989">
                    <a:moveTo>
                      <a:pt x="4542232" y="20"/>
                    </a:moveTo>
                    <a:lnTo>
                      <a:pt x="1664027" y="20"/>
                    </a:lnTo>
                    <a:cubicBezTo>
                      <a:pt x="1633717" y="20"/>
                      <a:pt x="1609186" y="24589"/>
                      <a:pt x="1609186" y="54899"/>
                    </a:cubicBezTo>
                    <a:lnTo>
                      <a:pt x="1609186" y="262285"/>
                    </a:lnTo>
                    <a:lnTo>
                      <a:pt x="731342" y="262285"/>
                    </a:lnTo>
                    <a:cubicBezTo>
                      <a:pt x="701032" y="262285"/>
                      <a:pt x="676463" y="286854"/>
                      <a:pt x="676463" y="317165"/>
                    </a:cubicBezTo>
                    <a:lnTo>
                      <a:pt x="676463" y="4136189"/>
                    </a:lnTo>
                    <a:lnTo>
                      <a:pt x="54883" y="4136189"/>
                    </a:lnTo>
                    <a:cubicBezTo>
                      <a:pt x="24573" y="4136189"/>
                      <a:pt x="3" y="4160759"/>
                      <a:pt x="3" y="4191069"/>
                    </a:cubicBezTo>
                    <a:cubicBezTo>
                      <a:pt x="-1107" y="4599796"/>
                      <a:pt x="288598" y="4928990"/>
                      <a:pt x="646840" y="4928990"/>
                    </a:cubicBezTo>
                    <a:lnTo>
                      <a:pt x="3554632" y="4928990"/>
                    </a:lnTo>
                    <a:cubicBezTo>
                      <a:pt x="3683984" y="4926579"/>
                      <a:pt x="3807830" y="4876254"/>
                      <a:pt x="3902166" y="4787774"/>
                    </a:cubicBezTo>
                    <a:cubicBezTo>
                      <a:pt x="3996540" y="4699294"/>
                      <a:pt x="4054708" y="4578938"/>
                      <a:pt x="4065426" y="4450037"/>
                    </a:cubicBezTo>
                    <a:lnTo>
                      <a:pt x="4542194" y="4450037"/>
                    </a:lnTo>
                    <a:cubicBezTo>
                      <a:pt x="4556737" y="4450037"/>
                      <a:pt x="4570706" y="4444258"/>
                      <a:pt x="4581000" y="4433964"/>
                    </a:cubicBezTo>
                    <a:cubicBezTo>
                      <a:pt x="4591256" y="4423669"/>
                      <a:pt x="4597034" y="4409700"/>
                      <a:pt x="4597034" y="4395158"/>
                    </a:cubicBezTo>
                    <a:lnTo>
                      <a:pt x="4597034" y="55416"/>
                    </a:lnTo>
                    <a:cubicBezTo>
                      <a:pt x="4597187" y="40796"/>
                      <a:pt x="4591485" y="26675"/>
                      <a:pt x="4581190" y="16265"/>
                    </a:cubicBezTo>
                    <a:cubicBezTo>
                      <a:pt x="4570858" y="5856"/>
                      <a:pt x="4556851" y="0"/>
                      <a:pt x="4542193" y="0"/>
                    </a:cubicBezTo>
                    <a:close/>
                    <a:moveTo>
                      <a:pt x="646888" y="4819332"/>
                    </a:moveTo>
                    <a:cubicBezTo>
                      <a:pt x="368737" y="4819332"/>
                      <a:pt x="139386" y="4568055"/>
                      <a:pt x="115236" y="4249295"/>
                    </a:cubicBezTo>
                    <a:lnTo>
                      <a:pt x="2974239" y="4249295"/>
                    </a:lnTo>
                    <a:lnTo>
                      <a:pt x="2974239" y="4265216"/>
                    </a:lnTo>
                    <a:lnTo>
                      <a:pt x="2974239" y="4265178"/>
                    </a:lnTo>
                    <a:cubicBezTo>
                      <a:pt x="2974315" y="4289747"/>
                      <a:pt x="2975769" y="4314316"/>
                      <a:pt x="2978601" y="4338694"/>
                    </a:cubicBezTo>
                    <a:lnTo>
                      <a:pt x="2978601" y="4358441"/>
                    </a:lnTo>
                    <a:cubicBezTo>
                      <a:pt x="2981357" y="4378189"/>
                      <a:pt x="2984074" y="4397401"/>
                      <a:pt x="2988475" y="4416612"/>
                    </a:cubicBezTo>
                    <a:cubicBezTo>
                      <a:pt x="2988475" y="4421549"/>
                      <a:pt x="2988475" y="4426485"/>
                      <a:pt x="2991230" y="4431422"/>
                    </a:cubicBezTo>
                    <a:cubicBezTo>
                      <a:pt x="2996703" y="4454461"/>
                      <a:pt x="3003286" y="4477499"/>
                      <a:pt x="3010441" y="4499466"/>
                    </a:cubicBezTo>
                    <a:cubicBezTo>
                      <a:pt x="3010441" y="4504939"/>
                      <a:pt x="3014843" y="4510450"/>
                      <a:pt x="3016488" y="4515387"/>
                    </a:cubicBezTo>
                    <a:cubicBezTo>
                      <a:pt x="3023071" y="4533489"/>
                      <a:pt x="3029654" y="4550518"/>
                      <a:pt x="3037345" y="4567510"/>
                    </a:cubicBezTo>
                    <a:lnTo>
                      <a:pt x="3045573" y="4585077"/>
                    </a:lnTo>
                    <a:cubicBezTo>
                      <a:pt x="3055447" y="4605934"/>
                      <a:pt x="3066431" y="4626791"/>
                      <a:pt x="3077950" y="4645964"/>
                    </a:cubicBezTo>
                    <a:lnTo>
                      <a:pt x="3077912" y="4645964"/>
                    </a:lnTo>
                    <a:cubicBezTo>
                      <a:pt x="3079060" y="4647878"/>
                      <a:pt x="3080361" y="4649714"/>
                      <a:pt x="3081739" y="4651437"/>
                    </a:cubicBezTo>
                    <a:cubicBezTo>
                      <a:pt x="3092722" y="4669539"/>
                      <a:pt x="3104778" y="4686568"/>
                      <a:pt x="3116870" y="4706316"/>
                    </a:cubicBezTo>
                    <a:cubicBezTo>
                      <a:pt x="3120697" y="4711253"/>
                      <a:pt x="3125098" y="4716190"/>
                      <a:pt x="3128926" y="4721663"/>
                    </a:cubicBezTo>
                    <a:cubicBezTo>
                      <a:pt x="3140445" y="4736473"/>
                      <a:pt x="3153074" y="4750748"/>
                      <a:pt x="3165703" y="4764449"/>
                    </a:cubicBezTo>
                    <a:lnTo>
                      <a:pt x="3173931" y="4773213"/>
                    </a:lnTo>
                    <a:lnTo>
                      <a:pt x="3173931" y="4773251"/>
                    </a:lnTo>
                    <a:cubicBezTo>
                      <a:pt x="3189392" y="4789095"/>
                      <a:pt x="3205695" y="4804096"/>
                      <a:pt x="3222764" y="4818218"/>
                    </a:cubicBezTo>
                    <a:lnTo>
                      <a:pt x="3227165" y="4822045"/>
                    </a:lnTo>
                    <a:close/>
                    <a:moveTo>
                      <a:pt x="3958518" y="4395802"/>
                    </a:moveTo>
                    <a:lnTo>
                      <a:pt x="3958518" y="4395764"/>
                    </a:lnTo>
                    <a:cubicBezTo>
                      <a:pt x="3961197" y="4505482"/>
                      <a:pt x="3920133" y="4611801"/>
                      <a:pt x="3844401" y="4691206"/>
                    </a:cubicBezTo>
                    <a:cubicBezTo>
                      <a:pt x="3768664" y="4770655"/>
                      <a:pt x="3664457" y="4816728"/>
                      <a:pt x="3554739" y="4819334"/>
                    </a:cubicBezTo>
                    <a:lnTo>
                      <a:pt x="3468057" y="4819334"/>
                    </a:lnTo>
                    <a:lnTo>
                      <a:pt x="3449420" y="4813861"/>
                    </a:lnTo>
                    <a:lnTo>
                      <a:pt x="3429672" y="4807814"/>
                    </a:lnTo>
                    <a:lnTo>
                      <a:pt x="3409390" y="4799586"/>
                    </a:lnTo>
                    <a:lnTo>
                      <a:pt x="3390140" y="4789712"/>
                    </a:lnTo>
                    <a:lnTo>
                      <a:pt x="3370393" y="4779303"/>
                    </a:lnTo>
                    <a:lnTo>
                      <a:pt x="3370393" y="4779265"/>
                    </a:lnTo>
                    <a:cubicBezTo>
                      <a:pt x="3364384" y="4776318"/>
                      <a:pt x="3358491" y="4773027"/>
                      <a:pt x="3352827" y="4769391"/>
                    </a:cubicBezTo>
                    <a:lnTo>
                      <a:pt x="3335299" y="4756762"/>
                    </a:lnTo>
                    <a:cubicBezTo>
                      <a:pt x="3329596" y="4753432"/>
                      <a:pt x="3324086" y="4749797"/>
                      <a:pt x="3318842" y="4745816"/>
                    </a:cubicBezTo>
                    <a:cubicBezTo>
                      <a:pt x="3312260" y="4741415"/>
                      <a:pt x="3306213" y="4735943"/>
                      <a:pt x="3300205" y="4731006"/>
                    </a:cubicBezTo>
                    <a:lnTo>
                      <a:pt x="3284859" y="4718950"/>
                    </a:lnTo>
                    <a:lnTo>
                      <a:pt x="3267293" y="4701958"/>
                    </a:lnTo>
                    <a:lnTo>
                      <a:pt x="3253018" y="4688258"/>
                    </a:lnTo>
                    <a:cubicBezTo>
                      <a:pt x="3247546" y="4682786"/>
                      <a:pt x="3242035" y="4676203"/>
                      <a:pt x="3236562" y="4670156"/>
                    </a:cubicBezTo>
                    <a:lnTo>
                      <a:pt x="3225540" y="4654733"/>
                    </a:lnTo>
                    <a:cubicBezTo>
                      <a:pt x="3220068" y="4648151"/>
                      <a:pt x="3215131" y="4641033"/>
                      <a:pt x="3210194" y="4634450"/>
                    </a:cubicBezTo>
                    <a:cubicBezTo>
                      <a:pt x="3205257" y="4627868"/>
                      <a:pt x="3201966" y="4624041"/>
                      <a:pt x="3198674" y="4618530"/>
                    </a:cubicBezTo>
                    <a:cubicBezTo>
                      <a:pt x="3195383" y="4613057"/>
                      <a:pt x="3188801" y="4604255"/>
                      <a:pt x="3184400" y="4597137"/>
                    </a:cubicBezTo>
                    <a:lnTo>
                      <a:pt x="3173990" y="4580681"/>
                    </a:lnTo>
                    <a:lnTo>
                      <a:pt x="3161361" y="4557107"/>
                    </a:lnTo>
                    <a:lnTo>
                      <a:pt x="3161361" y="4557068"/>
                    </a:lnTo>
                    <a:cubicBezTo>
                      <a:pt x="3158567" y="4551213"/>
                      <a:pt x="3155467" y="4545549"/>
                      <a:pt x="3152023" y="4540076"/>
                    </a:cubicBezTo>
                    <a:cubicBezTo>
                      <a:pt x="3148196" y="4531848"/>
                      <a:pt x="3144905" y="4523620"/>
                      <a:pt x="3141040" y="4514856"/>
                    </a:cubicBezTo>
                    <a:cubicBezTo>
                      <a:pt x="3137213" y="4506093"/>
                      <a:pt x="3135567" y="4503337"/>
                      <a:pt x="3133347" y="4497290"/>
                    </a:cubicBezTo>
                    <a:cubicBezTo>
                      <a:pt x="3131166" y="4491243"/>
                      <a:pt x="3127301" y="4480298"/>
                      <a:pt x="3124009" y="4471496"/>
                    </a:cubicBezTo>
                    <a:lnTo>
                      <a:pt x="3115820" y="4453394"/>
                    </a:lnTo>
                    <a:cubicBezTo>
                      <a:pt x="3115820" y="4444630"/>
                      <a:pt x="3110883" y="4435828"/>
                      <a:pt x="3108701" y="4426528"/>
                    </a:cubicBezTo>
                    <a:lnTo>
                      <a:pt x="3103229" y="4407891"/>
                    </a:lnTo>
                    <a:cubicBezTo>
                      <a:pt x="3103229" y="4398018"/>
                      <a:pt x="3099402" y="4388144"/>
                      <a:pt x="3097756" y="4378805"/>
                    </a:cubicBezTo>
                    <a:cubicBezTo>
                      <a:pt x="3096111" y="4369467"/>
                      <a:pt x="3097756" y="4366750"/>
                      <a:pt x="3094465" y="4360703"/>
                    </a:cubicBezTo>
                    <a:cubicBezTo>
                      <a:pt x="3091174" y="4354657"/>
                      <a:pt x="3091709" y="4339310"/>
                      <a:pt x="3090638" y="4328901"/>
                    </a:cubicBezTo>
                    <a:cubicBezTo>
                      <a:pt x="3089528" y="4318491"/>
                      <a:pt x="3090638" y="4317917"/>
                      <a:pt x="3090638" y="4312444"/>
                    </a:cubicBezTo>
                    <a:lnTo>
                      <a:pt x="3090638" y="4263612"/>
                    </a:lnTo>
                    <a:lnTo>
                      <a:pt x="3090600" y="4191663"/>
                    </a:lnTo>
                    <a:cubicBezTo>
                      <a:pt x="3090600" y="4177120"/>
                      <a:pt x="3084821" y="4163191"/>
                      <a:pt x="3074527" y="4152896"/>
                    </a:cubicBezTo>
                    <a:cubicBezTo>
                      <a:pt x="3064232" y="4142601"/>
                      <a:pt x="3050263" y="4136823"/>
                      <a:pt x="3035721" y="4136823"/>
                    </a:cubicBezTo>
                    <a:lnTo>
                      <a:pt x="785709" y="4136823"/>
                    </a:lnTo>
                    <a:lnTo>
                      <a:pt x="785709" y="375308"/>
                    </a:lnTo>
                    <a:lnTo>
                      <a:pt x="3081180" y="375308"/>
                    </a:lnTo>
                    <a:lnTo>
                      <a:pt x="3081180" y="1233939"/>
                    </a:lnTo>
                    <a:cubicBezTo>
                      <a:pt x="3081180" y="1248482"/>
                      <a:pt x="3086959" y="1262451"/>
                      <a:pt x="3097253" y="1272745"/>
                    </a:cubicBezTo>
                    <a:cubicBezTo>
                      <a:pt x="3107547" y="1283038"/>
                      <a:pt x="3121479" y="1288818"/>
                      <a:pt x="3136059" y="1288818"/>
                    </a:cubicBezTo>
                    <a:lnTo>
                      <a:pt x="3955727" y="1288818"/>
                    </a:lnTo>
                    <a:close/>
                    <a:moveTo>
                      <a:pt x="3192617" y="1178028"/>
                    </a:moveTo>
                    <a:lnTo>
                      <a:pt x="3192617" y="460387"/>
                    </a:lnTo>
                    <a:lnTo>
                      <a:pt x="3883923" y="1178028"/>
                    </a:lnTo>
                    <a:close/>
                    <a:moveTo>
                      <a:pt x="4487407" y="4338685"/>
                    </a:moveTo>
                    <a:lnTo>
                      <a:pt x="4067159" y="4338685"/>
                    </a:lnTo>
                    <a:lnTo>
                      <a:pt x="4067159" y="1233970"/>
                    </a:lnTo>
                    <a:lnTo>
                      <a:pt x="4067159" y="1230679"/>
                    </a:lnTo>
                    <a:cubicBezTo>
                      <a:pt x="4067924" y="1225971"/>
                      <a:pt x="4067924" y="1221149"/>
                      <a:pt x="4067159" y="1216404"/>
                    </a:cubicBezTo>
                    <a:lnTo>
                      <a:pt x="4067159" y="1211467"/>
                    </a:lnTo>
                    <a:cubicBezTo>
                      <a:pt x="4064633" y="1205612"/>
                      <a:pt x="4061112" y="1200216"/>
                      <a:pt x="4056711" y="1195585"/>
                    </a:cubicBezTo>
                    <a:lnTo>
                      <a:pt x="4051239" y="1189538"/>
                    </a:lnTo>
                    <a:lnTo>
                      <a:pt x="3177265" y="279325"/>
                    </a:lnTo>
                    <a:cubicBezTo>
                      <a:pt x="3166205" y="268036"/>
                      <a:pt x="3150820" y="262027"/>
                      <a:pt x="3135015" y="262869"/>
                    </a:cubicBezTo>
                    <a:lnTo>
                      <a:pt x="1719523" y="262869"/>
                    </a:lnTo>
                    <a:lnTo>
                      <a:pt x="1719523" y="111473"/>
                    </a:lnTo>
                    <a:lnTo>
                      <a:pt x="4487413" y="111473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</p:grpSp>
      <p:sp>
        <p:nvSpPr>
          <p:cNvPr id="88" name="TextBox 87">
            <a:extLst>
              <a:ext uri="{FF2B5EF4-FFF2-40B4-BE49-F238E27FC236}">
                <a16:creationId xmlns:a16="http://schemas.microsoft.com/office/drawing/2014/main" id="{40ED34F0-2CBF-8E71-D191-A7AAA6A60784}"/>
              </a:ext>
            </a:extLst>
          </p:cNvPr>
          <p:cNvSpPr txBox="1"/>
          <p:nvPr/>
        </p:nvSpPr>
        <p:spPr>
          <a:xfrm>
            <a:off x="5135319" y="2339257"/>
            <a:ext cx="273608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defRPr b="1" cap="all">
                <a:solidFill>
                  <a:schemeClr val="accent3">
                    <a:lumMod val="75000"/>
                  </a:schemeClr>
                </a:solidFill>
                <a:latin typeface="+mj-lt"/>
                <a:ea typeface="Open Sans"/>
                <a:cs typeface="Open Sans"/>
              </a:defRPr>
            </a:lvl1pPr>
          </a:lstStyle>
          <a:p>
            <a:r>
              <a:rPr lang="en-IN"/>
              <a:t>Reports</a:t>
            </a:r>
          </a:p>
        </p:txBody>
      </p: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51276EA-043C-4023-9684-77B5A61D8C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307399" y="3065257"/>
            <a:ext cx="3564000" cy="0"/>
          </a:xfrm>
          <a:prstGeom prst="line">
            <a:avLst/>
          </a:prstGeom>
          <a:ln w="381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0FF346BA-095D-82F0-8344-8370E9DBC8FD}"/>
              </a:ext>
            </a:extLst>
          </p:cNvPr>
          <p:cNvSpPr txBox="1"/>
          <p:nvPr/>
        </p:nvSpPr>
        <p:spPr>
          <a:xfrm>
            <a:off x="4313137" y="3278289"/>
            <a:ext cx="3565725" cy="16103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lnSpc>
                <a:spcPct val="110000"/>
              </a:lnSpc>
              <a:spcAft>
                <a:spcPts val="400"/>
              </a:spcAft>
              <a:defRPr sz="1600">
                <a:solidFill>
                  <a:schemeClr val="accent4"/>
                </a:solidFill>
                <a:ea typeface="+mn-lt"/>
                <a:cs typeface="+mn-lt"/>
              </a:defRPr>
            </a:lvl1pPr>
          </a:lstStyle>
          <a:p>
            <a:r>
              <a:rPr lang="en-US"/>
              <a:t>We do bug reporting in </a:t>
            </a:r>
            <a:r>
              <a:rPr lang="en-US" err="1"/>
              <a:t>github</a:t>
            </a:r>
            <a:r>
              <a:rPr lang="en-US"/>
              <a:t>, Jira, ADO or other tools you use. We help create Voluntary Product Accessibility Template (VPAT) Report Or Accessibility Conformance Report (ACR)</a:t>
            </a:r>
          </a:p>
        </p:txBody>
      </p:sp>
      <p:grpSp>
        <p:nvGrpSpPr>
          <p:cNvPr id="91" name="Group 90">
            <a:extLst>
              <a:ext uri="{FF2B5EF4-FFF2-40B4-BE49-F238E27FC236}">
                <a16:creationId xmlns:a16="http://schemas.microsoft.com/office/drawing/2014/main" id="{63C4D075-24FD-EA4C-E186-A8287D8872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54799" y="2111282"/>
            <a:ext cx="732950" cy="732950"/>
            <a:chOff x="8254799" y="2111282"/>
            <a:chExt cx="732950" cy="732950"/>
          </a:xfrm>
        </p:grpSpPr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78540E6D-4C48-A46C-F12F-27F7292F81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54799" y="2111282"/>
              <a:ext cx="732950" cy="732950"/>
            </a:xfrm>
            <a:prstGeom prst="ellipse">
              <a:avLst/>
            </a:prstGeom>
            <a:solidFill>
              <a:srgbClr val="83C93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D72615C2-B7B0-577D-95D9-1FC435CA15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475699" y="2303471"/>
              <a:ext cx="291150" cy="338946"/>
              <a:chOff x="-6757775" y="3708646"/>
              <a:chExt cx="3311114" cy="3854672"/>
            </a:xfrm>
            <a:solidFill>
              <a:schemeClr val="bg1"/>
            </a:solidFill>
          </p:grpSpPr>
          <p:sp>
            <p:nvSpPr>
              <p:cNvPr id="94" name="Freeform: Shape 220">
                <a:extLst>
                  <a:ext uri="{FF2B5EF4-FFF2-40B4-BE49-F238E27FC236}">
                    <a16:creationId xmlns:a16="http://schemas.microsoft.com/office/drawing/2014/main" id="{62B846B6-2A2F-A2D2-BAD5-1FC7C6B2EDEE}"/>
                  </a:ext>
                </a:extLst>
              </p:cNvPr>
              <p:cNvSpPr/>
              <p:nvPr/>
            </p:nvSpPr>
            <p:spPr>
              <a:xfrm>
                <a:off x="-6757775" y="4790531"/>
                <a:ext cx="2165462" cy="2772787"/>
              </a:xfrm>
              <a:custGeom>
                <a:avLst/>
                <a:gdLst>
                  <a:gd name="connsiteX0" fmla="*/ 0 w 2165462"/>
                  <a:gd name="connsiteY0" fmla="*/ 0 h 2772787"/>
                  <a:gd name="connsiteX1" fmla="*/ 0 w 2165462"/>
                  <a:gd name="connsiteY1" fmla="*/ 2772788 h 2772787"/>
                  <a:gd name="connsiteX2" fmla="*/ 2165462 w 2165462"/>
                  <a:gd name="connsiteY2" fmla="*/ 2772788 h 2772787"/>
                  <a:gd name="connsiteX3" fmla="*/ 2165462 w 2165462"/>
                  <a:gd name="connsiteY3" fmla="*/ 0 h 2772787"/>
                  <a:gd name="connsiteX4" fmla="*/ 2101879 w 2165462"/>
                  <a:gd name="connsiteY4" fmla="*/ 2709204 h 2772787"/>
                  <a:gd name="connsiteX5" fmla="*/ 63094 w 2165462"/>
                  <a:gd name="connsiteY5" fmla="*/ 2709204 h 2772787"/>
                  <a:gd name="connsiteX6" fmla="*/ 63094 w 2165462"/>
                  <a:gd name="connsiteY6" fmla="*/ 63094 h 2772787"/>
                  <a:gd name="connsiteX7" fmla="*/ 2101879 w 2165462"/>
                  <a:gd name="connsiteY7" fmla="*/ 63094 h 27727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165462" h="2772787">
                    <a:moveTo>
                      <a:pt x="0" y="0"/>
                    </a:moveTo>
                    <a:lnTo>
                      <a:pt x="0" y="2772788"/>
                    </a:lnTo>
                    <a:lnTo>
                      <a:pt x="2165462" y="2772788"/>
                    </a:lnTo>
                    <a:lnTo>
                      <a:pt x="2165462" y="0"/>
                    </a:lnTo>
                    <a:close/>
                    <a:moveTo>
                      <a:pt x="2101879" y="2709204"/>
                    </a:moveTo>
                    <a:lnTo>
                      <a:pt x="63094" y="2709204"/>
                    </a:lnTo>
                    <a:lnTo>
                      <a:pt x="63094" y="63094"/>
                    </a:lnTo>
                    <a:lnTo>
                      <a:pt x="2101879" y="63094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5" name="Freeform: Shape 221">
                <a:extLst>
                  <a:ext uri="{FF2B5EF4-FFF2-40B4-BE49-F238E27FC236}">
                    <a16:creationId xmlns:a16="http://schemas.microsoft.com/office/drawing/2014/main" id="{A96335CC-59F5-A812-8771-53D7570BEB56}"/>
                  </a:ext>
                </a:extLst>
              </p:cNvPr>
              <p:cNvSpPr/>
              <p:nvPr/>
            </p:nvSpPr>
            <p:spPr>
              <a:xfrm>
                <a:off x="-6431943" y="5262400"/>
                <a:ext cx="1512602" cy="63604"/>
              </a:xfrm>
              <a:custGeom>
                <a:avLst/>
                <a:gdLst>
                  <a:gd name="connsiteX0" fmla="*/ 1512603 w 1512602"/>
                  <a:gd name="connsiteY0" fmla="*/ 31803 h 63604"/>
                  <a:gd name="connsiteX1" fmla="*/ 1480800 w 1512602"/>
                  <a:gd name="connsiteY1" fmla="*/ 63605 h 63604"/>
                  <a:gd name="connsiteX2" fmla="*/ 31802 w 1512602"/>
                  <a:gd name="connsiteY2" fmla="*/ 63605 h 63604"/>
                  <a:gd name="connsiteX3" fmla="*/ 0 w 1512602"/>
                  <a:gd name="connsiteY3" fmla="*/ 31803 h 63604"/>
                  <a:gd name="connsiteX4" fmla="*/ 31802 w 1512602"/>
                  <a:gd name="connsiteY4" fmla="*/ 0 h 63604"/>
                  <a:gd name="connsiteX5" fmla="*/ 1480702 w 1512602"/>
                  <a:gd name="connsiteY5" fmla="*/ 0 h 63604"/>
                  <a:gd name="connsiteX6" fmla="*/ 1512543 w 1512602"/>
                  <a:gd name="connsiteY6" fmla="*/ 31803 h 636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12602" h="63604">
                    <a:moveTo>
                      <a:pt x="1512603" y="31803"/>
                    </a:moveTo>
                    <a:cubicBezTo>
                      <a:pt x="1512603" y="49369"/>
                      <a:pt x="1498328" y="63605"/>
                      <a:pt x="1480800" y="63605"/>
                    </a:cubicBezTo>
                    <a:lnTo>
                      <a:pt x="31802" y="63605"/>
                    </a:lnTo>
                    <a:cubicBezTo>
                      <a:pt x="14236" y="63605"/>
                      <a:pt x="0" y="49331"/>
                      <a:pt x="0" y="31803"/>
                    </a:cubicBezTo>
                    <a:cubicBezTo>
                      <a:pt x="0" y="14236"/>
                      <a:pt x="14274" y="0"/>
                      <a:pt x="31802" y="0"/>
                    </a:cubicBezTo>
                    <a:lnTo>
                      <a:pt x="1480702" y="0"/>
                    </a:lnTo>
                    <a:cubicBezTo>
                      <a:pt x="1498268" y="-38"/>
                      <a:pt x="1512543" y="14236"/>
                      <a:pt x="1512543" y="31803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6" name="Freeform: Shape 222">
                <a:extLst>
                  <a:ext uri="{FF2B5EF4-FFF2-40B4-BE49-F238E27FC236}">
                    <a16:creationId xmlns:a16="http://schemas.microsoft.com/office/drawing/2014/main" id="{69F22B79-E4F3-1B25-67BA-CDED0EF0BEE6}"/>
                  </a:ext>
                </a:extLst>
              </p:cNvPr>
              <p:cNvSpPr/>
              <p:nvPr/>
            </p:nvSpPr>
            <p:spPr>
              <a:xfrm>
                <a:off x="-6431943" y="5850522"/>
                <a:ext cx="1512602" cy="63605"/>
              </a:xfrm>
              <a:custGeom>
                <a:avLst/>
                <a:gdLst>
                  <a:gd name="connsiteX0" fmla="*/ 1512603 w 1512602"/>
                  <a:gd name="connsiteY0" fmla="*/ 31803 h 63605"/>
                  <a:gd name="connsiteX1" fmla="*/ 1480800 w 1512602"/>
                  <a:gd name="connsiteY1" fmla="*/ 63605 h 63605"/>
                  <a:gd name="connsiteX2" fmla="*/ 31802 w 1512602"/>
                  <a:gd name="connsiteY2" fmla="*/ 63605 h 63605"/>
                  <a:gd name="connsiteX3" fmla="*/ 0 w 1512602"/>
                  <a:gd name="connsiteY3" fmla="*/ 31803 h 63605"/>
                  <a:gd name="connsiteX4" fmla="*/ 31802 w 1512602"/>
                  <a:gd name="connsiteY4" fmla="*/ 0 h 63605"/>
                  <a:gd name="connsiteX5" fmla="*/ 1480702 w 1512602"/>
                  <a:gd name="connsiteY5" fmla="*/ 0 h 63605"/>
                  <a:gd name="connsiteX6" fmla="*/ 1512543 w 1512602"/>
                  <a:gd name="connsiteY6" fmla="*/ 31803 h 636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12602" h="63605">
                    <a:moveTo>
                      <a:pt x="1512603" y="31803"/>
                    </a:moveTo>
                    <a:cubicBezTo>
                      <a:pt x="1512603" y="49369"/>
                      <a:pt x="1498328" y="63605"/>
                      <a:pt x="1480800" y="63605"/>
                    </a:cubicBezTo>
                    <a:lnTo>
                      <a:pt x="31802" y="63605"/>
                    </a:lnTo>
                    <a:cubicBezTo>
                      <a:pt x="14236" y="63605"/>
                      <a:pt x="0" y="49331"/>
                      <a:pt x="0" y="31803"/>
                    </a:cubicBezTo>
                    <a:cubicBezTo>
                      <a:pt x="0" y="14236"/>
                      <a:pt x="14274" y="0"/>
                      <a:pt x="31802" y="0"/>
                    </a:cubicBezTo>
                    <a:lnTo>
                      <a:pt x="1480702" y="0"/>
                    </a:lnTo>
                    <a:cubicBezTo>
                      <a:pt x="1498268" y="536"/>
                      <a:pt x="1512543" y="14772"/>
                      <a:pt x="1512543" y="31803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7" name="Freeform: Shape 223">
                <a:extLst>
                  <a:ext uri="{FF2B5EF4-FFF2-40B4-BE49-F238E27FC236}">
                    <a16:creationId xmlns:a16="http://schemas.microsoft.com/office/drawing/2014/main" id="{7C3E98C9-F79B-EF32-6902-4527EF6DD9E9}"/>
                  </a:ext>
                </a:extLst>
              </p:cNvPr>
              <p:cNvSpPr/>
              <p:nvPr/>
            </p:nvSpPr>
            <p:spPr>
              <a:xfrm>
                <a:off x="-6431943" y="6439271"/>
                <a:ext cx="1512602" cy="63605"/>
              </a:xfrm>
              <a:custGeom>
                <a:avLst/>
                <a:gdLst>
                  <a:gd name="connsiteX0" fmla="*/ 1512603 w 1512602"/>
                  <a:gd name="connsiteY0" fmla="*/ 31765 h 63605"/>
                  <a:gd name="connsiteX1" fmla="*/ 1480800 w 1512602"/>
                  <a:gd name="connsiteY1" fmla="*/ 63567 h 63605"/>
                  <a:gd name="connsiteX2" fmla="*/ 31802 w 1512602"/>
                  <a:gd name="connsiteY2" fmla="*/ 63605 h 63605"/>
                  <a:gd name="connsiteX3" fmla="*/ 0 w 1512602"/>
                  <a:gd name="connsiteY3" fmla="*/ 31803 h 63605"/>
                  <a:gd name="connsiteX4" fmla="*/ 31802 w 1512602"/>
                  <a:gd name="connsiteY4" fmla="*/ 0 h 63605"/>
                  <a:gd name="connsiteX5" fmla="*/ 1480702 w 1512602"/>
                  <a:gd name="connsiteY5" fmla="*/ 0 h 63605"/>
                  <a:gd name="connsiteX6" fmla="*/ 1512543 w 1512602"/>
                  <a:gd name="connsiteY6" fmla="*/ 31765 h 636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12602" h="63605">
                    <a:moveTo>
                      <a:pt x="1512603" y="31765"/>
                    </a:moveTo>
                    <a:cubicBezTo>
                      <a:pt x="1512603" y="49331"/>
                      <a:pt x="1498328" y="63567"/>
                      <a:pt x="1480800" y="63567"/>
                    </a:cubicBezTo>
                    <a:lnTo>
                      <a:pt x="31802" y="63605"/>
                    </a:lnTo>
                    <a:cubicBezTo>
                      <a:pt x="14236" y="63605"/>
                      <a:pt x="0" y="49331"/>
                      <a:pt x="0" y="31803"/>
                    </a:cubicBezTo>
                    <a:cubicBezTo>
                      <a:pt x="0" y="14237"/>
                      <a:pt x="14274" y="0"/>
                      <a:pt x="31802" y="0"/>
                    </a:cubicBezTo>
                    <a:lnTo>
                      <a:pt x="1480702" y="0"/>
                    </a:lnTo>
                    <a:cubicBezTo>
                      <a:pt x="1498268" y="-38"/>
                      <a:pt x="1512543" y="14237"/>
                      <a:pt x="1512543" y="31765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8" name="Freeform: Shape 224">
                <a:extLst>
                  <a:ext uri="{FF2B5EF4-FFF2-40B4-BE49-F238E27FC236}">
                    <a16:creationId xmlns:a16="http://schemas.microsoft.com/office/drawing/2014/main" id="{4A05A37B-9460-E1A9-A0C8-BC1353C2829A}"/>
                  </a:ext>
                </a:extLst>
              </p:cNvPr>
              <p:cNvSpPr/>
              <p:nvPr/>
            </p:nvSpPr>
            <p:spPr>
              <a:xfrm>
                <a:off x="-6431943" y="7027453"/>
                <a:ext cx="1512602" cy="63605"/>
              </a:xfrm>
              <a:custGeom>
                <a:avLst/>
                <a:gdLst>
                  <a:gd name="connsiteX0" fmla="*/ 1512603 w 1512602"/>
                  <a:gd name="connsiteY0" fmla="*/ 31802 h 63605"/>
                  <a:gd name="connsiteX1" fmla="*/ 1480800 w 1512602"/>
                  <a:gd name="connsiteY1" fmla="*/ 63605 h 63605"/>
                  <a:gd name="connsiteX2" fmla="*/ 31802 w 1512602"/>
                  <a:gd name="connsiteY2" fmla="*/ 63605 h 63605"/>
                  <a:gd name="connsiteX3" fmla="*/ 0 w 1512602"/>
                  <a:gd name="connsiteY3" fmla="*/ 31802 h 63605"/>
                  <a:gd name="connsiteX4" fmla="*/ 31802 w 1512602"/>
                  <a:gd name="connsiteY4" fmla="*/ 0 h 63605"/>
                  <a:gd name="connsiteX5" fmla="*/ 1480702 w 1512602"/>
                  <a:gd name="connsiteY5" fmla="*/ 0 h 63605"/>
                  <a:gd name="connsiteX6" fmla="*/ 1500985 w 1512602"/>
                  <a:gd name="connsiteY6" fmla="*/ 7118 h 63605"/>
                  <a:gd name="connsiteX7" fmla="*/ 1512543 w 1512602"/>
                  <a:gd name="connsiteY7" fmla="*/ 31802 h 636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12602" h="63605">
                    <a:moveTo>
                      <a:pt x="1512603" y="31802"/>
                    </a:moveTo>
                    <a:cubicBezTo>
                      <a:pt x="1512603" y="49369"/>
                      <a:pt x="1498328" y="63605"/>
                      <a:pt x="1480800" y="63605"/>
                    </a:cubicBezTo>
                    <a:lnTo>
                      <a:pt x="31802" y="63605"/>
                    </a:lnTo>
                    <a:cubicBezTo>
                      <a:pt x="14236" y="63605"/>
                      <a:pt x="0" y="49331"/>
                      <a:pt x="0" y="31802"/>
                    </a:cubicBezTo>
                    <a:cubicBezTo>
                      <a:pt x="0" y="14236"/>
                      <a:pt x="14274" y="0"/>
                      <a:pt x="31802" y="0"/>
                    </a:cubicBezTo>
                    <a:lnTo>
                      <a:pt x="1480702" y="0"/>
                    </a:lnTo>
                    <a:cubicBezTo>
                      <a:pt x="1488394" y="0"/>
                      <a:pt x="1495512" y="2755"/>
                      <a:pt x="1500985" y="7118"/>
                    </a:cubicBezTo>
                    <a:cubicBezTo>
                      <a:pt x="1508180" y="13662"/>
                      <a:pt x="1512543" y="22465"/>
                      <a:pt x="1512543" y="31802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9" name="Freeform: Shape 225">
                <a:extLst>
                  <a:ext uri="{FF2B5EF4-FFF2-40B4-BE49-F238E27FC236}">
                    <a16:creationId xmlns:a16="http://schemas.microsoft.com/office/drawing/2014/main" id="{339EB551-811D-70AB-5F8C-738CA1B59145}"/>
                  </a:ext>
                </a:extLst>
              </p:cNvPr>
              <p:cNvSpPr/>
              <p:nvPr/>
            </p:nvSpPr>
            <p:spPr>
              <a:xfrm>
                <a:off x="-6412106" y="4489955"/>
                <a:ext cx="2165436" cy="2772787"/>
              </a:xfrm>
              <a:custGeom>
                <a:avLst/>
                <a:gdLst>
                  <a:gd name="connsiteX0" fmla="*/ 2165437 w 2165436"/>
                  <a:gd name="connsiteY0" fmla="*/ 0 h 2772787"/>
                  <a:gd name="connsiteX1" fmla="*/ 2165437 w 2165436"/>
                  <a:gd name="connsiteY1" fmla="*/ 2772788 h 2772787"/>
                  <a:gd name="connsiteX2" fmla="*/ 1819245 w 2165436"/>
                  <a:gd name="connsiteY2" fmla="*/ 2772788 h 2772787"/>
                  <a:gd name="connsiteX3" fmla="*/ 1819245 w 2165436"/>
                  <a:gd name="connsiteY3" fmla="*/ 2709718 h 2772787"/>
                  <a:gd name="connsiteX4" fmla="*/ 2101795 w 2165436"/>
                  <a:gd name="connsiteY4" fmla="*/ 2709718 h 2772787"/>
                  <a:gd name="connsiteX5" fmla="*/ 2101795 w 2165436"/>
                  <a:gd name="connsiteY5" fmla="*/ 63118 h 2772787"/>
                  <a:gd name="connsiteX6" fmla="*/ 63107 w 2165436"/>
                  <a:gd name="connsiteY6" fmla="*/ 63118 h 2772787"/>
                  <a:gd name="connsiteX7" fmla="*/ 63107 w 2165436"/>
                  <a:gd name="connsiteY7" fmla="*/ 300660 h 2772787"/>
                  <a:gd name="connsiteX8" fmla="*/ 0 w 2165436"/>
                  <a:gd name="connsiteY8" fmla="*/ 300660 h 2772787"/>
                  <a:gd name="connsiteX9" fmla="*/ 0 w 2165436"/>
                  <a:gd name="connsiteY9" fmla="*/ 5 h 27727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165436" h="2772787">
                    <a:moveTo>
                      <a:pt x="2165437" y="0"/>
                    </a:moveTo>
                    <a:lnTo>
                      <a:pt x="2165437" y="2772788"/>
                    </a:lnTo>
                    <a:lnTo>
                      <a:pt x="1819245" y="2772788"/>
                    </a:lnTo>
                    <a:lnTo>
                      <a:pt x="1819245" y="2709718"/>
                    </a:lnTo>
                    <a:lnTo>
                      <a:pt x="2101795" y="2709718"/>
                    </a:lnTo>
                    <a:lnTo>
                      <a:pt x="2101795" y="63118"/>
                    </a:lnTo>
                    <a:lnTo>
                      <a:pt x="63107" y="63118"/>
                    </a:lnTo>
                    <a:lnTo>
                      <a:pt x="63107" y="300660"/>
                    </a:lnTo>
                    <a:lnTo>
                      <a:pt x="0" y="300660"/>
                    </a:lnTo>
                    <a:lnTo>
                      <a:pt x="0" y="5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00" name="Freeform: Shape 226">
                <a:extLst>
                  <a:ext uri="{FF2B5EF4-FFF2-40B4-BE49-F238E27FC236}">
                    <a16:creationId xmlns:a16="http://schemas.microsoft.com/office/drawing/2014/main" id="{5720BDA2-E085-EE21-85C7-EB74453A397E}"/>
                  </a:ext>
                </a:extLst>
              </p:cNvPr>
              <p:cNvSpPr/>
              <p:nvPr/>
            </p:nvSpPr>
            <p:spPr>
              <a:xfrm>
                <a:off x="-6012187" y="4099221"/>
                <a:ext cx="2165437" cy="2772810"/>
              </a:xfrm>
              <a:custGeom>
                <a:avLst/>
                <a:gdLst>
                  <a:gd name="connsiteX0" fmla="*/ 2165437 w 2165437"/>
                  <a:gd name="connsiteY0" fmla="*/ 23 h 2772810"/>
                  <a:gd name="connsiteX1" fmla="*/ 2165437 w 2165437"/>
                  <a:gd name="connsiteY1" fmla="*/ 2772811 h 2772810"/>
                  <a:gd name="connsiteX2" fmla="*/ 1765479 w 2165437"/>
                  <a:gd name="connsiteY2" fmla="*/ 2772811 h 2772810"/>
                  <a:gd name="connsiteX3" fmla="*/ 1765479 w 2165437"/>
                  <a:gd name="connsiteY3" fmla="*/ 2709704 h 2772810"/>
                  <a:gd name="connsiteX4" fmla="*/ 2101795 w 2165437"/>
                  <a:gd name="connsiteY4" fmla="*/ 2709704 h 2772810"/>
                  <a:gd name="connsiteX5" fmla="*/ 2101795 w 2165437"/>
                  <a:gd name="connsiteY5" fmla="*/ 63103 h 2772810"/>
                  <a:gd name="connsiteX6" fmla="*/ 63107 w 2165437"/>
                  <a:gd name="connsiteY6" fmla="*/ 63103 h 2772810"/>
                  <a:gd name="connsiteX7" fmla="*/ 63107 w 2165437"/>
                  <a:gd name="connsiteY7" fmla="*/ 390622 h 2772810"/>
                  <a:gd name="connsiteX8" fmla="*/ 0 w 2165437"/>
                  <a:gd name="connsiteY8" fmla="*/ 390622 h 2772810"/>
                  <a:gd name="connsiteX9" fmla="*/ 0 w 2165437"/>
                  <a:gd name="connsiteY9" fmla="*/ 0 h 27728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165437" h="2772810">
                    <a:moveTo>
                      <a:pt x="2165437" y="23"/>
                    </a:moveTo>
                    <a:lnTo>
                      <a:pt x="2165437" y="2772811"/>
                    </a:lnTo>
                    <a:lnTo>
                      <a:pt x="1765479" y="2772811"/>
                    </a:lnTo>
                    <a:lnTo>
                      <a:pt x="1765479" y="2709704"/>
                    </a:lnTo>
                    <a:lnTo>
                      <a:pt x="2101795" y="2709704"/>
                    </a:lnTo>
                    <a:lnTo>
                      <a:pt x="2101795" y="63103"/>
                    </a:lnTo>
                    <a:lnTo>
                      <a:pt x="63107" y="63103"/>
                    </a:lnTo>
                    <a:lnTo>
                      <a:pt x="63107" y="390622"/>
                    </a:lnTo>
                    <a:lnTo>
                      <a:pt x="0" y="390622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01" name="Freeform: Shape 227">
                <a:extLst>
                  <a:ext uri="{FF2B5EF4-FFF2-40B4-BE49-F238E27FC236}">
                    <a16:creationId xmlns:a16="http://schemas.microsoft.com/office/drawing/2014/main" id="{47B8EEAC-67EE-355E-2D31-AF2B89F35582}"/>
                  </a:ext>
                </a:extLst>
              </p:cNvPr>
              <p:cNvSpPr/>
              <p:nvPr/>
            </p:nvSpPr>
            <p:spPr>
              <a:xfrm>
                <a:off x="-5612195" y="3708646"/>
                <a:ext cx="2165534" cy="2772787"/>
              </a:xfrm>
              <a:custGeom>
                <a:avLst/>
                <a:gdLst>
                  <a:gd name="connsiteX0" fmla="*/ 0 w 2165534"/>
                  <a:gd name="connsiteY0" fmla="*/ 16 h 2772787"/>
                  <a:gd name="connsiteX1" fmla="*/ 0 w 2165534"/>
                  <a:gd name="connsiteY1" fmla="*/ 390638 h 2772787"/>
                  <a:gd name="connsiteX2" fmla="*/ 63107 w 2165534"/>
                  <a:gd name="connsiteY2" fmla="*/ 390638 h 2772787"/>
                  <a:gd name="connsiteX3" fmla="*/ 63107 w 2165534"/>
                  <a:gd name="connsiteY3" fmla="*/ 63080 h 2772787"/>
                  <a:gd name="connsiteX4" fmla="*/ 2101893 w 2165534"/>
                  <a:gd name="connsiteY4" fmla="*/ 63080 h 2772787"/>
                  <a:gd name="connsiteX5" fmla="*/ 2101893 w 2165534"/>
                  <a:gd name="connsiteY5" fmla="*/ 2709680 h 2772787"/>
                  <a:gd name="connsiteX6" fmla="*/ 1765576 w 2165534"/>
                  <a:gd name="connsiteY6" fmla="*/ 2709680 h 2772787"/>
                  <a:gd name="connsiteX7" fmla="*/ 1765576 w 2165534"/>
                  <a:gd name="connsiteY7" fmla="*/ 2772788 h 2772787"/>
                  <a:gd name="connsiteX8" fmla="*/ 2165535 w 2165534"/>
                  <a:gd name="connsiteY8" fmla="*/ 2772788 h 2772787"/>
                  <a:gd name="connsiteX9" fmla="*/ 2165497 w 2165534"/>
                  <a:gd name="connsiteY9" fmla="*/ 0 h 27727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165534" h="2772787">
                    <a:moveTo>
                      <a:pt x="0" y="16"/>
                    </a:moveTo>
                    <a:lnTo>
                      <a:pt x="0" y="390638"/>
                    </a:lnTo>
                    <a:lnTo>
                      <a:pt x="63107" y="390638"/>
                    </a:lnTo>
                    <a:lnTo>
                      <a:pt x="63107" y="63080"/>
                    </a:lnTo>
                    <a:lnTo>
                      <a:pt x="2101893" y="63080"/>
                    </a:lnTo>
                    <a:lnTo>
                      <a:pt x="2101893" y="2709680"/>
                    </a:lnTo>
                    <a:lnTo>
                      <a:pt x="1765576" y="2709680"/>
                    </a:lnTo>
                    <a:lnTo>
                      <a:pt x="1765576" y="2772788"/>
                    </a:lnTo>
                    <a:lnTo>
                      <a:pt x="2165535" y="2772788"/>
                    </a:lnTo>
                    <a:lnTo>
                      <a:pt x="2165497" y="0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BEE72C95-4B29-F8CD-AB50-825AF1CD275D}"/>
              </a:ext>
            </a:extLst>
          </p:cNvPr>
          <p:cNvSpPr txBox="1"/>
          <p:nvPr/>
        </p:nvSpPr>
        <p:spPr>
          <a:xfrm>
            <a:off x="9092132" y="2200758"/>
            <a:ext cx="2721002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IN" b="1" cap="all">
                <a:solidFill>
                  <a:srgbClr val="83C937"/>
                </a:solidFill>
                <a:latin typeface="+mj-lt"/>
                <a:ea typeface="Open Sans"/>
                <a:cs typeface="Open Sans"/>
              </a:rPr>
              <a:t>DOCUMENT ACCESSIBILITY</a:t>
            </a: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5F6D10E8-C9C0-6216-BB58-2F23D204FF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254799" y="3065257"/>
            <a:ext cx="3564000" cy="0"/>
          </a:xfrm>
          <a:prstGeom prst="line">
            <a:avLst/>
          </a:prstGeom>
          <a:ln w="38100">
            <a:solidFill>
              <a:srgbClr val="83C93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E816FDC3-74C5-812E-1EF9-E4A2E946BC97}"/>
              </a:ext>
            </a:extLst>
          </p:cNvPr>
          <p:cNvSpPr txBox="1"/>
          <p:nvPr/>
        </p:nvSpPr>
        <p:spPr>
          <a:xfrm>
            <a:off x="8249134" y="3278289"/>
            <a:ext cx="3564000" cy="7977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lnSpc>
                <a:spcPct val="110000"/>
              </a:lnSpc>
              <a:spcAft>
                <a:spcPts val="400"/>
              </a:spcAft>
              <a:defRPr sz="1600">
                <a:solidFill>
                  <a:schemeClr val="accent4"/>
                </a:solidFill>
                <a:ea typeface="+mn-lt"/>
                <a:cs typeface="+mn-lt"/>
              </a:defRPr>
            </a:lvl1pPr>
          </a:lstStyle>
          <a:p>
            <a:r>
              <a:rPr lang="en-US"/>
              <a:t>We do accessibility testing and remediation for Word, PPT, PDF, and Outlook.</a:t>
            </a:r>
          </a:p>
        </p:txBody>
      </p:sp>
    </p:spTree>
    <p:extLst>
      <p:ext uri="{BB962C8B-B14F-4D97-AF65-F5344CB8AC3E}">
        <p14:creationId xmlns:p14="http://schemas.microsoft.com/office/powerpoint/2010/main" val="22808989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37A68DA-3F9F-41AD-B06C-111243E38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DB023-C1A5-4ABF-B6D8-70426759D17D}" type="slidenum">
              <a:rPr lang="en-IN" smtClean="0"/>
              <a:pPr/>
              <a:t>9</a:t>
            </a:fld>
            <a:endParaRPr lang="en-IN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5E80926-CA19-4B47-A0EB-42101A1F1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999" y="360000"/>
            <a:ext cx="11458800" cy="769441"/>
          </a:xfrm>
        </p:spPr>
        <p:txBody>
          <a:bodyPr/>
          <a:lstStyle/>
          <a:p>
            <a:r>
              <a:rPr lang="en-IN" sz="1800">
                <a:solidFill>
                  <a:schemeClr val="tx1">
                    <a:lumMod val="50000"/>
                    <a:lumOff val="50000"/>
                  </a:schemeClr>
                </a:solidFill>
                <a:ea typeface="+mj-lt"/>
                <a:cs typeface="+mj-lt"/>
              </a:rPr>
              <a:t>Training:</a:t>
            </a:r>
            <a:endParaRPr lang="en-US" sz="1800" b="0">
              <a:solidFill>
                <a:schemeClr val="tx1">
                  <a:lumMod val="50000"/>
                  <a:lumOff val="50000"/>
                </a:schemeClr>
              </a:solidFill>
              <a:ea typeface="+mj-lt"/>
              <a:cs typeface="+mj-lt"/>
            </a:endParaRPr>
          </a:p>
          <a:p>
            <a:r>
              <a:rPr lang="en-US"/>
              <a:t>Train your teams on accessibility design and standards</a:t>
            </a:r>
            <a:endParaRPr lang="en-US">
              <a:ea typeface="Open Sans"/>
              <a:cs typeface="Open Sans"/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439AB14-A144-780F-129A-CFD4FEC8C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59999" y="2111282"/>
            <a:ext cx="732950" cy="732950"/>
            <a:chOff x="359999" y="2111282"/>
            <a:chExt cx="732950" cy="732950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206D1569-D116-8CED-14DC-AC0613B58E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59999" y="2111282"/>
              <a:ext cx="732950" cy="7329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9CFB18E6-0B04-316B-C45F-C20BEBCF86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568729" y="2299843"/>
              <a:ext cx="315490" cy="355828"/>
              <a:chOff x="4605420" y="7670577"/>
              <a:chExt cx="4857123" cy="5478124"/>
            </a:xfrm>
            <a:solidFill>
              <a:schemeClr val="bg1"/>
            </a:solidFill>
          </p:grpSpPr>
          <p:sp>
            <p:nvSpPr>
              <p:cNvPr id="40" name="Freeform: Shape 136">
                <a:extLst>
                  <a:ext uri="{FF2B5EF4-FFF2-40B4-BE49-F238E27FC236}">
                    <a16:creationId xmlns:a16="http://schemas.microsoft.com/office/drawing/2014/main" id="{6B3FF29D-EC40-AAEB-BCCB-9D6B2C9FC173}"/>
                  </a:ext>
                </a:extLst>
              </p:cNvPr>
              <p:cNvSpPr/>
              <p:nvPr/>
            </p:nvSpPr>
            <p:spPr>
              <a:xfrm>
                <a:off x="5035946" y="9046555"/>
                <a:ext cx="2827651" cy="126598"/>
              </a:xfrm>
              <a:custGeom>
                <a:avLst/>
                <a:gdLst>
                  <a:gd name="connsiteX0" fmla="*/ 0 w 2827651"/>
                  <a:gd name="connsiteY0" fmla="*/ 0 h 126598"/>
                  <a:gd name="connsiteX1" fmla="*/ 2827651 w 2827651"/>
                  <a:gd name="connsiteY1" fmla="*/ 0 h 126598"/>
                  <a:gd name="connsiteX2" fmla="*/ 2827651 w 2827651"/>
                  <a:gd name="connsiteY2" fmla="*/ 126599 h 126598"/>
                  <a:gd name="connsiteX3" fmla="*/ 0 w 2827651"/>
                  <a:gd name="connsiteY3" fmla="*/ 126599 h 1265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827651" h="126598">
                    <a:moveTo>
                      <a:pt x="0" y="0"/>
                    </a:moveTo>
                    <a:lnTo>
                      <a:pt x="2827651" y="0"/>
                    </a:lnTo>
                    <a:lnTo>
                      <a:pt x="2827651" y="126599"/>
                    </a:lnTo>
                    <a:lnTo>
                      <a:pt x="0" y="126599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1" name="Freeform: Shape 137">
                <a:extLst>
                  <a:ext uri="{FF2B5EF4-FFF2-40B4-BE49-F238E27FC236}">
                    <a16:creationId xmlns:a16="http://schemas.microsoft.com/office/drawing/2014/main" id="{48ADFF3E-EA94-C92E-5CBA-AC7E9776EEFF}"/>
                  </a:ext>
                </a:extLst>
              </p:cNvPr>
              <p:cNvSpPr/>
              <p:nvPr/>
            </p:nvSpPr>
            <p:spPr>
              <a:xfrm>
                <a:off x="5035946" y="9730297"/>
                <a:ext cx="2430867" cy="126598"/>
              </a:xfrm>
              <a:custGeom>
                <a:avLst/>
                <a:gdLst>
                  <a:gd name="connsiteX0" fmla="*/ 0 w 2430867"/>
                  <a:gd name="connsiteY0" fmla="*/ 0 h 126598"/>
                  <a:gd name="connsiteX1" fmla="*/ 2430867 w 2430867"/>
                  <a:gd name="connsiteY1" fmla="*/ 0 h 126598"/>
                  <a:gd name="connsiteX2" fmla="*/ 2430867 w 2430867"/>
                  <a:gd name="connsiteY2" fmla="*/ 126599 h 126598"/>
                  <a:gd name="connsiteX3" fmla="*/ 0 w 2430867"/>
                  <a:gd name="connsiteY3" fmla="*/ 126599 h 1265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30867" h="126598">
                    <a:moveTo>
                      <a:pt x="0" y="0"/>
                    </a:moveTo>
                    <a:lnTo>
                      <a:pt x="2430867" y="0"/>
                    </a:lnTo>
                    <a:lnTo>
                      <a:pt x="2430867" y="126599"/>
                    </a:lnTo>
                    <a:lnTo>
                      <a:pt x="0" y="126599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" name="Freeform: Shape 138">
                <a:extLst>
                  <a:ext uri="{FF2B5EF4-FFF2-40B4-BE49-F238E27FC236}">
                    <a16:creationId xmlns:a16="http://schemas.microsoft.com/office/drawing/2014/main" id="{3460739C-6354-7543-7D12-79A39FBC00F6}"/>
                  </a:ext>
                </a:extLst>
              </p:cNvPr>
              <p:cNvSpPr/>
              <p:nvPr/>
            </p:nvSpPr>
            <p:spPr>
              <a:xfrm>
                <a:off x="5035946" y="10405517"/>
                <a:ext cx="2076406" cy="126598"/>
              </a:xfrm>
              <a:custGeom>
                <a:avLst/>
                <a:gdLst>
                  <a:gd name="connsiteX0" fmla="*/ 0 w 2076406"/>
                  <a:gd name="connsiteY0" fmla="*/ 0 h 126598"/>
                  <a:gd name="connsiteX1" fmla="*/ 2076407 w 2076406"/>
                  <a:gd name="connsiteY1" fmla="*/ 0 h 126598"/>
                  <a:gd name="connsiteX2" fmla="*/ 2076407 w 2076406"/>
                  <a:gd name="connsiteY2" fmla="*/ 126599 h 126598"/>
                  <a:gd name="connsiteX3" fmla="*/ 0 w 2076406"/>
                  <a:gd name="connsiteY3" fmla="*/ 126599 h 1265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76406" h="126598">
                    <a:moveTo>
                      <a:pt x="0" y="0"/>
                    </a:moveTo>
                    <a:lnTo>
                      <a:pt x="2076407" y="0"/>
                    </a:lnTo>
                    <a:lnTo>
                      <a:pt x="2076407" y="126599"/>
                    </a:lnTo>
                    <a:lnTo>
                      <a:pt x="0" y="126599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" name="Freeform: Shape 139">
                <a:extLst>
                  <a:ext uri="{FF2B5EF4-FFF2-40B4-BE49-F238E27FC236}">
                    <a16:creationId xmlns:a16="http://schemas.microsoft.com/office/drawing/2014/main" id="{41846DD5-684E-5AA9-A718-4659EA728C65}"/>
                  </a:ext>
                </a:extLst>
              </p:cNvPr>
              <p:cNvSpPr/>
              <p:nvPr/>
            </p:nvSpPr>
            <p:spPr>
              <a:xfrm>
                <a:off x="5035946" y="11089259"/>
                <a:ext cx="1738796" cy="126598"/>
              </a:xfrm>
              <a:custGeom>
                <a:avLst/>
                <a:gdLst>
                  <a:gd name="connsiteX0" fmla="*/ 0 w 1738796"/>
                  <a:gd name="connsiteY0" fmla="*/ 0 h 126598"/>
                  <a:gd name="connsiteX1" fmla="*/ 1738797 w 1738796"/>
                  <a:gd name="connsiteY1" fmla="*/ 0 h 126598"/>
                  <a:gd name="connsiteX2" fmla="*/ 1738797 w 1738796"/>
                  <a:gd name="connsiteY2" fmla="*/ 126599 h 126598"/>
                  <a:gd name="connsiteX3" fmla="*/ 0 w 1738796"/>
                  <a:gd name="connsiteY3" fmla="*/ 126599 h 1265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38796" h="126598">
                    <a:moveTo>
                      <a:pt x="0" y="0"/>
                    </a:moveTo>
                    <a:lnTo>
                      <a:pt x="1738797" y="0"/>
                    </a:lnTo>
                    <a:lnTo>
                      <a:pt x="1738797" y="126599"/>
                    </a:lnTo>
                    <a:lnTo>
                      <a:pt x="0" y="126599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" name="Freeform: Shape 140">
                <a:extLst>
                  <a:ext uri="{FF2B5EF4-FFF2-40B4-BE49-F238E27FC236}">
                    <a16:creationId xmlns:a16="http://schemas.microsoft.com/office/drawing/2014/main" id="{EBED21DC-52C7-22C0-A73A-2CBDFD2A6D9C}"/>
                  </a:ext>
                </a:extLst>
              </p:cNvPr>
              <p:cNvSpPr/>
              <p:nvPr/>
            </p:nvSpPr>
            <p:spPr>
              <a:xfrm>
                <a:off x="5035946" y="11772904"/>
                <a:ext cx="1873801" cy="126598"/>
              </a:xfrm>
              <a:custGeom>
                <a:avLst/>
                <a:gdLst>
                  <a:gd name="connsiteX0" fmla="*/ 0 w 1873801"/>
                  <a:gd name="connsiteY0" fmla="*/ 0 h 126598"/>
                  <a:gd name="connsiteX1" fmla="*/ 1873801 w 1873801"/>
                  <a:gd name="connsiteY1" fmla="*/ 0 h 126598"/>
                  <a:gd name="connsiteX2" fmla="*/ 1873801 w 1873801"/>
                  <a:gd name="connsiteY2" fmla="*/ 126599 h 126598"/>
                  <a:gd name="connsiteX3" fmla="*/ 0 w 1873801"/>
                  <a:gd name="connsiteY3" fmla="*/ 126599 h 1265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73801" h="126598">
                    <a:moveTo>
                      <a:pt x="0" y="0"/>
                    </a:moveTo>
                    <a:lnTo>
                      <a:pt x="1873801" y="0"/>
                    </a:lnTo>
                    <a:lnTo>
                      <a:pt x="1873801" y="126599"/>
                    </a:lnTo>
                    <a:lnTo>
                      <a:pt x="0" y="126599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" name="Freeform: Shape 141">
                <a:extLst>
                  <a:ext uri="{FF2B5EF4-FFF2-40B4-BE49-F238E27FC236}">
                    <a16:creationId xmlns:a16="http://schemas.microsoft.com/office/drawing/2014/main" id="{4DFCEB90-B368-8409-DDEF-99CC3FE3E2BF}"/>
                  </a:ext>
                </a:extLst>
              </p:cNvPr>
              <p:cNvSpPr/>
              <p:nvPr/>
            </p:nvSpPr>
            <p:spPr>
              <a:xfrm>
                <a:off x="4605420" y="7670577"/>
                <a:ext cx="4857123" cy="5478124"/>
              </a:xfrm>
              <a:custGeom>
                <a:avLst/>
                <a:gdLst>
                  <a:gd name="connsiteX0" fmla="*/ 4709918 w 4857123"/>
                  <a:gd name="connsiteY0" fmla="*/ 3764717 h 5478124"/>
                  <a:gd name="connsiteX1" fmla="*/ 4752130 w 4857123"/>
                  <a:gd name="connsiteY1" fmla="*/ 3705628 h 5478124"/>
                  <a:gd name="connsiteX2" fmla="*/ 4853433 w 4857123"/>
                  <a:gd name="connsiteY2" fmla="*/ 3503063 h 5478124"/>
                  <a:gd name="connsiteX3" fmla="*/ 4701499 w 4857123"/>
                  <a:gd name="connsiteY3" fmla="*/ 3334258 h 5478124"/>
                  <a:gd name="connsiteX4" fmla="*/ 4650867 w 4857123"/>
                  <a:gd name="connsiteY4" fmla="*/ 3283626 h 5478124"/>
                  <a:gd name="connsiteX5" fmla="*/ 4659325 w 4857123"/>
                  <a:gd name="connsiteY5" fmla="*/ 3216118 h 5478124"/>
                  <a:gd name="connsiteX6" fmla="*/ 4667782 w 4857123"/>
                  <a:gd name="connsiteY6" fmla="*/ 3005097 h 5478124"/>
                  <a:gd name="connsiteX7" fmla="*/ 4439882 w 4857123"/>
                  <a:gd name="connsiteY7" fmla="*/ 2903795 h 5478124"/>
                  <a:gd name="connsiteX8" fmla="*/ 4363916 w 4857123"/>
                  <a:gd name="connsiteY8" fmla="*/ 2878461 h 5478124"/>
                  <a:gd name="connsiteX9" fmla="*/ 4347038 w 4857123"/>
                  <a:gd name="connsiteY9" fmla="*/ 2819372 h 5478124"/>
                  <a:gd name="connsiteX10" fmla="*/ 4296406 w 4857123"/>
                  <a:gd name="connsiteY10" fmla="*/ 2658983 h 5478124"/>
                  <a:gd name="connsiteX11" fmla="*/ 4009418 w 4857123"/>
                  <a:gd name="connsiteY11" fmla="*/ 2642106 h 5478124"/>
                  <a:gd name="connsiteX12" fmla="*/ 3958787 w 4857123"/>
                  <a:gd name="connsiteY12" fmla="*/ 2658983 h 5478124"/>
                  <a:gd name="connsiteX13" fmla="*/ 3882821 w 4857123"/>
                  <a:gd name="connsiteY13" fmla="*/ 2608351 h 5478124"/>
                  <a:gd name="connsiteX14" fmla="*/ 3747767 w 4857123"/>
                  <a:gd name="connsiteY14" fmla="*/ 2490178 h 5478124"/>
                  <a:gd name="connsiteX15" fmla="*/ 3747652 w 4857123"/>
                  <a:gd name="connsiteY15" fmla="*/ 734530 h 5478124"/>
                  <a:gd name="connsiteX16" fmla="*/ 4372260 w 4857123"/>
                  <a:gd name="connsiteY16" fmla="*/ 734530 h 5478124"/>
                  <a:gd name="connsiteX17" fmla="*/ 4372260 w 4857123"/>
                  <a:gd name="connsiteY17" fmla="*/ 675442 h 5478124"/>
                  <a:gd name="connsiteX18" fmla="*/ 4372260 w 4857123"/>
                  <a:gd name="connsiteY18" fmla="*/ 506637 h 5478124"/>
                  <a:gd name="connsiteX19" fmla="*/ 3899586 w 4857123"/>
                  <a:gd name="connsiteY19" fmla="*/ 213 h 5478124"/>
                  <a:gd name="connsiteX20" fmla="*/ 557095 w 4857123"/>
                  <a:gd name="connsiteY20" fmla="*/ 213 h 5478124"/>
                  <a:gd name="connsiteX21" fmla="*/ 0 w 4857123"/>
                  <a:gd name="connsiteY21" fmla="*/ 540398 h 5478124"/>
                  <a:gd name="connsiteX22" fmla="*/ 0 w 4857123"/>
                  <a:gd name="connsiteY22" fmla="*/ 4836641 h 5478124"/>
                  <a:gd name="connsiteX23" fmla="*/ 2768575 w 4857123"/>
                  <a:gd name="connsiteY23" fmla="*/ 4836641 h 5478124"/>
                  <a:gd name="connsiteX24" fmla="*/ 2633521 w 4857123"/>
                  <a:gd name="connsiteY24" fmla="*/ 5224892 h 5478124"/>
                  <a:gd name="connsiteX25" fmla="*/ 2641979 w 4857123"/>
                  <a:gd name="connsiteY25" fmla="*/ 5283981 h 5478124"/>
                  <a:gd name="connsiteX26" fmla="*/ 2701067 w 4857123"/>
                  <a:gd name="connsiteY26" fmla="*/ 5300858 h 5478124"/>
                  <a:gd name="connsiteX27" fmla="*/ 2962720 w 4857123"/>
                  <a:gd name="connsiteY27" fmla="*/ 5241770 h 5478124"/>
                  <a:gd name="connsiteX28" fmla="*/ 3123109 w 4857123"/>
                  <a:gd name="connsiteY28" fmla="*/ 5452790 h 5478124"/>
                  <a:gd name="connsiteX29" fmla="*/ 3173740 w 4857123"/>
                  <a:gd name="connsiteY29" fmla="*/ 5478125 h 5478124"/>
                  <a:gd name="connsiteX30" fmla="*/ 3182198 w 4857123"/>
                  <a:gd name="connsiteY30" fmla="*/ 5478125 h 5478124"/>
                  <a:gd name="connsiteX31" fmla="*/ 3232830 w 4857123"/>
                  <a:gd name="connsiteY31" fmla="*/ 5435913 h 5478124"/>
                  <a:gd name="connsiteX32" fmla="*/ 3460731 w 4857123"/>
                  <a:gd name="connsiteY32" fmla="*/ 4760674 h 5478124"/>
                  <a:gd name="connsiteX33" fmla="*/ 3469189 w 4857123"/>
                  <a:gd name="connsiteY33" fmla="*/ 4760674 h 5478124"/>
                  <a:gd name="connsiteX34" fmla="*/ 3629577 w 4857123"/>
                  <a:gd name="connsiteY34" fmla="*/ 4676250 h 5478124"/>
                  <a:gd name="connsiteX35" fmla="*/ 3756176 w 4857123"/>
                  <a:gd name="connsiteY35" fmla="*/ 4676250 h 5478124"/>
                  <a:gd name="connsiteX36" fmla="*/ 3924981 w 4857123"/>
                  <a:gd name="connsiteY36" fmla="*/ 4760674 h 5478124"/>
                  <a:gd name="connsiteX37" fmla="*/ 3941859 w 4857123"/>
                  <a:gd name="connsiteY37" fmla="*/ 4760674 h 5478124"/>
                  <a:gd name="connsiteX38" fmla="*/ 4169759 w 4857123"/>
                  <a:gd name="connsiteY38" fmla="*/ 5427487 h 5478124"/>
                  <a:gd name="connsiteX39" fmla="*/ 4220391 w 4857123"/>
                  <a:gd name="connsiteY39" fmla="*/ 5469699 h 5478124"/>
                  <a:gd name="connsiteX40" fmla="*/ 4228849 w 4857123"/>
                  <a:gd name="connsiteY40" fmla="*/ 5469699 h 5478124"/>
                  <a:gd name="connsiteX41" fmla="*/ 4279480 w 4857123"/>
                  <a:gd name="connsiteY41" fmla="*/ 5444365 h 5478124"/>
                  <a:gd name="connsiteX42" fmla="*/ 4439870 w 4857123"/>
                  <a:gd name="connsiteY42" fmla="*/ 5233344 h 5478124"/>
                  <a:gd name="connsiteX43" fmla="*/ 4701522 w 4857123"/>
                  <a:gd name="connsiteY43" fmla="*/ 5292433 h 5478124"/>
                  <a:gd name="connsiteX44" fmla="*/ 4760611 w 4857123"/>
                  <a:gd name="connsiteY44" fmla="*/ 5275555 h 5478124"/>
                  <a:gd name="connsiteX45" fmla="*/ 4769068 w 4857123"/>
                  <a:gd name="connsiteY45" fmla="*/ 5216467 h 5478124"/>
                  <a:gd name="connsiteX46" fmla="*/ 4507416 w 4857123"/>
                  <a:gd name="connsiteY46" fmla="*/ 4448390 h 5478124"/>
                  <a:gd name="connsiteX47" fmla="*/ 4524294 w 4857123"/>
                  <a:gd name="connsiteY47" fmla="*/ 4279585 h 5478124"/>
                  <a:gd name="connsiteX48" fmla="*/ 4532751 w 4857123"/>
                  <a:gd name="connsiteY48" fmla="*/ 4212077 h 5478124"/>
                  <a:gd name="connsiteX49" fmla="*/ 4591840 w 4857123"/>
                  <a:gd name="connsiteY49" fmla="*/ 4178323 h 5478124"/>
                  <a:gd name="connsiteX50" fmla="*/ 4777525 w 4857123"/>
                  <a:gd name="connsiteY50" fmla="*/ 4051724 h 5478124"/>
                  <a:gd name="connsiteX51" fmla="*/ 4726893 w 4857123"/>
                  <a:gd name="connsiteY51" fmla="*/ 3832288 h 5478124"/>
                  <a:gd name="connsiteX52" fmla="*/ 4709939 w 4857123"/>
                  <a:gd name="connsiteY52" fmla="*/ 3764703 h 5478124"/>
                  <a:gd name="connsiteX53" fmla="*/ 3924922 w 4857123"/>
                  <a:gd name="connsiteY53" fmla="*/ 118318 h 5478124"/>
                  <a:gd name="connsiteX54" fmla="*/ 4279422 w 4857123"/>
                  <a:gd name="connsiteY54" fmla="*/ 498154 h 5478124"/>
                  <a:gd name="connsiteX55" fmla="*/ 4279422 w 4857123"/>
                  <a:gd name="connsiteY55" fmla="*/ 607872 h 5478124"/>
                  <a:gd name="connsiteX56" fmla="*/ 1097310 w 4857123"/>
                  <a:gd name="connsiteY56" fmla="*/ 607872 h 5478124"/>
                  <a:gd name="connsiteX57" fmla="*/ 1105768 w 4857123"/>
                  <a:gd name="connsiteY57" fmla="*/ 540364 h 5478124"/>
                  <a:gd name="connsiteX58" fmla="*/ 903202 w 4857123"/>
                  <a:gd name="connsiteY58" fmla="*/ 118322 h 5478124"/>
                  <a:gd name="connsiteX59" fmla="*/ 126668 w 4857123"/>
                  <a:gd name="connsiteY59" fmla="*/ 4710044 h 5478124"/>
                  <a:gd name="connsiteX60" fmla="*/ 126668 w 4857123"/>
                  <a:gd name="connsiteY60" fmla="*/ 540379 h 5478124"/>
                  <a:gd name="connsiteX61" fmla="*/ 548709 w 4857123"/>
                  <a:gd name="connsiteY61" fmla="*/ 118338 h 5478124"/>
                  <a:gd name="connsiteX62" fmla="*/ 970751 w 4857123"/>
                  <a:gd name="connsiteY62" fmla="*/ 540379 h 5478124"/>
                  <a:gd name="connsiteX63" fmla="*/ 953873 w 4857123"/>
                  <a:gd name="connsiteY63" fmla="*/ 650097 h 5478124"/>
                  <a:gd name="connsiteX64" fmla="*/ 936995 w 4857123"/>
                  <a:gd name="connsiteY64" fmla="*/ 717606 h 5478124"/>
                  <a:gd name="connsiteX65" fmla="*/ 1004504 w 4857123"/>
                  <a:gd name="connsiteY65" fmla="*/ 726063 h 5478124"/>
                  <a:gd name="connsiteX66" fmla="*/ 3637976 w 4857123"/>
                  <a:gd name="connsiteY66" fmla="*/ 726063 h 5478124"/>
                  <a:gd name="connsiteX67" fmla="*/ 3637976 w 4857123"/>
                  <a:gd name="connsiteY67" fmla="*/ 2490137 h 5478124"/>
                  <a:gd name="connsiteX68" fmla="*/ 3519803 w 4857123"/>
                  <a:gd name="connsiteY68" fmla="*/ 2608310 h 5478124"/>
                  <a:gd name="connsiteX69" fmla="*/ 3443836 w 4857123"/>
                  <a:gd name="connsiteY69" fmla="*/ 2658942 h 5478124"/>
                  <a:gd name="connsiteX70" fmla="*/ 3393205 w 4857123"/>
                  <a:gd name="connsiteY70" fmla="*/ 2642064 h 5478124"/>
                  <a:gd name="connsiteX71" fmla="*/ 3106217 w 4857123"/>
                  <a:gd name="connsiteY71" fmla="*/ 2658942 h 5478124"/>
                  <a:gd name="connsiteX72" fmla="*/ 3055585 w 4857123"/>
                  <a:gd name="connsiteY72" fmla="*/ 2810876 h 5478124"/>
                  <a:gd name="connsiteX73" fmla="*/ 3038708 w 4857123"/>
                  <a:gd name="connsiteY73" fmla="*/ 2869964 h 5478124"/>
                  <a:gd name="connsiteX74" fmla="*/ 2962742 w 4857123"/>
                  <a:gd name="connsiteY74" fmla="*/ 2895299 h 5478124"/>
                  <a:gd name="connsiteX75" fmla="*/ 2734841 w 4857123"/>
                  <a:gd name="connsiteY75" fmla="*/ 2996601 h 5478124"/>
                  <a:gd name="connsiteX76" fmla="*/ 2743299 w 4857123"/>
                  <a:gd name="connsiteY76" fmla="*/ 3207622 h 5478124"/>
                  <a:gd name="connsiteX77" fmla="*/ 2751756 w 4857123"/>
                  <a:gd name="connsiteY77" fmla="*/ 3275130 h 5478124"/>
                  <a:gd name="connsiteX78" fmla="*/ 2701125 w 4857123"/>
                  <a:gd name="connsiteY78" fmla="*/ 3325762 h 5478124"/>
                  <a:gd name="connsiteX79" fmla="*/ 2549191 w 4857123"/>
                  <a:gd name="connsiteY79" fmla="*/ 3494567 h 5478124"/>
                  <a:gd name="connsiteX80" fmla="*/ 2650493 w 4857123"/>
                  <a:gd name="connsiteY80" fmla="*/ 3697132 h 5478124"/>
                  <a:gd name="connsiteX81" fmla="*/ 2692705 w 4857123"/>
                  <a:gd name="connsiteY81" fmla="*/ 3756221 h 5478124"/>
                  <a:gd name="connsiteX82" fmla="*/ 2667370 w 4857123"/>
                  <a:gd name="connsiteY82" fmla="*/ 3823729 h 5478124"/>
                  <a:gd name="connsiteX83" fmla="*/ 2616739 w 4857123"/>
                  <a:gd name="connsiteY83" fmla="*/ 4043165 h 5478124"/>
                  <a:gd name="connsiteX84" fmla="*/ 2802424 w 4857123"/>
                  <a:gd name="connsiteY84" fmla="*/ 4178219 h 5478124"/>
                  <a:gd name="connsiteX85" fmla="*/ 2861512 w 4857123"/>
                  <a:gd name="connsiteY85" fmla="*/ 4211973 h 5478124"/>
                  <a:gd name="connsiteX86" fmla="*/ 2869970 w 4857123"/>
                  <a:gd name="connsiteY86" fmla="*/ 4279481 h 5478124"/>
                  <a:gd name="connsiteX87" fmla="*/ 2886848 w 4857123"/>
                  <a:gd name="connsiteY87" fmla="*/ 4448286 h 5478124"/>
                  <a:gd name="connsiteX88" fmla="*/ 2810767 w 4857123"/>
                  <a:gd name="connsiteY88" fmla="*/ 4710017 h 5478124"/>
                  <a:gd name="connsiteX89" fmla="*/ 3156826 w 4857123"/>
                  <a:gd name="connsiteY89" fmla="*/ 5283980 h 5478124"/>
                  <a:gd name="connsiteX90" fmla="*/ 3038653 w 4857123"/>
                  <a:gd name="connsiteY90" fmla="*/ 5140500 h 5478124"/>
                  <a:gd name="connsiteX91" fmla="*/ 2979565 w 4857123"/>
                  <a:gd name="connsiteY91" fmla="*/ 5115166 h 5478124"/>
                  <a:gd name="connsiteX92" fmla="*/ 2793879 w 4857123"/>
                  <a:gd name="connsiteY92" fmla="*/ 5157378 h 5478124"/>
                  <a:gd name="connsiteX93" fmla="*/ 3004900 w 4857123"/>
                  <a:gd name="connsiteY93" fmla="*/ 4532771 h 5478124"/>
                  <a:gd name="connsiteX94" fmla="*/ 3165289 w 4857123"/>
                  <a:gd name="connsiteY94" fmla="*/ 4524313 h 5478124"/>
                  <a:gd name="connsiteX95" fmla="*/ 3275007 w 4857123"/>
                  <a:gd name="connsiteY95" fmla="*/ 4583402 h 5478124"/>
                  <a:gd name="connsiteX96" fmla="*/ 3350973 w 4857123"/>
                  <a:gd name="connsiteY96" fmla="*/ 4710000 h 5478124"/>
                  <a:gd name="connsiteX97" fmla="*/ 4431337 w 4857123"/>
                  <a:gd name="connsiteY97" fmla="*/ 5115175 h 5478124"/>
                  <a:gd name="connsiteX98" fmla="*/ 4372248 w 4857123"/>
                  <a:gd name="connsiteY98" fmla="*/ 5140509 h 5478124"/>
                  <a:gd name="connsiteX99" fmla="*/ 4254075 w 4857123"/>
                  <a:gd name="connsiteY99" fmla="*/ 5283989 h 5478124"/>
                  <a:gd name="connsiteX100" fmla="*/ 4059974 w 4857123"/>
                  <a:gd name="connsiteY100" fmla="*/ 4718468 h 5478124"/>
                  <a:gd name="connsiteX101" fmla="*/ 4127482 w 4857123"/>
                  <a:gd name="connsiteY101" fmla="*/ 4591869 h 5478124"/>
                  <a:gd name="connsiteX102" fmla="*/ 4237200 w 4857123"/>
                  <a:gd name="connsiteY102" fmla="*/ 4532781 h 5478124"/>
                  <a:gd name="connsiteX103" fmla="*/ 4397590 w 4857123"/>
                  <a:gd name="connsiteY103" fmla="*/ 4541239 h 5478124"/>
                  <a:gd name="connsiteX104" fmla="*/ 4608610 w 4857123"/>
                  <a:gd name="connsiteY104" fmla="*/ 5157391 h 5478124"/>
                  <a:gd name="connsiteX105" fmla="*/ 4650812 w 4857123"/>
                  <a:gd name="connsiteY105" fmla="*/ 3925018 h 5478124"/>
                  <a:gd name="connsiteX106" fmla="*/ 4667690 w 4857123"/>
                  <a:gd name="connsiteY106" fmla="*/ 4009442 h 5478124"/>
                  <a:gd name="connsiteX107" fmla="*/ 4600182 w 4857123"/>
                  <a:gd name="connsiteY107" fmla="*/ 4060073 h 5478124"/>
                  <a:gd name="connsiteX108" fmla="*/ 4439793 w 4857123"/>
                  <a:gd name="connsiteY108" fmla="*/ 4144497 h 5478124"/>
                  <a:gd name="connsiteX109" fmla="*/ 4414458 w 4857123"/>
                  <a:gd name="connsiteY109" fmla="*/ 4330183 h 5478124"/>
                  <a:gd name="connsiteX110" fmla="*/ 4406001 w 4857123"/>
                  <a:gd name="connsiteY110" fmla="*/ 4397691 h 5478124"/>
                  <a:gd name="connsiteX111" fmla="*/ 4304698 w 4857123"/>
                  <a:gd name="connsiteY111" fmla="*/ 4423025 h 5478124"/>
                  <a:gd name="connsiteX112" fmla="*/ 4211855 w 4857123"/>
                  <a:gd name="connsiteY112" fmla="*/ 4397691 h 5478124"/>
                  <a:gd name="connsiteX113" fmla="*/ 4009289 w 4857123"/>
                  <a:gd name="connsiteY113" fmla="*/ 4574961 h 5478124"/>
                  <a:gd name="connsiteX114" fmla="*/ 3933323 w 4857123"/>
                  <a:gd name="connsiteY114" fmla="*/ 4642469 h 5478124"/>
                  <a:gd name="connsiteX115" fmla="*/ 3874234 w 4857123"/>
                  <a:gd name="connsiteY115" fmla="*/ 4608715 h 5478124"/>
                  <a:gd name="connsiteX116" fmla="*/ 3705429 w 4857123"/>
                  <a:gd name="connsiteY116" fmla="*/ 4524291 h 5478124"/>
                  <a:gd name="connsiteX117" fmla="*/ 3545040 w 4857123"/>
                  <a:gd name="connsiteY117" fmla="*/ 4608715 h 5478124"/>
                  <a:gd name="connsiteX118" fmla="*/ 3477570 w 4857123"/>
                  <a:gd name="connsiteY118" fmla="*/ 4634049 h 5478124"/>
                  <a:gd name="connsiteX119" fmla="*/ 3401604 w 4857123"/>
                  <a:gd name="connsiteY119" fmla="*/ 4566541 h 5478124"/>
                  <a:gd name="connsiteX120" fmla="*/ 3199039 w 4857123"/>
                  <a:gd name="connsiteY120" fmla="*/ 4389271 h 5478124"/>
                  <a:gd name="connsiteX121" fmla="*/ 3106195 w 4857123"/>
                  <a:gd name="connsiteY121" fmla="*/ 4414606 h 5478124"/>
                  <a:gd name="connsiteX122" fmla="*/ 3004892 w 4857123"/>
                  <a:gd name="connsiteY122" fmla="*/ 4389271 h 5478124"/>
                  <a:gd name="connsiteX123" fmla="*/ 2996435 w 4857123"/>
                  <a:gd name="connsiteY123" fmla="*/ 4321763 h 5478124"/>
                  <a:gd name="connsiteX124" fmla="*/ 2971100 w 4857123"/>
                  <a:gd name="connsiteY124" fmla="*/ 4136078 h 5478124"/>
                  <a:gd name="connsiteX125" fmla="*/ 2810711 w 4857123"/>
                  <a:gd name="connsiteY125" fmla="*/ 4051654 h 5478124"/>
                  <a:gd name="connsiteX126" fmla="*/ 2743203 w 4857123"/>
                  <a:gd name="connsiteY126" fmla="*/ 4001022 h 5478124"/>
                  <a:gd name="connsiteX127" fmla="*/ 2760081 w 4857123"/>
                  <a:gd name="connsiteY127" fmla="*/ 3916598 h 5478124"/>
                  <a:gd name="connsiteX128" fmla="*/ 2827589 w 4857123"/>
                  <a:gd name="connsiteY128" fmla="*/ 3739329 h 5478124"/>
                  <a:gd name="connsiteX129" fmla="*/ 2726286 w 4857123"/>
                  <a:gd name="connsiteY129" fmla="*/ 3587395 h 5478124"/>
                  <a:gd name="connsiteX130" fmla="*/ 2684074 w 4857123"/>
                  <a:gd name="connsiteY130" fmla="*/ 3511429 h 5478124"/>
                  <a:gd name="connsiteX131" fmla="*/ 2743163 w 4857123"/>
                  <a:gd name="connsiteY131" fmla="*/ 3443920 h 5478124"/>
                  <a:gd name="connsiteX132" fmla="*/ 2878216 w 4857123"/>
                  <a:gd name="connsiteY132" fmla="*/ 3317322 h 5478124"/>
                  <a:gd name="connsiteX133" fmla="*/ 2861339 w 4857123"/>
                  <a:gd name="connsiteY133" fmla="*/ 3131636 h 5478124"/>
                  <a:gd name="connsiteX134" fmla="*/ 2861339 w 4857123"/>
                  <a:gd name="connsiteY134" fmla="*/ 3055671 h 5478124"/>
                  <a:gd name="connsiteX135" fmla="*/ 2945763 w 4857123"/>
                  <a:gd name="connsiteY135" fmla="*/ 3013458 h 5478124"/>
                  <a:gd name="connsiteX136" fmla="*/ 3139903 w 4857123"/>
                  <a:gd name="connsiteY136" fmla="*/ 2954370 h 5478124"/>
                  <a:gd name="connsiteX137" fmla="*/ 3190535 w 4857123"/>
                  <a:gd name="connsiteY137" fmla="*/ 2793981 h 5478124"/>
                  <a:gd name="connsiteX138" fmla="*/ 3207412 w 4857123"/>
                  <a:gd name="connsiteY138" fmla="*/ 2734892 h 5478124"/>
                  <a:gd name="connsiteX139" fmla="*/ 3317130 w 4857123"/>
                  <a:gd name="connsiteY139" fmla="*/ 2726435 h 5478124"/>
                  <a:gd name="connsiteX140" fmla="*/ 3452184 w 4857123"/>
                  <a:gd name="connsiteY140" fmla="*/ 2777066 h 5478124"/>
                  <a:gd name="connsiteX141" fmla="*/ 3637869 w 4857123"/>
                  <a:gd name="connsiteY141" fmla="*/ 2650468 h 5478124"/>
                  <a:gd name="connsiteX142" fmla="*/ 3705378 w 4857123"/>
                  <a:gd name="connsiteY142" fmla="*/ 2599836 h 5478124"/>
                  <a:gd name="connsiteX143" fmla="*/ 3781344 w 4857123"/>
                  <a:gd name="connsiteY143" fmla="*/ 2650468 h 5478124"/>
                  <a:gd name="connsiteX144" fmla="*/ 3967029 w 4857123"/>
                  <a:gd name="connsiteY144" fmla="*/ 2777066 h 5478124"/>
                  <a:gd name="connsiteX145" fmla="*/ 4102082 w 4857123"/>
                  <a:gd name="connsiteY145" fmla="*/ 2726435 h 5478124"/>
                  <a:gd name="connsiteX146" fmla="*/ 4211801 w 4857123"/>
                  <a:gd name="connsiteY146" fmla="*/ 2734892 h 5478124"/>
                  <a:gd name="connsiteX147" fmla="*/ 4228678 w 4857123"/>
                  <a:gd name="connsiteY147" fmla="*/ 2793981 h 5478124"/>
                  <a:gd name="connsiteX148" fmla="*/ 4279310 w 4857123"/>
                  <a:gd name="connsiteY148" fmla="*/ 2954370 h 5478124"/>
                  <a:gd name="connsiteX149" fmla="*/ 4473450 w 4857123"/>
                  <a:gd name="connsiteY149" fmla="*/ 3013458 h 5478124"/>
                  <a:gd name="connsiteX150" fmla="*/ 4557874 w 4857123"/>
                  <a:gd name="connsiteY150" fmla="*/ 3055671 h 5478124"/>
                  <a:gd name="connsiteX151" fmla="*/ 4549417 w 4857123"/>
                  <a:gd name="connsiteY151" fmla="*/ 3131636 h 5478124"/>
                  <a:gd name="connsiteX152" fmla="*/ 4524082 w 4857123"/>
                  <a:gd name="connsiteY152" fmla="*/ 3317322 h 5478124"/>
                  <a:gd name="connsiteX153" fmla="*/ 4659136 w 4857123"/>
                  <a:gd name="connsiteY153" fmla="*/ 3443920 h 5478124"/>
                  <a:gd name="connsiteX154" fmla="*/ 4718224 w 4857123"/>
                  <a:gd name="connsiteY154" fmla="*/ 3511429 h 5478124"/>
                  <a:gd name="connsiteX155" fmla="*/ 4676012 w 4857123"/>
                  <a:gd name="connsiteY155" fmla="*/ 3587395 h 5478124"/>
                  <a:gd name="connsiteX156" fmla="*/ 4574710 w 4857123"/>
                  <a:gd name="connsiteY156" fmla="*/ 3739329 h 5478124"/>
                  <a:gd name="connsiteX157" fmla="*/ 4650791 w 4857123"/>
                  <a:gd name="connsiteY157" fmla="*/ 3925014 h 54781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</a:cxnLst>
                <a:rect l="l" t="t" r="r" b="b"/>
                <a:pathLst>
                  <a:path w="4857123" h="5478124">
                    <a:moveTo>
                      <a:pt x="4709918" y="3764717"/>
                    </a:moveTo>
                    <a:cubicBezTo>
                      <a:pt x="4709918" y="3739383"/>
                      <a:pt x="4726796" y="3722505"/>
                      <a:pt x="4752130" y="3705628"/>
                    </a:cubicBezTo>
                    <a:cubicBezTo>
                      <a:pt x="4828096" y="3663417"/>
                      <a:pt x="4870304" y="3587456"/>
                      <a:pt x="4853433" y="3503063"/>
                    </a:cubicBezTo>
                    <a:cubicBezTo>
                      <a:pt x="4844975" y="3418639"/>
                      <a:pt x="4785925" y="3351129"/>
                      <a:pt x="4701499" y="3334258"/>
                    </a:cubicBezTo>
                    <a:cubicBezTo>
                      <a:pt x="4676164" y="3325800"/>
                      <a:pt x="4659287" y="3308924"/>
                      <a:pt x="4650867" y="3283626"/>
                    </a:cubicBezTo>
                    <a:cubicBezTo>
                      <a:pt x="4642409" y="3258292"/>
                      <a:pt x="4642409" y="3232995"/>
                      <a:pt x="4659325" y="3216118"/>
                    </a:cubicBezTo>
                    <a:cubicBezTo>
                      <a:pt x="4701537" y="3157030"/>
                      <a:pt x="4709957" y="3072639"/>
                      <a:pt x="4667782" y="3005097"/>
                    </a:cubicBezTo>
                    <a:cubicBezTo>
                      <a:pt x="4625571" y="2920674"/>
                      <a:pt x="4532729" y="2878499"/>
                      <a:pt x="4439882" y="2903795"/>
                    </a:cubicBezTo>
                    <a:cubicBezTo>
                      <a:pt x="4414547" y="2912253"/>
                      <a:pt x="4380793" y="2903795"/>
                      <a:pt x="4363916" y="2878461"/>
                    </a:cubicBezTo>
                    <a:cubicBezTo>
                      <a:pt x="4347038" y="2861583"/>
                      <a:pt x="4338581" y="2844707"/>
                      <a:pt x="4347038" y="2819372"/>
                    </a:cubicBezTo>
                    <a:cubicBezTo>
                      <a:pt x="4355496" y="2760284"/>
                      <a:pt x="4338580" y="2701199"/>
                      <a:pt x="4296406" y="2658983"/>
                    </a:cubicBezTo>
                    <a:cubicBezTo>
                      <a:pt x="4228898" y="2583017"/>
                      <a:pt x="4093840" y="2566140"/>
                      <a:pt x="4009418" y="2642106"/>
                    </a:cubicBezTo>
                    <a:cubicBezTo>
                      <a:pt x="3992541" y="2658983"/>
                      <a:pt x="3975664" y="2658983"/>
                      <a:pt x="3958787" y="2658983"/>
                    </a:cubicBezTo>
                    <a:cubicBezTo>
                      <a:pt x="3925033" y="2658983"/>
                      <a:pt x="3899698" y="2642106"/>
                      <a:pt x="3882821" y="2608351"/>
                    </a:cubicBezTo>
                    <a:cubicBezTo>
                      <a:pt x="3857486" y="2549263"/>
                      <a:pt x="3806855" y="2507049"/>
                      <a:pt x="3747767" y="2490178"/>
                    </a:cubicBezTo>
                    <a:lnTo>
                      <a:pt x="3747652" y="734530"/>
                    </a:lnTo>
                    <a:lnTo>
                      <a:pt x="4372260" y="734530"/>
                    </a:lnTo>
                    <a:lnTo>
                      <a:pt x="4372260" y="675442"/>
                    </a:lnTo>
                    <a:lnTo>
                      <a:pt x="4372260" y="506637"/>
                    </a:lnTo>
                    <a:cubicBezTo>
                      <a:pt x="4372260" y="219649"/>
                      <a:pt x="4169694" y="213"/>
                      <a:pt x="3899586" y="213"/>
                    </a:cubicBezTo>
                    <a:lnTo>
                      <a:pt x="557095" y="213"/>
                    </a:lnTo>
                    <a:cubicBezTo>
                      <a:pt x="253227" y="-8245"/>
                      <a:pt x="0" y="236530"/>
                      <a:pt x="0" y="540398"/>
                    </a:cubicBezTo>
                    <a:lnTo>
                      <a:pt x="0" y="4836641"/>
                    </a:lnTo>
                    <a:lnTo>
                      <a:pt x="2768575" y="4836641"/>
                    </a:lnTo>
                    <a:lnTo>
                      <a:pt x="2633521" y="5224892"/>
                    </a:lnTo>
                    <a:cubicBezTo>
                      <a:pt x="2625063" y="5250227"/>
                      <a:pt x="2633521" y="5267104"/>
                      <a:pt x="2641979" y="5283981"/>
                    </a:cubicBezTo>
                    <a:cubicBezTo>
                      <a:pt x="2658857" y="5300858"/>
                      <a:pt x="2675733" y="5309315"/>
                      <a:pt x="2701067" y="5300858"/>
                    </a:cubicBezTo>
                    <a:lnTo>
                      <a:pt x="2962720" y="5241770"/>
                    </a:lnTo>
                    <a:lnTo>
                      <a:pt x="3123109" y="5452790"/>
                    </a:lnTo>
                    <a:cubicBezTo>
                      <a:pt x="3131566" y="5469668"/>
                      <a:pt x="3156863" y="5478125"/>
                      <a:pt x="3173740" y="5478125"/>
                    </a:cubicBezTo>
                    <a:lnTo>
                      <a:pt x="3182198" y="5478125"/>
                    </a:lnTo>
                    <a:cubicBezTo>
                      <a:pt x="3207532" y="5478125"/>
                      <a:pt x="3224410" y="5461247"/>
                      <a:pt x="3232830" y="5435913"/>
                    </a:cubicBezTo>
                    <a:lnTo>
                      <a:pt x="3460731" y="4760674"/>
                    </a:lnTo>
                    <a:lnTo>
                      <a:pt x="3469189" y="4760674"/>
                    </a:lnTo>
                    <a:cubicBezTo>
                      <a:pt x="3536697" y="4760674"/>
                      <a:pt x="3595787" y="4726920"/>
                      <a:pt x="3629577" y="4676250"/>
                    </a:cubicBezTo>
                    <a:cubicBezTo>
                      <a:pt x="3654912" y="4634038"/>
                      <a:pt x="3722421" y="4634038"/>
                      <a:pt x="3756176" y="4676250"/>
                    </a:cubicBezTo>
                    <a:cubicBezTo>
                      <a:pt x="3798388" y="4726882"/>
                      <a:pt x="3857479" y="4760674"/>
                      <a:pt x="3924981" y="4760674"/>
                    </a:cubicBezTo>
                    <a:lnTo>
                      <a:pt x="3941859" y="4760674"/>
                    </a:lnTo>
                    <a:lnTo>
                      <a:pt x="4169759" y="5427487"/>
                    </a:lnTo>
                    <a:cubicBezTo>
                      <a:pt x="4178217" y="5452821"/>
                      <a:pt x="4195094" y="5461241"/>
                      <a:pt x="4220391" y="5469699"/>
                    </a:cubicBezTo>
                    <a:lnTo>
                      <a:pt x="4228849" y="5469699"/>
                    </a:lnTo>
                    <a:cubicBezTo>
                      <a:pt x="4245727" y="5469699"/>
                      <a:pt x="4262603" y="5461241"/>
                      <a:pt x="4279480" y="5444365"/>
                    </a:cubicBezTo>
                    <a:lnTo>
                      <a:pt x="4439870" y="5233344"/>
                    </a:lnTo>
                    <a:lnTo>
                      <a:pt x="4701522" y="5292433"/>
                    </a:lnTo>
                    <a:cubicBezTo>
                      <a:pt x="4726857" y="5300890"/>
                      <a:pt x="4743734" y="5292433"/>
                      <a:pt x="4760611" y="5275555"/>
                    </a:cubicBezTo>
                    <a:cubicBezTo>
                      <a:pt x="4777488" y="5258678"/>
                      <a:pt x="4777488" y="5233343"/>
                      <a:pt x="4769068" y="5216467"/>
                    </a:cubicBezTo>
                    <a:lnTo>
                      <a:pt x="4507416" y="4448390"/>
                    </a:lnTo>
                    <a:cubicBezTo>
                      <a:pt x="4541170" y="4397759"/>
                      <a:pt x="4541170" y="4338672"/>
                      <a:pt x="4524294" y="4279585"/>
                    </a:cubicBezTo>
                    <a:cubicBezTo>
                      <a:pt x="4515836" y="4254251"/>
                      <a:pt x="4515836" y="4228954"/>
                      <a:pt x="4532751" y="4212077"/>
                    </a:cubicBezTo>
                    <a:cubicBezTo>
                      <a:pt x="4549628" y="4195200"/>
                      <a:pt x="4566505" y="4178323"/>
                      <a:pt x="4591840" y="4178323"/>
                    </a:cubicBezTo>
                    <a:cubicBezTo>
                      <a:pt x="4676263" y="4178323"/>
                      <a:pt x="4752228" y="4127691"/>
                      <a:pt x="4777525" y="4051724"/>
                    </a:cubicBezTo>
                    <a:cubicBezTo>
                      <a:pt x="4811279" y="3975758"/>
                      <a:pt x="4785983" y="3882919"/>
                      <a:pt x="4726893" y="3832288"/>
                    </a:cubicBezTo>
                    <a:cubicBezTo>
                      <a:pt x="4718359" y="3815334"/>
                      <a:pt x="4709939" y="3790000"/>
                      <a:pt x="4709939" y="3764703"/>
                    </a:cubicBezTo>
                    <a:close/>
                    <a:moveTo>
                      <a:pt x="3924922" y="118318"/>
                    </a:moveTo>
                    <a:cubicBezTo>
                      <a:pt x="4127488" y="118318"/>
                      <a:pt x="4279422" y="278707"/>
                      <a:pt x="4279422" y="498154"/>
                    </a:cubicBezTo>
                    <a:lnTo>
                      <a:pt x="4279422" y="607872"/>
                    </a:lnTo>
                    <a:lnTo>
                      <a:pt x="1097310" y="607872"/>
                    </a:lnTo>
                    <a:cubicBezTo>
                      <a:pt x="1097310" y="582537"/>
                      <a:pt x="1105768" y="565660"/>
                      <a:pt x="1105768" y="540364"/>
                    </a:cubicBezTo>
                    <a:cubicBezTo>
                      <a:pt x="1105768" y="371559"/>
                      <a:pt x="1029802" y="219625"/>
                      <a:pt x="903202" y="118322"/>
                    </a:cubicBezTo>
                    <a:close/>
                    <a:moveTo>
                      <a:pt x="126668" y="4710044"/>
                    </a:moveTo>
                    <a:lnTo>
                      <a:pt x="126668" y="540379"/>
                    </a:lnTo>
                    <a:cubicBezTo>
                      <a:pt x="126668" y="304023"/>
                      <a:pt x="320808" y="118338"/>
                      <a:pt x="548709" y="118338"/>
                    </a:cubicBezTo>
                    <a:cubicBezTo>
                      <a:pt x="785065" y="118338"/>
                      <a:pt x="970751" y="312478"/>
                      <a:pt x="970751" y="540379"/>
                    </a:cubicBezTo>
                    <a:cubicBezTo>
                      <a:pt x="970751" y="574133"/>
                      <a:pt x="962293" y="616345"/>
                      <a:pt x="953873" y="650097"/>
                    </a:cubicBezTo>
                    <a:lnTo>
                      <a:pt x="936995" y="717606"/>
                    </a:lnTo>
                    <a:lnTo>
                      <a:pt x="1004504" y="726063"/>
                    </a:lnTo>
                    <a:lnTo>
                      <a:pt x="3637976" y="726063"/>
                    </a:lnTo>
                    <a:lnTo>
                      <a:pt x="3637976" y="2490137"/>
                    </a:lnTo>
                    <a:cubicBezTo>
                      <a:pt x="3587344" y="2507014"/>
                      <a:pt x="3536673" y="2549225"/>
                      <a:pt x="3519803" y="2608310"/>
                    </a:cubicBezTo>
                    <a:cubicBezTo>
                      <a:pt x="3511345" y="2633644"/>
                      <a:pt x="3477591" y="2658942"/>
                      <a:pt x="3443836" y="2658942"/>
                    </a:cubicBezTo>
                    <a:cubicBezTo>
                      <a:pt x="3426959" y="2658942"/>
                      <a:pt x="3410083" y="2658942"/>
                      <a:pt x="3393205" y="2642064"/>
                    </a:cubicBezTo>
                    <a:cubicBezTo>
                      <a:pt x="3308781" y="2574556"/>
                      <a:pt x="3182184" y="2582976"/>
                      <a:pt x="3106217" y="2658942"/>
                    </a:cubicBezTo>
                    <a:cubicBezTo>
                      <a:pt x="3064005" y="2701154"/>
                      <a:pt x="3047129" y="2760244"/>
                      <a:pt x="3055585" y="2810876"/>
                    </a:cubicBezTo>
                    <a:cubicBezTo>
                      <a:pt x="3055585" y="2836210"/>
                      <a:pt x="3047128" y="2853088"/>
                      <a:pt x="3038708" y="2869964"/>
                    </a:cubicBezTo>
                    <a:cubicBezTo>
                      <a:pt x="3021830" y="2886842"/>
                      <a:pt x="2988076" y="2903719"/>
                      <a:pt x="2962742" y="2895299"/>
                    </a:cubicBezTo>
                    <a:cubicBezTo>
                      <a:pt x="2869898" y="2878421"/>
                      <a:pt x="2777057" y="2920633"/>
                      <a:pt x="2734841" y="2996601"/>
                    </a:cubicBezTo>
                    <a:cubicBezTo>
                      <a:pt x="2701087" y="3064109"/>
                      <a:pt x="2701087" y="3140080"/>
                      <a:pt x="2743299" y="3207622"/>
                    </a:cubicBezTo>
                    <a:cubicBezTo>
                      <a:pt x="2760176" y="3224499"/>
                      <a:pt x="2760176" y="3258254"/>
                      <a:pt x="2751756" y="3275130"/>
                    </a:cubicBezTo>
                    <a:cubicBezTo>
                      <a:pt x="2743299" y="3300465"/>
                      <a:pt x="2726422" y="3317342"/>
                      <a:pt x="2701125" y="3325762"/>
                    </a:cubicBezTo>
                    <a:cubicBezTo>
                      <a:pt x="2616701" y="3342639"/>
                      <a:pt x="2557645" y="3410186"/>
                      <a:pt x="2549191" y="3494567"/>
                    </a:cubicBezTo>
                    <a:cubicBezTo>
                      <a:pt x="2540733" y="3578990"/>
                      <a:pt x="2582944" y="3654956"/>
                      <a:pt x="2650493" y="3697132"/>
                    </a:cubicBezTo>
                    <a:cubicBezTo>
                      <a:pt x="2675827" y="3705590"/>
                      <a:pt x="2684247" y="3730886"/>
                      <a:pt x="2692705" y="3756221"/>
                    </a:cubicBezTo>
                    <a:cubicBezTo>
                      <a:pt x="2692705" y="3781555"/>
                      <a:pt x="2684247" y="3806852"/>
                      <a:pt x="2667370" y="3823729"/>
                    </a:cubicBezTo>
                    <a:cubicBezTo>
                      <a:pt x="2608282" y="3882817"/>
                      <a:pt x="2582947" y="3967208"/>
                      <a:pt x="2616739" y="4043165"/>
                    </a:cubicBezTo>
                    <a:cubicBezTo>
                      <a:pt x="2642073" y="4119131"/>
                      <a:pt x="2718041" y="4169764"/>
                      <a:pt x="2802424" y="4178219"/>
                    </a:cubicBezTo>
                    <a:cubicBezTo>
                      <a:pt x="2827759" y="4178219"/>
                      <a:pt x="2853056" y="4195097"/>
                      <a:pt x="2861512" y="4211973"/>
                    </a:cubicBezTo>
                    <a:cubicBezTo>
                      <a:pt x="2878390" y="4228851"/>
                      <a:pt x="2878390" y="4254185"/>
                      <a:pt x="2869970" y="4279481"/>
                    </a:cubicBezTo>
                    <a:cubicBezTo>
                      <a:pt x="2844636" y="4338570"/>
                      <a:pt x="2853093" y="4397655"/>
                      <a:pt x="2886848" y="4448286"/>
                    </a:cubicBezTo>
                    <a:lnTo>
                      <a:pt x="2810767" y="4710017"/>
                    </a:lnTo>
                    <a:close/>
                    <a:moveTo>
                      <a:pt x="3156826" y="5283980"/>
                    </a:moveTo>
                    <a:lnTo>
                      <a:pt x="3038653" y="5140500"/>
                    </a:lnTo>
                    <a:cubicBezTo>
                      <a:pt x="3021776" y="5123623"/>
                      <a:pt x="2996441" y="5115166"/>
                      <a:pt x="2979565" y="5115166"/>
                    </a:cubicBezTo>
                    <a:lnTo>
                      <a:pt x="2793879" y="5157378"/>
                    </a:lnTo>
                    <a:lnTo>
                      <a:pt x="3004900" y="4532771"/>
                    </a:lnTo>
                    <a:cubicBezTo>
                      <a:pt x="3055532" y="4549649"/>
                      <a:pt x="3114618" y="4549649"/>
                      <a:pt x="3165289" y="4524313"/>
                    </a:cubicBezTo>
                    <a:cubicBezTo>
                      <a:pt x="3207501" y="4507436"/>
                      <a:pt x="3266592" y="4524313"/>
                      <a:pt x="3275007" y="4583402"/>
                    </a:cubicBezTo>
                    <a:cubicBezTo>
                      <a:pt x="3283465" y="4634033"/>
                      <a:pt x="3308761" y="4684704"/>
                      <a:pt x="3350973" y="4710000"/>
                    </a:cubicBezTo>
                    <a:close/>
                    <a:moveTo>
                      <a:pt x="4431337" y="5115175"/>
                    </a:moveTo>
                    <a:cubicBezTo>
                      <a:pt x="4406003" y="5106717"/>
                      <a:pt x="4380705" y="5115175"/>
                      <a:pt x="4372248" y="5140509"/>
                    </a:cubicBezTo>
                    <a:lnTo>
                      <a:pt x="4254075" y="5283989"/>
                    </a:lnTo>
                    <a:lnTo>
                      <a:pt x="4059974" y="4718468"/>
                    </a:lnTo>
                    <a:cubicBezTo>
                      <a:pt x="4093728" y="4684714"/>
                      <a:pt x="4127482" y="4642502"/>
                      <a:pt x="4127482" y="4591869"/>
                    </a:cubicBezTo>
                    <a:cubicBezTo>
                      <a:pt x="4135940" y="4532781"/>
                      <a:pt x="4194990" y="4515903"/>
                      <a:pt x="4237200" y="4532781"/>
                    </a:cubicBezTo>
                    <a:cubicBezTo>
                      <a:pt x="4287832" y="4558115"/>
                      <a:pt x="4346919" y="4558115"/>
                      <a:pt x="4397590" y="4541239"/>
                    </a:cubicBezTo>
                    <a:lnTo>
                      <a:pt x="4608610" y="5157391"/>
                    </a:lnTo>
                    <a:close/>
                    <a:moveTo>
                      <a:pt x="4650812" y="3925018"/>
                    </a:moveTo>
                    <a:cubicBezTo>
                      <a:pt x="4684566" y="3958772"/>
                      <a:pt x="4676147" y="4000984"/>
                      <a:pt x="4667690" y="4009442"/>
                    </a:cubicBezTo>
                    <a:cubicBezTo>
                      <a:pt x="4659232" y="4017900"/>
                      <a:pt x="4642356" y="4060073"/>
                      <a:pt x="4600182" y="4060073"/>
                    </a:cubicBezTo>
                    <a:cubicBezTo>
                      <a:pt x="4532674" y="4060073"/>
                      <a:pt x="4473583" y="4093828"/>
                      <a:pt x="4439793" y="4144497"/>
                    </a:cubicBezTo>
                    <a:cubicBezTo>
                      <a:pt x="4406038" y="4195129"/>
                      <a:pt x="4389161" y="4271096"/>
                      <a:pt x="4414458" y="4330183"/>
                    </a:cubicBezTo>
                    <a:cubicBezTo>
                      <a:pt x="4422916" y="4363937"/>
                      <a:pt x="4414458" y="4389271"/>
                      <a:pt x="4406001" y="4397691"/>
                    </a:cubicBezTo>
                    <a:cubicBezTo>
                      <a:pt x="4380666" y="4431445"/>
                      <a:pt x="4338492" y="4439903"/>
                      <a:pt x="4304698" y="4423025"/>
                    </a:cubicBezTo>
                    <a:cubicBezTo>
                      <a:pt x="4279364" y="4406148"/>
                      <a:pt x="4245610" y="4397691"/>
                      <a:pt x="4211855" y="4397691"/>
                    </a:cubicBezTo>
                    <a:cubicBezTo>
                      <a:pt x="4110552" y="4397691"/>
                      <a:pt x="4026169" y="4473657"/>
                      <a:pt x="4009289" y="4574961"/>
                    </a:cubicBezTo>
                    <a:cubicBezTo>
                      <a:pt x="4000831" y="4617172"/>
                      <a:pt x="3967077" y="4642469"/>
                      <a:pt x="3933323" y="4642469"/>
                    </a:cubicBezTo>
                    <a:cubicBezTo>
                      <a:pt x="3916445" y="4642469"/>
                      <a:pt x="3891111" y="4634011"/>
                      <a:pt x="3874234" y="4608715"/>
                    </a:cubicBezTo>
                    <a:cubicBezTo>
                      <a:pt x="3840480" y="4558083"/>
                      <a:pt x="3772932" y="4524291"/>
                      <a:pt x="3705429" y="4524291"/>
                    </a:cubicBezTo>
                    <a:cubicBezTo>
                      <a:pt x="3637927" y="4524291"/>
                      <a:pt x="3578831" y="4558045"/>
                      <a:pt x="3545040" y="4608715"/>
                    </a:cubicBezTo>
                    <a:cubicBezTo>
                      <a:pt x="3519744" y="4634049"/>
                      <a:pt x="3494447" y="4634049"/>
                      <a:pt x="3477570" y="4634049"/>
                    </a:cubicBezTo>
                    <a:cubicBezTo>
                      <a:pt x="3443816" y="4634049"/>
                      <a:pt x="3410062" y="4617172"/>
                      <a:pt x="3401604" y="4566541"/>
                    </a:cubicBezTo>
                    <a:cubicBezTo>
                      <a:pt x="3384727" y="4465238"/>
                      <a:pt x="3300302" y="4389271"/>
                      <a:pt x="3199039" y="4389271"/>
                    </a:cubicBezTo>
                    <a:cubicBezTo>
                      <a:pt x="3165284" y="4389271"/>
                      <a:pt x="3139950" y="4397729"/>
                      <a:pt x="3106195" y="4414606"/>
                    </a:cubicBezTo>
                    <a:cubicBezTo>
                      <a:pt x="3072441" y="4431483"/>
                      <a:pt x="3030229" y="4423063"/>
                      <a:pt x="3004892" y="4389271"/>
                    </a:cubicBezTo>
                    <a:cubicBezTo>
                      <a:pt x="2996435" y="4380814"/>
                      <a:pt x="2988015" y="4355517"/>
                      <a:pt x="2996435" y="4321763"/>
                    </a:cubicBezTo>
                    <a:cubicBezTo>
                      <a:pt x="3021769" y="4262675"/>
                      <a:pt x="3013312" y="4195164"/>
                      <a:pt x="2971100" y="4136078"/>
                    </a:cubicBezTo>
                    <a:cubicBezTo>
                      <a:pt x="2937346" y="4085446"/>
                      <a:pt x="2869798" y="4051654"/>
                      <a:pt x="2810711" y="4051654"/>
                    </a:cubicBezTo>
                    <a:cubicBezTo>
                      <a:pt x="2760080" y="4051654"/>
                      <a:pt x="2743203" y="4009442"/>
                      <a:pt x="2743203" y="4001022"/>
                    </a:cubicBezTo>
                    <a:cubicBezTo>
                      <a:pt x="2734745" y="3992564"/>
                      <a:pt x="2726325" y="3950391"/>
                      <a:pt x="2760081" y="3916598"/>
                    </a:cubicBezTo>
                    <a:cubicBezTo>
                      <a:pt x="2810712" y="3874386"/>
                      <a:pt x="2836047" y="3806880"/>
                      <a:pt x="2827589" y="3739329"/>
                    </a:cubicBezTo>
                    <a:cubicBezTo>
                      <a:pt x="2819131" y="3671820"/>
                      <a:pt x="2785377" y="3612730"/>
                      <a:pt x="2726286" y="3587395"/>
                    </a:cubicBezTo>
                    <a:cubicBezTo>
                      <a:pt x="2684074" y="3562060"/>
                      <a:pt x="2684074" y="3519886"/>
                      <a:pt x="2684074" y="3511429"/>
                    </a:cubicBezTo>
                    <a:cubicBezTo>
                      <a:pt x="2684074" y="3502971"/>
                      <a:pt x="2692532" y="3460797"/>
                      <a:pt x="2743163" y="3443920"/>
                    </a:cubicBezTo>
                    <a:cubicBezTo>
                      <a:pt x="2810671" y="3427043"/>
                      <a:pt x="2861336" y="3384832"/>
                      <a:pt x="2878216" y="3317322"/>
                    </a:cubicBezTo>
                    <a:cubicBezTo>
                      <a:pt x="2903551" y="3258233"/>
                      <a:pt x="2895094" y="3190723"/>
                      <a:pt x="2861339" y="3131636"/>
                    </a:cubicBezTo>
                    <a:cubicBezTo>
                      <a:pt x="2836005" y="3097882"/>
                      <a:pt x="2852881" y="3064128"/>
                      <a:pt x="2861339" y="3055671"/>
                    </a:cubicBezTo>
                    <a:cubicBezTo>
                      <a:pt x="2878216" y="3030336"/>
                      <a:pt x="2903551" y="3005039"/>
                      <a:pt x="2945763" y="3013458"/>
                    </a:cubicBezTo>
                    <a:cubicBezTo>
                      <a:pt x="3013271" y="3030336"/>
                      <a:pt x="3097697" y="3005001"/>
                      <a:pt x="3139903" y="2954370"/>
                    </a:cubicBezTo>
                    <a:cubicBezTo>
                      <a:pt x="3182115" y="2912158"/>
                      <a:pt x="3198992" y="2853067"/>
                      <a:pt x="3190535" y="2793981"/>
                    </a:cubicBezTo>
                    <a:cubicBezTo>
                      <a:pt x="3190535" y="2768646"/>
                      <a:pt x="3198992" y="2743349"/>
                      <a:pt x="3207412" y="2734892"/>
                    </a:cubicBezTo>
                    <a:cubicBezTo>
                      <a:pt x="3232747" y="2701138"/>
                      <a:pt x="3283378" y="2701138"/>
                      <a:pt x="3317130" y="2726435"/>
                    </a:cubicBezTo>
                    <a:cubicBezTo>
                      <a:pt x="3350885" y="2760189"/>
                      <a:pt x="3401555" y="2777066"/>
                      <a:pt x="3452184" y="2777066"/>
                    </a:cubicBezTo>
                    <a:cubicBezTo>
                      <a:pt x="3536608" y="2777066"/>
                      <a:pt x="3612573" y="2726435"/>
                      <a:pt x="3637869" y="2650468"/>
                    </a:cubicBezTo>
                    <a:cubicBezTo>
                      <a:pt x="3654747" y="2608255"/>
                      <a:pt x="3696958" y="2599836"/>
                      <a:pt x="3705378" y="2599836"/>
                    </a:cubicBezTo>
                    <a:cubicBezTo>
                      <a:pt x="3713835" y="2599836"/>
                      <a:pt x="3756009" y="2599836"/>
                      <a:pt x="3781344" y="2650468"/>
                    </a:cubicBezTo>
                    <a:cubicBezTo>
                      <a:pt x="3815098" y="2726434"/>
                      <a:pt x="3882646" y="2777066"/>
                      <a:pt x="3967029" y="2777066"/>
                    </a:cubicBezTo>
                    <a:cubicBezTo>
                      <a:pt x="4017661" y="2777066"/>
                      <a:pt x="4059873" y="2760189"/>
                      <a:pt x="4102082" y="2726435"/>
                    </a:cubicBezTo>
                    <a:cubicBezTo>
                      <a:pt x="4135836" y="2701100"/>
                      <a:pt x="4186507" y="2701100"/>
                      <a:pt x="4211801" y="2734892"/>
                    </a:cubicBezTo>
                    <a:cubicBezTo>
                      <a:pt x="4220259" y="2743350"/>
                      <a:pt x="4237135" y="2768646"/>
                      <a:pt x="4228678" y="2793981"/>
                    </a:cubicBezTo>
                    <a:cubicBezTo>
                      <a:pt x="4220220" y="2853069"/>
                      <a:pt x="4237136" y="2912154"/>
                      <a:pt x="4279310" y="2954370"/>
                    </a:cubicBezTo>
                    <a:cubicBezTo>
                      <a:pt x="4329941" y="3005002"/>
                      <a:pt x="4405909" y="3030336"/>
                      <a:pt x="4473450" y="3013458"/>
                    </a:cubicBezTo>
                    <a:cubicBezTo>
                      <a:pt x="4515662" y="3005001"/>
                      <a:pt x="4549416" y="3030336"/>
                      <a:pt x="4557874" y="3055671"/>
                    </a:cubicBezTo>
                    <a:cubicBezTo>
                      <a:pt x="4566332" y="3064128"/>
                      <a:pt x="4574751" y="3097882"/>
                      <a:pt x="4549417" y="3131636"/>
                    </a:cubicBezTo>
                    <a:cubicBezTo>
                      <a:pt x="4515662" y="3182268"/>
                      <a:pt x="4507204" y="3258235"/>
                      <a:pt x="4524082" y="3317322"/>
                    </a:cubicBezTo>
                    <a:cubicBezTo>
                      <a:pt x="4549417" y="3376410"/>
                      <a:pt x="4600048" y="3427040"/>
                      <a:pt x="4659136" y="3443920"/>
                    </a:cubicBezTo>
                    <a:cubicBezTo>
                      <a:pt x="4709767" y="3452378"/>
                      <a:pt x="4718224" y="3494552"/>
                      <a:pt x="4718224" y="3511429"/>
                    </a:cubicBezTo>
                    <a:cubicBezTo>
                      <a:pt x="4718224" y="3519886"/>
                      <a:pt x="4718224" y="3562060"/>
                      <a:pt x="4676012" y="3587395"/>
                    </a:cubicBezTo>
                    <a:cubicBezTo>
                      <a:pt x="4616923" y="3621149"/>
                      <a:pt x="4583169" y="3671819"/>
                      <a:pt x="4574710" y="3739329"/>
                    </a:cubicBezTo>
                    <a:cubicBezTo>
                      <a:pt x="4574824" y="3815295"/>
                      <a:pt x="4600122" y="3874382"/>
                      <a:pt x="4650791" y="3925014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" name="Freeform: Shape 142">
                <a:extLst>
                  <a:ext uri="{FF2B5EF4-FFF2-40B4-BE49-F238E27FC236}">
                    <a16:creationId xmlns:a16="http://schemas.microsoft.com/office/drawing/2014/main" id="{D4C73164-DCA3-592E-7712-6B0DDA82C77F}"/>
                  </a:ext>
                </a:extLst>
              </p:cNvPr>
              <p:cNvSpPr/>
              <p:nvPr/>
            </p:nvSpPr>
            <p:spPr>
              <a:xfrm>
                <a:off x="7703110" y="10675624"/>
                <a:ext cx="1232343" cy="1232304"/>
              </a:xfrm>
              <a:custGeom>
                <a:avLst/>
                <a:gdLst>
                  <a:gd name="connsiteX0" fmla="*/ 616152 w 1232343"/>
                  <a:gd name="connsiteY0" fmla="*/ 0 h 1232304"/>
                  <a:gd name="connsiteX1" fmla="*/ 0 w 1232343"/>
                  <a:gd name="connsiteY1" fmla="*/ 616152 h 1232304"/>
                  <a:gd name="connsiteX2" fmla="*/ 616152 w 1232343"/>
                  <a:gd name="connsiteY2" fmla="*/ 1232304 h 1232304"/>
                  <a:gd name="connsiteX3" fmla="*/ 1232343 w 1232343"/>
                  <a:gd name="connsiteY3" fmla="*/ 616152 h 1232304"/>
                  <a:gd name="connsiteX4" fmla="*/ 616152 w 1232343"/>
                  <a:gd name="connsiteY4" fmla="*/ 0 h 1232304"/>
                  <a:gd name="connsiteX5" fmla="*/ 616152 w 1232343"/>
                  <a:gd name="connsiteY5" fmla="*/ 1114131 h 1232304"/>
                  <a:gd name="connsiteX6" fmla="*/ 126599 w 1232343"/>
                  <a:gd name="connsiteY6" fmla="*/ 624578 h 1232304"/>
                  <a:gd name="connsiteX7" fmla="*/ 616152 w 1232343"/>
                  <a:gd name="connsiteY7" fmla="*/ 135024 h 1232304"/>
                  <a:gd name="connsiteX8" fmla="*/ 1105706 w 1232343"/>
                  <a:gd name="connsiteY8" fmla="*/ 624578 h 1232304"/>
                  <a:gd name="connsiteX9" fmla="*/ 616152 w 1232343"/>
                  <a:gd name="connsiteY9" fmla="*/ 1114131 h 12323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32343" h="1232304">
                    <a:moveTo>
                      <a:pt x="616152" y="0"/>
                    </a:moveTo>
                    <a:cubicBezTo>
                      <a:pt x="278533" y="0"/>
                      <a:pt x="0" y="278533"/>
                      <a:pt x="0" y="616152"/>
                    </a:cubicBezTo>
                    <a:cubicBezTo>
                      <a:pt x="0" y="953771"/>
                      <a:pt x="278533" y="1232304"/>
                      <a:pt x="616152" y="1232304"/>
                    </a:cubicBezTo>
                    <a:cubicBezTo>
                      <a:pt x="953772" y="1232342"/>
                      <a:pt x="1232343" y="962236"/>
                      <a:pt x="1232343" y="616152"/>
                    </a:cubicBezTo>
                    <a:cubicBezTo>
                      <a:pt x="1232343" y="270078"/>
                      <a:pt x="953772" y="0"/>
                      <a:pt x="616152" y="0"/>
                    </a:cubicBezTo>
                    <a:close/>
                    <a:moveTo>
                      <a:pt x="616152" y="1114131"/>
                    </a:moveTo>
                    <a:cubicBezTo>
                      <a:pt x="346045" y="1114131"/>
                      <a:pt x="126599" y="894695"/>
                      <a:pt x="126599" y="624578"/>
                    </a:cubicBezTo>
                    <a:cubicBezTo>
                      <a:pt x="126599" y="354470"/>
                      <a:pt x="346035" y="135024"/>
                      <a:pt x="616152" y="135024"/>
                    </a:cubicBezTo>
                    <a:cubicBezTo>
                      <a:pt x="886269" y="135024"/>
                      <a:pt x="1105706" y="354461"/>
                      <a:pt x="1105706" y="624578"/>
                    </a:cubicBezTo>
                    <a:cubicBezTo>
                      <a:pt x="1105706" y="894646"/>
                      <a:pt x="886269" y="1114131"/>
                      <a:pt x="616152" y="1114131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AB6C0E78-01D2-5B0C-E1B2-C5BE9A467F15}"/>
              </a:ext>
            </a:extLst>
          </p:cNvPr>
          <p:cNvSpPr txBox="1"/>
          <p:nvPr/>
        </p:nvSpPr>
        <p:spPr>
          <a:xfrm>
            <a:off x="1191917" y="2339257"/>
            <a:ext cx="2115305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IN" b="1" i="0" u="none" strike="noStrike" baseline="0">
                <a:solidFill>
                  <a:schemeClr val="accent2"/>
                </a:solidFill>
                <a:latin typeface="+mj-lt"/>
              </a:rPr>
              <a:t>CERTIFICATIONS</a:t>
            </a: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8E3BB2D-AB0A-312B-2565-810FF2EA84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59999" y="3065257"/>
            <a:ext cx="3564000" cy="0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EB18BF72-9CD6-C8BC-A3C8-1F191DCB6BE6}"/>
              </a:ext>
            </a:extLst>
          </p:cNvPr>
          <p:cNvSpPr txBox="1"/>
          <p:nvPr/>
        </p:nvSpPr>
        <p:spPr>
          <a:xfrm>
            <a:off x="359999" y="3317617"/>
            <a:ext cx="3564000" cy="7977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lnSpc>
                <a:spcPct val="110000"/>
              </a:lnSpc>
              <a:defRPr sz="1600">
                <a:solidFill>
                  <a:schemeClr val="accent4"/>
                </a:solidFill>
                <a:ea typeface="+mn-lt"/>
                <a:cs typeface="+mn-lt"/>
              </a:defRPr>
            </a:lvl1pPr>
          </a:lstStyle>
          <a:p>
            <a:r>
              <a:rPr lang="en-US"/>
              <a:t>Hands on sessions that include W3C’s WCAG 2.1, ADA, Section 508 and many other accessibility regulations.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52F466CD-ADFD-0EF9-34ED-4E00D2AC37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307400" y="2111282"/>
            <a:ext cx="732950" cy="732950"/>
            <a:chOff x="4307400" y="2111282"/>
            <a:chExt cx="732950" cy="732950"/>
          </a:xfrm>
        </p:grpSpPr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5C754EB1-D25C-F316-CC7A-EE968F83B0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307400" y="2111282"/>
              <a:ext cx="732950" cy="732950"/>
            </a:xfrm>
            <a:prstGeom prst="ellipse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ED5181AA-8376-2CCA-A404-0A76E8D68D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4501227" y="2306132"/>
              <a:ext cx="345296" cy="343250"/>
              <a:chOff x="13902730" y="6539376"/>
              <a:chExt cx="5315988" cy="5284481"/>
            </a:xfrm>
            <a:solidFill>
              <a:schemeClr val="bg1"/>
            </a:solidFill>
          </p:grpSpPr>
          <p:sp>
            <p:nvSpPr>
              <p:cNvPr id="53" name="Freeform: Shape 92">
                <a:extLst>
                  <a:ext uri="{FF2B5EF4-FFF2-40B4-BE49-F238E27FC236}">
                    <a16:creationId xmlns:a16="http://schemas.microsoft.com/office/drawing/2014/main" id="{9CC2DF74-F880-5EC0-C332-68D679D9ECC3}"/>
                  </a:ext>
                </a:extLst>
              </p:cNvPr>
              <p:cNvSpPr/>
              <p:nvPr/>
            </p:nvSpPr>
            <p:spPr>
              <a:xfrm>
                <a:off x="14433169" y="7047291"/>
                <a:ext cx="4244437" cy="3728252"/>
              </a:xfrm>
              <a:custGeom>
                <a:avLst/>
                <a:gdLst>
                  <a:gd name="connsiteX0" fmla="*/ 767 w 4244437"/>
                  <a:gd name="connsiteY0" fmla="*/ 3516272 h 3728252"/>
                  <a:gd name="connsiteX1" fmla="*/ 212748 w 4244437"/>
                  <a:gd name="connsiteY1" fmla="*/ 3728252 h 3728252"/>
                  <a:gd name="connsiteX2" fmla="*/ 2624315 w 4244437"/>
                  <a:gd name="connsiteY2" fmla="*/ 3728252 h 3728252"/>
                  <a:gd name="connsiteX3" fmla="*/ 2685011 w 4244437"/>
                  <a:gd name="connsiteY3" fmla="*/ 3667556 h 3728252"/>
                  <a:gd name="connsiteX4" fmla="*/ 2624315 w 4244437"/>
                  <a:gd name="connsiteY4" fmla="*/ 3606860 h 3728252"/>
                  <a:gd name="connsiteX5" fmla="*/ 2182904 w 4244437"/>
                  <a:gd name="connsiteY5" fmla="*/ 3606860 h 3728252"/>
                  <a:gd name="connsiteX6" fmla="*/ 2182904 w 4244437"/>
                  <a:gd name="connsiteY6" fmla="*/ 3483014 h 3728252"/>
                  <a:gd name="connsiteX7" fmla="*/ 2182904 w 4244437"/>
                  <a:gd name="connsiteY7" fmla="*/ 3482172 h 3728252"/>
                  <a:gd name="connsiteX8" fmla="*/ 2620141 w 4244437"/>
                  <a:gd name="connsiteY8" fmla="*/ 3045739 h 3728252"/>
                  <a:gd name="connsiteX9" fmla="*/ 4122239 w 4244437"/>
                  <a:gd name="connsiteY9" fmla="*/ 3045739 h 3728252"/>
                  <a:gd name="connsiteX10" fmla="*/ 4122239 w 4244437"/>
                  <a:gd name="connsiteY10" fmla="*/ 3517070 h 3728252"/>
                  <a:gd name="connsiteX11" fmla="*/ 4032457 w 4244437"/>
                  <a:gd name="connsiteY11" fmla="*/ 3606851 h 3728252"/>
                  <a:gd name="connsiteX12" fmla="*/ 3532039 w 4244437"/>
                  <a:gd name="connsiteY12" fmla="*/ 3606851 h 3728252"/>
                  <a:gd name="connsiteX13" fmla="*/ 3471343 w 4244437"/>
                  <a:gd name="connsiteY13" fmla="*/ 3667548 h 3728252"/>
                  <a:gd name="connsiteX14" fmla="*/ 3532039 w 4244437"/>
                  <a:gd name="connsiteY14" fmla="*/ 3728244 h 3728252"/>
                  <a:gd name="connsiteX15" fmla="*/ 4032457 w 4244437"/>
                  <a:gd name="connsiteY15" fmla="*/ 3728244 h 3728252"/>
                  <a:gd name="connsiteX16" fmla="*/ 4244438 w 4244437"/>
                  <a:gd name="connsiteY16" fmla="*/ 3516263 h 3728252"/>
                  <a:gd name="connsiteX17" fmla="*/ 4244438 w 4244437"/>
                  <a:gd name="connsiteY17" fmla="*/ 211981 h 3728252"/>
                  <a:gd name="connsiteX18" fmla="*/ 4032457 w 4244437"/>
                  <a:gd name="connsiteY18" fmla="*/ 0 h 3728252"/>
                  <a:gd name="connsiteX19" fmla="*/ 3971761 w 4244437"/>
                  <a:gd name="connsiteY19" fmla="*/ 60696 h 3728252"/>
                  <a:gd name="connsiteX20" fmla="*/ 4031615 w 4244437"/>
                  <a:gd name="connsiteY20" fmla="*/ 122196 h 3728252"/>
                  <a:gd name="connsiteX21" fmla="*/ 4121398 w 4244437"/>
                  <a:gd name="connsiteY21" fmla="*/ 211978 h 3728252"/>
                  <a:gd name="connsiteX22" fmla="*/ 4121398 w 4244437"/>
                  <a:gd name="connsiteY22" fmla="*/ 2923533 h 3728252"/>
                  <a:gd name="connsiteX23" fmla="*/ 2620181 w 4244437"/>
                  <a:gd name="connsiteY23" fmla="*/ 2923533 h 3728252"/>
                  <a:gd name="connsiteX24" fmla="*/ 2182945 w 4244437"/>
                  <a:gd name="connsiteY24" fmla="*/ 3134672 h 3728252"/>
                  <a:gd name="connsiteX25" fmla="*/ 2182906 w 4244437"/>
                  <a:gd name="connsiteY25" fmla="*/ 370701 h 3728252"/>
                  <a:gd name="connsiteX26" fmla="*/ 2361626 w 4244437"/>
                  <a:gd name="connsiteY26" fmla="*/ 132121 h 3728252"/>
                  <a:gd name="connsiteX27" fmla="*/ 2403187 w 4244437"/>
                  <a:gd name="connsiteY27" fmla="*/ 56461 h 3728252"/>
                  <a:gd name="connsiteX28" fmla="*/ 2327527 w 4244437"/>
                  <a:gd name="connsiteY28" fmla="*/ 14900 h 3728252"/>
                  <a:gd name="connsiteX29" fmla="*/ 2122208 w 4244437"/>
                  <a:gd name="connsiteY29" fmla="*/ 169508 h 3728252"/>
                  <a:gd name="connsiteX30" fmla="*/ 1812148 w 4244437"/>
                  <a:gd name="connsiteY30" fmla="*/ 772 h 3728252"/>
                  <a:gd name="connsiteX31" fmla="*/ 211981 w 4244437"/>
                  <a:gd name="connsiteY31" fmla="*/ 772 h 3728252"/>
                  <a:gd name="connsiteX32" fmla="*/ 0 w 4244437"/>
                  <a:gd name="connsiteY32" fmla="*/ 212753 h 3728252"/>
                  <a:gd name="connsiteX33" fmla="*/ 122967 w 4244437"/>
                  <a:gd name="connsiteY33" fmla="*/ 3516272 h 3728252"/>
                  <a:gd name="connsiteX34" fmla="*/ 122967 w 4244437"/>
                  <a:gd name="connsiteY34" fmla="*/ 3044941 h 3728252"/>
                  <a:gd name="connsiteX35" fmla="*/ 1624281 w 4244437"/>
                  <a:gd name="connsiteY35" fmla="*/ 3044941 h 3728252"/>
                  <a:gd name="connsiteX36" fmla="*/ 2060714 w 4244437"/>
                  <a:gd name="connsiteY36" fmla="*/ 3480531 h 3728252"/>
                  <a:gd name="connsiteX37" fmla="*/ 2060714 w 4244437"/>
                  <a:gd name="connsiteY37" fmla="*/ 3482177 h 3728252"/>
                  <a:gd name="connsiteX38" fmla="*/ 2060714 w 4244437"/>
                  <a:gd name="connsiteY38" fmla="*/ 3483019 h 3728252"/>
                  <a:gd name="connsiteX39" fmla="*/ 2060714 w 4244437"/>
                  <a:gd name="connsiteY39" fmla="*/ 3606865 h 3728252"/>
                  <a:gd name="connsiteX40" fmla="*/ 212777 w 4244437"/>
                  <a:gd name="connsiteY40" fmla="*/ 3606903 h 3728252"/>
                  <a:gd name="connsiteX41" fmla="*/ 122995 w 4244437"/>
                  <a:gd name="connsiteY41" fmla="*/ 3516279 h 3728252"/>
                  <a:gd name="connsiteX42" fmla="*/ 211906 w 4244437"/>
                  <a:gd name="connsiteY42" fmla="*/ 122247 h 3728252"/>
                  <a:gd name="connsiteX43" fmla="*/ 1812074 w 4244437"/>
                  <a:gd name="connsiteY43" fmla="*/ 122247 h 3728252"/>
                  <a:gd name="connsiteX44" fmla="*/ 2060637 w 4244437"/>
                  <a:gd name="connsiteY44" fmla="*/ 370810 h 3728252"/>
                  <a:gd name="connsiteX45" fmla="*/ 2060637 w 4244437"/>
                  <a:gd name="connsiteY45" fmla="*/ 3134781 h 3728252"/>
                  <a:gd name="connsiteX46" fmla="*/ 1624204 w 4244437"/>
                  <a:gd name="connsiteY46" fmla="*/ 2923642 h 3728252"/>
                  <a:gd name="connsiteX47" fmla="*/ 122106 w 4244437"/>
                  <a:gd name="connsiteY47" fmla="*/ 2923604 h 3728252"/>
                  <a:gd name="connsiteX48" fmla="*/ 122106 w 4244437"/>
                  <a:gd name="connsiteY48" fmla="*/ 212049 h 3728252"/>
                  <a:gd name="connsiteX49" fmla="*/ 211888 w 4244437"/>
                  <a:gd name="connsiteY49" fmla="*/ 122267 h 37282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</a:cxnLst>
                <a:rect l="l" t="t" r="r" b="b"/>
                <a:pathLst>
                  <a:path w="4244437" h="3728252">
                    <a:moveTo>
                      <a:pt x="767" y="3516272"/>
                    </a:moveTo>
                    <a:cubicBezTo>
                      <a:pt x="767" y="3633494"/>
                      <a:pt x="95524" y="3728252"/>
                      <a:pt x="212748" y="3728252"/>
                    </a:cubicBezTo>
                    <a:lnTo>
                      <a:pt x="2624315" y="3728252"/>
                    </a:lnTo>
                    <a:cubicBezTo>
                      <a:pt x="2657571" y="3728252"/>
                      <a:pt x="2685011" y="3700812"/>
                      <a:pt x="2685011" y="3667556"/>
                    </a:cubicBezTo>
                    <a:cubicBezTo>
                      <a:pt x="2685011" y="3634299"/>
                      <a:pt x="2657571" y="3606860"/>
                      <a:pt x="2624315" y="3606860"/>
                    </a:cubicBezTo>
                    <a:lnTo>
                      <a:pt x="2182904" y="3606860"/>
                    </a:lnTo>
                    <a:lnTo>
                      <a:pt x="2182904" y="3483014"/>
                    </a:lnTo>
                    <a:lnTo>
                      <a:pt x="2182904" y="3482172"/>
                    </a:lnTo>
                    <a:cubicBezTo>
                      <a:pt x="2183746" y="3241946"/>
                      <a:pt x="2379073" y="3045739"/>
                      <a:pt x="2620141" y="3045739"/>
                    </a:cubicBezTo>
                    <a:lnTo>
                      <a:pt x="4122239" y="3045739"/>
                    </a:lnTo>
                    <a:lnTo>
                      <a:pt x="4122239" y="3517070"/>
                    </a:lnTo>
                    <a:cubicBezTo>
                      <a:pt x="4122239" y="3566935"/>
                      <a:pt x="4081520" y="3606851"/>
                      <a:pt x="4032457" y="3606851"/>
                    </a:cubicBezTo>
                    <a:lnTo>
                      <a:pt x="3532039" y="3606851"/>
                    </a:lnTo>
                    <a:cubicBezTo>
                      <a:pt x="3498782" y="3606851"/>
                      <a:pt x="3471343" y="3634291"/>
                      <a:pt x="3471343" y="3667548"/>
                    </a:cubicBezTo>
                    <a:cubicBezTo>
                      <a:pt x="3471343" y="3700804"/>
                      <a:pt x="3498782" y="3728244"/>
                      <a:pt x="3532039" y="3728244"/>
                    </a:cubicBezTo>
                    <a:lnTo>
                      <a:pt x="4032457" y="3728244"/>
                    </a:lnTo>
                    <a:cubicBezTo>
                      <a:pt x="4149680" y="3728244"/>
                      <a:pt x="4244438" y="3633487"/>
                      <a:pt x="4244438" y="3516263"/>
                    </a:cubicBezTo>
                    <a:lnTo>
                      <a:pt x="4244438" y="211981"/>
                    </a:lnTo>
                    <a:cubicBezTo>
                      <a:pt x="4244438" y="94758"/>
                      <a:pt x="4149681" y="0"/>
                      <a:pt x="4032457" y="0"/>
                    </a:cubicBezTo>
                    <a:cubicBezTo>
                      <a:pt x="3999201" y="0"/>
                      <a:pt x="3971761" y="27440"/>
                      <a:pt x="3971761" y="60696"/>
                    </a:cubicBezTo>
                    <a:cubicBezTo>
                      <a:pt x="3971761" y="93914"/>
                      <a:pt x="3997555" y="122196"/>
                      <a:pt x="4031615" y="122196"/>
                    </a:cubicBezTo>
                    <a:cubicBezTo>
                      <a:pt x="4081481" y="122196"/>
                      <a:pt x="4121398" y="162915"/>
                      <a:pt x="4121398" y="211978"/>
                    </a:cubicBezTo>
                    <a:lnTo>
                      <a:pt x="4121398" y="2923533"/>
                    </a:lnTo>
                    <a:lnTo>
                      <a:pt x="2620181" y="2923533"/>
                    </a:lnTo>
                    <a:cubicBezTo>
                      <a:pt x="2443108" y="2923533"/>
                      <a:pt x="2286011" y="3005813"/>
                      <a:pt x="2182945" y="3134672"/>
                    </a:cubicBezTo>
                    <a:lnTo>
                      <a:pt x="2182906" y="370701"/>
                    </a:lnTo>
                    <a:cubicBezTo>
                      <a:pt x="2182906" y="260983"/>
                      <a:pt x="2256883" y="162894"/>
                      <a:pt x="2361626" y="132121"/>
                    </a:cubicBezTo>
                    <a:cubicBezTo>
                      <a:pt x="2394041" y="122975"/>
                      <a:pt x="2412334" y="88876"/>
                      <a:pt x="2403187" y="56461"/>
                    </a:cubicBezTo>
                    <a:cubicBezTo>
                      <a:pt x="2394041" y="24046"/>
                      <a:pt x="2359942" y="5753"/>
                      <a:pt x="2327527" y="14900"/>
                    </a:cubicBezTo>
                    <a:cubicBezTo>
                      <a:pt x="2241075" y="39852"/>
                      <a:pt x="2169587" y="96376"/>
                      <a:pt x="2122208" y="169508"/>
                    </a:cubicBezTo>
                    <a:cubicBezTo>
                      <a:pt x="2055694" y="68088"/>
                      <a:pt x="1941804" y="772"/>
                      <a:pt x="1812148" y="772"/>
                    </a:cubicBezTo>
                    <a:lnTo>
                      <a:pt x="211981" y="772"/>
                    </a:lnTo>
                    <a:cubicBezTo>
                      <a:pt x="94758" y="772"/>
                      <a:pt x="0" y="95529"/>
                      <a:pt x="0" y="212753"/>
                    </a:cubicBezTo>
                    <a:close/>
                    <a:moveTo>
                      <a:pt x="122967" y="3516272"/>
                    </a:moveTo>
                    <a:lnTo>
                      <a:pt x="122967" y="3044941"/>
                    </a:lnTo>
                    <a:lnTo>
                      <a:pt x="1624281" y="3044941"/>
                    </a:lnTo>
                    <a:cubicBezTo>
                      <a:pt x="1864507" y="3044941"/>
                      <a:pt x="2059872" y="3240276"/>
                      <a:pt x="2060714" y="3480531"/>
                    </a:cubicBezTo>
                    <a:lnTo>
                      <a:pt x="2060714" y="3482177"/>
                    </a:lnTo>
                    <a:lnTo>
                      <a:pt x="2060714" y="3483019"/>
                    </a:lnTo>
                    <a:lnTo>
                      <a:pt x="2060714" y="3606865"/>
                    </a:lnTo>
                    <a:lnTo>
                      <a:pt x="212777" y="3606903"/>
                    </a:lnTo>
                    <a:cubicBezTo>
                      <a:pt x="162912" y="3606903"/>
                      <a:pt x="122995" y="3566184"/>
                      <a:pt x="122995" y="3516279"/>
                    </a:cubicBezTo>
                    <a:close/>
                    <a:moveTo>
                      <a:pt x="211906" y="122247"/>
                    </a:moveTo>
                    <a:lnTo>
                      <a:pt x="1812074" y="122247"/>
                    </a:lnTo>
                    <a:cubicBezTo>
                      <a:pt x="1949234" y="122247"/>
                      <a:pt x="2060637" y="233650"/>
                      <a:pt x="2060637" y="370810"/>
                    </a:cubicBezTo>
                    <a:lnTo>
                      <a:pt x="2060637" y="3134781"/>
                    </a:lnTo>
                    <a:cubicBezTo>
                      <a:pt x="1958375" y="3005929"/>
                      <a:pt x="1800435" y="2923642"/>
                      <a:pt x="1624204" y="2923642"/>
                    </a:cubicBezTo>
                    <a:lnTo>
                      <a:pt x="122106" y="2923604"/>
                    </a:lnTo>
                    <a:lnTo>
                      <a:pt x="122106" y="212049"/>
                    </a:lnTo>
                    <a:cubicBezTo>
                      <a:pt x="122106" y="162144"/>
                      <a:pt x="162864" y="122267"/>
                      <a:pt x="211888" y="122267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" name="Freeform: Shape 93">
                <a:extLst>
                  <a:ext uri="{FF2B5EF4-FFF2-40B4-BE49-F238E27FC236}">
                    <a16:creationId xmlns:a16="http://schemas.microsoft.com/office/drawing/2014/main" id="{4F489E43-2ABC-F787-8EB0-D0C113D71FE9}"/>
                  </a:ext>
                </a:extLst>
              </p:cNvPr>
              <p:cNvSpPr/>
              <p:nvPr/>
            </p:nvSpPr>
            <p:spPr>
              <a:xfrm>
                <a:off x="13902730" y="7491178"/>
                <a:ext cx="5315988" cy="4332679"/>
              </a:xfrm>
              <a:custGeom>
                <a:avLst/>
                <a:gdLst>
                  <a:gd name="connsiteX0" fmla="*/ 5084919 w 5315988"/>
                  <a:gd name="connsiteY0" fmla="*/ 0 h 4332679"/>
                  <a:gd name="connsiteX1" fmla="*/ 4896206 w 5315988"/>
                  <a:gd name="connsiteY1" fmla="*/ 0 h 4332679"/>
                  <a:gd name="connsiteX2" fmla="*/ 4835510 w 5315988"/>
                  <a:gd name="connsiteY2" fmla="*/ 60696 h 4332679"/>
                  <a:gd name="connsiteX3" fmla="*/ 4896206 w 5315988"/>
                  <a:gd name="connsiteY3" fmla="*/ 121393 h 4332679"/>
                  <a:gd name="connsiteX4" fmla="*/ 5084919 w 5315988"/>
                  <a:gd name="connsiteY4" fmla="*/ 121393 h 4332679"/>
                  <a:gd name="connsiteX5" fmla="*/ 5193795 w 5315988"/>
                  <a:gd name="connsiteY5" fmla="*/ 230268 h 4332679"/>
                  <a:gd name="connsiteX6" fmla="*/ 5193795 w 5315988"/>
                  <a:gd name="connsiteY6" fmla="*/ 3660150 h 4332679"/>
                  <a:gd name="connsiteX7" fmla="*/ 5084919 w 5315988"/>
                  <a:gd name="connsiteY7" fmla="*/ 3769868 h 4332679"/>
                  <a:gd name="connsiteX8" fmla="*/ 3097373 w 5315988"/>
                  <a:gd name="connsiteY8" fmla="*/ 3769830 h 4332679"/>
                  <a:gd name="connsiteX9" fmla="*/ 3036676 w 5315988"/>
                  <a:gd name="connsiteY9" fmla="*/ 3830526 h 4332679"/>
                  <a:gd name="connsiteX10" fmla="*/ 2658458 w 5315988"/>
                  <a:gd name="connsiteY10" fmla="*/ 4208745 h 4332679"/>
                  <a:gd name="connsiteX11" fmla="*/ 2279397 w 5315988"/>
                  <a:gd name="connsiteY11" fmla="*/ 3830526 h 4332679"/>
                  <a:gd name="connsiteX12" fmla="*/ 2218700 w 5315988"/>
                  <a:gd name="connsiteY12" fmla="*/ 3769830 h 4332679"/>
                  <a:gd name="connsiteX13" fmla="*/ 230272 w 5315988"/>
                  <a:gd name="connsiteY13" fmla="*/ 3769830 h 4332679"/>
                  <a:gd name="connsiteX14" fmla="*/ 121396 w 5315988"/>
                  <a:gd name="connsiteY14" fmla="*/ 3660112 h 4332679"/>
                  <a:gd name="connsiteX15" fmla="*/ 121396 w 5315988"/>
                  <a:gd name="connsiteY15" fmla="*/ 231112 h 4332679"/>
                  <a:gd name="connsiteX16" fmla="*/ 230272 w 5315988"/>
                  <a:gd name="connsiteY16" fmla="*/ 122236 h 4332679"/>
                  <a:gd name="connsiteX17" fmla="*/ 349983 w 5315988"/>
                  <a:gd name="connsiteY17" fmla="*/ 122236 h 4332679"/>
                  <a:gd name="connsiteX18" fmla="*/ 410680 w 5315988"/>
                  <a:gd name="connsiteY18" fmla="*/ 61540 h 4332679"/>
                  <a:gd name="connsiteX19" fmla="*/ 349983 w 5315988"/>
                  <a:gd name="connsiteY19" fmla="*/ 843 h 4332679"/>
                  <a:gd name="connsiteX20" fmla="*/ 230272 w 5315988"/>
                  <a:gd name="connsiteY20" fmla="*/ 843 h 4332679"/>
                  <a:gd name="connsiteX21" fmla="*/ 0 w 5315988"/>
                  <a:gd name="connsiteY21" fmla="*/ 231115 h 4332679"/>
                  <a:gd name="connsiteX22" fmla="*/ 0 w 5315988"/>
                  <a:gd name="connsiteY22" fmla="*/ 3660997 h 4332679"/>
                  <a:gd name="connsiteX23" fmla="*/ 230272 w 5315988"/>
                  <a:gd name="connsiteY23" fmla="*/ 3892915 h 4332679"/>
                  <a:gd name="connsiteX24" fmla="*/ 2160505 w 5315988"/>
                  <a:gd name="connsiteY24" fmla="*/ 3892915 h 4332679"/>
                  <a:gd name="connsiteX25" fmla="*/ 2657593 w 5315988"/>
                  <a:gd name="connsiteY25" fmla="*/ 4332680 h 4332679"/>
                  <a:gd name="connsiteX26" fmla="*/ 3154680 w 5315988"/>
                  <a:gd name="connsiteY26" fmla="*/ 3892915 h 4332679"/>
                  <a:gd name="connsiteX27" fmla="*/ 5084913 w 5315988"/>
                  <a:gd name="connsiteY27" fmla="*/ 3892915 h 4332679"/>
                  <a:gd name="connsiteX28" fmla="*/ 5315989 w 5315988"/>
                  <a:gd name="connsiteY28" fmla="*/ 3660997 h 4332679"/>
                  <a:gd name="connsiteX29" fmla="*/ 5315989 w 5315988"/>
                  <a:gd name="connsiteY29" fmla="*/ 231115 h 4332679"/>
                  <a:gd name="connsiteX30" fmla="*/ 5084913 w 5315988"/>
                  <a:gd name="connsiteY30" fmla="*/ 40 h 43326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5315988" h="4332679">
                    <a:moveTo>
                      <a:pt x="5084919" y="0"/>
                    </a:moveTo>
                    <a:lnTo>
                      <a:pt x="4896206" y="0"/>
                    </a:lnTo>
                    <a:cubicBezTo>
                      <a:pt x="4862950" y="0"/>
                      <a:pt x="4835510" y="27440"/>
                      <a:pt x="4835510" y="60696"/>
                    </a:cubicBezTo>
                    <a:cubicBezTo>
                      <a:pt x="4835510" y="93953"/>
                      <a:pt x="4862950" y="121393"/>
                      <a:pt x="4896206" y="121393"/>
                    </a:cubicBezTo>
                    <a:lnTo>
                      <a:pt x="5084919" y="121393"/>
                    </a:lnTo>
                    <a:cubicBezTo>
                      <a:pt x="5144774" y="121393"/>
                      <a:pt x="5193795" y="170455"/>
                      <a:pt x="5193795" y="230268"/>
                    </a:cubicBezTo>
                    <a:lnTo>
                      <a:pt x="5193795" y="3660150"/>
                    </a:lnTo>
                    <a:cubicBezTo>
                      <a:pt x="5193795" y="3720846"/>
                      <a:pt x="5144732" y="3769868"/>
                      <a:pt x="5084919" y="3769868"/>
                    </a:cubicBezTo>
                    <a:lnTo>
                      <a:pt x="3097373" y="3769830"/>
                    </a:lnTo>
                    <a:cubicBezTo>
                      <a:pt x="3064116" y="3769830"/>
                      <a:pt x="3036676" y="3797270"/>
                      <a:pt x="3036676" y="3830526"/>
                    </a:cubicBezTo>
                    <a:cubicBezTo>
                      <a:pt x="3036676" y="4039176"/>
                      <a:pt x="2867098" y="4208745"/>
                      <a:pt x="2658458" y="4208745"/>
                    </a:cubicBezTo>
                    <a:cubicBezTo>
                      <a:pt x="2448965" y="4208745"/>
                      <a:pt x="2279397" y="4039166"/>
                      <a:pt x="2279397" y="3830526"/>
                    </a:cubicBezTo>
                    <a:cubicBezTo>
                      <a:pt x="2279397" y="3797270"/>
                      <a:pt x="2251957" y="3769830"/>
                      <a:pt x="2218700" y="3769830"/>
                    </a:cubicBezTo>
                    <a:lnTo>
                      <a:pt x="230272" y="3769830"/>
                    </a:lnTo>
                    <a:cubicBezTo>
                      <a:pt x="170417" y="3769830"/>
                      <a:pt x="121396" y="3720768"/>
                      <a:pt x="121396" y="3660112"/>
                    </a:cubicBezTo>
                    <a:lnTo>
                      <a:pt x="121396" y="231112"/>
                    </a:lnTo>
                    <a:cubicBezTo>
                      <a:pt x="121396" y="171257"/>
                      <a:pt x="170458" y="122236"/>
                      <a:pt x="230272" y="122236"/>
                    </a:cubicBezTo>
                    <a:lnTo>
                      <a:pt x="349983" y="122236"/>
                    </a:lnTo>
                    <a:cubicBezTo>
                      <a:pt x="383240" y="122236"/>
                      <a:pt x="410680" y="94796"/>
                      <a:pt x="410680" y="61540"/>
                    </a:cubicBezTo>
                    <a:cubicBezTo>
                      <a:pt x="410680" y="28283"/>
                      <a:pt x="383240" y="843"/>
                      <a:pt x="349983" y="843"/>
                    </a:cubicBezTo>
                    <a:lnTo>
                      <a:pt x="230272" y="843"/>
                    </a:lnTo>
                    <a:cubicBezTo>
                      <a:pt x="103105" y="843"/>
                      <a:pt x="0" y="104742"/>
                      <a:pt x="0" y="231115"/>
                    </a:cubicBezTo>
                    <a:lnTo>
                      <a:pt x="0" y="3660997"/>
                    </a:lnTo>
                    <a:cubicBezTo>
                      <a:pt x="0" y="3789007"/>
                      <a:pt x="103899" y="3892915"/>
                      <a:pt x="230272" y="3892915"/>
                    </a:cubicBezTo>
                    <a:lnTo>
                      <a:pt x="2160505" y="3892915"/>
                    </a:lnTo>
                    <a:cubicBezTo>
                      <a:pt x="2190433" y="4139793"/>
                      <a:pt x="2402407" y="4332680"/>
                      <a:pt x="2657593" y="4332680"/>
                    </a:cubicBezTo>
                    <a:cubicBezTo>
                      <a:pt x="2912779" y="4332680"/>
                      <a:pt x="3123956" y="4140636"/>
                      <a:pt x="3154680" y="3892915"/>
                    </a:cubicBezTo>
                    <a:lnTo>
                      <a:pt x="5084913" y="3892915"/>
                    </a:lnTo>
                    <a:cubicBezTo>
                      <a:pt x="5212080" y="3892915"/>
                      <a:pt x="5315989" y="3789017"/>
                      <a:pt x="5315989" y="3660997"/>
                    </a:cubicBezTo>
                    <a:lnTo>
                      <a:pt x="5315989" y="231115"/>
                    </a:lnTo>
                    <a:cubicBezTo>
                      <a:pt x="5315989" y="103949"/>
                      <a:pt x="5212090" y="40"/>
                      <a:pt x="5084913" y="40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" name="Freeform: Shape 94">
                <a:extLst>
                  <a:ext uri="{FF2B5EF4-FFF2-40B4-BE49-F238E27FC236}">
                    <a16:creationId xmlns:a16="http://schemas.microsoft.com/office/drawing/2014/main" id="{8264CDDB-6DCA-8F94-AD02-160DE7CD0319}"/>
                  </a:ext>
                </a:extLst>
              </p:cNvPr>
              <p:cNvSpPr/>
              <p:nvPr/>
            </p:nvSpPr>
            <p:spPr>
              <a:xfrm>
                <a:off x="15005885" y="7492060"/>
                <a:ext cx="1038231" cy="531984"/>
              </a:xfrm>
              <a:custGeom>
                <a:avLst/>
                <a:gdLst>
                  <a:gd name="connsiteX0" fmla="*/ 130507 w 1038231"/>
                  <a:gd name="connsiteY0" fmla="*/ 531985 h 531984"/>
                  <a:gd name="connsiteX1" fmla="*/ 907734 w 1038231"/>
                  <a:gd name="connsiteY1" fmla="*/ 531985 h 531984"/>
                  <a:gd name="connsiteX2" fmla="*/ 1038232 w 1038231"/>
                  <a:gd name="connsiteY2" fmla="*/ 401487 h 531984"/>
                  <a:gd name="connsiteX3" fmla="*/ 1038232 w 1038231"/>
                  <a:gd name="connsiteY3" fmla="*/ 130498 h 531984"/>
                  <a:gd name="connsiteX4" fmla="*/ 907734 w 1038231"/>
                  <a:gd name="connsiteY4" fmla="*/ 0 h 531984"/>
                  <a:gd name="connsiteX5" fmla="*/ 130507 w 1038231"/>
                  <a:gd name="connsiteY5" fmla="*/ 0 h 531984"/>
                  <a:gd name="connsiteX6" fmla="*/ 9 w 1038231"/>
                  <a:gd name="connsiteY6" fmla="*/ 130498 h 531984"/>
                  <a:gd name="connsiteX7" fmla="*/ 9 w 1038231"/>
                  <a:gd name="connsiteY7" fmla="*/ 401487 h 531984"/>
                  <a:gd name="connsiteX8" fmla="*/ 130507 w 1038231"/>
                  <a:gd name="connsiteY8" fmla="*/ 531985 h 531984"/>
                  <a:gd name="connsiteX9" fmla="*/ 121360 w 1038231"/>
                  <a:gd name="connsiteY9" fmla="*/ 130498 h 531984"/>
                  <a:gd name="connsiteX10" fmla="*/ 130507 w 1038231"/>
                  <a:gd name="connsiteY10" fmla="*/ 121351 h 531984"/>
                  <a:gd name="connsiteX11" fmla="*/ 907734 w 1038231"/>
                  <a:gd name="connsiteY11" fmla="*/ 121351 h 531984"/>
                  <a:gd name="connsiteX12" fmla="*/ 916880 w 1038231"/>
                  <a:gd name="connsiteY12" fmla="*/ 130498 h 531984"/>
                  <a:gd name="connsiteX13" fmla="*/ 916880 w 1038231"/>
                  <a:gd name="connsiteY13" fmla="*/ 401487 h 531984"/>
                  <a:gd name="connsiteX14" fmla="*/ 907734 w 1038231"/>
                  <a:gd name="connsiteY14" fmla="*/ 410633 h 531984"/>
                  <a:gd name="connsiteX15" fmla="*/ 130507 w 1038231"/>
                  <a:gd name="connsiteY15" fmla="*/ 410633 h 531984"/>
                  <a:gd name="connsiteX16" fmla="*/ 121360 w 1038231"/>
                  <a:gd name="connsiteY16" fmla="*/ 401487 h 5319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038231" h="531984">
                    <a:moveTo>
                      <a:pt x="130507" y="531985"/>
                    </a:moveTo>
                    <a:lnTo>
                      <a:pt x="907734" y="531985"/>
                    </a:lnTo>
                    <a:cubicBezTo>
                      <a:pt x="980064" y="531985"/>
                      <a:pt x="1038232" y="472973"/>
                      <a:pt x="1038232" y="401487"/>
                    </a:cubicBezTo>
                    <a:lnTo>
                      <a:pt x="1038232" y="130498"/>
                    </a:lnTo>
                    <a:cubicBezTo>
                      <a:pt x="1038232" y="58168"/>
                      <a:pt x="979220" y="0"/>
                      <a:pt x="907734" y="0"/>
                    </a:cubicBezTo>
                    <a:lnTo>
                      <a:pt x="130507" y="0"/>
                    </a:lnTo>
                    <a:cubicBezTo>
                      <a:pt x="58177" y="0"/>
                      <a:pt x="9" y="59012"/>
                      <a:pt x="9" y="130498"/>
                    </a:cubicBezTo>
                    <a:lnTo>
                      <a:pt x="9" y="401487"/>
                    </a:lnTo>
                    <a:cubicBezTo>
                      <a:pt x="-833" y="472976"/>
                      <a:pt x="58179" y="531985"/>
                      <a:pt x="130507" y="531985"/>
                    </a:cubicBezTo>
                    <a:close/>
                    <a:moveTo>
                      <a:pt x="121360" y="130498"/>
                    </a:moveTo>
                    <a:cubicBezTo>
                      <a:pt x="121360" y="125523"/>
                      <a:pt x="125532" y="121351"/>
                      <a:pt x="130507" y="121351"/>
                    </a:cubicBezTo>
                    <a:lnTo>
                      <a:pt x="907734" y="121351"/>
                    </a:lnTo>
                    <a:cubicBezTo>
                      <a:pt x="912709" y="121351"/>
                      <a:pt x="916880" y="125523"/>
                      <a:pt x="916880" y="130498"/>
                    </a:cubicBezTo>
                    <a:lnTo>
                      <a:pt x="916880" y="401487"/>
                    </a:lnTo>
                    <a:cubicBezTo>
                      <a:pt x="916880" y="406462"/>
                      <a:pt x="912709" y="410633"/>
                      <a:pt x="907734" y="410633"/>
                    </a:cubicBezTo>
                    <a:lnTo>
                      <a:pt x="130507" y="410633"/>
                    </a:lnTo>
                    <a:cubicBezTo>
                      <a:pt x="125532" y="410633"/>
                      <a:pt x="121360" y="406462"/>
                      <a:pt x="121360" y="401487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" name="Freeform: Shape 95">
                <a:extLst>
                  <a:ext uri="{FF2B5EF4-FFF2-40B4-BE49-F238E27FC236}">
                    <a16:creationId xmlns:a16="http://schemas.microsoft.com/office/drawing/2014/main" id="{4786D355-0DF0-6D0F-0624-1BC617751629}"/>
                  </a:ext>
                </a:extLst>
              </p:cNvPr>
              <p:cNvSpPr/>
              <p:nvPr/>
            </p:nvSpPr>
            <p:spPr>
              <a:xfrm>
                <a:off x="15895278" y="8312519"/>
                <a:ext cx="325868" cy="121392"/>
              </a:xfrm>
              <a:custGeom>
                <a:avLst/>
                <a:gdLst>
                  <a:gd name="connsiteX0" fmla="*/ 0 w 325868"/>
                  <a:gd name="connsiteY0" fmla="*/ 60696 h 121392"/>
                  <a:gd name="connsiteX1" fmla="*/ 60696 w 325868"/>
                  <a:gd name="connsiteY1" fmla="*/ 121392 h 121392"/>
                  <a:gd name="connsiteX2" fmla="*/ 265173 w 325868"/>
                  <a:gd name="connsiteY2" fmla="*/ 121392 h 121392"/>
                  <a:gd name="connsiteX3" fmla="*/ 325869 w 325868"/>
                  <a:gd name="connsiteY3" fmla="*/ 60696 h 121392"/>
                  <a:gd name="connsiteX4" fmla="*/ 265173 w 325868"/>
                  <a:gd name="connsiteY4" fmla="*/ 0 h 121392"/>
                  <a:gd name="connsiteX5" fmla="*/ 60696 w 325868"/>
                  <a:gd name="connsiteY5" fmla="*/ 0 h 121392"/>
                  <a:gd name="connsiteX6" fmla="*/ 0 w 325868"/>
                  <a:gd name="connsiteY6" fmla="*/ 60696 h 1213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25868" h="121392">
                    <a:moveTo>
                      <a:pt x="0" y="60696"/>
                    </a:moveTo>
                    <a:cubicBezTo>
                      <a:pt x="0" y="93953"/>
                      <a:pt x="27440" y="121392"/>
                      <a:pt x="60696" y="121392"/>
                    </a:cubicBezTo>
                    <a:lnTo>
                      <a:pt x="265173" y="121392"/>
                    </a:lnTo>
                    <a:cubicBezTo>
                      <a:pt x="298429" y="121392"/>
                      <a:pt x="325869" y="93953"/>
                      <a:pt x="325869" y="60696"/>
                    </a:cubicBezTo>
                    <a:cubicBezTo>
                      <a:pt x="325869" y="27440"/>
                      <a:pt x="298429" y="0"/>
                      <a:pt x="265173" y="0"/>
                    </a:cubicBezTo>
                    <a:lnTo>
                      <a:pt x="60696" y="0"/>
                    </a:lnTo>
                    <a:cubicBezTo>
                      <a:pt x="27440" y="0"/>
                      <a:pt x="0" y="27440"/>
                      <a:pt x="0" y="60696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" name="Freeform: Shape 96">
                <a:extLst>
                  <a:ext uri="{FF2B5EF4-FFF2-40B4-BE49-F238E27FC236}">
                    <a16:creationId xmlns:a16="http://schemas.microsoft.com/office/drawing/2014/main" id="{BC6056A4-40A5-F9AE-0795-602DD705A0DE}"/>
                  </a:ext>
                </a:extLst>
              </p:cNvPr>
              <p:cNvSpPr/>
              <p:nvPr/>
            </p:nvSpPr>
            <p:spPr>
              <a:xfrm>
                <a:off x="14827142" y="8312467"/>
                <a:ext cx="827972" cy="121392"/>
              </a:xfrm>
              <a:custGeom>
                <a:avLst/>
                <a:gdLst>
                  <a:gd name="connsiteX0" fmla="*/ 60696 w 827972"/>
                  <a:gd name="connsiteY0" fmla="*/ 121392 h 121392"/>
                  <a:gd name="connsiteX1" fmla="*/ 767276 w 827972"/>
                  <a:gd name="connsiteY1" fmla="*/ 121392 h 121392"/>
                  <a:gd name="connsiteX2" fmla="*/ 827972 w 827972"/>
                  <a:gd name="connsiteY2" fmla="*/ 60696 h 121392"/>
                  <a:gd name="connsiteX3" fmla="*/ 767276 w 827972"/>
                  <a:gd name="connsiteY3" fmla="*/ 0 h 121392"/>
                  <a:gd name="connsiteX4" fmla="*/ 60696 w 827972"/>
                  <a:gd name="connsiteY4" fmla="*/ 0 h 121392"/>
                  <a:gd name="connsiteX5" fmla="*/ 0 w 827972"/>
                  <a:gd name="connsiteY5" fmla="*/ 60696 h 121392"/>
                  <a:gd name="connsiteX6" fmla="*/ 60696 w 827972"/>
                  <a:gd name="connsiteY6" fmla="*/ 121392 h 1213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27972" h="121392">
                    <a:moveTo>
                      <a:pt x="60696" y="121392"/>
                    </a:moveTo>
                    <a:lnTo>
                      <a:pt x="767276" y="121392"/>
                    </a:lnTo>
                    <a:cubicBezTo>
                      <a:pt x="800532" y="121392"/>
                      <a:pt x="827972" y="93953"/>
                      <a:pt x="827972" y="60696"/>
                    </a:cubicBezTo>
                    <a:cubicBezTo>
                      <a:pt x="827972" y="27440"/>
                      <a:pt x="800532" y="0"/>
                      <a:pt x="767276" y="0"/>
                    </a:cubicBezTo>
                    <a:lnTo>
                      <a:pt x="60696" y="0"/>
                    </a:lnTo>
                    <a:cubicBezTo>
                      <a:pt x="27440" y="0"/>
                      <a:pt x="0" y="27440"/>
                      <a:pt x="0" y="60696"/>
                    </a:cubicBezTo>
                    <a:cubicBezTo>
                      <a:pt x="0" y="94795"/>
                      <a:pt x="27440" y="121392"/>
                      <a:pt x="60696" y="121392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1" name="Freeform: Shape 97">
                <a:extLst>
                  <a:ext uri="{FF2B5EF4-FFF2-40B4-BE49-F238E27FC236}">
                    <a16:creationId xmlns:a16="http://schemas.microsoft.com/office/drawing/2014/main" id="{5E6B5309-09B9-F902-8ACE-BFE8336C8D17}"/>
                  </a:ext>
                </a:extLst>
              </p:cNvPr>
              <p:cNvSpPr/>
              <p:nvPr/>
            </p:nvSpPr>
            <p:spPr>
              <a:xfrm>
                <a:off x="14827142" y="8723163"/>
                <a:ext cx="1394923" cy="121392"/>
              </a:xfrm>
              <a:custGeom>
                <a:avLst/>
                <a:gdLst>
                  <a:gd name="connsiteX0" fmla="*/ 60696 w 1394923"/>
                  <a:gd name="connsiteY0" fmla="*/ 121392 h 121392"/>
                  <a:gd name="connsiteX1" fmla="*/ 1334227 w 1394923"/>
                  <a:gd name="connsiteY1" fmla="*/ 121392 h 121392"/>
                  <a:gd name="connsiteX2" fmla="*/ 1394923 w 1394923"/>
                  <a:gd name="connsiteY2" fmla="*/ 60696 h 121392"/>
                  <a:gd name="connsiteX3" fmla="*/ 1334227 w 1394923"/>
                  <a:gd name="connsiteY3" fmla="*/ 0 h 121392"/>
                  <a:gd name="connsiteX4" fmla="*/ 60696 w 1394923"/>
                  <a:gd name="connsiteY4" fmla="*/ 38 h 121392"/>
                  <a:gd name="connsiteX5" fmla="*/ 0 w 1394923"/>
                  <a:gd name="connsiteY5" fmla="*/ 60734 h 121392"/>
                  <a:gd name="connsiteX6" fmla="*/ 60696 w 1394923"/>
                  <a:gd name="connsiteY6" fmla="*/ 121392 h 1213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394923" h="121392">
                    <a:moveTo>
                      <a:pt x="60696" y="121392"/>
                    </a:moveTo>
                    <a:lnTo>
                      <a:pt x="1334227" y="121392"/>
                    </a:lnTo>
                    <a:cubicBezTo>
                      <a:pt x="1367483" y="121392"/>
                      <a:pt x="1394923" y="93953"/>
                      <a:pt x="1394923" y="60696"/>
                    </a:cubicBezTo>
                    <a:cubicBezTo>
                      <a:pt x="1394923" y="27440"/>
                      <a:pt x="1367483" y="0"/>
                      <a:pt x="1334227" y="0"/>
                    </a:cubicBezTo>
                    <a:lnTo>
                      <a:pt x="60696" y="38"/>
                    </a:lnTo>
                    <a:cubicBezTo>
                      <a:pt x="27440" y="38"/>
                      <a:pt x="0" y="27478"/>
                      <a:pt x="0" y="60734"/>
                    </a:cubicBezTo>
                    <a:cubicBezTo>
                      <a:pt x="0" y="93953"/>
                      <a:pt x="27440" y="121392"/>
                      <a:pt x="60696" y="121392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2" name="Freeform: Shape 98">
                <a:extLst>
                  <a:ext uri="{FF2B5EF4-FFF2-40B4-BE49-F238E27FC236}">
                    <a16:creationId xmlns:a16="http://schemas.microsoft.com/office/drawing/2014/main" id="{1432E8A1-3322-AB4E-2B51-48FC27C42B4D}"/>
                  </a:ext>
                </a:extLst>
              </p:cNvPr>
              <p:cNvSpPr/>
              <p:nvPr/>
            </p:nvSpPr>
            <p:spPr>
              <a:xfrm>
                <a:off x="15512864" y="9133767"/>
                <a:ext cx="709103" cy="121392"/>
              </a:xfrm>
              <a:custGeom>
                <a:avLst/>
                <a:gdLst>
                  <a:gd name="connsiteX0" fmla="*/ 648407 w 709103"/>
                  <a:gd name="connsiteY0" fmla="*/ 0 h 121392"/>
                  <a:gd name="connsiteX1" fmla="*/ 60696 w 709103"/>
                  <a:gd name="connsiteY1" fmla="*/ 0 h 121392"/>
                  <a:gd name="connsiteX2" fmla="*/ 0 w 709103"/>
                  <a:gd name="connsiteY2" fmla="*/ 60696 h 121392"/>
                  <a:gd name="connsiteX3" fmla="*/ 60696 w 709103"/>
                  <a:gd name="connsiteY3" fmla="*/ 121392 h 121392"/>
                  <a:gd name="connsiteX4" fmla="*/ 648407 w 709103"/>
                  <a:gd name="connsiteY4" fmla="*/ 121392 h 121392"/>
                  <a:gd name="connsiteX5" fmla="*/ 709104 w 709103"/>
                  <a:gd name="connsiteY5" fmla="*/ 60696 h 121392"/>
                  <a:gd name="connsiteX6" fmla="*/ 648407 w 709103"/>
                  <a:gd name="connsiteY6" fmla="*/ 0 h 1213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09103" h="121392">
                    <a:moveTo>
                      <a:pt x="648407" y="0"/>
                    </a:moveTo>
                    <a:lnTo>
                      <a:pt x="60696" y="0"/>
                    </a:lnTo>
                    <a:cubicBezTo>
                      <a:pt x="27440" y="0"/>
                      <a:pt x="0" y="27440"/>
                      <a:pt x="0" y="60696"/>
                    </a:cubicBezTo>
                    <a:cubicBezTo>
                      <a:pt x="0" y="93952"/>
                      <a:pt x="27440" y="121392"/>
                      <a:pt x="60696" y="121392"/>
                    </a:cubicBezTo>
                    <a:lnTo>
                      <a:pt x="648407" y="121392"/>
                    </a:lnTo>
                    <a:cubicBezTo>
                      <a:pt x="681664" y="121392"/>
                      <a:pt x="709104" y="93952"/>
                      <a:pt x="709104" y="60696"/>
                    </a:cubicBezTo>
                    <a:cubicBezTo>
                      <a:pt x="709065" y="26597"/>
                      <a:pt x="681664" y="0"/>
                      <a:pt x="648407" y="0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3" name="Freeform: Shape 99">
                <a:extLst>
                  <a:ext uri="{FF2B5EF4-FFF2-40B4-BE49-F238E27FC236}">
                    <a16:creationId xmlns:a16="http://schemas.microsoft.com/office/drawing/2014/main" id="{61296E30-61E4-4A27-45D8-B4C613FAB1D4}"/>
                  </a:ext>
                </a:extLst>
              </p:cNvPr>
              <p:cNvSpPr/>
              <p:nvPr/>
            </p:nvSpPr>
            <p:spPr>
              <a:xfrm>
                <a:off x="14827142" y="9133761"/>
                <a:ext cx="331688" cy="121392"/>
              </a:xfrm>
              <a:custGeom>
                <a:avLst/>
                <a:gdLst>
                  <a:gd name="connsiteX0" fmla="*/ 60696 w 331688"/>
                  <a:gd name="connsiteY0" fmla="*/ 121392 h 121392"/>
                  <a:gd name="connsiteX1" fmla="*/ 270992 w 331688"/>
                  <a:gd name="connsiteY1" fmla="*/ 121392 h 121392"/>
                  <a:gd name="connsiteX2" fmla="*/ 331688 w 331688"/>
                  <a:gd name="connsiteY2" fmla="*/ 60696 h 121392"/>
                  <a:gd name="connsiteX3" fmla="*/ 270992 w 331688"/>
                  <a:gd name="connsiteY3" fmla="*/ 0 h 121392"/>
                  <a:gd name="connsiteX4" fmla="*/ 60696 w 331688"/>
                  <a:gd name="connsiteY4" fmla="*/ 0 h 121392"/>
                  <a:gd name="connsiteX5" fmla="*/ 0 w 331688"/>
                  <a:gd name="connsiteY5" fmla="*/ 60696 h 121392"/>
                  <a:gd name="connsiteX6" fmla="*/ 60696 w 331688"/>
                  <a:gd name="connsiteY6" fmla="*/ 121392 h 1213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31688" h="121392">
                    <a:moveTo>
                      <a:pt x="60696" y="121392"/>
                    </a:moveTo>
                    <a:lnTo>
                      <a:pt x="270992" y="121392"/>
                    </a:lnTo>
                    <a:cubicBezTo>
                      <a:pt x="304248" y="121392"/>
                      <a:pt x="331688" y="93953"/>
                      <a:pt x="331688" y="60696"/>
                    </a:cubicBezTo>
                    <a:cubicBezTo>
                      <a:pt x="331688" y="27440"/>
                      <a:pt x="304248" y="0"/>
                      <a:pt x="270992" y="0"/>
                    </a:cubicBezTo>
                    <a:lnTo>
                      <a:pt x="60696" y="0"/>
                    </a:lnTo>
                    <a:cubicBezTo>
                      <a:pt x="27440" y="0"/>
                      <a:pt x="0" y="27440"/>
                      <a:pt x="0" y="60696"/>
                    </a:cubicBezTo>
                    <a:cubicBezTo>
                      <a:pt x="0" y="93953"/>
                      <a:pt x="27440" y="121392"/>
                      <a:pt x="60696" y="121392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5" name="Freeform: Shape 100">
                <a:extLst>
                  <a:ext uri="{FF2B5EF4-FFF2-40B4-BE49-F238E27FC236}">
                    <a16:creationId xmlns:a16="http://schemas.microsoft.com/office/drawing/2014/main" id="{EE806F3B-7B99-C8DD-2847-44698B337124}"/>
                  </a:ext>
                </a:extLst>
              </p:cNvPr>
              <p:cNvSpPr/>
              <p:nvPr/>
            </p:nvSpPr>
            <p:spPr>
              <a:xfrm>
                <a:off x="14827142" y="9544360"/>
                <a:ext cx="758128" cy="121392"/>
              </a:xfrm>
              <a:custGeom>
                <a:avLst/>
                <a:gdLst>
                  <a:gd name="connsiteX0" fmla="*/ 60696 w 758128"/>
                  <a:gd name="connsiteY0" fmla="*/ 121392 h 121392"/>
                  <a:gd name="connsiteX1" fmla="*/ 697432 w 758128"/>
                  <a:gd name="connsiteY1" fmla="*/ 121392 h 121392"/>
                  <a:gd name="connsiteX2" fmla="*/ 758128 w 758128"/>
                  <a:gd name="connsiteY2" fmla="*/ 60696 h 121392"/>
                  <a:gd name="connsiteX3" fmla="*/ 697432 w 758128"/>
                  <a:gd name="connsiteY3" fmla="*/ 0 h 121392"/>
                  <a:gd name="connsiteX4" fmla="*/ 60696 w 758128"/>
                  <a:gd name="connsiteY4" fmla="*/ 0 h 121392"/>
                  <a:gd name="connsiteX5" fmla="*/ 0 w 758128"/>
                  <a:gd name="connsiteY5" fmla="*/ 60696 h 121392"/>
                  <a:gd name="connsiteX6" fmla="*/ 60696 w 758128"/>
                  <a:gd name="connsiteY6" fmla="*/ 121392 h 1213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8128" h="121392">
                    <a:moveTo>
                      <a:pt x="60696" y="121392"/>
                    </a:moveTo>
                    <a:lnTo>
                      <a:pt x="697432" y="121392"/>
                    </a:lnTo>
                    <a:cubicBezTo>
                      <a:pt x="730689" y="121392"/>
                      <a:pt x="758128" y="93953"/>
                      <a:pt x="758128" y="60696"/>
                    </a:cubicBezTo>
                    <a:cubicBezTo>
                      <a:pt x="758128" y="27440"/>
                      <a:pt x="730689" y="0"/>
                      <a:pt x="697432" y="0"/>
                    </a:cubicBezTo>
                    <a:lnTo>
                      <a:pt x="60696" y="0"/>
                    </a:lnTo>
                    <a:cubicBezTo>
                      <a:pt x="27440" y="0"/>
                      <a:pt x="0" y="27440"/>
                      <a:pt x="0" y="60696"/>
                    </a:cubicBezTo>
                    <a:cubicBezTo>
                      <a:pt x="0" y="93991"/>
                      <a:pt x="27440" y="121392"/>
                      <a:pt x="60696" y="121392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7" name="Freeform: Shape 101">
                <a:extLst>
                  <a:ext uri="{FF2B5EF4-FFF2-40B4-BE49-F238E27FC236}">
                    <a16:creationId xmlns:a16="http://schemas.microsoft.com/office/drawing/2014/main" id="{66F20085-B9BC-DA1F-4C85-413319795FA1}"/>
                  </a:ext>
                </a:extLst>
              </p:cNvPr>
              <p:cNvSpPr/>
              <p:nvPr/>
            </p:nvSpPr>
            <p:spPr>
              <a:xfrm>
                <a:off x="16887775" y="8779699"/>
                <a:ext cx="1394058" cy="121392"/>
              </a:xfrm>
              <a:custGeom>
                <a:avLst/>
                <a:gdLst>
                  <a:gd name="connsiteX0" fmla="*/ 1334227 w 1394058"/>
                  <a:gd name="connsiteY0" fmla="*/ 0 h 121392"/>
                  <a:gd name="connsiteX1" fmla="*/ 60696 w 1394058"/>
                  <a:gd name="connsiteY1" fmla="*/ 0 h 121392"/>
                  <a:gd name="connsiteX2" fmla="*/ 0 w 1394058"/>
                  <a:gd name="connsiteY2" fmla="*/ 60696 h 121392"/>
                  <a:gd name="connsiteX3" fmla="*/ 60696 w 1394058"/>
                  <a:gd name="connsiteY3" fmla="*/ 121392 h 121392"/>
                  <a:gd name="connsiteX4" fmla="*/ 1333345 w 1394058"/>
                  <a:gd name="connsiteY4" fmla="*/ 121392 h 121392"/>
                  <a:gd name="connsiteX5" fmla="*/ 1394041 w 1394058"/>
                  <a:gd name="connsiteY5" fmla="*/ 60696 h 121392"/>
                  <a:gd name="connsiteX6" fmla="*/ 1334187 w 1394058"/>
                  <a:gd name="connsiteY6" fmla="*/ 0 h 1213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394058" h="121392">
                    <a:moveTo>
                      <a:pt x="1334227" y="0"/>
                    </a:moveTo>
                    <a:lnTo>
                      <a:pt x="60696" y="0"/>
                    </a:lnTo>
                    <a:cubicBezTo>
                      <a:pt x="27440" y="0"/>
                      <a:pt x="0" y="27440"/>
                      <a:pt x="0" y="60696"/>
                    </a:cubicBezTo>
                    <a:cubicBezTo>
                      <a:pt x="0" y="93953"/>
                      <a:pt x="27440" y="121392"/>
                      <a:pt x="60696" y="121392"/>
                    </a:cubicBezTo>
                    <a:lnTo>
                      <a:pt x="1333345" y="121392"/>
                    </a:lnTo>
                    <a:cubicBezTo>
                      <a:pt x="1366601" y="121392"/>
                      <a:pt x="1394041" y="93953"/>
                      <a:pt x="1394041" y="60696"/>
                    </a:cubicBezTo>
                    <a:cubicBezTo>
                      <a:pt x="1394845" y="27402"/>
                      <a:pt x="1367444" y="0"/>
                      <a:pt x="1334187" y="0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8" name="Freeform: Shape 102">
                <a:extLst>
                  <a:ext uri="{FF2B5EF4-FFF2-40B4-BE49-F238E27FC236}">
                    <a16:creationId xmlns:a16="http://schemas.microsoft.com/office/drawing/2014/main" id="{0E43C604-1404-79B9-F95A-3A396EC61EBE}"/>
                  </a:ext>
                </a:extLst>
              </p:cNvPr>
              <p:cNvSpPr/>
              <p:nvPr/>
            </p:nvSpPr>
            <p:spPr>
              <a:xfrm>
                <a:off x="16887775" y="9162081"/>
                <a:ext cx="1394040" cy="121392"/>
              </a:xfrm>
              <a:custGeom>
                <a:avLst/>
                <a:gdLst>
                  <a:gd name="connsiteX0" fmla="*/ 1334227 w 1394040"/>
                  <a:gd name="connsiteY0" fmla="*/ 0 h 121392"/>
                  <a:gd name="connsiteX1" fmla="*/ 60696 w 1394040"/>
                  <a:gd name="connsiteY1" fmla="*/ 0 h 121392"/>
                  <a:gd name="connsiteX2" fmla="*/ 0 w 1394040"/>
                  <a:gd name="connsiteY2" fmla="*/ 60696 h 121392"/>
                  <a:gd name="connsiteX3" fmla="*/ 60696 w 1394040"/>
                  <a:gd name="connsiteY3" fmla="*/ 121393 h 121392"/>
                  <a:gd name="connsiteX4" fmla="*/ 1333345 w 1394040"/>
                  <a:gd name="connsiteY4" fmla="*/ 121393 h 121392"/>
                  <a:gd name="connsiteX5" fmla="*/ 1394041 w 1394040"/>
                  <a:gd name="connsiteY5" fmla="*/ 60696 h 121392"/>
                  <a:gd name="connsiteX6" fmla="*/ 1334187 w 1394040"/>
                  <a:gd name="connsiteY6" fmla="*/ 0 h 1213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394040" h="121392">
                    <a:moveTo>
                      <a:pt x="1334227" y="0"/>
                    </a:moveTo>
                    <a:lnTo>
                      <a:pt x="60696" y="0"/>
                    </a:lnTo>
                    <a:cubicBezTo>
                      <a:pt x="27440" y="0"/>
                      <a:pt x="0" y="27440"/>
                      <a:pt x="0" y="60696"/>
                    </a:cubicBezTo>
                    <a:cubicBezTo>
                      <a:pt x="0" y="93953"/>
                      <a:pt x="27440" y="121393"/>
                      <a:pt x="60696" y="121393"/>
                    </a:cubicBezTo>
                    <a:lnTo>
                      <a:pt x="1333345" y="121393"/>
                    </a:lnTo>
                    <a:cubicBezTo>
                      <a:pt x="1366601" y="121393"/>
                      <a:pt x="1394041" y="93953"/>
                      <a:pt x="1394041" y="60696"/>
                    </a:cubicBezTo>
                    <a:cubicBezTo>
                      <a:pt x="1394041" y="27440"/>
                      <a:pt x="1367444" y="0"/>
                      <a:pt x="1334187" y="0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9" name="Freeform: Shape 103">
                <a:extLst>
                  <a:ext uri="{FF2B5EF4-FFF2-40B4-BE49-F238E27FC236}">
                    <a16:creationId xmlns:a16="http://schemas.microsoft.com/office/drawing/2014/main" id="{D947D3DD-0081-DB4C-0556-7B18A6273FC5}"/>
                  </a:ext>
                </a:extLst>
              </p:cNvPr>
              <p:cNvSpPr/>
              <p:nvPr/>
            </p:nvSpPr>
            <p:spPr>
              <a:xfrm>
                <a:off x="16887775" y="9543582"/>
                <a:ext cx="1394040" cy="121392"/>
              </a:xfrm>
              <a:custGeom>
                <a:avLst/>
                <a:gdLst>
                  <a:gd name="connsiteX0" fmla="*/ 1334227 w 1394040"/>
                  <a:gd name="connsiteY0" fmla="*/ 0 h 121392"/>
                  <a:gd name="connsiteX1" fmla="*/ 60696 w 1394040"/>
                  <a:gd name="connsiteY1" fmla="*/ 0 h 121392"/>
                  <a:gd name="connsiteX2" fmla="*/ 0 w 1394040"/>
                  <a:gd name="connsiteY2" fmla="*/ 60696 h 121392"/>
                  <a:gd name="connsiteX3" fmla="*/ 60696 w 1394040"/>
                  <a:gd name="connsiteY3" fmla="*/ 121393 h 121392"/>
                  <a:gd name="connsiteX4" fmla="*/ 1333345 w 1394040"/>
                  <a:gd name="connsiteY4" fmla="*/ 121393 h 121392"/>
                  <a:gd name="connsiteX5" fmla="*/ 1394041 w 1394040"/>
                  <a:gd name="connsiteY5" fmla="*/ 60696 h 121392"/>
                  <a:gd name="connsiteX6" fmla="*/ 1334187 w 1394040"/>
                  <a:gd name="connsiteY6" fmla="*/ 0 h 1213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394040" h="121392">
                    <a:moveTo>
                      <a:pt x="1334227" y="0"/>
                    </a:moveTo>
                    <a:lnTo>
                      <a:pt x="60696" y="0"/>
                    </a:lnTo>
                    <a:cubicBezTo>
                      <a:pt x="27440" y="0"/>
                      <a:pt x="0" y="27440"/>
                      <a:pt x="0" y="60696"/>
                    </a:cubicBezTo>
                    <a:cubicBezTo>
                      <a:pt x="0" y="93953"/>
                      <a:pt x="27440" y="121393"/>
                      <a:pt x="60696" y="121393"/>
                    </a:cubicBezTo>
                    <a:lnTo>
                      <a:pt x="1333345" y="121393"/>
                    </a:lnTo>
                    <a:cubicBezTo>
                      <a:pt x="1366601" y="121393"/>
                      <a:pt x="1394041" y="93953"/>
                      <a:pt x="1394041" y="60696"/>
                    </a:cubicBezTo>
                    <a:cubicBezTo>
                      <a:pt x="1394041" y="27440"/>
                      <a:pt x="1367444" y="0"/>
                      <a:pt x="1334187" y="0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0" name="Freeform: Shape 104">
                <a:extLst>
                  <a:ext uri="{FF2B5EF4-FFF2-40B4-BE49-F238E27FC236}">
                    <a16:creationId xmlns:a16="http://schemas.microsoft.com/office/drawing/2014/main" id="{F405736D-1BED-0784-56CA-9C6D200D0F70}"/>
                  </a:ext>
                </a:extLst>
              </p:cNvPr>
              <p:cNvSpPr/>
              <p:nvPr/>
            </p:nvSpPr>
            <p:spPr>
              <a:xfrm>
                <a:off x="17048268" y="10312515"/>
                <a:ext cx="928549" cy="641793"/>
              </a:xfrm>
              <a:custGeom>
                <a:avLst/>
                <a:gdLst>
                  <a:gd name="connsiteX0" fmla="*/ 190395 w 928549"/>
                  <a:gd name="connsiteY0" fmla="*/ 632646 h 641793"/>
                  <a:gd name="connsiteX1" fmla="*/ 297624 w 928549"/>
                  <a:gd name="connsiteY1" fmla="*/ 616038 h 641793"/>
                  <a:gd name="connsiteX2" fmla="*/ 464715 w 928549"/>
                  <a:gd name="connsiteY2" fmla="*/ 466406 h 641793"/>
                  <a:gd name="connsiteX3" fmla="*/ 631805 w 928549"/>
                  <a:gd name="connsiteY3" fmla="*/ 616038 h 641793"/>
                  <a:gd name="connsiteX4" fmla="*/ 697476 w 928549"/>
                  <a:gd name="connsiteY4" fmla="*/ 641793 h 641793"/>
                  <a:gd name="connsiteX5" fmla="*/ 738195 w 928549"/>
                  <a:gd name="connsiteY5" fmla="*/ 632647 h 641793"/>
                  <a:gd name="connsiteX6" fmla="*/ 797207 w 928549"/>
                  <a:gd name="connsiteY6" fmla="*/ 542023 h 641793"/>
                  <a:gd name="connsiteX7" fmla="*/ 797207 w 928549"/>
                  <a:gd name="connsiteY7" fmla="*/ 121392 h 641793"/>
                  <a:gd name="connsiteX8" fmla="*/ 867854 w 928549"/>
                  <a:gd name="connsiteY8" fmla="*/ 121392 h 641793"/>
                  <a:gd name="connsiteX9" fmla="*/ 928550 w 928549"/>
                  <a:gd name="connsiteY9" fmla="*/ 60696 h 641793"/>
                  <a:gd name="connsiteX10" fmla="*/ 867854 w 928549"/>
                  <a:gd name="connsiteY10" fmla="*/ 0 h 641793"/>
                  <a:gd name="connsiteX11" fmla="*/ 60696 w 928549"/>
                  <a:gd name="connsiteY11" fmla="*/ 77 h 641793"/>
                  <a:gd name="connsiteX12" fmla="*/ 0 w 928549"/>
                  <a:gd name="connsiteY12" fmla="*/ 60773 h 641793"/>
                  <a:gd name="connsiteX13" fmla="*/ 60696 w 928549"/>
                  <a:gd name="connsiteY13" fmla="*/ 121469 h 641793"/>
                  <a:gd name="connsiteX14" fmla="*/ 131342 w 928549"/>
                  <a:gd name="connsiteY14" fmla="*/ 121469 h 641793"/>
                  <a:gd name="connsiteX15" fmla="*/ 131342 w 928549"/>
                  <a:gd name="connsiteY15" fmla="*/ 542100 h 641793"/>
                  <a:gd name="connsiteX16" fmla="*/ 190393 w 928549"/>
                  <a:gd name="connsiteY16" fmla="*/ 632647 h 641793"/>
                  <a:gd name="connsiteX17" fmla="*/ 675010 w 928549"/>
                  <a:gd name="connsiteY17" fmla="*/ 121432 h 641793"/>
                  <a:gd name="connsiteX18" fmla="*/ 675010 w 928549"/>
                  <a:gd name="connsiteY18" fmla="*/ 492195 h 641793"/>
                  <a:gd name="connsiteX19" fmla="*/ 530385 w 928549"/>
                  <a:gd name="connsiteY19" fmla="*/ 362500 h 641793"/>
                  <a:gd name="connsiteX20" fmla="*/ 397398 w 928549"/>
                  <a:gd name="connsiteY20" fmla="*/ 362500 h 641793"/>
                  <a:gd name="connsiteX21" fmla="*/ 252773 w 928549"/>
                  <a:gd name="connsiteY21" fmla="*/ 492195 h 641793"/>
                  <a:gd name="connsiteX22" fmla="*/ 252773 w 928549"/>
                  <a:gd name="connsiteY22" fmla="*/ 121432 h 6417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928549" h="641793">
                    <a:moveTo>
                      <a:pt x="190395" y="632646"/>
                    </a:moveTo>
                    <a:cubicBezTo>
                      <a:pt x="226981" y="648452"/>
                      <a:pt x="267700" y="642635"/>
                      <a:pt x="297624" y="616038"/>
                    </a:cubicBezTo>
                    <a:lnTo>
                      <a:pt x="464715" y="466406"/>
                    </a:lnTo>
                    <a:lnTo>
                      <a:pt x="631805" y="616038"/>
                    </a:lnTo>
                    <a:cubicBezTo>
                      <a:pt x="650940" y="632646"/>
                      <a:pt x="674208" y="641793"/>
                      <a:pt x="697476" y="641793"/>
                    </a:cubicBezTo>
                    <a:cubicBezTo>
                      <a:pt x="711598" y="641793"/>
                      <a:pt x="724916" y="638464"/>
                      <a:pt x="738195" y="632647"/>
                    </a:cubicBezTo>
                    <a:cubicBezTo>
                      <a:pt x="774782" y="616841"/>
                      <a:pt x="797207" y="581939"/>
                      <a:pt x="797207" y="542023"/>
                    </a:cubicBezTo>
                    <a:lnTo>
                      <a:pt x="797207" y="121392"/>
                    </a:lnTo>
                    <a:lnTo>
                      <a:pt x="867854" y="121392"/>
                    </a:lnTo>
                    <a:cubicBezTo>
                      <a:pt x="901110" y="121392"/>
                      <a:pt x="928550" y="93953"/>
                      <a:pt x="928550" y="60696"/>
                    </a:cubicBezTo>
                    <a:cubicBezTo>
                      <a:pt x="928550" y="27440"/>
                      <a:pt x="901110" y="0"/>
                      <a:pt x="867854" y="0"/>
                    </a:cubicBezTo>
                    <a:lnTo>
                      <a:pt x="60696" y="77"/>
                    </a:lnTo>
                    <a:cubicBezTo>
                      <a:pt x="27440" y="77"/>
                      <a:pt x="0" y="27516"/>
                      <a:pt x="0" y="60773"/>
                    </a:cubicBezTo>
                    <a:cubicBezTo>
                      <a:pt x="0" y="94029"/>
                      <a:pt x="27440" y="121469"/>
                      <a:pt x="60696" y="121469"/>
                    </a:cubicBezTo>
                    <a:lnTo>
                      <a:pt x="131342" y="121469"/>
                    </a:lnTo>
                    <a:lnTo>
                      <a:pt x="131342" y="542100"/>
                    </a:lnTo>
                    <a:cubicBezTo>
                      <a:pt x="131342" y="581939"/>
                      <a:pt x="153807" y="616879"/>
                      <a:pt x="190393" y="632647"/>
                    </a:cubicBezTo>
                    <a:close/>
                    <a:moveTo>
                      <a:pt x="675010" y="121432"/>
                    </a:moveTo>
                    <a:lnTo>
                      <a:pt x="675010" y="492195"/>
                    </a:lnTo>
                    <a:lnTo>
                      <a:pt x="530385" y="362500"/>
                    </a:lnTo>
                    <a:cubicBezTo>
                      <a:pt x="492995" y="328401"/>
                      <a:pt x="435628" y="328401"/>
                      <a:pt x="397398" y="362500"/>
                    </a:cubicBezTo>
                    <a:lnTo>
                      <a:pt x="252773" y="492195"/>
                    </a:lnTo>
                    <a:lnTo>
                      <a:pt x="252773" y="121432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1" name="Freeform: Shape 105">
                <a:extLst>
                  <a:ext uri="{FF2B5EF4-FFF2-40B4-BE49-F238E27FC236}">
                    <a16:creationId xmlns:a16="http://schemas.microsoft.com/office/drawing/2014/main" id="{D0E20C6D-1444-F941-5778-80A100637DE4}"/>
                  </a:ext>
                </a:extLst>
              </p:cNvPr>
              <p:cNvSpPr/>
              <p:nvPr/>
            </p:nvSpPr>
            <p:spPr>
              <a:xfrm>
                <a:off x="16865237" y="6539376"/>
                <a:ext cx="1439917" cy="2069881"/>
              </a:xfrm>
              <a:custGeom>
                <a:avLst/>
                <a:gdLst>
                  <a:gd name="connsiteX0" fmla="*/ 317680 w 1439917"/>
                  <a:gd name="connsiteY0" fmla="*/ 1318411 h 2069881"/>
                  <a:gd name="connsiteX1" fmla="*/ 404132 w 1439917"/>
                  <a:gd name="connsiteY1" fmla="*/ 1443932 h 2069881"/>
                  <a:gd name="connsiteX2" fmla="*/ 321851 w 1439917"/>
                  <a:gd name="connsiteY2" fmla="*/ 1554493 h 2069881"/>
                  <a:gd name="connsiteX3" fmla="*/ 321851 w 1439917"/>
                  <a:gd name="connsiteY3" fmla="*/ 1671716 h 2069881"/>
                  <a:gd name="connsiteX4" fmla="*/ 720017 w 1439917"/>
                  <a:gd name="connsiteY4" fmla="*/ 2069882 h 2069881"/>
                  <a:gd name="connsiteX5" fmla="*/ 1118183 w 1439917"/>
                  <a:gd name="connsiteY5" fmla="*/ 1671716 h 2069881"/>
                  <a:gd name="connsiteX6" fmla="*/ 1118183 w 1439917"/>
                  <a:gd name="connsiteY6" fmla="*/ 1554493 h 2069881"/>
                  <a:gd name="connsiteX7" fmla="*/ 1035060 w 1439917"/>
                  <a:gd name="connsiteY7" fmla="*/ 1443932 h 2069881"/>
                  <a:gd name="connsiteX8" fmla="*/ 1125684 w 1439917"/>
                  <a:gd name="connsiteY8" fmla="*/ 1315923 h 2069881"/>
                  <a:gd name="connsiteX9" fmla="*/ 1439917 w 1439917"/>
                  <a:gd name="connsiteY9" fmla="*/ 721550 h 2069881"/>
                  <a:gd name="connsiteX10" fmla="*/ 1225448 w 1439917"/>
                  <a:gd name="connsiteY10" fmla="*/ 207807 h 2069881"/>
                  <a:gd name="connsiteX11" fmla="*/ 720052 w 1439917"/>
                  <a:gd name="connsiteY11" fmla="*/ 0 h 2069881"/>
                  <a:gd name="connsiteX12" fmla="*/ 710906 w 1439917"/>
                  <a:gd name="connsiteY12" fmla="*/ 0 h 2069881"/>
                  <a:gd name="connsiteX13" fmla="*/ 152 w 1439917"/>
                  <a:gd name="connsiteY13" fmla="*/ 705737 h 2069881"/>
                  <a:gd name="connsiteX14" fmla="*/ 317678 w 1439917"/>
                  <a:gd name="connsiteY14" fmla="*/ 1318402 h 2069881"/>
                  <a:gd name="connsiteX15" fmla="*/ 996818 w 1439917"/>
                  <a:gd name="connsiteY15" fmla="*/ 1670883 h 2069881"/>
                  <a:gd name="connsiteX16" fmla="*/ 720009 w 1439917"/>
                  <a:gd name="connsiteY16" fmla="*/ 1947692 h 2069881"/>
                  <a:gd name="connsiteX17" fmla="*/ 443201 w 1439917"/>
                  <a:gd name="connsiteY17" fmla="*/ 1670883 h 2069881"/>
                  <a:gd name="connsiteX18" fmla="*/ 443201 w 1439917"/>
                  <a:gd name="connsiteY18" fmla="*/ 1560322 h 2069881"/>
                  <a:gd name="connsiteX19" fmla="*/ 996818 w 1439917"/>
                  <a:gd name="connsiteY19" fmla="*/ 1560322 h 2069881"/>
                  <a:gd name="connsiteX20" fmla="*/ 720852 w 1439917"/>
                  <a:gd name="connsiteY20" fmla="*/ 1030777 h 2069881"/>
                  <a:gd name="connsiteX21" fmla="*/ 401641 w 1439917"/>
                  <a:gd name="connsiteY21" fmla="*/ 712409 h 2069881"/>
                  <a:gd name="connsiteX22" fmla="*/ 720852 w 1439917"/>
                  <a:gd name="connsiteY22" fmla="*/ 393199 h 2069881"/>
                  <a:gd name="connsiteX23" fmla="*/ 1039220 w 1439917"/>
                  <a:gd name="connsiteY23" fmla="*/ 712409 h 2069881"/>
                  <a:gd name="connsiteX24" fmla="*/ 720852 w 1439917"/>
                  <a:gd name="connsiteY24" fmla="*/ 1030777 h 2069881"/>
                  <a:gd name="connsiteX25" fmla="*/ 712547 w 1439917"/>
                  <a:gd name="connsiteY25" fmla="*/ 121367 h 2069881"/>
                  <a:gd name="connsiteX26" fmla="*/ 1140634 w 1439917"/>
                  <a:gd name="connsiteY26" fmla="*/ 294267 h 2069881"/>
                  <a:gd name="connsiteX27" fmla="*/ 1318510 w 1439917"/>
                  <a:gd name="connsiteY27" fmla="*/ 720707 h 2069881"/>
                  <a:gd name="connsiteX28" fmla="*/ 1057505 w 1439917"/>
                  <a:gd name="connsiteY28" fmla="*/ 1214464 h 2069881"/>
                  <a:gd name="connsiteX29" fmla="*/ 912037 w 1439917"/>
                  <a:gd name="connsiteY29" fmla="*/ 1437231 h 2069881"/>
                  <a:gd name="connsiteX30" fmla="*/ 781539 w 1439917"/>
                  <a:gd name="connsiteY30" fmla="*/ 1437231 h 2069881"/>
                  <a:gd name="connsiteX31" fmla="*/ 781539 w 1439917"/>
                  <a:gd name="connsiteY31" fmla="*/ 1147108 h 2069881"/>
                  <a:gd name="connsiteX32" fmla="*/ 1160600 w 1439917"/>
                  <a:gd name="connsiteY32" fmla="*/ 711518 h 2069881"/>
                  <a:gd name="connsiteX33" fmla="*/ 720836 w 1439917"/>
                  <a:gd name="connsiteY33" fmla="*/ 270950 h 2069881"/>
                  <a:gd name="connsiteX34" fmla="*/ 280268 w 1439917"/>
                  <a:gd name="connsiteY34" fmla="*/ 711518 h 2069881"/>
                  <a:gd name="connsiteX35" fmla="*/ 659329 w 1439917"/>
                  <a:gd name="connsiteY35" fmla="*/ 1147108 h 2069881"/>
                  <a:gd name="connsiteX36" fmla="*/ 659329 w 1439917"/>
                  <a:gd name="connsiteY36" fmla="*/ 1437231 h 2069881"/>
                  <a:gd name="connsiteX37" fmla="*/ 527989 w 1439917"/>
                  <a:gd name="connsiteY37" fmla="*/ 1437231 h 2069881"/>
                  <a:gd name="connsiteX38" fmla="*/ 385852 w 1439917"/>
                  <a:gd name="connsiteY38" fmla="*/ 1216110 h 2069881"/>
                  <a:gd name="connsiteX39" fmla="*/ 122328 w 1439917"/>
                  <a:gd name="connsiteY39" fmla="*/ 707383 h 2069881"/>
                  <a:gd name="connsiteX40" fmla="*/ 712528 w 1439917"/>
                  <a:gd name="connsiteY40" fmla="*/ 121357 h 20698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1439917" h="2069881">
                    <a:moveTo>
                      <a:pt x="317680" y="1318411"/>
                    </a:moveTo>
                    <a:cubicBezTo>
                      <a:pt x="360926" y="1347497"/>
                      <a:pt x="390814" y="1392388"/>
                      <a:pt x="404132" y="1443932"/>
                    </a:cubicBezTo>
                    <a:cubicBezTo>
                      <a:pt x="356754" y="1458054"/>
                      <a:pt x="321851" y="1502103"/>
                      <a:pt x="321851" y="1554493"/>
                    </a:cubicBezTo>
                    <a:lnTo>
                      <a:pt x="321851" y="1671716"/>
                    </a:lnTo>
                    <a:cubicBezTo>
                      <a:pt x="321851" y="1891152"/>
                      <a:pt x="500571" y="2069882"/>
                      <a:pt x="720017" y="2069882"/>
                    </a:cubicBezTo>
                    <a:cubicBezTo>
                      <a:pt x="939454" y="2069882"/>
                      <a:pt x="1118183" y="1891162"/>
                      <a:pt x="1118183" y="1671716"/>
                    </a:cubicBezTo>
                    <a:lnTo>
                      <a:pt x="1118183" y="1554493"/>
                    </a:lnTo>
                    <a:cubicBezTo>
                      <a:pt x="1118183" y="1502139"/>
                      <a:pt x="1083281" y="1458052"/>
                      <a:pt x="1035060" y="1443932"/>
                    </a:cubicBezTo>
                    <a:cubicBezTo>
                      <a:pt x="1048378" y="1392383"/>
                      <a:pt x="1079951" y="1347491"/>
                      <a:pt x="1125684" y="1315923"/>
                    </a:cubicBezTo>
                    <a:cubicBezTo>
                      <a:pt x="1322694" y="1181251"/>
                      <a:pt x="1439917" y="958484"/>
                      <a:pt x="1439917" y="721550"/>
                    </a:cubicBezTo>
                    <a:cubicBezTo>
                      <a:pt x="1439917" y="527028"/>
                      <a:pt x="1363454" y="344967"/>
                      <a:pt x="1225448" y="207807"/>
                    </a:cubicBezTo>
                    <a:cubicBezTo>
                      <a:pt x="1089934" y="73978"/>
                      <a:pt x="910411" y="0"/>
                      <a:pt x="720052" y="0"/>
                    </a:cubicBezTo>
                    <a:lnTo>
                      <a:pt x="710906" y="0"/>
                    </a:lnTo>
                    <a:cubicBezTo>
                      <a:pt x="340143" y="4975"/>
                      <a:pt x="7657" y="334171"/>
                      <a:pt x="152" y="705737"/>
                    </a:cubicBezTo>
                    <a:cubicBezTo>
                      <a:pt x="-4861" y="951812"/>
                      <a:pt x="114005" y="1181242"/>
                      <a:pt x="317678" y="1318402"/>
                    </a:cubicBezTo>
                    <a:close/>
                    <a:moveTo>
                      <a:pt x="996818" y="1670883"/>
                    </a:moveTo>
                    <a:cubicBezTo>
                      <a:pt x="996818" y="1823003"/>
                      <a:pt x="872972" y="1947692"/>
                      <a:pt x="720009" y="1947692"/>
                    </a:cubicBezTo>
                    <a:cubicBezTo>
                      <a:pt x="567889" y="1947692"/>
                      <a:pt x="443201" y="1823846"/>
                      <a:pt x="443201" y="1670883"/>
                    </a:cubicBezTo>
                    <a:lnTo>
                      <a:pt x="443201" y="1560322"/>
                    </a:lnTo>
                    <a:lnTo>
                      <a:pt x="996818" y="1560322"/>
                    </a:lnTo>
                    <a:close/>
                    <a:moveTo>
                      <a:pt x="720852" y="1030777"/>
                    </a:moveTo>
                    <a:cubicBezTo>
                      <a:pt x="544621" y="1030777"/>
                      <a:pt x="401641" y="887798"/>
                      <a:pt x="401641" y="712409"/>
                    </a:cubicBezTo>
                    <a:cubicBezTo>
                      <a:pt x="401641" y="536178"/>
                      <a:pt x="544621" y="393199"/>
                      <a:pt x="720852" y="393199"/>
                    </a:cubicBezTo>
                    <a:cubicBezTo>
                      <a:pt x="896240" y="393199"/>
                      <a:pt x="1039220" y="536178"/>
                      <a:pt x="1039220" y="712409"/>
                    </a:cubicBezTo>
                    <a:cubicBezTo>
                      <a:pt x="1038378" y="888640"/>
                      <a:pt x="896240" y="1030777"/>
                      <a:pt x="720852" y="1030777"/>
                    </a:cubicBezTo>
                    <a:close/>
                    <a:moveTo>
                      <a:pt x="712547" y="121367"/>
                    </a:moveTo>
                    <a:cubicBezTo>
                      <a:pt x="875464" y="121367"/>
                      <a:pt x="1025938" y="180379"/>
                      <a:pt x="1140634" y="294267"/>
                    </a:cubicBezTo>
                    <a:cubicBezTo>
                      <a:pt x="1255368" y="408159"/>
                      <a:pt x="1318510" y="559436"/>
                      <a:pt x="1318510" y="720707"/>
                    </a:cubicBezTo>
                    <a:cubicBezTo>
                      <a:pt x="1318510" y="917718"/>
                      <a:pt x="1221266" y="1103100"/>
                      <a:pt x="1057505" y="1214464"/>
                    </a:cubicBezTo>
                    <a:cubicBezTo>
                      <a:pt x="980199" y="1267659"/>
                      <a:pt x="928653" y="1348293"/>
                      <a:pt x="912037" y="1437231"/>
                    </a:cubicBezTo>
                    <a:lnTo>
                      <a:pt x="781539" y="1437231"/>
                    </a:lnTo>
                    <a:lnTo>
                      <a:pt x="781539" y="1147108"/>
                    </a:lnTo>
                    <a:cubicBezTo>
                      <a:pt x="995166" y="1117181"/>
                      <a:pt x="1160600" y="933482"/>
                      <a:pt x="1160600" y="711518"/>
                    </a:cubicBezTo>
                    <a:cubicBezTo>
                      <a:pt x="1160600" y="468774"/>
                      <a:pt x="963589" y="270950"/>
                      <a:pt x="720836" y="270950"/>
                    </a:cubicBezTo>
                    <a:cubicBezTo>
                      <a:pt x="478082" y="270950"/>
                      <a:pt x="280268" y="468803"/>
                      <a:pt x="280268" y="711518"/>
                    </a:cubicBezTo>
                    <a:cubicBezTo>
                      <a:pt x="280268" y="933482"/>
                      <a:pt x="445712" y="1117178"/>
                      <a:pt x="659329" y="1147108"/>
                    </a:cubicBezTo>
                    <a:lnTo>
                      <a:pt x="659329" y="1437231"/>
                    </a:lnTo>
                    <a:lnTo>
                      <a:pt x="527989" y="1437231"/>
                    </a:lnTo>
                    <a:cubicBezTo>
                      <a:pt x="512183" y="1346608"/>
                      <a:pt x="461475" y="1266810"/>
                      <a:pt x="385852" y="1216110"/>
                    </a:cubicBezTo>
                    <a:cubicBezTo>
                      <a:pt x="216273" y="1102218"/>
                      <a:pt x="117351" y="911859"/>
                      <a:pt x="122328" y="707383"/>
                    </a:cubicBezTo>
                    <a:cubicBezTo>
                      <a:pt x="128145" y="404818"/>
                      <a:pt x="409923" y="125521"/>
                      <a:pt x="712528" y="121357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2" name="Freeform: Shape 106">
                <a:extLst>
                  <a:ext uri="{FF2B5EF4-FFF2-40B4-BE49-F238E27FC236}">
                    <a16:creationId xmlns:a16="http://schemas.microsoft.com/office/drawing/2014/main" id="{553E8BB6-DEA9-31A1-8154-7354D33C5B31}"/>
                  </a:ext>
                </a:extLst>
              </p:cNvPr>
              <p:cNvSpPr/>
              <p:nvPr/>
            </p:nvSpPr>
            <p:spPr>
              <a:xfrm>
                <a:off x="17428458" y="7144577"/>
                <a:ext cx="314802" cy="214419"/>
              </a:xfrm>
              <a:custGeom>
                <a:avLst/>
                <a:gdLst>
                  <a:gd name="connsiteX0" fmla="*/ 220019 w 314802"/>
                  <a:gd name="connsiteY0" fmla="*/ 9981 h 214419"/>
                  <a:gd name="connsiteX1" fmla="*/ 131921 w 314802"/>
                  <a:gd name="connsiteY1" fmla="*/ 68152 h 214419"/>
                  <a:gd name="connsiteX2" fmla="*/ 111982 w 314802"/>
                  <a:gd name="connsiteY2" fmla="*/ 37383 h 214419"/>
                  <a:gd name="connsiteX3" fmla="*/ 28017 w 314802"/>
                  <a:gd name="connsiteY3" fmla="*/ 19089 h 214419"/>
                  <a:gd name="connsiteX4" fmla="*/ 9724 w 314802"/>
                  <a:gd name="connsiteY4" fmla="*/ 103054 h 214419"/>
                  <a:gd name="connsiteX5" fmla="*/ 62920 w 314802"/>
                  <a:gd name="connsiteY5" fmla="*/ 186177 h 214419"/>
                  <a:gd name="connsiteX6" fmla="*/ 101994 w 314802"/>
                  <a:gd name="connsiteY6" fmla="*/ 212774 h 214419"/>
                  <a:gd name="connsiteX7" fmla="*/ 114469 w 314802"/>
                  <a:gd name="connsiteY7" fmla="*/ 214420 h 214419"/>
                  <a:gd name="connsiteX8" fmla="*/ 147726 w 314802"/>
                  <a:gd name="connsiteY8" fmla="*/ 204432 h 214419"/>
                  <a:gd name="connsiteX9" fmla="*/ 287374 w 314802"/>
                  <a:gd name="connsiteY9" fmla="*/ 112162 h 214419"/>
                  <a:gd name="connsiteX10" fmla="*/ 304825 w 314802"/>
                  <a:gd name="connsiteY10" fmla="*/ 27356 h 214419"/>
                  <a:gd name="connsiteX11" fmla="*/ 220019 w 314802"/>
                  <a:gd name="connsiteY11" fmla="*/ 9982 h 214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14802" h="214419">
                    <a:moveTo>
                      <a:pt x="220019" y="9981"/>
                    </a:moveTo>
                    <a:lnTo>
                      <a:pt x="131921" y="68152"/>
                    </a:lnTo>
                    <a:lnTo>
                      <a:pt x="111982" y="37383"/>
                    </a:lnTo>
                    <a:cubicBezTo>
                      <a:pt x="93689" y="9101"/>
                      <a:pt x="56299" y="796"/>
                      <a:pt x="28017" y="19089"/>
                    </a:cubicBezTo>
                    <a:cubicBezTo>
                      <a:pt x="-264" y="37383"/>
                      <a:pt x="-8569" y="74773"/>
                      <a:pt x="9724" y="103054"/>
                    </a:cubicBezTo>
                    <a:lnTo>
                      <a:pt x="62920" y="186177"/>
                    </a:lnTo>
                    <a:cubicBezTo>
                      <a:pt x="72066" y="199495"/>
                      <a:pt x="85346" y="209445"/>
                      <a:pt x="101994" y="212774"/>
                    </a:cubicBezTo>
                    <a:cubicBezTo>
                      <a:pt x="106165" y="213616"/>
                      <a:pt x="110298" y="214420"/>
                      <a:pt x="114469" y="214420"/>
                    </a:cubicBezTo>
                    <a:cubicBezTo>
                      <a:pt x="126104" y="214420"/>
                      <a:pt x="137738" y="211090"/>
                      <a:pt x="147726" y="204432"/>
                    </a:cubicBezTo>
                    <a:lnTo>
                      <a:pt x="287374" y="112162"/>
                    </a:lnTo>
                    <a:cubicBezTo>
                      <a:pt x="315656" y="93869"/>
                      <a:pt x="323118" y="55637"/>
                      <a:pt x="304825" y="27356"/>
                    </a:cubicBezTo>
                    <a:cubicBezTo>
                      <a:pt x="285690" y="-849"/>
                      <a:pt x="248300" y="-8311"/>
                      <a:pt x="220019" y="9982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</p:grpSp>
      <p:sp>
        <p:nvSpPr>
          <p:cNvPr id="83" name="TextBox 82">
            <a:extLst>
              <a:ext uri="{FF2B5EF4-FFF2-40B4-BE49-F238E27FC236}">
                <a16:creationId xmlns:a16="http://schemas.microsoft.com/office/drawing/2014/main" id="{9AAF3BBD-A045-0D16-8629-AFFA3C934FA6}"/>
              </a:ext>
            </a:extLst>
          </p:cNvPr>
          <p:cNvSpPr txBox="1"/>
          <p:nvPr/>
        </p:nvSpPr>
        <p:spPr>
          <a:xfrm>
            <a:off x="5135319" y="2200758"/>
            <a:ext cx="273608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IN" b="1" cap="all">
                <a:solidFill>
                  <a:schemeClr val="accent3">
                    <a:lumMod val="75000"/>
                  </a:schemeClr>
                </a:solidFill>
                <a:latin typeface="+mj-lt"/>
                <a:ea typeface="Open Sans"/>
                <a:cs typeface="Open Sans"/>
              </a:rPr>
              <a:t>ASSISTIVE TECHNOLOGIES Demos</a:t>
            </a:r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1BF075E1-1F06-40BA-52EC-F8338E84A9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307399" y="3065257"/>
            <a:ext cx="3564000" cy="0"/>
          </a:xfrm>
          <a:prstGeom prst="line">
            <a:avLst/>
          </a:prstGeom>
          <a:ln w="381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B38D7534-3301-9F28-8F27-6354C06B6267}"/>
              </a:ext>
            </a:extLst>
          </p:cNvPr>
          <p:cNvSpPr txBox="1"/>
          <p:nvPr/>
        </p:nvSpPr>
        <p:spPr>
          <a:xfrm>
            <a:off x="4307400" y="3317617"/>
            <a:ext cx="3564000" cy="18154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lnSpc>
                <a:spcPct val="110000"/>
              </a:lnSpc>
              <a:defRPr sz="1600">
                <a:solidFill>
                  <a:schemeClr val="accent4"/>
                </a:solidFill>
                <a:ea typeface="+mn-lt"/>
                <a:cs typeface="+mn-lt"/>
              </a:defRPr>
            </a:lvl1pPr>
          </a:lstStyle>
          <a:p>
            <a:pPr>
              <a:spcAft>
                <a:spcPts val="800"/>
              </a:spcAft>
            </a:pPr>
            <a:r>
              <a:rPr lang="en-US" u="sng"/>
              <a:t>Screen readers</a:t>
            </a:r>
            <a:r>
              <a:rPr lang="en-US"/>
              <a:t>: JAWS, NVDA, Voiceover, Narrator, Talkback</a:t>
            </a:r>
          </a:p>
          <a:p>
            <a:pPr>
              <a:spcAft>
                <a:spcPts val="800"/>
              </a:spcAft>
            </a:pPr>
            <a:r>
              <a:rPr lang="en-US" u="sng"/>
              <a:t>Magnifiers and high contrast</a:t>
            </a:r>
            <a:r>
              <a:rPr lang="en-US"/>
              <a:t>: ZoomText, windows magnifier </a:t>
            </a:r>
          </a:p>
          <a:p>
            <a:pPr>
              <a:spcAft>
                <a:spcPts val="800"/>
              </a:spcAft>
            </a:pPr>
            <a:r>
              <a:rPr lang="en-US" u="sng"/>
              <a:t>Other AT</a:t>
            </a:r>
            <a:r>
              <a:rPr lang="en-US"/>
              <a:t>: Dragon NaturallySpeaking, switch controls</a:t>
            </a:r>
          </a:p>
        </p:txBody>
      </p:sp>
      <p:grpSp>
        <p:nvGrpSpPr>
          <p:cNvPr id="86" name="Group 85">
            <a:extLst>
              <a:ext uri="{FF2B5EF4-FFF2-40B4-BE49-F238E27FC236}">
                <a16:creationId xmlns:a16="http://schemas.microsoft.com/office/drawing/2014/main" id="{4077284C-3299-5142-865C-5A7E1F7504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54799" y="2111282"/>
            <a:ext cx="732950" cy="732950"/>
            <a:chOff x="8254799" y="2111282"/>
            <a:chExt cx="732950" cy="732950"/>
          </a:xfrm>
        </p:grpSpPr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32AAE6B7-C97D-BF0D-5DA4-B633190FF3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54799" y="2111282"/>
              <a:ext cx="732950" cy="732950"/>
            </a:xfrm>
            <a:prstGeom prst="ellipse">
              <a:avLst/>
            </a:prstGeom>
            <a:solidFill>
              <a:srgbClr val="83C93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E8D2B88E-5526-285D-91E4-AD6D25858E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453518" y="2299573"/>
              <a:ext cx="356367" cy="356368"/>
              <a:chOff x="14417166" y="-77187"/>
              <a:chExt cx="5486400" cy="5486435"/>
            </a:xfrm>
            <a:solidFill>
              <a:schemeClr val="bg1"/>
            </a:solidFill>
          </p:grpSpPr>
          <p:sp>
            <p:nvSpPr>
              <p:cNvPr id="89" name="Freeform: Shape 59">
                <a:extLst>
                  <a:ext uri="{FF2B5EF4-FFF2-40B4-BE49-F238E27FC236}">
                    <a16:creationId xmlns:a16="http://schemas.microsoft.com/office/drawing/2014/main" id="{FF24511E-4CBE-07B4-C82F-14F207CCD8EE}"/>
                  </a:ext>
                </a:extLst>
              </p:cNvPr>
              <p:cNvSpPr/>
              <p:nvPr/>
            </p:nvSpPr>
            <p:spPr>
              <a:xfrm>
                <a:off x="16560309" y="2237426"/>
                <a:ext cx="1200162" cy="3171822"/>
              </a:xfrm>
              <a:custGeom>
                <a:avLst/>
                <a:gdLst>
                  <a:gd name="connsiteX0" fmla="*/ 760730 w 1200162"/>
                  <a:gd name="connsiteY0" fmla="*/ 44049 h 3171822"/>
                  <a:gd name="connsiteX1" fmla="*/ 685797 w 1200162"/>
                  <a:gd name="connsiteY1" fmla="*/ 0 h 3171822"/>
                  <a:gd name="connsiteX2" fmla="*/ 514347 w 1200162"/>
                  <a:gd name="connsiteY2" fmla="*/ 0 h 3171822"/>
                  <a:gd name="connsiteX3" fmla="*/ 439415 w 1200162"/>
                  <a:gd name="connsiteY3" fmla="*/ 44049 h 3171822"/>
                  <a:gd name="connsiteX4" fmla="*/ 10790 w 1200162"/>
                  <a:gd name="connsiteY4" fmla="*/ 815574 h 3171822"/>
                  <a:gd name="connsiteX5" fmla="*/ 4361 w 1200162"/>
                  <a:gd name="connsiteY5" fmla="*/ 884307 h 3171822"/>
                  <a:gd name="connsiteX6" fmla="*/ 223915 w 1200162"/>
                  <a:gd name="connsiteY6" fmla="*/ 1543047 h 3171822"/>
                  <a:gd name="connsiteX7" fmla="*/ 171446 w 1200162"/>
                  <a:gd name="connsiteY7" fmla="*/ 1543047 h 3171822"/>
                  <a:gd name="connsiteX8" fmla="*/ 85721 w 1200162"/>
                  <a:gd name="connsiteY8" fmla="*/ 1628772 h 3171822"/>
                  <a:gd name="connsiteX9" fmla="*/ 85721 w 1200162"/>
                  <a:gd name="connsiteY9" fmla="*/ 1971672 h 3171822"/>
                  <a:gd name="connsiteX10" fmla="*/ 171446 w 1200162"/>
                  <a:gd name="connsiteY10" fmla="*/ 2057397 h 3171822"/>
                  <a:gd name="connsiteX11" fmla="*/ 171446 w 1200162"/>
                  <a:gd name="connsiteY11" fmla="*/ 3086097 h 3171822"/>
                  <a:gd name="connsiteX12" fmla="*/ 257171 w 1200162"/>
                  <a:gd name="connsiteY12" fmla="*/ 3171822 h 3171822"/>
                  <a:gd name="connsiteX13" fmla="*/ 942971 w 1200162"/>
                  <a:gd name="connsiteY13" fmla="*/ 3171822 h 3171822"/>
                  <a:gd name="connsiteX14" fmla="*/ 1028696 w 1200162"/>
                  <a:gd name="connsiteY14" fmla="*/ 3086097 h 3171822"/>
                  <a:gd name="connsiteX15" fmla="*/ 1028696 w 1200162"/>
                  <a:gd name="connsiteY15" fmla="*/ 2057397 h 3171822"/>
                  <a:gd name="connsiteX16" fmla="*/ 1114421 w 1200162"/>
                  <a:gd name="connsiteY16" fmla="*/ 1971672 h 3171822"/>
                  <a:gd name="connsiteX17" fmla="*/ 1114421 w 1200162"/>
                  <a:gd name="connsiteY17" fmla="*/ 1628772 h 3171822"/>
                  <a:gd name="connsiteX18" fmla="*/ 1028696 w 1200162"/>
                  <a:gd name="connsiteY18" fmla="*/ 1543047 h 3171822"/>
                  <a:gd name="connsiteX19" fmla="*/ 976227 w 1200162"/>
                  <a:gd name="connsiteY19" fmla="*/ 1543047 h 3171822"/>
                  <a:gd name="connsiteX20" fmla="*/ 1195781 w 1200162"/>
                  <a:gd name="connsiteY20" fmla="*/ 884346 h 3171822"/>
                  <a:gd name="connsiteX21" fmla="*/ 1189352 w 1200162"/>
                  <a:gd name="connsiteY21" fmla="*/ 815613 h 3171822"/>
                  <a:gd name="connsiteX22" fmla="*/ 857247 w 1200162"/>
                  <a:gd name="connsiteY22" fmla="*/ 1714462 h 3171822"/>
                  <a:gd name="connsiteX23" fmla="*/ 942972 w 1200162"/>
                  <a:gd name="connsiteY23" fmla="*/ 1714462 h 3171822"/>
                  <a:gd name="connsiteX24" fmla="*/ 942972 w 1200162"/>
                  <a:gd name="connsiteY24" fmla="*/ 1885912 h 3171822"/>
                  <a:gd name="connsiteX25" fmla="*/ 257172 w 1200162"/>
                  <a:gd name="connsiteY25" fmla="*/ 1885912 h 3171822"/>
                  <a:gd name="connsiteX26" fmla="*/ 257172 w 1200162"/>
                  <a:gd name="connsiteY26" fmla="*/ 1714462 h 3171822"/>
                  <a:gd name="connsiteX27" fmla="*/ 857247 w 1200162"/>
                  <a:gd name="connsiteY27" fmla="*/ 3000337 h 3171822"/>
                  <a:gd name="connsiteX28" fmla="*/ 342897 w 1200162"/>
                  <a:gd name="connsiteY28" fmla="*/ 3000337 h 3171822"/>
                  <a:gd name="connsiteX29" fmla="*/ 342897 w 1200162"/>
                  <a:gd name="connsiteY29" fmla="*/ 2057362 h 3171822"/>
                  <a:gd name="connsiteX30" fmla="*/ 857247 w 1200162"/>
                  <a:gd name="connsiteY30" fmla="*/ 2057362 h 3171822"/>
                  <a:gd name="connsiteX31" fmla="*/ 795441 w 1200162"/>
                  <a:gd name="connsiteY31" fmla="*/ 1543012 h 3171822"/>
                  <a:gd name="connsiteX32" fmla="*/ 685801 w 1200162"/>
                  <a:gd name="connsiteY32" fmla="*/ 1543012 h 3171822"/>
                  <a:gd name="connsiteX33" fmla="*/ 685801 w 1200162"/>
                  <a:gd name="connsiteY33" fmla="*/ 942937 h 3171822"/>
                  <a:gd name="connsiteX34" fmla="*/ 771526 w 1200162"/>
                  <a:gd name="connsiteY34" fmla="*/ 942937 h 3171822"/>
                  <a:gd name="connsiteX35" fmla="*/ 771526 w 1200162"/>
                  <a:gd name="connsiteY35" fmla="*/ 771487 h 3171822"/>
                  <a:gd name="connsiteX36" fmla="*/ 428626 w 1200162"/>
                  <a:gd name="connsiteY36" fmla="*/ 771487 h 3171822"/>
                  <a:gd name="connsiteX37" fmla="*/ 428626 w 1200162"/>
                  <a:gd name="connsiteY37" fmla="*/ 942937 h 3171822"/>
                  <a:gd name="connsiteX38" fmla="*/ 514351 w 1200162"/>
                  <a:gd name="connsiteY38" fmla="*/ 942937 h 3171822"/>
                  <a:gd name="connsiteX39" fmla="*/ 514351 w 1200162"/>
                  <a:gd name="connsiteY39" fmla="*/ 1543012 h 3171822"/>
                  <a:gd name="connsiteX40" fmla="*/ 404712 w 1200162"/>
                  <a:gd name="connsiteY40" fmla="*/ 1543012 h 3171822"/>
                  <a:gd name="connsiteX41" fmla="*/ 178995 w 1200162"/>
                  <a:gd name="connsiteY41" fmla="*/ 865863 h 3171822"/>
                  <a:gd name="connsiteX42" fmla="*/ 564758 w 1200162"/>
                  <a:gd name="connsiteY42" fmla="*/ 171412 h 3171822"/>
                  <a:gd name="connsiteX43" fmla="*/ 635327 w 1200162"/>
                  <a:gd name="connsiteY43" fmla="*/ 171412 h 3171822"/>
                  <a:gd name="connsiteX44" fmla="*/ 1021090 w 1200162"/>
                  <a:gd name="connsiteY44" fmla="*/ 865863 h 31718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</a:cxnLst>
                <a:rect l="l" t="t" r="r" b="b"/>
                <a:pathLst>
                  <a:path w="1200162" h="3171822">
                    <a:moveTo>
                      <a:pt x="760730" y="44049"/>
                    </a:moveTo>
                    <a:cubicBezTo>
                      <a:pt x="745651" y="16877"/>
                      <a:pt x="716910" y="0"/>
                      <a:pt x="685797" y="0"/>
                    </a:cubicBezTo>
                    <a:lnTo>
                      <a:pt x="514347" y="0"/>
                    </a:lnTo>
                    <a:cubicBezTo>
                      <a:pt x="483234" y="0"/>
                      <a:pt x="454493" y="16877"/>
                      <a:pt x="439415" y="44049"/>
                    </a:cubicBezTo>
                    <a:lnTo>
                      <a:pt x="10790" y="815574"/>
                    </a:lnTo>
                    <a:cubicBezTo>
                      <a:pt x="-882" y="836584"/>
                      <a:pt x="-3179" y="861536"/>
                      <a:pt x="4361" y="884307"/>
                    </a:cubicBezTo>
                    <a:lnTo>
                      <a:pt x="223915" y="1543047"/>
                    </a:lnTo>
                    <a:lnTo>
                      <a:pt x="171446" y="1543047"/>
                    </a:lnTo>
                    <a:cubicBezTo>
                      <a:pt x="124144" y="1543047"/>
                      <a:pt x="85721" y="1581471"/>
                      <a:pt x="85721" y="1628772"/>
                    </a:cubicBezTo>
                    <a:lnTo>
                      <a:pt x="85721" y="1971672"/>
                    </a:lnTo>
                    <a:cubicBezTo>
                      <a:pt x="85721" y="2018974"/>
                      <a:pt x="124144" y="2057397"/>
                      <a:pt x="171446" y="2057397"/>
                    </a:cubicBezTo>
                    <a:lnTo>
                      <a:pt x="171446" y="3086097"/>
                    </a:lnTo>
                    <a:cubicBezTo>
                      <a:pt x="171446" y="3133399"/>
                      <a:pt x="209869" y="3171822"/>
                      <a:pt x="257171" y="3171822"/>
                    </a:cubicBezTo>
                    <a:lnTo>
                      <a:pt x="942971" y="3171822"/>
                    </a:lnTo>
                    <a:cubicBezTo>
                      <a:pt x="990273" y="3171822"/>
                      <a:pt x="1028696" y="3133399"/>
                      <a:pt x="1028696" y="3086097"/>
                    </a:cubicBezTo>
                    <a:lnTo>
                      <a:pt x="1028696" y="2057397"/>
                    </a:lnTo>
                    <a:cubicBezTo>
                      <a:pt x="1075998" y="2057397"/>
                      <a:pt x="1114421" y="2018974"/>
                      <a:pt x="1114421" y="1971672"/>
                    </a:cubicBezTo>
                    <a:lnTo>
                      <a:pt x="1114421" y="1628772"/>
                    </a:lnTo>
                    <a:cubicBezTo>
                      <a:pt x="1114421" y="1581471"/>
                      <a:pt x="1075998" y="1543047"/>
                      <a:pt x="1028696" y="1543047"/>
                    </a:cubicBezTo>
                    <a:lnTo>
                      <a:pt x="976227" y="1543047"/>
                    </a:lnTo>
                    <a:lnTo>
                      <a:pt x="1195781" y="884346"/>
                    </a:lnTo>
                    <a:cubicBezTo>
                      <a:pt x="1203320" y="861537"/>
                      <a:pt x="1201101" y="836585"/>
                      <a:pt x="1189352" y="815613"/>
                    </a:cubicBezTo>
                    <a:close/>
                    <a:moveTo>
                      <a:pt x="857247" y="1714462"/>
                    </a:moveTo>
                    <a:lnTo>
                      <a:pt x="942972" y="1714462"/>
                    </a:lnTo>
                    <a:lnTo>
                      <a:pt x="942972" y="1885912"/>
                    </a:lnTo>
                    <a:lnTo>
                      <a:pt x="257172" y="1885912"/>
                    </a:lnTo>
                    <a:lnTo>
                      <a:pt x="257172" y="1714462"/>
                    </a:lnTo>
                    <a:close/>
                    <a:moveTo>
                      <a:pt x="857247" y="3000337"/>
                    </a:moveTo>
                    <a:lnTo>
                      <a:pt x="342897" y="3000337"/>
                    </a:lnTo>
                    <a:lnTo>
                      <a:pt x="342897" y="2057362"/>
                    </a:lnTo>
                    <a:lnTo>
                      <a:pt x="857247" y="2057362"/>
                    </a:lnTo>
                    <a:close/>
                    <a:moveTo>
                      <a:pt x="795441" y="1543012"/>
                    </a:moveTo>
                    <a:lnTo>
                      <a:pt x="685801" y="1543012"/>
                    </a:lnTo>
                    <a:lnTo>
                      <a:pt x="685801" y="942937"/>
                    </a:lnTo>
                    <a:lnTo>
                      <a:pt x="771526" y="942937"/>
                    </a:lnTo>
                    <a:lnTo>
                      <a:pt x="771526" y="771487"/>
                    </a:lnTo>
                    <a:lnTo>
                      <a:pt x="428626" y="771487"/>
                    </a:lnTo>
                    <a:lnTo>
                      <a:pt x="428626" y="942937"/>
                    </a:lnTo>
                    <a:lnTo>
                      <a:pt x="514351" y="942937"/>
                    </a:lnTo>
                    <a:lnTo>
                      <a:pt x="514351" y="1543012"/>
                    </a:lnTo>
                    <a:lnTo>
                      <a:pt x="404712" y="1543012"/>
                    </a:lnTo>
                    <a:lnTo>
                      <a:pt x="178995" y="865863"/>
                    </a:lnTo>
                    <a:lnTo>
                      <a:pt x="564758" y="171412"/>
                    </a:lnTo>
                    <a:lnTo>
                      <a:pt x="635327" y="171412"/>
                    </a:lnTo>
                    <a:lnTo>
                      <a:pt x="1021090" y="865863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0" name="Freeform: Shape 60">
                <a:extLst>
                  <a:ext uri="{FF2B5EF4-FFF2-40B4-BE49-F238E27FC236}">
                    <a16:creationId xmlns:a16="http://schemas.microsoft.com/office/drawing/2014/main" id="{66CDAB88-FE55-B179-4717-F5F5FF7CB409}"/>
                  </a:ext>
                </a:extLst>
              </p:cNvPr>
              <p:cNvSpPr/>
              <p:nvPr/>
            </p:nvSpPr>
            <p:spPr>
              <a:xfrm>
                <a:off x="15274455" y="1208688"/>
                <a:ext cx="3771900" cy="2228850"/>
              </a:xfrm>
              <a:custGeom>
                <a:avLst/>
                <a:gdLst>
                  <a:gd name="connsiteX0" fmla="*/ 1651661 w 3771900"/>
                  <a:gd name="connsiteY0" fmla="*/ 362102 h 2228850"/>
                  <a:gd name="connsiteX1" fmla="*/ 1885950 w 3771900"/>
                  <a:gd name="connsiteY1" fmla="*/ 514340 h 2228850"/>
                  <a:gd name="connsiteX2" fmla="*/ 2120161 w 3771900"/>
                  <a:gd name="connsiteY2" fmla="*/ 362259 h 2228850"/>
                  <a:gd name="connsiteX3" fmla="*/ 3419850 w 3771900"/>
                  <a:gd name="connsiteY3" fmla="*/ 1733173 h 2228850"/>
                  <a:gd name="connsiteX4" fmla="*/ 3257550 w 3771900"/>
                  <a:gd name="connsiteY4" fmla="*/ 1971675 h 2228850"/>
                  <a:gd name="connsiteX5" fmla="*/ 3514725 w 3771900"/>
                  <a:gd name="connsiteY5" fmla="*/ 2228850 h 2228850"/>
                  <a:gd name="connsiteX6" fmla="*/ 3771900 w 3771900"/>
                  <a:gd name="connsiteY6" fmla="*/ 1971675 h 2228850"/>
                  <a:gd name="connsiteX7" fmla="*/ 3591378 w 3771900"/>
                  <a:gd name="connsiteY7" fmla="*/ 1727432 h 2228850"/>
                  <a:gd name="connsiteX8" fmla="*/ 2628926 w 3771900"/>
                  <a:gd name="connsiteY8" fmla="*/ 342900 h 2228850"/>
                  <a:gd name="connsiteX9" fmla="*/ 3086100 w 3771900"/>
                  <a:gd name="connsiteY9" fmla="*/ 342900 h 2228850"/>
                  <a:gd name="connsiteX10" fmla="*/ 3086100 w 3771900"/>
                  <a:gd name="connsiteY10" fmla="*/ 428625 h 2228850"/>
                  <a:gd name="connsiteX11" fmla="*/ 3171825 w 3771900"/>
                  <a:gd name="connsiteY11" fmla="*/ 514350 h 2228850"/>
                  <a:gd name="connsiteX12" fmla="*/ 3514725 w 3771900"/>
                  <a:gd name="connsiteY12" fmla="*/ 514350 h 2228850"/>
                  <a:gd name="connsiteX13" fmla="*/ 3600450 w 3771900"/>
                  <a:gd name="connsiteY13" fmla="*/ 428625 h 2228850"/>
                  <a:gd name="connsiteX14" fmla="*/ 3600450 w 3771900"/>
                  <a:gd name="connsiteY14" fmla="*/ 85725 h 2228850"/>
                  <a:gd name="connsiteX15" fmla="*/ 3514725 w 3771900"/>
                  <a:gd name="connsiteY15" fmla="*/ 0 h 2228850"/>
                  <a:gd name="connsiteX16" fmla="*/ 3171825 w 3771900"/>
                  <a:gd name="connsiteY16" fmla="*/ 0 h 2228850"/>
                  <a:gd name="connsiteX17" fmla="*/ 3086100 w 3771900"/>
                  <a:gd name="connsiteY17" fmla="*/ 85725 h 2228850"/>
                  <a:gd name="connsiteX18" fmla="*/ 3086100 w 3771900"/>
                  <a:gd name="connsiteY18" fmla="*/ 171450 h 2228850"/>
                  <a:gd name="connsiteX19" fmla="*/ 2127361 w 3771900"/>
                  <a:gd name="connsiteY19" fmla="*/ 171450 h 2228850"/>
                  <a:gd name="connsiteX20" fmla="*/ 1885950 w 3771900"/>
                  <a:gd name="connsiteY20" fmla="*/ 0 h 2228850"/>
                  <a:gd name="connsiteX21" fmla="*/ 1644539 w 3771900"/>
                  <a:gd name="connsiteY21" fmla="*/ 171450 h 2228850"/>
                  <a:gd name="connsiteX22" fmla="*/ 685800 w 3771900"/>
                  <a:gd name="connsiteY22" fmla="*/ 171450 h 2228850"/>
                  <a:gd name="connsiteX23" fmla="*/ 685800 w 3771900"/>
                  <a:gd name="connsiteY23" fmla="*/ 85725 h 2228850"/>
                  <a:gd name="connsiteX24" fmla="*/ 600075 w 3771900"/>
                  <a:gd name="connsiteY24" fmla="*/ 0 h 2228850"/>
                  <a:gd name="connsiteX25" fmla="*/ 257175 w 3771900"/>
                  <a:gd name="connsiteY25" fmla="*/ 0 h 2228850"/>
                  <a:gd name="connsiteX26" fmla="*/ 171450 w 3771900"/>
                  <a:gd name="connsiteY26" fmla="*/ 85725 h 2228850"/>
                  <a:gd name="connsiteX27" fmla="*/ 171450 w 3771900"/>
                  <a:gd name="connsiteY27" fmla="*/ 428625 h 2228850"/>
                  <a:gd name="connsiteX28" fmla="*/ 257175 w 3771900"/>
                  <a:gd name="connsiteY28" fmla="*/ 514350 h 2228850"/>
                  <a:gd name="connsiteX29" fmla="*/ 600075 w 3771900"/>
                  <a:gd name="connsiteY29" fmla="*/ 514350 h 2228850"/>
                  <a:gd name="connsiteX30" fmla="*/ 685800 w 3771900"/>
                  <a:gd name="connsiteY30" fmla="*/ 428625 h 2228850"/>
                  <a:gd name="connsiteX31" fmla="*/ 685800 w 3771900"/>
                  <a:gd name="connsiteY31" fmla="*/ 342900 h 2228850"/>
                  <a:gd name="connsiteX32" fmla="*/ 1140642 w 3771900"/>
                  <a:gd name="connsiteY32" fmla="*/ 342900 h 2228850"/>
                  <a:gd name="connsiteX33" fmla="*/ 180522 w 3771900"/>
                  <a:gd name="connsiteY33" fmla="*/ 1727432 h 2228850"/>
                  <a:gd name="connsiteX34" fmla="*/ 0 w 3771900"/>
                  <a:gd name="connsiteY34" fmla="*/ 1971675 h 2228850"/>
                  <a:gd name="connsiteX35" fmla="*/ 257175 w 3771900"/>
                  <a:gd name="connsiteY35" fmla="*/ 2228850 h 2228850"/>
                  <a:gd name="connsiteX36" fmla="*/ 514350 w 3771900"/>
                  <a:gd name="connsiteY36" fmla="*/ 1971675 h 2228850"/>
                  <a:gd name="connsiteX37" fmla="*/ 352090 w 3771900"/>
                  <a:gd name="connsiteY37" fmla="*/ 1733095 h 2228850"/>
                  <a:gd name="connsiteX38" fmla="*/ 1651681 w 3771900"/>
                  <a:gd name="connsiteY38" fmla="*/ 362083 h 2228850"/>
                  <a:gd name="connsiteX39" fmla="*/ 3514686 w 3771900"/>
                  <a:gd name="connsiteY39" fmla="*/ 2057400 h 2228850"/>
                  <a:gd name="connsiteX40" fmla="*/ 3428961 w 3771900"/>
                  <a:gd name="connsiteY40" fmla="*/ 1971675 h 2228850"/>
                  <a:gd name="connsiteX41" fmla="*/ 3514686 w 3771900"/>
                  <a:gd name="connsiteY41" fmla="*/ 1885950 h 2228850"/>
                  <a:gd name="connsiteX42" fmla="*/ 3600411 w 3771900"/>
                  <a:gd name="connsiteY42" fmla="*/ 1971675 h 2228850"/>
                  <a:gd name="connsiteX43" fmla="*/ 3514686 w 3771900"/>
                  <a:gd name="connsiteY43" fmla="*/ 2057400 h 2228850"/>
                  <a:gd name="connsiteX44" fmla="*/ 3257511 w 3771900"/>
                  <a:gd name="connsiteY44" fmla="*/ 171450 h 2228850"/>
                  <a:gd name="connsiteX45" fmla="*/ 3428961 w 3771900"/>
                  <a:gd name="connsiteY45" fmla="*/ 171450 h 2228850"/>
                  <a:gd name="connsiteX46" fmla="*/ 3428961 w 3771900"/>
                  <a:gd name="connsiteY46" fmla="*/ 342900 h 2228850"/>
                  <a:gd name="connsiteX47" fmla="*/ 3257511 w 3771900"/>
                  <a:gd name="connsiteY47" fmla="*/ 342900 h 2228850"/>
                  <a:gd name="connsiteX48" fmla="*/ 514311 w 3771900"/>
                  <a:gd name="connsiteY48" fmla="*/ 342900 h 2228850"/>
                  <a:gd name="connsiteX49" fmla="*/ 342861 w 3771900"/>
                  <a:gd name="connsiteY49" fmla="*/ 342900 h 2228850"/>
                  <a:gd name="connsiteX50" fmla="*/ 342861 w 3771900"/>
                  <a:gd name="connsiteY50" fmla="*/ 171450 h 2228850"/>
                  <a:gd name="connsiteX51" fmla="*/ 514311 w 3771900"/>
                  <a:gd name="connsiteY51" fmla="*/ 171450 h 2228850"/>
                  <a:gd name="connsiteX52" fmla="*/ 1885911 w 3771900"/>
                  <a:gd name="connsiteY52" fmla="*/ 171450 h 2228850"/>
                  <a:gd name="connsiteX53" fmla="*/ 1971636 w 3771900"/>
                  <a:gd name="connsiteY53" fmla="*/ 257175 h 2228850"/>
                  <a:gd name="connsiteX54" fmla="*/ 1885911 w 3771900"/>
                  <a:gd name="connsiteY54" fmla="*/ 342900 h 2228850"/>
                  <a:gd name="connsiteX55" fmla="*/ 1800186 w 3771900"/>
                  <a:gd name="connsiteY55" fmla="*/ 257175 h 2228850"/>
                  <a:gd name="connsiteX56" fmla="*/ 1885911 w 3771900"/>
                  <a:gd name="connsiteY56" fmla="*/ 171450 h 2228850"/>
                  <a:gd name="connsiteX57" fmla="*/ 257136 w 3771900"/>
                  <a:gd name="connsiteY57" fmla="*/ 2057400 h 2228850"/>
                  <a:gd name="connsiteX58" fmla="*/ 171411 w 3771900"/>
                  <a:gd name="connsiteY58" fmla="*/ 1971675 h 2228850"/>
                  <a:gd name="connsiteX59" fmla="*/ 257136 w 3771900"/>
                  <a:gd name="connsiteY59" fmla="*/ 1885950 h 2228850"/>
                  <a:gd name="connsiteX60" fmla="*/ 342861 w 3771900"/>
                  <a:gd name="connsiteY60" fmla="*/ 1971675 h 2228850"/>
                  <a:gd name="connsiteX61" fmla="*/ 257136 w 3771900"/>
                  <a:gd name="connsiteY61" fmla="*/ 2057400 h 2228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</a:cxnLst>
                <a:rect l="l" t="t" r="r" b="b"/>
                <a:pathLst>
                  <a:path w="3771900" h="2228850">
                    <a:moveTo>
                      <a:pt x="1651661" y="362102"/>
                    </a:moveTo>
                    <a:cubicBezTo>
                      <a:pt x="1691960" y="451578"/>
                      <a:pt x="1781630" y="514340"/>
                      <a:pt x="1885950" y="514340"/>
                    </a:cubicBezTo>
                    <a:cubicBezTo>
                      <a:pt x="1990270" y="514340"/>
                      <a:pt x="2079865" y="451692"/>
                      <a:pt x="2120161" y="362259"/>
                    </a:cubicBezTo>
                    <a:cubicBezTo>
                      <a:pt x="2809478" y="468117"/>
                      <a:pt x="3350584" y="1038527"/>
                      <a:pt x="3419850" y="1733173"/>
                    </a:cubicBezTo>
                    <a:cubicBezTo>
                      <a:pt x="3324940" y="1770985"/>
                      <a:pt x="3257550" y="1863407"/>
                      <a:pt x="3257550" y="1971675"/>
                    </a:cubicBezTo>
                    <a:cubicBezTo>
                      <a:pt x="3257550" y="2113469"/>
                      <a:pt x="3372931" y="2228850"/>
                      <a:pt x="3514725" y="2228850"/>
                    </a:cubicBezTo>
                    <a:cubicBezTo>
                      <a:pt x="3656519" y="2228850"/>
                      <a:pt x="3771900" y="2113469"/>
                      <a:pt x="3771900" y="1971675"/>
                    </a:cubicBezTo>
                    <a:cubicBezTo>
                      <a:pt x="3771900" y="1856715"/>
                      <a:pt x="3695589" y="1760272"/>
                      <a:pt x="3591378" y="1727432"/>
                    </a:cubicBezTo>
                    <a:cubicBezTo>
                      <a:pt x="3535121" y="1122498"/>
                      <a:pt x="3157433" y="600369"/>
                      <a:pt x="2628926" y="342900"/>
                    </a:cubicBezTo>
                    <a:lnTo>
                      <a:pt x="3086100" y="342900"/>
                    </a:lnTo>
                    <a:lnTo>
                      <a:pt x="3086100" y="428625"/>
                    </a:lnTo>
                    <a:cubicBezTo>
                      <a:pt x="3086100" y="475927"/>
                      <a:pt x="3124524" y="514350"/>
                      <a:pt x="3171825" y="514350"/>
                    </a:cubicBezTo>
                    <a:lnTo>
                      <a:pt x="3514725" y="514350"/>
                    </a:lnTo>
                    <a:cubicBezTo>
                      <a:pt x="3562027" y="514350"/>
                      <a:pt x="3600450" y="475927"/>
                      <a:pt x="3600450" y="428625"/>
                    </a:cubicBezTo>
                    <a:lnTo>
                      <a:pt x="3600450" y="85725"/>
                    </a:lnTo>
                    <a:cubicBezTo>
                      <a:pt x="3600450" y="38423"/>
                      <a:pt x="3562027" y="0"/>
                      <a:pt x="3514725" y="0"/>
                    </a:cubicBezTo>
                    <a:lnTo>
                      <a:pt x="3171825" y="0"/>
                    </a:lnTo>
                    <a:cubicBezTo>
                      <a:pt x="3124524" y="0"/>
                      <a:pt x="3086100" y="38423"/>
                      <a:pt x="3086100" y="85725"/>
                    </a:cubicBezTo>
                    <a:lnTo>
                      <a:pt x="3086100" y="171450"/>
                    </a:lnTo>
                    <a:lnTo>
                      <a:pt x="2127361" y="171450"/>
                    </a:lnTo>
                    <a:cubicBezTo>
                      <a:pt x="2091885" y="71911"/>
                      <a:pt x="1997588" y="0"/>
                      <a:pt x="1885950" y="0"/>
                    </a:cubicBezTo>
                    <a:cubicBezTo>
                      <a:pt x="1774351" y="0"/>
                      <a:pt x="1680053" y="71909"/>
                      <a:pt x="1644539" y="171450"/>
                    </a:cubicBezTo>
                    <a:lnTo>
                      <a:pt x="685800" y="171450"/>
                    </a:lnTo>
                    <a:lnTo>
                      <a:pt x="685800" y="85725"/>
                    </a:lnTo>
                    <a:cubicBezTo>
                      <a:pt x="685800" y="38423"/>
                      <a:pt x="647377" y="0"/>
                      <a:pt x="600075" y="0"/>
                    </a:cubicBezTo>
                    <a:lnTo>
                      <a:pt x="257175" y="0"/>
                    </a:lnTo>
                    <a:cubicBezTo>
                      <a:pt x="209873" y="0"/>
                      <a:pt x="171450" y="38423"/>
                      <a:pt x="171450" y="85725"/>
                    </a:cubicBezTo>
                    <a:lnTo>
                      <a:pt x="171450" y="428625"/>
                    </a:lnTo>
                    <a:cubicBezTo>
                      <a:pt x="171450" y="475927"/>
                      <a:pt x="209873" y="514350"/>
                      <a:pt x="257175" y="514350"/>
                    </a:cubicBezTo>
                    <a:lnTo>
                      <a:pt x="600075" y="514350"/>
                    </a:lnTo>
                    <a:cubicBezTo>
                      <a:pt x="647377" y="514350"/>
                      <a:pt x="685800" y="475927"/>
                      <a:pt x="685800" y="428625"/>
                    </a:cubicBezTo>
                    <a:lnTo>
                      <a:pt x="685800" y="342900"/>
                    </a:lnTo>
                    <a:lnTo>
                      <a:pt x="1140642" y="342900"/>
                    </a:lnTo>
                    <a:cubicBezTo>
                      <a:pt x="612743" y="599997"/>
                      <a:pt x="236660" y="1121195"/>
                      <a:pt x="180522" y="1727432"/>
                    </a:cubicBezTo>
                    <a:cubicBezTo>
                      <a:pt x="76310" y="1760268"/>
                      <a:pt x="0" y="1856706"/>
                      <a:pt x="0" y="1971675"/>
                    </a:cubicBezTo>
                    <a:cubicBezTo>
                      <a:pt x="0" y="2113469"/>
                      <a:pt x="115381" y="2228850"/>
                      <a:pt x="257175" y="2228850"/>
                    </a:cubicBezTo>
                    <a:cubicBezTo>
                      <a:pt x="398969" y="2228850"/>
                      <a:pt x="514350" y="2113469"/>
                      <a:pt x="514350" y="1971675"/>
                    </a:cubicBezTo>
                    <a:cubicBezTo>
                      <a:pt x="514350" y="1863407"/>
                      <a:pt x="446957" y="1770990"/>
                      <a:pt x="352090" y="1733095"/>
                    </a:cubicBezTo>
                    <a:cubicBezTo>
                      <a:pt x="421244" y="1036312"/>
                      <a:pt x="961423" y="467990"/>
                      <a:pt x="1651681" y="362083"/>
                    </a:cubicBezTo>
                    <a:close/>
                    <a:moveTo>
                      <a:pt x="3514686" y="2057400"/>
                    </a:moveTo>
                    <a:cubicBezTo>
                      <a:pt x="3467461" y="2057400"/>
                      <a:pt x="3428961" y="2018900"/>
                      <a:pt x="3428961" y="1971675"/>
                    </a:cubicBezTo>
                    <a:cubicBezTo>
                      <a:pt x="3428961" y="1924450"/>
                      <a:pt x="3467461" y="1885950"/>
                      <a:pt x="3514686" y="1885950"/>
                    </a:cubicBezTo>
                    <a:cubicBezTo>
                      <a:pt x="3561911" y="1885950"/>
                      <a:pt x="3600411" y="1924450"/>
                      <a:pt x="3600411" y="1971675"/>
                    </a:cubicBezTo>
                    <a:cubicBezTo>
                      <a:pt x="3600411" y="2018900"/>
                      <a:pt x="3561911" y="2057400"/>
                      <a:pt x="3514686" y="2057400"/>
                    </a:cubicBezTo>
                    <a:close/>
                    <a:moveTo>
                      <a:pt x="3257511" y="171450"/>
                    </a:moveTo>
                    <a:lnTo>
                      <a:pt x="3428961" y="171450"/>
                    </a:lnTo>
                    <a:lnTo>
                      <a:pt x="3428961" y="342900"/>
                    </a:lnTo>
                    <a:lnTo>
                      <a:pt x="3257511" y="342900"/>
                    </a:lnTo>
                    <a:close/>
                    <a:moveTo>
                      <a:pt x="514311" y="342900"/>
                    </a:moveTo>
                    <a:lnTo>
                      <a:pt x="342861" y="342900"/>
                    </a:lnTo>
                    <a:lnTo>
                      <a:pt x="342861" y="171450"/>
                    </a:lnTo>
                    <a:lnTo>
                      <a:pt x="514311" y="171450"/>
                    </a:lnTo>
                    <a:close/>
                    <a:moveTo>
                      <a:pt x="1885911" y="171450"/>
                    </a:moveTo>
                    <a:cubicBezTo>
                      <a:pt x="1933136" y="171450"/>
                      <a:pt x="1971636" y="209950"/>
                      <a:pt x="1971636" y="257175"/>
                    </a:cubicBezTo>
                    <a:cubicBezTo>
                      <a:pt x="1971636" y="304400"/>
                      <a:pt x="1933136" y="342900"/>
                      <a:pt x="1885911" y="342900"/>
                    </a:cubicBezTo>
                    <a:cubicBezTo>
                      <a:pt x="1838686" y="342900"/>
                      <a:pt x="1800186" y="304400"/>
                      <a:pt x="1800186" y="257175"/>
                    </a:cubicBezTo>
                    <a:cubicBezTo>
                      <a:pt x="1800186" y="209950"/>
                      <a:pt x="1838686" y="171450"/>
                      <a:pt x="1885911" y="171450"/>
                    </a:cubicBezTo>
                    <a:close/>
                    <a:moveTo>
                      <a:pt x="257136" y="2057400"/>
                    </a:moveTo>
                    <a:cubicBezTo>
                      <a:pt x="209911" y="2057400"/>
                      <a:pt x="171411" y="2018900"/>
                      <a:pt x="171411" y="1971675"/>
                    </a:cubicBezTo>
                    <a:cubicBezTo>
                      <a:pt x="171411" y="1924450"/>
                      <a:pt x="209911" y="1885950"/>
                      <a:pt x="257136" y="1885950"/>
                    </a:cubicBezTo>
                    <a:cubicBezTo>
                      <a:pt x="304361" y="1885950"/>
                      <a:pt x="342861" y="1924450"/>
                      <a:pt x="342861" y="1971675"/>
                    </a:cubicBezTo>
                    <a:cubicBezTo>
                      <a:pt x="342861" y="2018900"/>
                      <a:pt x="304361" y="2057400"/>
                      <a:pt x="257136" y="2057400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1" name="Freeform: Shape 61">
                <a:extLst>
                  <a:ext uri="{FF2B5EF4-FFF2-40B4-BE49-F238E27FC236}">
                    <a16:creationId xmlns:a16="http://schemas.microsoft.com/office/drawing/2014/main" id="{E9DB6602-7E42-B3A6-2330-9F232B41F5C6}"/>
                  </a:ext>
                </a:extLst>
              </p:cNvPr>
              <p:cNvSpPr/>
              <p:nvPr/>
            </p:nvSpPr>
            <p:spPr>
              <a:xfrm>
                <a:off x="14417166" y="-77187"/>
                <a:ext cx="5486400" cy="4800600"/>
              </a:xfrm>
              <a:custGeom>
                <a:avLst/>
                <a:gdLst>
                  <a:gd name="connsiteX0" fmla="*/ 5400675 w 5486400"/>
                  <a:gd name="connsiteY0" fmla="*/ 0 h 4800600"/>
                  <a:gd name="connsiteX1" fmla="*/ 85725 w 5486400"/>
                  <a:gd name="connsiteY1" fmla="*/ 0 h 4800600"/>
                  <a:gd name="connsiteX2" fmla="*/ 0 w 5486400"/>
                  <a:gd name="connsiteY2" fmla="*/ 85725 h 4800600"/>
                  <a:gd name="connsiteX3" fmla="*/ 0 w 5486400"/>
                  <a:gd name="connsiteY3" fmla="*/ 4714875 h 4800600"/>
                  <a:gd name="connsiteX4" fmla="*/ 85725 w 5486400"/>
                  <a:gd name="connsiteY4" fmla="*/ 4800600 h 4800600"/>
                  <a:gd name="connsiteX5" fmla="*/ 2143125 w 5486400"/>
                  <a:gd name="connsiteY5" fmla="*/ 4800600 h 4800600"/>
                  <a:gd name="connsiteX6" fmla="*/ 2143125 w 5486400"/>
                  <a:gd name="connsiteY6" fmla="*/ 4629150 h 4800600"/>
                  <a:gd name="connsiteX7" fmla="*/ 171450 w 5486400"/>
                  <a:gd name="connsiteY7" fmla="*/ 4629150 h 4800600"/>
                  <a:gd name="connsiteX8" fmla="*/ 171450 w 5486400"/>
                  <a:gd name="connsiteY8" fmla="*/ 857250 h 4800600"/>
                  <a:gd name="connsiteX9" fmla="*/ 5314950 w 5486400"/>
                  <a:gd name="connsiteY9" fmla="*/ 857250 h 4800600"/>
                  <a:gd name="connsiteX10" fmla="*/ 5314950 w 5486400"/>
                  <a:gd name="connsiteY10" fmla="*/ 4629150 h 4800600"/>
                  <a:gd name="connsiteX11" fmla="*/ 3343275 w 5486400"/>
                  <a:gd name="connsiteY11" fmla="*/ 4629150 h 4800600"/>
                  <a:gd name="connsiteX12" fmla="*/ 3343275 w 5486400"/>
                  <a:gd name="connsiteY12" fmla="*/ 4800600 h 4800600"/>
                  <a:gd name="connsiteX13" fmla="*/ 5400675 w 5486400"/>
                  <a:gd name="connsiteY13" fmla="*/ 4800600 h 4800600"/>
                  <a:gd name="connsiteX14" fmla="*/ 5486400 w 5486400"/>
                  <a:gd name="connsiteY14" fmla="*/ 4714875 h 4800600"/>
                  <a:gd name="connsiteX15" fmla="*/ 5486400 w 5486400"/>
                  <a:gd name="connsiteY15" fmla="*/ 85725 h 4800600"/>
                  <a:gd name="connsiteX16" fmla="*/ 5400675 w 5486400"/>
                  <a:gd name="connsiteY16" fmla="*/ 0 h 4800600"/>
                  <a:gd name="connsiteX17" fmla="*/ 171450 w 5486400"/>
                  <a:gd name="connsiteY17" fmla="*/ 685800 h 4800600"/>
                  <a:gd name="connsiteX18" fmla="*/ 171450 w 5486400"/>
                  <a:gd name="connsiteY18" fmla="*/ 171450 h 4800600"/>
                  <a:gd name="connsiteX19" fmla="*/ 5314950 w 5486400"/>
                  <a:gd name="connsiteY19" fmla="*/ 171450 h 4800600"/>
                  <a:gd name="connsiteX20" fmla="*/ 5314950 w 5486400"/>
                  <a:gd name="connsiteY20" fmla="*/ 685800 h 4800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5486400" h="4800600">
                    <a:moveTo>
                      <a:pt x="5400675" y="0"/>
                    </a:moveTo>
                    <a:lnTo>
                      <a:pt x="85725" y="0"/>
                    </a:lnTo>
                    <a:cubicBezTo>
                      <a:pt x="38423" y="0"/>
                      <a:pt x="0" y="38423"/>
                      <a:pt x="0" y="85725"/>
                    </a:cubicBezTo>
                    <a:lnTo>
                      <a:pt x="0" y="4714875"/>
                    </a:lnTo>
                    <a:cubicBezTo>
                      <a:pt x="0" y="4762177"/>
                      <a:pt x="38423" y="4800600"/>
                      <a:pt x="85725" y="4800600"/>
                    </a:cubicBezTo>
                    <a:lnTo>
                      <a:pt x="2143125" y="4800600"/>
                    </a:lnTo>
                    <a:lnTo>
                      <a:pt x="2143125" y="4629150"/>
                    </a:lnTo>
                    <a:lnTo>
                      <a:pt x="171450" y="4629150"/>
                    </a:lnTo>
                    <a:lnTo>
                      <a:pt x="171450" y="857250"/>
                    </a:lnTo>
                    <a:lnTo>
                      <a:pt x="5314950" y="857250"/>
                    </a:lnTo>
                    <a:lnTo>
                      <a:pt x="5314950" y="4629150"/>
                    </a:lnTo>
                    <a:lnTo>
                      <a:pt x="3343275" y="4629150"/>
                    </a:lnTo>
                    <a:lnTo>
                      <a:pt x="3343275" y="4800600"/>
                    </a:lnTo>
                    <a:lnTo>
                      <a:pt x="5400675" y="4800600"/>
                    </a:lnTo>
                    <a:cubicBezTo>
                      <a:pt x="5447977" y="4800600"/>
                      <a:pt x="5486400" y="4762177"/>
                      <a:pt x="5486400" y="4714875"/>
                    </a:cubicBezTo>
                    <a:lnTo>
                      <a:pt x="5486400" y="85725"/>
                    </a:lnTo>
                    <a:cubicBezTo>
                      <a:pt x="5486400" y="38423"/>
                      <a:pt x="5447977" y="0"/>
                      <a:pt x="5400675" y="0"/>
                    </a:cubicBezTo>
                    <a:close/>
                    <a:moveTo>
                      <a:pt x="171450" y="685800"/>
                    </a:moveTo>
                    <a:lnTo>
                      <a:pt x="171450" y="171450"/>
                    </a:lnTo>
                    <a:lnTo>
                      <a:pt x="5314950" y="171450"/>
                    </a:lnTo>
                    <a:lnTo>
                      <a:pt x="5314950" y="685800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2" name="Freeform: Shape 65">
                <a:extLst>
                  <a:ext uri="{FF2B5EF4-FFF2-40B4-BE49-F238E27FC236}">
                    <a16:creationId xmlns:a16="http://schemas.microsoft.com/office/drawing/2014/main" id="{DCD811FE-1D4C-A788-849C-0C7FB8963562}"/>
                  </a:ext>
                </a:extLst>
              </p:cNvPr>
              <p:cNvSpPr/>
              <p:nvPr/>
            </p:nvSpPr>
            <p:spPr>
              <a:xfrm>
                <a:off x="14931516" y="265713"/>
                <a:ext cx="171450" cy="171450"/>
              </a:xfrm>
              <a:custGeom>
                <a:avLst/>
                <a:gdLst>
                  <a:gd name="connsiteX0" fmla="*/ 0 w 171450"/>
                  <a:gd name="connsiteY0" fmla="*/ 0 h 171450"/>
                  <a:gd name="connsiteX1" fmla="*/ 171450 w 171450"/>
                  <a:gd name="connsiteY1" fmla="*/ 0 h 171450"/>
                  <a:gd name="connsiteX2" fmla="*/ 171450 w 171450"/>
                  <a:gd name="connsiteY2" fmla="*/ 171450 h 171450"/>
                  <a:gd name="connsiteX3" fmla="*/ 0 w 171450"/>
                  <a:gd name="connsiteY3" fmla="*/ 171450 h 171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1450" h="171450">
                    <a:moveTo>
                      <a:pt x="0" y="0"/>
                    </a:moveTo>
                    <a:lnTo>
                      <a:pt x="171450" y="0"/>
                    </a:lnTo>
                    <a:lnTo>
                      <a:pt x="171450" y="171450"/>
                    </a:lnTo>
                    <a:lnTo>
                      <a:pt x="0" y="171450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3" name="Freeform: Shape 66">
                <a:extLst>
                  <a:ext uri="{FF2B5EF4-FFF2-40B4-BE49-F238E27FC236}">
                    <a16:creationId xmlns:a16="http://schemas.microsoft.com/office/drawing/2014/main" id="{EB8AA6B9-340D-DE91-C848-3093BD8A8DFF}"/>
                  </a:ext>
                </a:extLst>
              </p:cNvPr>
              <p:cNvSpPr/>
              <p:nvPr/>
            </p:nvSpPr>
            <p:spPr>
              <a:xfrm>
                <a:off x="15274416" y="265713"/>
                <a:ext cx="171450" cy="171450"/>
              </a:xfrm>
              <a:custGeom>
                <a:avLst/>
                <a:gdLst>
                  <a:gd name="connsiteX0" fmla="*/ 0 w 171450"/>
                  <a:gd name="connsiteY0" fmla="*/ 0 h 171450"/>
                  <a:gd name="connsiteX1" fmla="*/ 171450 w 171450"/>
                  <a:gd name="connsiteY1" fmla="*/ 0 h 171450"/>
                  <a:gd name="connsiteX2" fmla="*/ 171450 w 171450"/>
                  <a:gd name="connsiteY2" fmla="*/ 171450 h 171450"/>
                  <a:gd name="connsiteX3" fmla="*/ 0 w 171450"/>
                  <a:gd name="connsiteY3" fmla="*/ 171450 h 171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1450" h="171450">
                    <a:moveTo>
                      <a:pt x="0" y="0"/>
                    </a:moveTo>
                    <a:lnTo>
                      <a:pt x="171450" y="0"/>
                    </a:lnTo>
                    <a:lnTo>
                      <a:pt x="171450" y="171450"/>
                    </a:lnTo>
                    <a:lnTo>
                      <a:pt x="0" y="171450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4" name="Freeform: Shape 67">
                <a:extLst>
                  <a:ext uri="{FF2B5EF4-FFF2-40B4-BE49-F238E27FC236}">
                    <a16:creationId xmlns:a16="http://schemas.microsoft.com/office/drawing/2014/main" id="{0ED6CC5F-21F7-FDF5-EDC6-53A40662F4E1}"/>
                  </a:ext>
                </a:extLst>
              </p:cNvPr>
              <p:cNvSpPr/>
              <p:nvPr/>
            </p:nvSpPr>
            <p:spPr>
              <a:xfrm>
                <a:off x="15617316" y="265713"/>
                <a:ext cx="171450" cy="171450"/>
              </a:xfrm>
              <a:custGeom>
                <a:avLst/>
                <a:gdLst>
                  <a:gd name="connsiteX0" fmla="*/ 0 w 171450"/>
                  <a:gd name="connsiteY0" fmla="*/ 0 h 171450"/>
                  <a:gd name="connsiteX1" fmla="*/ 171450 w 171450"/>
                  <a:gd name="connsiteY1" fmla="*/ 0 h 171450"/>
                  <a:gd name="connsiteX2" fmla="*/ 171450 w 171450"/>
                  <a:gd name="connsiteY2" fmla="*/ 171450 h 171450"/>
                  <a:gd name="connsiteX3" fmla="*/ 0 w 171450"/>
                  <a:gd name="connsiteY3" fmla="*/ 171450 h 171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1450" h="171450">
                    <a:moveTo>
                      <a:pt x="0" y="0"/>
                    </a:moveTo>
                    <a:lnTo>
                      <a:pt x="171450" y="0"/>
                    </a:lnTo>
                    <a:lnTo>
                      <a:pt x="171450" y="171450"/>
                    </a:lnTo>
                    <a:lnTo>
                      <a:pt x="0" y="171450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5" name="Freeform: Shape 68">
                <a:extLst>
                  <a:ext uri="{FF2B5EF4-FFF2-40B4-BE49-F238E27FC236}">
                    <a16:creationId xmlns:a16="http://schemas.microsoft.com/office/drawing/2014/main" id="{66C6BC8E-00FC-A6C8-D9FD-7F51C6F9553F}"/>
                  </a:ext>
                </a:extLst>
              </p:cNvPr>
              <p:cNvSpPr/>
              <p:nvPr/>
            </p:nvSpPr>
            <p:spPr>
              <a:xfrm>
                <a:off x="18874866" y="265713"/>
                <a:ext cx="514350" cy="171450"/>
              </a:xfrm>
              <a:custGeom>
                <a:avLst/>
                <a:gdLst>
                  <a:gd name="connsiteX0" fmla="*/ 0 w 514350"/>
                  <a:gd name="connsiteY0" fmla="*/ 0 h 171450"/>
                  <a:gd name="connsiteX1" fmla="*/ 514350 w 514350"/>
                  <a:gd name="connsiteY1" fmla="*/ 0 h 171450"/>
                  <a:gd name="connsiteX2" fmla="*/ 514350 w 514350"/>
                  <a:gd name="connsiteY2" fmla="*/ 171450 h 171450"/>
                  <a:gd name="connsiteX3" fmla="*/ 0 w 514350"/>
                  <a:gd name="connsiteY3" fmla="*/ 171450 h 171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14350" h="171450">
                    <a:moveTo>
                      <a:pt x="0" y="0"/>
                    </a:moveTo>
                    <a:lnTo>
                      <a:pt x="514350" y="0"/>
                    </a:lnTo>
                    <a:lnTo>
                      <a:pt x="514350" y="171450"/>
                    </a:lnTo>
                    <a:lnTo>
                      <a:pt x="0" y="171450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6" name="Freeform: Shape 69">
                <a:extLst>
                  <a:ext uri="{FF2B5EF4-FFF2-40B4-BE49-F238E27FC236}">
                    <a16:creationId xmlns:a16="http://schemas.microsoft.com/office/drawing/2014/main" id="{A5080356-D95B-7A3D-410E-FD3D41752335}"/>
                  </a:ext>
                </a:extLst>
              </p:cNvPr>
              <p:cNvSpPr/>
              <p:nvPr/>
            </p:nvSpPr>
            <p:spPr>
              <a:xfrm>
                <a:off x="17074641" y="4551963"/>
                <a:ext cx="171450" cy="342900"/>
              </a:xfrm>
              <a:custGeom>
                <a:avLst/>
                <a:gdLst>
                  <a:gd name="connsiteX0" fmla="*/ 0 w 171450"/>
                  <a:gd name="connsiteY0" fmla="*/ 0 h 342900"/>
                  <a:gd name="connsiteX1" fmla="*/ 171450 w 171450"/>
                  <a:gd name="connsiteY1" fmla="*/ 0 h 342900"/>
                  <a:gd name="connsiteX2" fmla="*/ 171450 w 171450"/>
                  <a:gd name="connsiteY2" fmla="*/ 342900 h 342900"/>
                  <a:gd name="connsiteX3" fmla="*/ 0 w 171450"/>
                  <a:gd name="connsiteY3" fmla="*/ 342900 h 3429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1450" h="342900">
                    <a:moveTo>
                      <a:pt x="0" y="0"/>
                    </a:moveTo>
                    <a:lnTo>
                      <a:pt x="171450" y="0"/>
                    </a:lnTo>
                    <a:lnTo>
                      <a:pt x="171450" y="342900"/>
                    </a:lnTo>
                    <a:lnTo>
                      <a:pt x="0" y="342900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</p:grpSp>
      <p:sp>
        <p:nvSpPr>
          <p:cNvPr id="97" name="TextBox 96">
            <a:extLst>
              <a:ext uri="{FF2B5EF4-FFF2-40B4-BE49-F238E27FC236}">
                <a16:creationId xmlns:a16="http://schemas.microsoft.com/office/drawing/2014/main" id="{18A03BD2-424A-E4AA-69BD-ADAC3C440120}"/>
              </a:ext>
            </a:extLst>
          </p:cNvPr>
          <p:cNvSpPr txBox="1"/>
          <p:nvPr/>
        </p:nvSpPr>
        <p:spPr>
          <a:xfrm>
            <a:off x="9092132" y="2339257"/>
            <a:ext cx="2721002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IN" b="1" cap="all">
                <a:solidFill>
                  <a:srgbClr val="83C937"/>
                </a:solidFill>
                <a:latin typeface="+mj-lt"/>
                <a:ea typeface="Open Sans"/>
                <a:cs typeface="Open Sans"/>
              </a:rPr>
              <a:t>Design Workshops</a:t>
            </a:r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4494CC09-D123-8BD1-1A6D-A3A581BC0B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254799" y="3065257"/>
            <a:ext cx="3564000" cy="0"/>
          </a:xfrm>
          <a:prstGeom prst="line">
            <a:avLst/>
          </a:prstGeom>
          <a:ln w="38100">
            <a:solidFill>
              <a:srgbClr val="83C93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C28BE133-688D-A106-C135-42F5889E4FD5}"/>
              </a:ext>
            </a:extLst>
          </p:cNvPr>
          <p:cNvSpPr txBox="1"/>
          <p:nvPr/>
        </p:nvSpPr>
        <p:spPr>
          <a:xfrm>
            <a:off x="8254799" y="3317617"/>
            <a:ext cx="3565725" cy="11609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lnSpc>
                <a:spcPct val="110000"/>
              </a:lnSpc>
              <a:defRPr sz="1600">
                <a:solidFill>
                  <a:schemeClr val="accent4"/>
                </a:solidFill>
                <a:ea typeface="+mn-lt"/>
                <a:cs typeface="+mn-lt"/>
              </a:defRPr>
            </a:lvl1pPr>
          </a:lstStyle>
          <a:p>
            <a:r>
              <a:rPr lang="en-US"/>
              <a:t>Deep dive workshops on WAI ARIA (Web Accessibility Initiative Accessible Rich Internet Applications) in implementation of advanced controls</a:t>
            </a:r>
          </a:p>
        </p:txBody>
      </p:sp>
    </p:spTree>
    <p:extLst>
      <p:ext uri="{BB962C8B-B14F-4D97-AF65-F5344CB8AC3E}">
        <p14:creationId xmlns:p14="http://schemas.microsoft.com/office/powerpoint/2010/main" val="36471436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37A68DA-3F9F-41AD-B06C-111243E38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DB023-C1A5-4ABF-B6D8-70426759D17D}" type="slidenum">
              <a:rPr lang="en-IN" smtClean="0"/>
              <a:pPr/>
              <a:t>10</a:t>
            </a:fld>
            <a:endParaRPr lang="en-IN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5E80926-CA19-4B47-A0EB-42101A1F1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999" y="360000"/>
            <a:ext cx="11589429" cy="1261884"/>
          </a:xfrm>
        </p:spPr>
        <p:txBody>
          <a:bodyPr/>
          <a:lstStyle/>
          <a:p>
            <a:r>
              <a:rPr lang="en-IN" sz="1800" dirty="0">
                <a:solidFill>
                  <a:schemeClr val="tx1">
                    <a:lumMod val="50000"/>
                    <a:lumOff val="50000"/>
                  </a:schemeClr>
                </a:solidFill>
                <a:ea typeface="+mj-lt"/>
                <a:cs typeface="+mj-lt"/>
              </a:rPr>
              <a:t>Print Material digitization Platform: </a:t>
            </a:r>
            <a:endParaRPr lang="en-US" sz="1800" b="0" dirty="0">
              <a:solidFill>
                <a:schemeClr val="tx1">
                  <a:lumMod val="50000"/>
                  <a:lumOff val="50000"/>
                </a:schemeClr>
              </a:solidFill>
              <a:ea typeface="+mj-lt"/>
              <a:cs typeface="+mj-lt"/>
            </a:endParaRPr>
          </a:p>
          <a:p>
            <a:r>
              <a:rPr lang="en-US" dirty="0"/>
              <a:t>Use</a:t>
            </a:r>
            <a:r>
              <a:rPr lang="en-US" dirty="0">
                <a:ea typeface="+mj-lt"/>
                <a:cs typeface="+mj-lt"/>
              </a:rPr>
              <a:t> our </a:t>
            </a:r>
            <a:r>
              <a:rPr lang="en-US" dirty="0" err="1">
                <a:ea typeface="+mj-lt"/>
                <a:cs typeface="+mj-lt"/>
              </a:rPr>
              <a:t>Accessital</a:t>
            </a:r>
            <a:r>
              <a:rPr lang="en-US" dirty="0">
                <a:ea typeface="+mj-lt"/>
                <a:cs typeface="+mj-lt"/>
              </a:rPr>
              <a:t> platform to create  accessible </a:t>
            </a:r>
            <a:r>
              <a:rPr lang="en-US" dirty="0" err="1">
                <a:ea typeface="+mj-lt"/>
                <a:cs typeface="+mj-lt"/>
              </a:rPr>
              <a:t>Ebooks</a:t>
            </a:r>
            <a:r>
              <a:rPr lang="en-US" dirty="0">
                <a:ea typeface="+mj-lt"/>
                <a:cs typeface="+mj-lt"/>
              </a:rPr>
              <a:t> at scale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439AB14-A144-780F-129A-CFD4FEC8C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59999" y="2111282"/>
            <a:ext cx="732950" cy="732950"/>
            <a:chOff x="359999" y="2111282"/>
            <a:chExt cx="732950" cy="732950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206D1569-D116-8CED-14DC-AC0613B58E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59999" y="2111282"/>
              <a:ext cx="732950" cy="7329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9CFB18E6-0B04-316B-C45F-C20BEBCF86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568729" y="2299843"/>
              <a:ext cx="315490" cy="355828"/>
              <a:chOff x="4605420" y="7670577"/>
              <a:chExt cx="4857123" cy="5478124"/>
            </a:xfrm>
            <a:solidFill>
              <a:schemeClr val="bg1"/>
            </a:solidFill>
          </p:grpSpPr>
          <p:sp>
            <p:nvSpPr>
              <p:cNvPr id="40" name="Freeform: Shape 136">
                <a:extLst>
                  <a:ext uri="{FF2B5EF4-FFF2-40B4-BE49-F238E27FC236}">
                    <a16:creationId xmlns:a16="http://schemas.microsoft.com/office/drawing/2014/main" id="{6B3FF29D-EC40-AAEB-BCCB-9D6B2C9FC173}"/>
                  </a:ext>
                </a:extLst>
              </p:cNvPr>
              <p:cNvSpPr/>
              <p:nvPr/>
            </p:nvSpPr>
            <p:spPr>
              <a:xfrm>
                <a:off x="5035946" y="9046555"/>
                <a:ext cx="2827651" cy="126598"/>
              </a:xfrm>
              <a:custGeom>
                <a:avLst/>
                <a:gdLst>
                  <a:gd name="connsiteX0" fmla="*/ 0 w 2827651"/>
                  <a:gd name="connsiteY0" fmla="*/ 0 h 126598"/>
                  <a:gd name="connsiteX1" fmla="*/ 2827651 w 2827651"/>
                  <a:gd name="connsiteY1" fmla="*/ 0 h 126598"/>
                  <a:gd name="connsiteX2" fmla="*/ 2827651 w 2827651"/>
                  <a:gd name="connsiteY2" fmla="*/ 126599 h 126598"/>
                  <a:gd name="connsiteX3" fmla="*/ 0 w 2827651"/>
                  <a:gd name="connsiteY3" fmla="*/ 126599 h 1265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827651" h="126598">
                    <a:moveTo>
                      <a:pt x="0" y="0"/>
                    </a:moveTo>
                    <a:lnTo>
                      <a:pt x="2827651" y="0"/>
                    </a:lnTo>
                    <a:lnTo>
                      <a:pt x="2827651" y="126599"/>
                    </a:lnTo>
                    <a:lnTo>
                      <a:pt x="0" y="126599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1" name="Freeform: Shape 137">
                <a:extLst>
                  <a:ext uri="{FF2B5EF4-FFF2-40B4-BE49-F238E27FC236}">
                    <a16:creationId xmlns:a16="http://schemas.microsoft.com/office/drawing/2014/main" id="{48ADFF3E-EA94-C92E-5CBA-AC7E9776EEFF}"/>
                  </a:ext>
                </a:extLst>
              </p:cNvPr>
              <p:cNvSpPr/>
              <p:nvPr/>
            </p:nvSpPr>
            <p:spPr>
              <a:xfrm>
                <a:off x="5035946" y="9730297"/>
                <a:ext cx="2430867" cy="126598"/>
              </a:xfrm>
              <a:custGeom>
                <a:avLst/>
                <a:gdLst>
                  <a:gd name="connsiteX0" fmla="*/ 0 w 2430867"/>
                  <a:gd name="connsiteY0" fmla="*/ 0 h 126598"/>
                  <a:gd name="connsiteX1" fmla="*/ 2430867 w 2430867"/>
                  <a:gd name="connsiteY1" fmla="*/ 0 h 126598"/>
                  <a:gd name="connsiteX2" fmla="*/ 2430867 w 2430867"/>
                  <a:gd name="connsiteY2" fmla="*/ 126599 h 126598"/>
                  <a:gd name="connsiteX3" fmla="*/ 0 w 2430867"/>
                  <a:gd name="connsiteY3" fmla="*/ 126599 h 1265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30867" h="126598">
                    <a:moveTo>
                      <a:pt x="0" y="0"/>
                    </a:moveTo>
                    <a:lnTo>
                      <a:pt x="2430867" y="0"/>
                    </a:lnTo>
                    <a:lnTo>
                      <a:pt x="2430867" y="126599"/>
                    </a:lnTo>
                    <a:lnTo>
                      <a:pt x="0" y="126599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" name="Freeform: Shape 138">
                <a:extLst>
                  <a:ext uri="{FF2B5EF4-FFF2-40B4-BE49-F238E27FC236}">
                    <a16:creationId xmlns:a16="http://schemas.microsoft.com/office/drawing/2014/main" id="{3460739C-6354-7543-7D12-79A39FBC00F6}"/>
                  </a:ext>
                </a:extLst>
              </p:cNvPr>
              <p:cNvSpPr/>
              <p:nvPr/>
            </p:nvSpPr>
            <p:spPr>
              <a:xfrm>
                <a:off x="5035946" y="10405517"/>
                <a:ext cx="2076406" cy="126598"/>
              </a:xfrm>
              <a:custGeom>
                <a:avLst/>
                <a:gdLst>
                  <a:gd name="connsiteX0" fmla="*/ 0 w 2076406"/>
                  <a:gd name="connsiteY0" fmla="*/ 0 h 126598"/>
                  <a:gd name="connsiteX1" fmla="*/ 2076407 w 2076406"/>
                  <a:gd name="connsiteY1" fmla="*/ 0 h 126598"/>
                  <a:gd name="connsiteX2" fmla="*/ 2076407 w 2076406"/>
                  <a:gd name="connsiteY2" fmla="*/ 126599 h 126598"/>
                  <a:gd name="connsiteX3" fmla="*/ 0 w 2076406"/>
                  <a:gd name="connsiteY3" fmla="*/ 126599 h 1265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76406" h="126598">
                    <a:moveTo>
                      <a:pt x="0" y="0"/>
                    </a:moveTo>
                    <a:lnTo>
                      <a:pt x="2076407" y="0"/>
                    </a:lnTo>
                    <a:lnTo>
                      <a:pt x="2076407" y="126599"/>
                    </a:lnTo>
                    <a:lnTo>
                      <a:pt x="0" y="126599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" name="Freeform: Shape 139">
                <a:extLst>
                  <a:ext uri="{FF2B5EF4-FFF2-40B4-BE49-F238E27FC236}">
                    <a16:creationId xmlns:a16="http://schemas.microsoft.com/office/drawing/2014/main" id="{41846DD5-684E-5AA9-A718-4659EA728C65}"/>
                  </a:ext>
                </a:extLst>
              </p:cNvPr>
              <p:cNvSpPr/>
              <p:nvPr/>
            </p:nvSpPr>
            <p:spPr>
              <a:xfrm>
                <a:off x="5035946" y="11089259"/>
                <a:ext cx="1738796" cy="126598"/>
              </a:xfrm>
              <a:custGeom>
                <a:avLst/>
                <a:gdLst>
                  <a:gd name="connsiteX0" fmla="*/ 0 w 1738796"/>
                  <a:gd name="connsiteY0" fmla="*/ 0 h 126598"/>
                  <a:gd name="connsiteX1" fmla="*/ 1738797 w 1738796"/>
                  <a:gd name="connsiteY1" fmla="*/ 0 h 126598"/>
                  <a:gd name="connsiteX2" fmla="*/ 1738797 w 1738796"/>
                  <a:gd name="connsiteY2" fmla="*/ 126599 h 126598"/>
                  <a:gd name="connsiteX3" fmla="*/ 0 w 1738796"/>
                  <a:gd name="connsiteY3" fmla="*/ 126599 h 1265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38796" h="126598">
                    <a:moveTo>
                      <a:pt x="0" y="0"/>
                    </a:moveTo>
                    <a:lnTo>
                      <a:pt x="1738797" y="0"/>
                    </a:lnTo>
                    <a:lnTo>
                      <a:pt x="1738797" y="126599"/>
                    </a:lnTo>
                    <a:lnTo>
                      <a:pt x="0" y="126599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" name="Freeform: Shape 140">
                <a:extLst>
                  <a:ext uri="{FF2B5EF4-FFF2-40B4-BE49-F238E27FC236}">
                    <a16:creationId xmlns:a16="http://schemas.microsoft.com/office/drawing/2014/main" id="{EBED21DC-52C7-22C0-A73A-2CBDFD2A6D9C}"/>
                  </a:ext>
                </a:extLst>
              </p:cNvPr>
              <p:cNvSpPr/>
              <p:nvPr/>
            </p:nvSpPr>
            <p:spPr>
              <a:xfrm>
                <a:off x="5035946" y="11772904"/>
                <a:ext cx="1873801" cy="126598"/>
              </a:xfrm>
              <a:custGeom>
                <a:avLst/>
                <a:gdLst>
                  <a:gd name="connsiteX0" fmla="*/ 0 w 1873801"/>
                  <a:gd name="connsiteY0" fmla="*/ 0 h 126598"/>
                  <a:gd name="connsiteX1" fmla="*/ 1873801 w 1873801"/>
                  <a:gd name="connsiteY1" fmla="*/ 0 h 126598"/>
                  <a:gd name="connsiteX2" fmla="*/ 1873801 w 1873801"/>
                  <a:gd name="connsiteY2" fmla="*/ 126599 h 126598"/>
                  <a:gd name="connsiteX3" fmla="*/ 0 w 1873801"/>
                  <a:gd name="connsiteY3" fmla="*/ 126599 h 1265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73801" h="126598">
                    <a:moveTo>
                      <a:pt x="0" y="0"/>
                    </a:moveTo>
                    <a:lnTo>
                      <a:pt x="1873801" y="0"/>
                    </a:lnTo>
                    <a:lnTo>
                      <a:pt x="1873801" y="126599"/>
                    </a:lnTo>
                    <a:lnTo>
                      <a:pt x="0" y="126599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" name="Freeform: Shape 141">
                <a:extLst>
                  <a:ext uri="{FF2B5EF4-FFF2-40B4-BE49-F238E27FC236}">
                    <a16:creationId xmlns:a16="http://schemas.microsoft.com/office/drawing/2014/main" id="{4DFCEB90-B368-8409-DDEF-99CC3FE3E2BF}"/>
                  </a:ext>
                </a:extLst>
              </p:cNvPr>
              <p:cNvSpPr/>
              <p:nvPr/>
            </p:nvSpPr>
            <p:spPr>
              <a:xfrm>
                <a:off x="4605420" y="7670577"/>
                <a:ext cx="4857123" cy="5478124"/>
              </a:xfrm>
              <a:custGeom>
                <a:avLst/>
                <a:gdLst>
                  <a:gd name="connsiteX0" fmla="*/ 4709918 w 4857123"/>
                  <a:gd name="connsiteY0" fmla="*/ 3764717 h 5478124"/>
                  <a:gd name="connsiteX1" fmla="*/ 4752130 w 4857123"/>
                  <a:gd name="connsiteY1" fmla="*/ 3705628 h 5478124"/>
                  <a:gd name="connsiteX2" fmla="*/ 4853433 w 4857123"/>
                  <a:gd name="connsiteY2" fmla="*/ 3503063 h 5478124"/>
                  <a:gd name="connsiteX3" fmla="*/ 4701499 w 4857123"/>
                  <a:gd name="connsiteY3" fmla="*/ 3334258 h 5478124"/>
                  <a:gd name="connsiteX4" fmla="*/ 4650867 w 4857123"/>
                  <a:gd name="connsiteY4" fmla="*/ 3283626 h 5478124"/>
                  <a:gd name="connsiteX5" fmla="*/ 4659325 w 4857123"/>
                  <a:gd name="connsiteY5" fmla="*/ 3216118 h 5478124"/>
                  <a:gd name="connsiteX6" fmla="*/ 4667782 w 4857123"/>
                  <a:gd name="connsiteY6" fmla="*/ 3005097 h 5478124"/>
                  <a:gd name="connsiteX7" fmla="*/ 4439882 w 4857123"/>
                  <a:gd name="connsiteY7" fmla="*/ 2903795 h 5478124"/>
                  <a:gd name="connsiteX8" fmla="*/ 4363916 w 4857123"/>
                  <a:gd name="connsiteY8" fmla="*/ 2878461 h 5478124"/>
                  <a:gd name="connsiteX9" fmla="*/ 4347038 w 4857123"/>
                  <a:gd name="connsiteY9" fmla="*/ 2819372 h 5478124"/>
                  <a:gd name="connsiteX10" fmla="*/ 4296406 w 4857123"/>
                  <a:gd name="connsiteY10" fmla="*/ 2658983 h 5478124"/>
                  <a:gd name="connsiteX11" fmla="*/ 4009418 w 4857123"/>
                  <a:gd name="connsiteY11" fmla="*/ 2642106 h 5478124"/>
                  <a:gd name="connsiteX12" fmla="*/ 3958787 w 4857123"/>
                  <a:gd name="connsiteY12" fmla="*/ 2658983 h 5478124"/>
                  <a:gd name="connsiteX13" fmla="*/ 3882821 w 4857123"/>
                  <a:gd name="connsiteY13" fmla="*/ 2608351 h 5478124"/>
                  <a:gd name="connsiteX14" fmla="*/ 3747767 w 4857123"/>
                  <a:gd name="connsiteY14" fmla="*/ 2490178 h 5478124"/>
                  <a:gd name="connsiteX15" fmla="*/ 3747652 w 4857123"/>
                  <a:gd name="connsiteY15" fmla="*/ 734530 h 5478124"/>
                  <a:gd name="connsiteX16" fmla="*/ 4372260 w 4857123"/>
                  <a:gd name="connsiteY16" fmla="*/ 734530 h 5478124"/>
                  <a:gd name="connsiteX17" fmla="*/ 4372260 w 4857123"/>
                  <a:gd name="connsiteY17" fmla="*/ 675442 h 5478124"/>
                  <a:gd name="connsiteX18" fmla="*/ 4372260 w 4857123"/>
                  <a:gd name="connsiteY18" fmla="*/ 506637 h 5478124"/>
                  <a:gd name="connsiteX19" fmla="*/ 3899586 w 4857123"/>
                  <a:gd name="connsiteY19" fmla="*/ 213 h 5478124"/>
                  <a:gd name="connsiteX20" fmla="*/ 557095 w 4857123"/>
                  <a:gd name="connsiteY20" fmla="*/ 213 h 5478124"/>
                  <a:gd name="connsiteX21" fmla="*/ 0 w 4857123"/>
                  <a:gd name="connsiteY21" fmla="*/ 540398 h 5478124"/>
                  <a:gd name="connsiteX22" fmla="*/ 0 w 4857123"/>
                  <a:gd name="connsiteY22" fmla="*/ 4836641 h 5478124"/>
                  <a:gd name="connsiteX23" fmla="*/ 2768575 w 4857123"/>
                  <a:gd name="connsiteY23" fmla="*/ 4836641 h 5478124"/>
                  <a:gd name="connsiteX24" fmla="*/ 2633521 w 4857123"/>
                  <a:gd name="connsiteY24" fmla="*/ 5224892 h 5478124"/>
                  <a:gd name="connsiteX25" fmla="*/ 2641979 w 4857123"/>
                  <a:gd name="connsiteY25" fmla="*/ 5283981 h 5478124"/>
                  <a:gd name="connsiteX26" fmla="*/ 2701067 w 4857123"/>
                  <a:gd name="connsiteY26" fmla="*/ 5300858 h 5478124"/>
                  <a:gd name="connsiteX27" fmla="*/ 2962720 w 4857123"/>
                  <a:gd name="connsiteY27" fmla="*/ 5241770 h 5478124"/>
                  <a:gd name="connsiteX28" fmla="*/ 3123109 w 4857123"/>
                  <a:gd name="connsiteY28" fmla="*/ 5452790 h 5478124"/>
                  <a:gd name="connsiteX29" fmla="*/ 3173740 w 4857123"/>
                  <a:gd name="connsiteY29" fmla="*/ 5478125 h 5478124"/>
                  <a:gd name="connsiteX30" fmla="*/ 3182198 w 4857123"/>
                  <a:gd name="connsiteY30" fmla="*/ 5478125 h 5478124"/>
                  <a:gd name="connsiteX31" fmla="*/ 3232830 w 4857123"/>
                  <a:gd name="connsiteY31" fmla="*/ 5435913 h 5478124"/>
                  <a:gd name="connsiteX32" fmla="*/ 3460731 w 4857123"/>
                  <a:gd name="connsiteY32" fmla="*/ 4760674 h 5478124"/>
                  <a:gd name="connsiteX33" fmla="*/ 3469189 w 4857123"/>
                  <a:gd name="connsiteY33" fmla="*/ 4760674 h 5478124"/>
                  <a:gd name="connsiteX34" fmla="*/ 3629577 w 4857123"/>
                  <a:gd name="connsiteY34" fmla="*/ 4676250 h 5478124"/>
                  <a:gd name="connsiteX35" fmla="*/ 3756176 w 4857123"/>
                  <a:gd name="connsiteY35" fmla="*/ 4676250 h 5478124"/>
                  <a:gd name="connsiteX36" fmla="*/ 3924981 w 4857123"/>
                  <a:gd name="connsiteY36" fmla="*/ 4760674 h 5478124"/>
                  <a:gd name="connsiteX37" fmla="*/ 3941859 w 4857123"/>
                  <a:gd name="connsiteY37" fmla="*/ 4760674 h 5478124"/>
                  <a:gd name="connsiteX38" fmla="*/ 4169759 w 4857123"/>
                  <a:gd name="connsiteY38" fmla="*/ 5427487 h 5478124"/>
                  <a:gd name="connsiteX39" fmla="*/ 4220391 w 4857123"/>
                  <a:gd name="connsiteY39" fmla="*/ 5469699 h 5478124"/>
                  <a:gd name="connsiteX40" fmla="*/ 4228849 w 4857123"/>
                  <a:gd name="connsiteY40" fmla="*/ 5469699 h 5478124"/>
                  <a:gd name="connsiteX41" fmla="*/ 4279480 w 4857123"/>
                  <a:gd name="connsiteY41" fmla="*/ 5444365 h 5478124"/>
                  <a:gd name="connsiteX42" fmla="*/ 4439870 w 4857123"/>
                  <a:gd name="connsiteY42" fmla="*/ 5233344 h 5478124"/>
                  <a:gd name="connsiteX43" fmla="*/ 4701522 w 4857123"/>
                  <a:gd name="connsiteY43" fmla="*/ 5292433 h 5478124"/>
                  <a:gd name="connsiteX44" fmla="*/ 4760611 w 4857123"/>
                  <a:gd name="connsiteY44" fmla="*/ 5275555 h 5478124"/>
                  <a:gd name="connsiteX45" fmla="*/ 4769068 w 4857123"/>
                  <a:gd name="connsiteY45" fmla="*/ 5216467 h 5478124"/>
                  <a:gd name="connsiteX46" fmla="*/ 4507416 w 4857123"/>
                  <a:gd name="connsiteY46" fmla="*/ 4448390 h 5478124"/>
                  <a:gd name="connsiteX47" fmla="*/ 4524294 w 4857123"/>
                  <a:gd name="connsiteY47" fmla="*/ 4279585 h 5478124"/>
                  <a:gd name="connsiteX48" fmla="*/ 4532751 w 4857123"/>
                  <a:gd name="connsiteY48" fmla="*/ 4212077 h 5478124"/>
                  <a:gd name="connsiteX49" fmla="*/ 4591840 w 4857123"/>
                  <a:gd name="connsiteY49" fmla="*/ 4178323 h 5478124"/>
                  <a:gd name="connsiteX50" fmla="*/ 4777525 w 4857123"/>
                  <a:gd name="connsiteY50" fmla="*/ 4051724 h 5478124"/>
                  <a:gd name="connsiteX51" fmla="*/ 4726893 w 4857123"/>
                  <a:gd name="connsiteY51" fmla="*/ 3832288 h 5478124"/>
                  <a:gd name="connsiteX52" fmla="*/ 4709939 w 4857123"/>
                  <a:gd name="connsiteY52" fmla="*/ 3764703 h 5478124"/>
                  <a:gd name="connsiteX53" fmla="*/ 3924922 w 4857123"/>
                  <a:gd name="connsiteY53" fmla="*/ 118318 h 5478124"/>
                  <a:gd name="connsiteX54" fmla="*/ 4279422 w 4857123"/>
                  <a:gd name="connsiteY54" fmla="*/ 498154 h 5478124"/>
                  <a:gd name="connsiteX55" fmla="*/ 4279422 w 4857123"/>
                  <a:gd name="connsiteY55" fmla="*/ 607872 h 5478124"/>
                  <a:gd name="connsiteX56" fmla="*/ 1097310 w 4857123"/>
                  <a:gd name="connsiteY56" fmla="*/ 607872 h 5478124"/>
                  <a:gd name="connsiteX57" fmla="*/ 1105768 w 4857123"/>
                  <a:gd name="connsiteY57" fmla="*/ 540364 h 5478124"/>
                  <a:gd name="connsiteX58" fmla="*/ 903202 w 4857123"/>
                  <a:gd name="connsiteY58" fmla="*/ 118322 h 5478124"/>
                  <a:gd name="connsiteX59" fmla="*/ 126668 w 4857123"/>
                  <a:gd name="connsiteY59" fmla="*/ 4710044 h 5478124"/>
                  <a:gd name="connsiteX60" fmla="*/ 126668 w 4857123"/>
                  <a:gd name="connsiteY60" fmla="*/ 540379 h 5478124"/>
                  <a:gd name="connsiteX61" fmla="*/ 548709 w 4857123"/>
                  <a:gd name="connsiteY61" fmla="*/ 118338 h 5478124"/>
                  <a:gd name="connsiteX62" fmla="*/ 970751 w 4857123"/>
                  <a:gd name="connsiteY62" fmla="*/ 540379 h 5478124"/>
                  <a:gd name="connsiteX63" fmla="*/ 953873 w 4857123"/>
                  <a:gd name="connsiteY63" fmla="*/ 650097 h 5478124"/>
                  <a:gd name="connsiteX64" fmla="*/ 936995 w 4857123"/>
                  <a:gd name="connsiteY64" fmla="*/ 717606 h 5478124"/>
                  <a:gd name="connsiteX65" fmla="*/ 1004504 w 4857123"/>
                  <a:gd name="connsiteY65" fmla="*/ 726063 h 5478124"/>
                  <a:gd name="connsiteX66" fmla="*/ 3637976 w 4857123"/>
                  <a:gd name="connsiteY66" fmla="*/ 726063 h 5478124"/>
                  <a:gd name="connsiteX67" fmla="*/ 3637976 w 4857123"/>
                  <a:gd name="connsiteY67" fmla="*/ 2490137 h 5478124"/>
                  <a:gd name="connsiteX68" fmla="*/ 3519803 w 4857123"/>
                  <a:gd name="connsiteY68" fmla="*/ 2608310 h 5478124"/>
                  <a:gd name="connsiteX69" fmla="*/ 3443836 w 4857123"/>
                  <a:gd name="connsiteY69" fmla="*/ 2658942 h 5478124"/>
                  <a:gd name="connsiteX70" fmla="*/ 3393205 w 4857123"/>
                  <a:gd name="connsiteY70" fmla="*/ 2642064 h 5478124"/>
                  <a:gd name="connsiteX71" fmla="*/ 3106217 w 4857123"/>
                  <a:gd name="connsiteY71" fmla="*/ 2658942 h 5478124"/>
                  <a:gd name="connsiteX72" fmla="*/ 3055585 w 4857123"/>
                  <a:gd name="connsiteY72" fmla="*/ 2810876 h 5478124"/>
                  <a:gd name="connsiteX73" fmla="*/ 3038708 w 4857123"/>
                  <a:gd name="connsiteY73" fmla="*/ 2869964 h 5478124"/>
                  <a:gd name="connsiteX74" fmla="*/ 2962742 w 4857123"/>
                  <a:gd name="connsiteY74" fmla="*/ 2895299 h 5478124"/>
                  <a:gd name="connsiteX75" fmla="*/ 2734841 w 4857123"/>
                  <a:gd name="connsiteY75" fmla="*/ 2996601 h 5478124"/>
                  <a:gd name="connsiteX76" fmla="*/ 2743299 w 4857123"/>
                  <a:gd name="connsiteY76" fmla="*/ 3207622 h 5478124"/>
                  <a:gd name="connsiteX77" fmla="*/ 2751756 w 4857123"/>
                  <a:gd name="connsiteY77" fmla="*/ 3275130 h 5478124"/>
                  <a:gd name="connsiteX78" fmla="*/ 2701125 w 4857123"/>
                  <a:gd name="connsiteY78" fmla="*/ 3325762 h 5478124"/>
                  <a:gd name="connsiteX79" fmla="*/ 2549191 w 4857123"/>
                  <a:gd name="connsiteY79" fmla="*/ 3494567 h 5478124"/>
                  <a:gd name="connsiteX80" fmla="*/ 2650493 w 4857123"/>
                  <a:gd name="connsiteY80" fmla="*/ 3697132 h 5478124"/>
                  <a:gd name="connsiteX81" fmla="*/ 2692705 w 4857123"/>
                  <a:gd name="connsiteY81" fmla="*/ 3756221 h 5478124"/>
                  <a:gd name="connsiteX82" fmla="*/ 2667370 w 4857123"/>
                  <a:gd name="connsiteY82" fmla="*/ 3823729 h 5478124"/>
                  <a:gd name="connsiteX83" fmla="*/ 2616739 w 4857123"/>
                  <a:gd name="connsiteY83" fmla="*/ 4043165 h 5478124"/>
                  <a:gd name="connsiteX84" fmla="*/ 2802424 w 4857123"/>
                  <a:gd name="connsiteY84" fmla="*/ 4178219 h 5478124"/>
                  <a:gd name="connsiteX85" fmla="*/ 2861512 w 4857123"/>
                  <a:gd name="connsiteY85" fmla="*/ 4211973 h 5478124"/>
                  <a:gd name="connsiteX86" fmla="*/ 2869970 w 4857123"/>
                  <a:gd name="connsiteY86" fmla="*/ 4279481 h 5478124"/>
                  <a:gd name="connsiteX87" fmla="*/ 2886848 w 4857123"/>
                  <a:gd name="connsiteY87" fmla="*/ 4448286 h 5478124"/>
                  <a:gd name="connsiteX88" fmla="*/ 2810767 w 4857123"/>
                  <a:gd name="connsiteY88" fmla="*/ 4710017 h 5478124"/>
                  <a:gd name="connsiteX89" fmla="*/ 3156826 w 4857123"/>
                  <a:gd name="connsiteY89" fmla="*/ 5283980 h 5478124"/>
                  <a:gd name="connsiteX90" fmla="*/ 3038653 w 4857123"/>
                  <a:gd name="connsiteY90" fmla="*/ 5140500 h 5478124"/>
                  <a:gd name="connsiteX91" fmla="*/ 2979565 w 4857123"/>
                  <a:gd name="connsiteY91" fmla="*/ 5115166 h 5478124"/>
                  <a:gd name="connsiteX92" fmla="*/ 2793879 w 4857123"/>
                  <a:gd name="connsiteY92" fmla="*/ 5157378 h 5478124"/>
                  <a:gd name="connsiteX93" fmla="*/ 3004900 w 4857123"/>
                  <a:gd name="connsiteY93" fmla="*/ 4532771 h 5478124"/>
                  <a:gd name="connsiteX94" fmla="*/ 3165289 w 4857123"/>
                  <a:gd name="connsiteY94" fmla="*/ 4524313 h 5478124"/>
                  <a:gd name="connsiteX95" fmla="*/ 3275007 w 4857123"/>
                  <a:gd name="connsiteY95" fmla="*/ 4583402 h 5478124"/>
                  <a:gd name="connsiteX96" fmla="*/ 3350973 w 4857123"/>
                  <a:gd name="connsiteY96" fmla="*/ 4710000 h 5478124"/>
                  <a:gd name="connsiteX97" fmla="*/ 4431337 w 4857123"/>
                  <a:gd name="connsiteY97" fmla="*/ 5115175 h 5478124"/>
                  <a:gd name="connsiteX98" fmla="*/ 4372248 w 4857123"/>
                  <a:gd name="connsiteY98" fmla="*/ 5140509 h 5478124"/>
                  <a:gd name="connsiteX99" fmla="*/ 4254075 w 4857123"/>
                  <a:gd name="connsiteY99" fmla="*/ 5283989 h 5478124"/>
                  <a:gd name="connsiteX100" fmla="*/ 4059974 w 4857123"/>
                  <a:gd name="connsiteY100" fmla="*/ 4718468 h 5478124"/>
                  <a:gd name="connsiteX101" fmla="*/ 4127482 w 4857123"/>
                  <a:gd name="connsiteY101" fmla="*/ 4591869 h 5478124"/>
                  <a:gd name="connsiteX102" fmla="*/ 4237200 w 4857123"/>
                  <a:gd name="connsiteY102" fmla="*/ 4532781 h 5478124"/>
                  <a:gd name="connsiteX103" fmla="*/ 4397590 w 4857123"/>
                  <a:gd name="connsiteY103" fmla="*/ 4541239 h 5478124"/>
                  <a:gd name="connsiteX104" fmla="*/ 4608610 w 4857123"/>
                  <a:gd name="connsiteY104" fmla="*/ 5157391 h 5478124"/>
                  <a:gd name="connsiteX105" fmla="*/ 4650812 w 4857123"/>
                  <a:gd name="connsiteY105" fmla="*/ 3925018 h 5478124"/>
                  <a:gd name="connsiteX106" fmla="*/ 4667690 w 4857123"/>
                  <a:gd name="connsiteY106" fmla="*/ 4009442 h 5478124"/>
                  <a:gd name="connsiteX107" fmla="*/ 4600182 w 4857123"/>
                  <a:gd name="connsiteY107" fmla="*/ 4060073 h 5478124"/>
                  <a:gd name="connsiteX108" fmla="*/ 4439793 w 4857123"/>
                  <a:gd name="connsiteY108" fmla="*/ 4144497 h 5478124"/>
                  <a:gd name="connsiteX109" fmla="*/ 4414458 w 4857123"/>
                  <a:gd name="connsiteY109" fmla="*/ 4330183 h 5478124"/>
                  <a:gd name="connsiteX110" fmla="*/ 4406001 w 4857123"/>
                  <a:gd name="connsiteY110" fmla="*/ 4397691 h 5478124"/>
                  <a:gd name="connsiteX111" fmla="*/ 4304698 w 4857123"/>
                  <a:gd name="connsiteY111" fmla="*/ 4423025 h 5478124"/>
                  <a:gd name="connsiteX112" fmla="*/ 4211855 w 4857123"/>
                  <a:gd name="connsiteY112" fmla="*/ 4397691 h 5478124"/>
                  <a:gd name="connsiteX113" fmla="*/ 4009289 w 4857123"/>
                  <a:gd name="connsiteY113" fmla="*/ 4574961 h 5478124"/>
                  <a:gd name="connsiteX114" fmla="*/ 3933323 w 4857123"/>
                  <a:gd name="connsiteY114" fmla="*/ 4642469 h 5478124"/>
                  <a:gd name="connsiteX115" fmla="*/ 3874234 w 4857123"/>
                  <a:gd name="connsiteY115" fmla="*/ 4608715 h 5478124"/>
                  <a:gd name="connsiteX116" fmla="*/ 3705429 w 4857123"/>
                  <a:gd name="connsiteY116" fmla="*/ 4524291 h 5478124"/>
                  <a:gd name="connsiteX117" fmla="*/ 3545040 w 4857123"/>
                  <a:gd name="connsiteY117" fmla="*/ 4608715 h 5478124"/>
                  <a:gd name="connsiteX118" fmla="*/ 3477570 w 4857123"/>
                  <a:gd name="connsiteY118" fmla="*/ 4634049 h 5478124"/>
                  <a:gd name="connsiteX119" fmla="*/ 3401604 w 4857123"/>
                  <a:gd name="connsiteY119" fmla="*/ 4566541 h 5478124"/>
                  <a:gd name="connsiteX120" fmla="*/ 3199039 w 4857123"/>
                  <a:gd name="connsiteY120" fmla="*/ 4389271 h 5478124"/>
                  <a:gd name="connsiteX121" fmla="*/ 3106195 w 4857123"/>
                  <a:gd name="connsiteY121" fmla="*/ 4414606 h 5478124"/>
                  <a:gd name="connsiteX122" fmla="*/ 3004892 w 4857123"/>
                  <a:gd name="connsiteY122" fmla="*/ 4389271 h 5478124"/>
                  <a:gd name="connsiteX123" fmla="*/ 2996435 w 4857123"/>
                  <a:gd name="connsiteY123" fmla="*/ 4321763 h 5478124"/>
                  <a:gd name="connsiteX124" fmla="*/ 2971100 w 4857123"/>
                  <a:gd name="connsiteY124" fmla="*/ 4136078 h 5478124"/>
                  <a:gd name="connsiteX125" fmla="*/ 2810711 w 4857123"/>
                  <a:gd name="connsiteY125" fmla="*/ 4051654 h 5478124"/>
                  <a:gd name="connsiteX126" fmla="*/ 2743203 w 4857123"/>
                  <a:gd name="connsiteY126" fmla="*/ 4001022 h 5478124"/>
                  <a:gd name="connsiteX127" fmla="*/ 2760081 w 4857123"/>
                  <a:gd name="connsiteY127" fmla="*/ 3916598 h 5478124"/>
                  <a:gd name="connsiteX128" fmla="*/ 2827589 w 4857123"/>
                  <a:gd name="connsiteY128" fmla="*/ 3739329 h 5478124"/>
                  <a:gd name="connsiteX129" fmla="*/ 2726286 w 4857123"/>
                  <a:gd name="connsiteY129" fmla="*/ 3587395 h 5478124"/>
                  <a:gd name="connsiteX130" fmla="*/ 2684074 w 4857123"/>
                  <a:gd name="connsiteY130" fmla="*/ 3511429 h 5478124"/>
                  <a:gd name="connsiteX131" fmla="*/ 2743163 w 4857123"/>
                  <a:gd name="connsiteY131" fmla="*/ 3443920 h 5478124"/>
                  <a:gd name="connsiteX132" fmla="*/ 2878216 w 4857123"/>
                  <a:gd name="connsiteY132" fmla="*/ 3317322 h 5478124"/>
                  <a:gd name="connsiteX133" fmla="*/ 2861339 w 4857123"/>
                  <a:gd name="connsiteY133" fmla="*/ 3131636 h 5478124"/>
                  <a:gd name="connsiteX134" fmla="*/ 2861339 w 4857123"/>
                  <a:gd name="connsiteY134" fmla="*/ 3055671 h 5478124"/>
                  <a:gd name="connsiteX135" fmla="*/ 2945763 w 4857123"/>
                  <a:gd name="connsiteY135" fmla="*/ 3013458 h 5478124"/>
                  <a:gd name="connsiteX136" fmla="*/ 3139903 w 4857123"/>
                  <a:gd name="connsiteY136" fmla="*/ 2954370 h 5478124"/>
                  <a:gd name="connsiteX137" fmla="*/ 3190535 w 4857123"/>
                  <a:gd name="connsiteY137" fmla="*/ 2793981 h 5478124"/>
                  <a:gd name="connsiteX138" fmla="*/ 3207412 w 4857123"/>
                  <a:gd name="connsiteY138" fmla="*/ 2734892 h 5478124"/>
                  <a:gd name="connsiteX139" fmla="*/ 3317130 w 4857123"/>
                  <a:gd name="connsiteY139" fmla="*/ 2726435 h 5478124"/>
                  <a:gd name="connsiteX140" fmla="*/ 3452184 w 4857123"/>
                  <a:gd name="connsiteY140" fmla="*/ 2777066 h 5478124"/>
                  <a:gd name="connsiteX141" fmla="*/ 3637869 w 4857123"/>
                  <a:gd name="connsiteY141" fmla="*/ 2650468 h 5478124"/>
                  <a:gd name="connsiteX142" fmla="*/ 3705378 w 4857123"/>
                  <a:gd name="connsiteY142" fmla="*/ 2599836 h 5478124"/>
                  <a:gd name="connsiteX143" fmla="*/ 3781344 w 4857123"/>
                  <a:gd name="connsiteY143" fmla="*/ 2650468 h 5478124"/>
                  <a:gd name="connsiteX144" fmla="*/ 3967029 w 4857123"/>
                  <a:gd name="connsiteY144" fmla="*/ 2777066 h 5478124"/>
                  <a:gd name="connsiteX145" fmla="*/ 4102082 w 4857123"/>
                  <a:gd name="connsiteY145" fmla="*/ 2726435 h 5478124"/>
                  <a:gd name="connsiteX146" fmla="*/ 4211801 w 4857123"/>
                  <a:gd name="connsiteY146" fmla="*/ 2734892 h 5478124"/>
                  <a:gd name="connsiteX147" fmla="*/ 4228678 w 4857123"/>
                  <a:gd name="connsiteY147" fmla="*/ 2793981 h 5478124"/>
                  <a:gd name="connsiteX148" fmla="*/ 4279310 w 4857123"/>
                  <a:gd name="connsiteY148" fmla="*/ 2954370 h 5478124"/>
                  <a:gd name="connsiteX149" fmla="*/ 4473450 w 4857123"/>
                  <a:gd name="connsiteY149" fmla="*/ 3013458 h 5478124"/>
                  <a:gd name="connsiteX150" fmla="*/ 4557874 w 4857123"/>
                  <a:gd name="connsiteY150" fmla="*/ 3055671 h 5478124"/>
                  <a:gd name="connsiteX151" fmla="*/ 4549417 w 4857123"/>
                  <a:gd name="connsiteY151" fmla="*/ 3131636 h 5478124"/>
                  <a:gd name="connsiteX152" fmla="*/ 4524082 w 4857123"/>
                  <a:gd name="connsiteY152" fmla="*/ 3317322 h 5478124"/>
                  <a:gd name="connsiteX153" fmla="*/ 4659136 w 4857123"/>
                  <a:gd name="connsiteY153" fmla="*/ 3443920 h 5478124"/>
                  <a:gd name="connsiteX154" fmla="*/ 4718224 w 4857123"/>
                  <a:gd name="connsiteY154" fmla="*/ 3511429 h 5478124"/>
                  <a:gd name="connsiteX155" fmla="*/ 4676012 w 4857123"/>
                  <a:gd name="connsiteY155" fmla="*/ 3587395 h 5478124"/>
                  <a:gd name="connsiteX156" fmla="*/ 4574710 w 4857123"/>
                  <a:gd name="connsiteY156" fmla="*/ 3739329 h 5478124"/>
                  <a:gd name="connsiteX157" fmla="*/ 4650791 w 4857123"/>
                  <a:gd name="connsiteY157" fmla="*/ 3925014 h 54781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</a:cxnLst>
                <a:rect l="l" t="t" r="r" b="b"/>
                <a:pathLst>
                  <a:path w="4857123" h="5478124">
                    <a:moveTo>
                      <a:pt x="4709918" y="3764717"/>
                    </a:moveTo>
                    <a:cubicBezTo>
                      <a:pt x="4709918" y="3739383"/>
                      <a:pt x="4726796" y="3722505"/>
                      <a:pt x="4752130" y="3705628"/>
                    </a:cubicBezTo>
                    <a:cubicBezTo>
                      <a:pt x="4828096" y="3663417"/>
                      <a:pt x="4870304" y="3587456"/>
                      <a:pt x="4853433" y="3503063"/>
                    </a:cubicBezTo>
                    <a:cubicBezTo>
                      <a:pt x="4844975" y="3418639"/>
                      <a:pt x="4785925" y="3351129"/>
                      <a:pt x="4701499" y="3334258"/>
                    </a:cubicBezTo>
                    <a:cubicBezTo>
                      <a:pt x="4676164" y="3325800"/>
                      <a:pt x="4659287" y="3308924"/>
                      <a:pt x="4650867" y="3283626"/>
                    </a:cubicBezTo>
                    <a:cubicBezTo>
                      <a:pt x="4642409" y="3258292"/>
                      <a:pt x="4642409" y="3232995"/>
                      <a:pt x="4659325" y="3216118"/>
                    </a:cubicBezTo>
                    <a:cubicBezTo>
                      <a:pt x="4701537" y="3157030"/>
                      <a:pt x="4709957" y="3072639"/>
                      <a:pt x="4667782" y="3005097"/>
                    </a:cubicBezTo>
                    <a:cubicBezTo>
                      <a:pt x="4625571" y="2920674"/>
                      <a:pt x="4532729" y="2878499"/>
                      <a:pt x="4439882" y="2903795"/>
                    </a:cubicBezTo>
                    <a:cubicBezTo>
                      <a:pt x="4414547" y="2912253"/>
                      <a:pt x="4380793" y="2903795"/>
                      <a:pt x="4363916" y="2878461"/>
                    </a:cubicBezTo>
                    <a:cubicBezTo>
                      <a:pt x="4347038" y="2861583"/>
                      <a:pt x="4338581" y="2844707"/>
                      <a:pt x="4347038" y="2819372"/>
                    </a:cubicBezTo>
                    <a:cubicBezTo>
                      <a:pt x="4355496" y="2760284"/>
                      <a:pt x="4338580" y="2701199"/>
                      <a:pt x="4296406" y="2658983"/>
                    </a:cubicBezTo>
                    <a:cubicBezTo>
                      <a:pt x="4228898" y="2583017"/>
                      <a:pt x="4093840" y="2566140"/>
                      <a:pt x="4009418" y="2642106"/>
                    </a:cubicBezTo>
                    <a:cubicBezTo>
                      <a:pt x="3992541" y="2658983"/>
                      <a:pt x="3975664" y="2658983"/>
                      <a:pt x="3958787" y="2658983"/>
                    </a:cubicBezTo>
                    <a:cubicBezTo>
                      <a:pt x="3925033" y="2658983"/>
                      <a:pt x="3899698" y="2642106"/>
                      <a:pt x="3882821" y="2608351"/>
                    </a:cubicBezTo>
                    <a:cubicBezTo>
                      <a:pt x="3857486" y="2549263"/>
                      <a:pt x="3806855" y="2507049"/>
                      <a:pt x="3747767" y="2490178"/>
                    </a:cubicBezTo>
                    <a:lnTo>
                      <a:pt x="3747652" y="734530"/>
                    </a:lnTo>
                    <a:lnTo>
                      <a:pt x="4372260" y="734530"/>
                    </a:lnTo>
                    <a:lnTo>
                      <a:pt x="4372260" y="675442"/>
                    </a:lnTo>
                    <a:lnTo>
                      <a:pt x="4372260" y="506637"/>
                    </a:lnTo>
                    <a:cubicBezTo>
                      <a:pt x="4372260" y="219649"/>
                      <a:pt x="4169694" y="213"/>
                      <a:pt x="3899586" y="213"/>
                    </a:cubicBezTo>
                    <a:lnTo>
                      <a:pt x="557095" y="213"/>
                    </a:lnTo>
                    <a:cubicBezTo>
                      <a:pt x="253227" y="-8245"/>
                      <a:pt x="0" y="236530"/>
                      <a:pt x="0" y="540398"/>
                    </a:cubicBezTo>
                    <a:lnTo>
                      <a:pt x="0" y="4836641"/>
                    </a:lnTo>
                    <a:lnTo>
                      <a:pt x="2768575" y="4836641"/>
                    </a:lnTo>
                    <a:lnTo>
                      <a:pt x="2633521" y="5224892"/>
                    </a:lnTo>
                    <a:cubicBezTo>
                      <a:pt x="2625063" y="5250227"/>
                      <a:pt x="2633521" y="5267104"/>
                      <a:pt x="2641979" y="5283981"/>
                    </a:cubicBezTo>
                    <a:cubicBezTo>
                      <a:pt x="2658857" y="5300858"/>
                      <a:pt x="2675733" y="5309315"/>
                      <a:pt x="2701067" y="5300858"/>
                    </a:cubicBezTo>
                    <a:lnTo>
                      <a:pt x="2962720" y="5241770"/>
                    </a:lnTo>
                    <a:lnTo>
                      <a:pt x="3123109" y="5452790"/>
                    </a:lnTo>
                    <a:cubicBezTo>
                      <a:pt x="3131566" y="5469668"/>
                      <a:pt x="3156863" y="5478125"/>
                      <a:pt x="3173740" y="5478125"/>
                    </a:cubicBezTo>
                    <a:lnTo>
                      <a:pt x="3182198" y="5478125"/>
                    </a:lnTo>
                    <a:cubicBezTo>
                      <a:pt x="3207532" y="5478125"/>
                      <a:pt x="3224410" y="5461247"/>
                      <a:pt x="3232830" y="5435913"/>
                    </a:cubicBezTo>
                    <a:lnTo>
                      <a:pt x="3460731" y="4760674"/>
                    </a:lnTo>
                    <a:lnTo>
                      <a:pt x="3469189" y="4760674"/>
                    </a:lnTo>
                    <a:cubicBezTo>
                      <a:pt x="3536697" y="4760674"/>
                      <a:pt x="3595787" y="4726920"/>
                      <a:pt x="3629577" y="4676250"/>
                    </a:cubicBezTo>
                    <a:cubicBezTo>
                      <a:pt x="3654912" y="4634038"/>
                      <a:pt x="3722421" y="4634038"/>
                      <a:pt x="3756176" y="4676250"/>
                    </a:cubicBezTo>
                    <a:cubicBezTo>
                      <a:pt x="3798388" y="4726882"/>
                      <a:pt x="3857479" y="4760674"/>
                      <a:pt x="3924981" y="4760674"/>
                    </a:cubicBezTo>
                    <a:lnTo>
                      <a:pt x="3941859" y="4760674"/>
                    </a:lnTo>
                    <a:lnTo>
                      <a:pt x="4169759" y="5427487"/>
                    </a:lnTo>
                    <a:cubicBezTo>
                      <a:pt x="4178217" y="5452821"/>
                      <a:pt x="4195094" y="5461241"/>
                      <a:pt x="4220391" y="5469699"/>
                    </a:cubicBezTo>
                    <a:lnTo>
                      <a:pt x="4228849" y="5469699"/>
                    </a:lnTo>
                    <a:cubicBezTo>
                      <a:pt x="4245727" y="5469699"/>
                      <a:pt x="4262603" y="5461241"/>
                      <a:pt x="4279480" y="5444365"/>
                    </a:cubicBezTo>
                    <a:lnTo>
                      <a:pt x="4439870" y="5233344"/>
                    </a:lnTo>
                    <a:lnTo>
                      <a:pt x="4701522" y="5292433"/>
                    </a:lnTo>
                    <a:cubicBezTo>
                      <a:pt x="4726857" y="5300890"/>
                      <a:pt x="4743734" y="5292433"/>
                      <a:pt x="4760611" y="5275555"/>
                    </a:cubicBezTo>
                    <a:cubicBezTo>
                      <a:pt x="4777488" y="5258678"/>
                      <a:pt x="4777488" y="5233343"/>
                      <a:pt x="4769068" y="5216467"/>
                    </a:cubicBezTo>
                    <a:lnTo>
                      <a:pt x="4507416" y="4448390"/>
                    </a:lnTo>
                    <a:cubicBezTo>
                      <a:pt x="4541170" y="4397759"/>
                      <a:pt x="4541170" y="4338672"/>
                      <a:pt x="4524294" y="4279585"/>
                    </a:cubicBezTo>
                    <a:cubicBezTo>
                      <a:pt x="4515836" y="4254251"/>
                      <a:pt x="4515836" y="4228954"/>
                      <a:pt x="4532751" y="4212077"/>
                    </a:cubicBezTo>
                    <a:cubicBezTo>
                      <a:pt x="4549628" y="4195200"/>
                      <a:pt x="4566505" y="4178323"/>
                      <a:pt x="4591840" y="4178323"/>
                    </a:cubicBezTo>
                    <a:cubicBezTo>
                      <a:pt x="4676263" y="4178323"/>
                      <a:pt x="4752228" y="4127691"/>
                      <a:pt x="4777525" y="4051724"/>
                    </a:cubicBezTo>
                    <a:cubicBezTo>
                      <a:pt x="4811279" y="3975758"/>
                      <a:pt x="4785983" y="3882919"/>
                      <a:pt x="4726893" y="3832288"/>
                    </a:cubicBezTo>
                    <a:cubicBezTo>
                      <a:pt x="4718359" y="3815334"/>
                      <a:pt x="4709939" y="3790000"/>
                      <a:pt x="4709939" y="3764703"/>
                    </a:cubicBezTo>
                    <a:close/>
                    <a:moveTo>
                      <a:pt x="3924922" y="118318"/>
                    </a:moveTo>
                    <a:cubicBezTo>
                      <a:pt x="4127488" y="118318"/>
                      <a:pt x="4279422" y="278707"/>
                      <a:pt x="4279422" y="498154"/>
                    </a:cubicBezTo>
                    <a:lnTo>
                      <a:pt x="4279422" y="607872"/>
                    </a:lnTo>
                    <a:lnTo>
                      <a:pt x="1097310" y="607872"/>
                    </a:lnTo>
                    <a:cubicBezTo>
                      <a:pt x="1097310" y="582537"/>
                      <a:pt x="1105768" y="565660"/>
                      <a:pt x="1105768" y="540364"/>
                    </a:cubicBezTo>
                    <a:cubicBezTo>
                      <a:pt x="1105768" y="371559"/>
                      <a:pt x="1029802" y="219625"/>
                      <a:pt x="903202" y="118322"/>
                    </a:cubicBezTo>
                    <a:close/>
                    <a:moveTo>
                      <a:pt x="126668" y="4710044"/>
                    </a:moveTo>
                    <a:lnTo>
                      <a:pt x="126668" y="540379"/>
                    </a:lnTo>
                    <a:cubicBezTo>
                      <a:pt x="126668" y="304023"/>
                      <a:pt x="320808" y="118338"/>
                      <a:pt x="548709" y="118338"/>
                    </a:cubicBezTo>
                    <a:cubicBezTo>
                      <a:pt x="785065" y="118338"/>
                      <a:pt x="970751" y="312478"/>
                      <a:pt x="970751" y="540379"/>
                    </a:cubicBezTo>
                    <a:cubicBezTo>
                      <a:pt x="970751" y="574133"/>
                      <a:pt x="962293" y="616345"/>
                      <a:pt x="953873" y="650097"/>
                    </a:cubicBezTo>
                    <a:lnTo>
                      <a:pt x="936995" y="717606"/>
                    </a:lnTo>
                    <a:lnTo>
                      <a:pt x="1004504" y="726063"/>
                    </a:lnTo>
                    <a:lnTo>
                      <a:pt x="3637976" y="726063"/>
                    </a:lnTo>
                    <a:lnTo>
                      <a:pt x="3637976" y="2490137"/>
                    </a:lnTo>
                    <a:cubicBezTo>
                      <a:pt x="3587344" y="2507014"/>
                      <a:pt x="3536673" y="2549225"/>
                      <a:pt x="3519803" y="2608310"/>
                    </a:cubicBezTo>
                    <a:cubicBezTo>
                      <a:pt x="3511345" y="2633644"/>
                      <a:pt x="3477591" y="2658942"/>
                      <a:pt x="3443836" y="2658942"/>
                    </a:cubicBezTo>
                    <a:cubicBezTo>
                      <a:pt x="3426959" y="2658942"/>
                      <a:pt x="3410083" y="2658942"/>
                      <a:pt x="3393205" y="2642064"/>
                    </a:cubicBezTo>
                    <a:cubicBezTo>
                      <a:pt x="3308781" y="2574556"/>
                      <a:pt x="3182184" y="2582976"/>
                      <a:pt x="3106217" y="2658942"/>
                    </a:cubicBezTo>
                    <a:cubicBezTo>
                      <a:pt x="3064005" y="2701154"/>
                      <a:pt x="3047129" y="2760244"/>
                      <a:pt x="3055585" y="2810876"/>
                    </a:cubicBezTo>
                    <a:cubicBezTo>
                      <a:pt x="3055585" y="2836210"/>
                      <a:pt x="3047128" y="2853088"/>
                      <a:pt x="3038708" y="2869964"/>
                    </a:cubicBezTo>
                    <a:cubicBezTo>
                      <a:pt x="3021830" y="2886842"/>
                      <a:pt x="2988076" y="2903719"/>
                      <a:pt x="2962742" y="2895299"/>
                    </a:cubicBezTo>
                    <a:cubicBezTo>
                      <a:pt x="2869898" y="2878421"/>
                      <a:pt x="2777057" y="2920633"/>
                      <a:pt x="2734841" y="2996601"/>
                    </a:cubicBezTo>
                    <a:cubicBezTo>
                      <a:pt x="2701087" y="3064109"/>
                      <a:pt x="2701087" y="3140080"/>
                      <a:pt x="2743299" y="3207622"/>
                    </a:cubicBezTo>
                    <a:cubicBezTo>
                      <a:pt x="2760176" y="3224499"/>
                      <a:pt x="2760176" y="3258254"/>
                      <a:pt x="2751756" y="3275130"/>
                    </a:cubicBezTo>
                    <a:cubicBezTo>
                      <a:pt x="2743299" y="3300465"/>
                      <a:pt x="2726422" y="3317342"/>
                      <a:pt x="2701125" y="3325762"/>
                    </a:cubicBezTo>
                    <a:cubicBezTo>
                      <a:pt x="2616701" y="3342639"/>
                      <a:pt x="2557645" y="3410186"/>
                      <a:pt x="2549191" y="3494567"/>
                    </a:cubicBezTo>
                    <a:cubicBezTo>
                      <a:pt x="2540733" y="3578990"/>
                      <a:pt x="2582944" y="3654956"/>
                      <a:pt x="2650493" y="3697132"/>
                    </a:cubicBezTo>
                    <a:cubicBezTo>
                      <a:pt x="2675827" y="3705590"/>
                      <a:pt x="2684247" y="3730886"/>
                      <a:pt x="2692705" y="3756221"/>
                    </a:cubicBezTo>
                    <a:cubicBezTo>
                      <a:pt x="2692705" y="3781555"/>
                      <a:pt x="2684247" y="3806852"/>
                      <a:pt x="2667370" y="3823729"/>
                    </a:cubicBezTo>
                    <a:cubicBezTo>
                      <a:pt x="2608282" y="3882817"/>
                      <a:pt x="2582947" y="3967208"/>
                      <a:pt x="2616739" y="4043165"/>
                    </a:cubicBezTo>
                    <a:cubicBezTo>
                      <a:pt x="2642073" y="4119131"/>
                      <a:pt x="2718041" y="4169764"/>
                      <a:pt x="2802424" y="4178219"/>
                    </a:cubicBezTo>
                    <a:cubicBezTo>
                      <a:pt x="2827759" y="4178219"/>
                      <a:pt x="2853056" y="4195097"/>
                      <a:pt x="2861512" y="4211973"/>
                    </a:cubicBezTo>
                    <a:cubicBezTo>
                      <a:pt x="2878390" y="4228851"/>
                      <a:pt x="2878390" y="4254185"/>
                      <a:pt x="2869970" y="4279481"/>
                    </a:cubicBezTo>
                    <a:cubicBezTo>
                      <a:pt x="2844636" y="4338570"/>
                      <a:pt x="2853093" y="4397655"/>
                      <a:pt x="2886848" y="4448286"/>
                    </a:cubicBezTo>
                    <a:lnTo>
                      <a:pt x="2810767" y="4710017"/>
                    </a:lnTo>
                    <a:close/>
                    <a:moveTo>
                      <a:pt x="3156826" y="5283980"/>
                    </a:moveTo>
                    <a:lnTo>
                      <a:pt x="3038653" y="5140500"/>
                    </a:lnTo>
                    <a:cubicBezTo>
                      <a:pt x="3021776" y="5123623"/>
                      <a:pt x="2996441" y="5115166"/>
                      <a:pt x="2979565" y="5115166"/>
                    </a:cubicBezTo>
                    <a:lnTo>
                      <a:pt x="2793879" y="5157378"/>
                    </a:lnTo>
                    <a:lnTo>
                      <a:pt x="3004900" y="4532771"/>
                    </a:lnTo>
                    <a:cubicBezTo>
                      <a:pt x="3055532" y="4549649"/>
                      <a:pt x="3114618" y="4549649"/>
                      <a:pt x="3165289" y="4524313"/>
                    </a:cubicBezTo>
                    <a:cubicBezTo>
                      <a:pt x="3207501" y="4507436"/>
                      <a:pt x="3266592" y="4524313"/>
                      <a:pt x="3275007" y="4583402"/>
                    </a:cubicBezTo>
                    <a:cubicBezTo>
                      <a:pt x="3283465" y="4634033"/>
                      <a:pt x="3308761" y="4684704"/>
                      <a:pt x="3350973" y="4710000"/>
                    </a:cubicBezTo>
                    <a:close/>
                    <a:moveTo>
                      <a:pt x="4431337" y="5115175"/>
                    </a:moveTo>
                    <a:cubicBezTo>
                      <a:pt x="4406003" y="5106717"/>
                      <a:pt x="4380705" y="5115175"/>
                      <a:pt x="4372248" y="5140509"/>
                    </a:cubicBezTo>
                    <a:lnTo>
                      <a:pt x="4254075" y="5283989"/>
                    </a:lnTo>
                    <a:lnTo>
                      <a:pt x="4059974" y="4718468"/>
                    </a:lnTo>
                    <a:cubicBezTo>
                      <a:pt x="4093728" y="4684714"/>
                      <a:pt x="4127482" y="4642502"/>
                      <a:pt x="4127482" y="4591869"/>
                    </a:cubicBezTo>
                    <a:cubicBezTo>
                      <a:pt x="4135940" y="4532781"/>
                      <a:pt x="4194990" y="4515903"/>
                      <a:pt x="4237200" y="4532781"/>
                    </a:cubicBezTo>
                    <a:cubicBezTo>
                      <a:pt x="4287832" y="4558115"/>
                      <a:pt x="4346919" y="4558115"/>
                      <a:pt x="4397590" y="4541239"/>
                    </a:cubicBezTo>
                    <a:lnTo>
                      <a:pt x="4608610" y="5157391"/>
                    </a:lnTo>
                    <a:close/>
                    <a:moveTo>
                      <a:pt x="4650812" y="3925018"/>
                    </a:moveTo>
                    <a:cubicBezTo>
                      <a:pt x="4684566" y="3958772"/>
                      <a:pt x="4676147" y="4000984"/>
                      <a:pt x="4667690" y="4009442"/>
                    </a:cubicBezTo>
                    <a:cubicBezTo>
                      <a:pt x="4659232" y="4017900"/>
                      <a:pt x="4642356" y="4060073"/>
                      <a:pt x="4600182" y="4060073"/>
                    </a:cubicBezTo>
                    <a:cubicBezTo>
                      <a:pt x="4532674" y="4060073"/>
                      <a:pt x="4473583" y="4093828"/>
                      <a:pt x="4439793" y="4144497"/>
                    </a:cubicBezTo>
                    <a:cubicBezTo>
                      <a:pt x="4406038" y="4195129"/>
                      <a:pt x="4389161" y="4271096"/>
                      <a:pt x="4414458" y="4330183"/>
                    </a:cubicBezTo>
                    <a:cubicBezTo>
                      <a:pt x="4422916" y="4363937"/>
                      <a:pt x="4414458" y="4389271"/>
                      <a:pt x="4406001" y="4397691"/>
                    </a:cubicBezTo>
                    <a:cubicBezTo>
                      <a:pt x="4380666" y="4431445"/>
                      <a:pt x="4338492" y="4439903"/>
                      <a:pt x="4304698" y="4423025"/>
                    </a:cubicBezTo>
                    <a:cubicBezTo>
                      <a:pt x="4279364" y="4406148"/>
                      <a:pt x="4245610" y="4397691"/>
                      <a:pt x="4211855" y="4397691"/>
                    </a:cubicBezTo>
                    <a:cubicBezTo>
                      <a:pt x="4110552" y="4397691"/>
                      <a:pt x="4026169" y="4473657"/>
                      <a:pt x="4009289" y="4574961"/>
                    </a:cubicBezTo>
                    <a:cubicBezTo>
                      <a:pt x="4000831" y="4617172"/>
                      <a:pt x="3967077" y="4642469"/>
                      <a:pt x="3933323" y="4642469"/>
                    </a:cubicBezTo>
                    <a:cubicBezTo>
                      <a:pt x="3916445" y="4642469"/>
                      <a:pt x="3891111" y="4634011"/>
                      <a:pt x="3874234" y="4608715"/>
                    </a:cubicBezTo>
                    <a:cubicBezTo>
                      <a:pt x="3840480" y="4558083"/>
                      <a:pt x="3772932" y="4524291"/>
                      <a:pt x="3705429" y="4524291"/>
                    </a:cubicBezTo>
                    <a:cubicBezTo>
                      <a:pt x="3637927" y="4524291"/>
                      <a:pt x="3578831" y="4558045"/>
                      <a:pt x="3545040" y="4608715"/>
                    </a:cubicBezTo>
                    <a:cubicBezTo>
                      <a:pt x="3519744" y="4634049"/>
                      <a:pt x="3494447" y="4634049"/>
                      <a:pt x="3477570" y="4634049"/>
                    </a:cubicBezTo>
                    <a:cubicBezTo>
                      <a:pt x="3443816" y="4634049"/>
                      <a:pt x="3410062" y="4617172"/>
                      <a:pt x="3401604" y="4566541"/>
                    </a:cubicBezTo>
                    <a:cubicBezTo>
                      <a:pt x="3384727" y="4465238"/>
                      <a:pt x="3300302" y="4389271"/>
                      <a:pt x="3199039" y="4389271"/>
                    </a:cubicBezTo>
                    <a:cubicBezTo>
                      <a:pt x="3165284" y="4389271"/>
                      <a:pt x="3139950" y="4397729"/>
                      <a:pt x="3106195" y="4414606"/>
                    </a:cubicBezTo>
                    <a:cubicBezTo>
                      <a:pt x="3072441" y="4431483"/>
                      <a:pt x="3030229" y="4423063"/>
                      <a:pt x="3004892" y="4389271"/>
                    </a:cubicBezTo>
                    <a:cubicBezTo>
                      <a:pt x="2996435" y="4380814"/>
                      <a:pt x="2988015" y="4355517"/>
                      <a:pt x="2996435" y="4321763"/>
                    </a:cubicBezTo>
                    <a:cubicBezTo>
                      <a:pt x="3021769" y="4262675"/>
                      <a:pt x="3013312" y="4195164"/>
                      <a:pt x="2971100" y="4136078"/>
                    </a:cubicBezTo>
                    <a:cubicBezTo>
                      <a:pt x="2937346" y="4085446"/>
                      <a:pt x="2869798" y="4051654"/>
                      <a:pt x="2810711" y="4051654"/>
                    </a:cubicBezTo>
                    <a:cubicBezTo>
                      <a:pt x="2760080" y="4051654"/>
                      <a:pt x="2743203" y="4009442"/>
                      <a:pt x="2743203" y="4001022"/>
                    </a:cubicBezTo>
                    <a:cubicBezTo>
                      <a:pt x="2734745" y="3992564"/>
                      <a:pt x="2726325" y="3950391"/>
                      <a:pt x="2760081" y="3916598"/>
                    </a:cubicBezTo>
                    <a:cubicBezTo>
                      <a:pt x="2810712" y="3874386"/>
                      <a:pt x="2836047" y="3806880"/>
                      <a:pt x="2827589" y="3739329"/>
                    </a:cubicBezTo>
                    <a:cubicBezTo>
                      <a:pt x="2819131" y="3671820"/>
                      <a:pt x="2785377" y="3612730"/>
                      <a:pt x="2726286" y="3587395"/>
                    </a:cubicBezTo>
                    <a:cubicBezTo>
                      <a:pt x="2684074" y="3562060"/>
                      <a:pt x="2684074" y="3519886"/>
                      <a:pt x="2684074" y="3511429"/>
                    </a:cubicBezTo>
                    <a:cubicBezTo>
                      <a:pt x="2684074" y="3502971"/>
                      <a:pt x="2692532" y="3460797"/>
                      <a:pt x="2743163" y="3443920"/>
                    </a:cubicBezTo>
                    <a:cubicBezTo>
                      <a:pt x="2810671" y="3427043"/>
                      <a:pt x="2861336" y="3384832"/>
                      <a:pt x="2878216" y="3317322"/>
                    </a:cubicBezTo>
                    <a:cubicBezTo>
                      <a:pt x="2903551" y="3258233"/>
                      <a:pt x="2895094" y="3190723"/>
                      <a:pt x="2861339" y="3131636"/>
                    </a:cubicBezTo>
                    <a:cubicBezTo>
                      <a:pt x="2836005" y="3097882"/>
                      <a:pt x="2852881" y="3064128"/>
                      <a:pt x="2861339" y="3055671"/>
                    </a:cubicBezTo>
                    <a:cubicBezTo>
                      <a:pt x="2878216" y="3030336"/>
                      <a:pt x="2903551" y="3005039"/>
                      <a:pt x="2945763" y="3013458"/>
                    </a:cubicBezTo>
                    <a:cubicBezTo>
                      <a:pt x="3013271" y="3030336"/>
                      <a:pt x="3097697" y="3005001"/>
                      <a:pt x="3139903" y="2954370"/>
                    </a:cubicBezTo>
                    <a:cubicBezTo>
                      <a:pt x="3182115" y="2912158"/>
                      <a:pt x="3198992" y="2853067"/>
                      <a:pt x="3190535" y="2793981"/>
                    </a:cubicBezTo>
                    <a:cubicBezTo>
                      <a:pt x="3190535" y="2768646"/>
                      <a:pt x="3198992" y="2743349"/>
                      <a:pt x="3207412" y="2734892"/>
                    </a:cubicBezTo>
                    <a:cubicBezTo>
                      <a:pt x="3232747" y="2701138"/>
                      <a:pt x="3283378" y="2701138"/>
                      <a:pt x="3317130" y="2726435"/>
                    </a:cubicBezTo>
                    <a:cubicBezTo>
                      <a:pt x="3350885" y="2760189"/>
                      <a:pt x="3401555" y="2777066"/>
                      <a:pt x="3452184" y="2777066"/>
                    </a:cubicBezTo>
                    <a:cubicBezTo>
                      <a:pt x="3536608" y="2777066"/>
                      <a:pt x="3612573" y="2726435"/>
                      <a:pt x="3637869" y="2650468"/>
                    </a:cubicBezTo>
                    <a:cubicBezTo>
                      <a:pt x="3654747" y="2608255"/>
                      <a:pt x="3696958" y="2599836"/>
                      <a:pt x="3705378" y="2599836"/>
                    </a:cubicBezTo>
                    <a:cubicBezTo>
                      <a:pt x="3713835" y="2599836"/>
                      <a:pt x="3756009" y="2599836"/>
                      <a:pt x="3781344" y="2650468"/>
                    </a:cubicBezTo>
                    <a:cubicBezTo>
                      <a:pt x="3815098" y="2726434"/>
                      <a:pt x="3882646" y="2777066"/>
                      <a:pt x="3967029" y="2777066"/>
                    </a:cubicBezTo>
                    <a:cubicBezTo>
                      <a:pt x="4017661" y="2777066"/>
                      <a:pt x="4059873" y="2760189"/>
                      <a:pt x="4102082" y="2726435"/>
                    </a:cubicBezTo>
                    <a:cubicBezTo>
                      <a:pt x="4135836" y="2701100"/>
                      <a:pt x="4186507" y="2701100"/>
                      <a:pt x="4211801" y="2734892"/>
                    </a:cubicBezTo>
                    <a:cubicBezTo>
                      <a:pt x="4220259" y="2743350"/>
                      <a:pt x="4237135" y="2768646"/>
                      <a:pt x="4228678" y="2793981"/>
                    </a:cubicBezTo>
                    <a:cubicBezTo>
                      <a:pt x="4220220" y="2853069"/>
                      <a:pt x="4237136" y="2912154"/>
                      <a:pt x="4279310" y="2954370"/>
                    </a:cubicBezTo>
                    <a:cubicBezTo>
                      <a:pt x="4329941" y="3005002"/>
                      <a:pt x="4405909" y="3030336"/>
                      <a:pt x="4473450" y="3013458"/>
                    </a:cubicBezTo>
                    <a:cubicBezTo>
                      <a:pt x="4515662" y="3005001"/>
                      <a:pt x="4549416" y="3030336"/>
                      <a:pt x="4557874" y="3055671"/>
                    </a:cubicBezTo>
                    <a:cubicBezTo>
                      <a:pt x="4566332" y="3064128"/>
                      <a:pt x="4574751" y="3097882"/>
                      <a:pt x="4549417" y="3131636"/>
                    </a:cubicBezTo>
                    <a:cubicBezTo>
                      <a:pt x="4515662" y="3182268"/>
                      <a:pt x="4507204" y="3258235"/>
                      <a:pt x="4524082" y="3317322"/>
                    </a:cubicBezTo>
                    <a:cubicBezTo>
                      <a:pt x="4549417" y="3376410"/>
                      <a:pt x="4600048" y="3427040"/>
                      <a:pt x="4659136" y="3443920"/>
                    </a:cubicBezTo>
                    <a:cubicBezTo>
                      <a:pt x="4709767" y="3452378"/>
                      <a:pt x="4718224" y="3494552"/>
                      <a:pt x="4718224" y="3511429"/>
                    </a:cubicBezTo>
                    <a:cubicBezTo>
                      <a:pt x="4718224" y="3519886"/>
                      <a:pt x="4718224" y="3562060"/>
                      <a:pt x="4676012" y="3587395"/>
                    </a:cubicBezTo>
                    <a:cubicBezTo>
                      <a:pt x="4616923" y="3621149"/>
                      <a:pt x="4583169" y="3671819"/>
                      <a:pt x="4574710" y="3739329"/>
                    </a:cubicBezTo>
                    <a:cubicBezTo>
                      <a:pt x="4574824" y="3815295"/>
                      <a:pt x="4600122" y="3874382"/>
                      <a:pt x="4650791" y="3925014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" name="Freeform: Shape 142">
                <a:extLst>
                  <a:ext uri="{FF2B5EF4-FFF2-40B4-BE49-F238E27FC236}">
                    <a16:creationId xmlns:a16="http://schemas.microsoft.com/office/drawing/2014/main" id="{D4C73164-DCA3-592E-7712-6B0DDA82C77F}"/>
                  </a:ext>
                </a:extLst>
              </p:cNvPr>
              <p:cNvSpPr/>
              <p:nvPr/>
            </p:nvSpPr>
            <p:spPr>
              <a:xfrm>
                <a:off x="7703110" y="10675624"/>
                <a:ext cx="1232343" cy="1232304"/>
              </a:xfrm>
              <a:custGeom>
                <a:avLst/>
                <a:gdLst>
                  <a:gd name="connsiteX0" fmla="*/ 616152 w 1232343"/>
                  <a:gd name="connsiteY0" fmla="*/ 0 h 1232304"/>
                  <a:gd name="connsiteX1" fmla="*/ 0 w 1232343"/>
                  <a:gd name="connsiteY1" fmla="*/ 616152 h 1232304"/>
                  <a:gd name="connsiteX2" fmla="*/ 616152 w 1232343"/>
                  <a:gd name="connsiteY2" fmla="*/ 1232304 h 1232304"/>
                  <a:gd name="connsiteX3" fmla="*/ 1232343 w 1232343"/>
                  <a:gd name="connsiteY3" fmla="*/ 616152 h 1232304"/>
                  <a:gd name="connsiteX4" fmla="*/ 616152 w 1232343"/>
                  <a:gd name="connsiteY4" fmla="*/ 0 h 1232304"/>
                  <a:gd name="connsiteX5" fmla="*/ 616152 w 1232343"/>
                  <a:gd name="connsiteY5" fmla="*/ 1114131 h 1232304"/>
                  <a:gd name="connsiteX6" fmla="*/ 126599 w 1232343"/>
                  <a:gd name="connsiteY6" fmla="*/ 624578 h 1232304"/>
                  <a:gd name="connsiteX7" fmla="*/ 616152 w 1232343"/>
                  <a:gd name="connsiteY7" fmla="*/ 135024 h 1232304"/>
                  <a:gd name="connsiteX8" fmla="*/ 1105706 w 1232343"/>
                  <a:gd name="connsiteY8" fmla="*/ 624578 h 1232304"/>
                  <a:gd name="connsiteX9" fmla="*/ 616152 w 1232343"/>
                  <a:gd name="connsiteY9" fmla="*/ 1114131 h 12323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32343" h="1232304">
                    <a:moveTo>
                      <a:pt x="616152" y="0"/>
                    </a:moveTo>
                    <a:cubicBezTo>
                      <a:pt x="278533" y="0"/>
                      <a:pt x="0" y="278533"/>
                      <a:pt x="0" y="616152"/>
                    </a:cubicBezTo>
                    <a:cubicBezTo>
                      <a:pt x="0" y="953771"/>
                      <a:pt x="278533" y="1232304"/>
                      <a:pt x="616152" y="1232304"/>
                    </a:cubicBezTo>
                    <a:cubicBezTo>
                      <a:pt x="953772" y="1232342"/>
                      <a:pt x="1232343" y="962236"/>
                      <a:pt x="1232343" y="616152"/>
                    </a:cubicBezTo>
                    <a:cubicBezTo>
                      <a:pt x="1232343" y="270078"/>
                      <a:pt x="953772" y="0"/>
                      <a:pt x="616152" y="0"/>
                    </a:cubicBezTo>
                    <a:close/>
                    <a:moveTo>
                      <a:pt x="616152" y="1114131"/>
                    </a:moveTo>
                    <a:cubicBezTo>
                      <a:pt x="346045" y="1114131"/>
                      <a:pt x="126599" y="894695"/>
                      <a:pt x="126599" y="624578"/>
                    </a:cubicBezTo>
                    <a:cubicBezTo>
                      <a:pt x="126599" y="354470"/>
                      <a:pt x="346035" y="135024"/>
                      <a:pt x="616152" y="135024"/>
                    </a:cubicBezTo>
                    <a:cubicBezTo>
                      <a:pt x="886269" y="135024"/>
                      <a:pt x="1105706" y="354461"/>
                      <a:pt x="1105706" y="624578"/>
                    </a:cubicBezTo>
                    <a:cubicBezTo>
                      <a:pt x="1105706" y="894646"/>
                      <a:pt x="886269" y="1114131"/>
                      <a:pt x="616152" y="1114131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AB6C0E78-01D2-5B0C-E1B2-C5BE9A467F15}"/>
              </a:ext>
            </a:extLst>
          </p:cNvPr>
          <p:cNvSpPr txBox="1"/>
          <p:nvPr/>
        </p:nvSpPr>
        <p:spPr>
          <a:xfrm>
            <a:off x="1191917" y="2339257"/>
            <a:ext cx="2115305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IN" b="1" i="0" u="none" strike="noStrike" baseline="0">
                <a:solidFill>
                  <a:schemeClr val="accent2"/>
                </a:solidFill>
                <a:latin typeface="+mj-lt"/>
              </a:rPr>
              <a:t>Easy onboarding</a:t>
            </a: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8E3BB2D-AB0A-312B-2565-810FF2EA84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59999" y="3065257"/>
            <a:ext cx="3564000" cy="0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EB18BF72-9CD6-C8BC-A3C8-1F191DCB6BE6}"/>
              </a:ext>
            </a:extLst>
          </p:cNvPr>
          <p:cNvSpPr txBox="1"/>
          <p:nvPr/>
        </p:nvSpPr>
        <p:spPr>
          <a:xfrm>
            <a:off x="359999" y="3317617"/>
            <a:ext cx="3564000" cy="7978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lnSpc>
                <a:spcPct val="110000"/>
              </a:lnSpc>
              <a:defRPr sz="1600">
                <a:solidFill>
                  <a:schemeClr val="accent4"/>
                </a:solidFill>
                <a:ea typeface="+mn-lt"/>
                <a:cs typeface="+mn-lt"/>
              </a:defRPr>
            </a:lvl1pPr>
          </a:lstStyle>
          <a:p>
            <a:r>
              <a:rPr lang="en-US"/>
              <a:t>Hosted SAS offering at </a:t>
            </a:r>
            <a:r>
              <a:rPr lang="en-US">
                <a:hlinkClick r:id="rId2"/>
              </a:rPr>
              <a:t>https://accessital.com/</a:t>
            </a:r>
            <a:endParaRPr lang="en-US"/>
          </a:p>
          <a:p>
            <a:endParaRPr lang="en-US"/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52F466CD-ADFD-0EF9-34ED-4E00D2AC37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307400" y="2111282"/>
            <a:ext cx="732950" cy="732950"/>
            <a:chOff x="4307400" y="2111282"/>
            <a:chExt cx="732950" cy="732950"/>
          </a:xfrm>
        </p:grpSpPr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5C754EB1-D25C-F316-CC7A-EE968F83B0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307400" y="2111282"/>
              <a:ext cx="732950" cy="732950"/>
            </a:xfrm>
            <a:prstGeom prst="ellipse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ED5181AA-8376-2CCA-A404-0A76E8D68D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4501227" y="2306132"/>
              <a:ext cx="345296" cy="343250"/>
              <a:chOff x="13902730" y="6539376"/>
              <a:chExt cx="5315988" cy="5284481"/>
            </a:xfrm>
            <a:solidFill>
              <a:schemeClr val="bg1"/>
            </a:solidFill>
          </p:grpSpPr>
          <p:sp>
            <p:nvSpPr>
              <p:cNvPr id="53" name="Freeform: Shape 92">
                <a:extLst>
                  <a:ext uri="{FF2B5EF4-FFF2-40B4-BE49-F238E27FC236}">
                    <a16:creationId xmlns:a16="http://schemas.microsoft.com/office/drawing/2014/main" id="{9CC2DF74-F880-5EC0-C332-68D679D9ECC3}"/>
                  </a:ext>
                </a:extLst>
              </p:cNvPr>
              <p:cNvSpPr/>
              <p:nvPr/>
            </p:nvSpPr>
            <p:spPr>
              <a:xfrm>
                <a:off x="14433169" y="7047291"/>
                <a:ext cx="4244437" cy="3728252"/>
              </a:xfrm>
              <a:custGeom>
                <a:avLst/>
                <a:gdLst>
                  <a:gd name="connsiteX0" fmla="*/ 767 w 4244437"/>
                  <a:gd name="connsiteY0" fmla="*/ 3516272 h 3728252"/>
                  <a:gd name="connsiteX1" fmla="*/ 212748 w 4244437"/>
                  <a:gd name="connsiteY1" fmla="*/ 3728252 h 3728252"/>
                  <a:gd name="connsiteX2" fmla="*/ 2624315 w 4244437"/>
                  <a:gd name="connsiteY2" fmla="*/ 3728252 h 3728252"/>
                  <a:gd name="connsiteX3" fmla="*/ 2685011 w 4244437"/>
                  <a:gd name="connsiteY3" fmla="*/ 3667556 h 3728252"/>
                  <a:gd name="connsiteX4" fmla="*/ 2624315 w 4244437"/>
                  <a:gd name="connsiteY4" fmla="*/ 3606860 h 3728252"/>
                  <a:gd name="connsiteX5" fmla="*/ 2182904 w 4244437"/>
                  <a:gd name="connsiteY5" fmla="*/ 3606860 h 3728252"/>
                  <a:gd name="connsiteX6" fmla="*/ 2182904 w 4244437"/>
                  <a:gd name="connsiteY6" fmla="*/ 3483014 h 3728252"/>
                  <a:gd name="connsiteX7" fmla="*/ 2182904 w 4244437"/>
                  <a:gd name="connsiteY7" fmla="*/ 3482172 h 3728252"/>
                  <a:gd name="connsiteX8" fmla="*/ 2620141 w 4244437"/>
                  <a:gd name="connsiteY8" fmla="*/ 3045739 h 3728252"/>
                  <a:gd name="connsiteX9" fmla="*/ 4122239 w 4244437"/>
                  <a:gd name="connsiteY9" fmla="*/ 3045739 h 3728252"/>
                  <a:gd name="connsiteX10" fmla="*/ 4122239 w 4244437"/>
                  <a:gd name="connsiteY10" fmla="*/ 3517070 h 3728252"/>
                  <a:gd name="connsiteX11" fmla="*/ 4032457 w 4244437"/>
                  <a:gd name="connsiteY11" fmla="*/ 3606851 h 3728252"/>
                  <a:gd name="connsiteX12" fmla="*/ 3532039 w 4244437"/>
                  <a:gd name="connsiteY12" fmla="*/ 3606851 h 3728252"/>
                  <a:gd name="connsiteX13" fmla="*/ 3471343 w 4244437"/>
                  <a:gd name="connsiteY13" fmla="*/ 3667548 h 3728252"/>
                  <a:gd name="connsiteX14" fmla="*/ 3532039 w 4244437"/>
                  <a:gd name="connsiteY14" fmla="*/ 3728244 h 3728252"/>
                  <a:gd name="connsiteX15" fmla="*/ 4032457 w 4244437"/>
                  <a:gd name="connsiteY15" fmla="*/ 3728244 h 3728252"/>
                  <a:gd name="connsiteX16" fmla="*/ 4244438 w 4244437"/>
                  <a:gd name="connsiteY16" fmla="*/ 3516263 h 3728252"/>
                  <a:gd name="connsiteX17" fmla="*/ 4244438 w 4244437"/>
                  <a:gd name="connsiteY17" fmla="*/ 211981 h 3728252"/>
                  <a:gd name="connsiteX18" fmla="*/ 4032457 w 4244437"/>
                  <a:gd name="connsiteY18" fmla="*/ 0 h 3728252"/>
                  <a:gd name="connsiteX19" fmla="*/ 3971761 w 4244437"/>
                  <a:gd name="connsiteY19" fmla="*/ 60696 h 3728252"/>
                  <a:gd name="connsiteX20" fmla="*/ 4031615 w 4244437"/>
                  <a:gd name="connsiteY20" fmla="*/ 122196 h 3728252"/>
                  <a:gd name="connsiteX21" fmla="*/ 4121398 w 4244437"/>
                  <a:gd name="connsiteY21" fmla="*/ 211978 h 3728252"/>
                  <a:gd name="connsiteX22" fmla="*/ 4121398 w 4244437"/>
                  <a:gd name="connsiteY22" fmla="*/ 2923533 h 3728252"/>
                  <a:gd name="connsiteX23" fmla="*/ 2620181 w 4244437"/>
                  <a:gd name="connsiteY23" fmla="*/ 2923533 h 3728252"/>
                  <a:gd name="connsiteX24" fmla="*/ 2182945 w 4244437"/>
                  <a:gd name="connsiteY24" fmla="*/ 3134672 h 3728252"/>
                  <a:gd name="connsiteX25" fmla="*/ 2182906 w 4244437"/>
                  <a:gd name="connsiteY25" fmla="*/ 370701 h 3728252"/>
                  <a:gd name="connsiteX26" fmla="*/ 2361626 w 4244437"/>
                  <a:gd name="connsiteY26" fmla="*/ 132121 h 3728252"/>
                  <a:gd name="connsiteX27" fmla="*/ 2403187 w 4244437"/>
                  <a:gd name="connsiteY27" fmla="*/ 56461 h 3728252"/>
                  <a:gd name="connsiteX28" fmla="*/ 2327527 w 4244437"/>
                  <a:gd name="connsiteY28" fmla="*/ 14900 h 3728252"/>
                  <a:gd name="connsiteX29" fmla="*/ 2122208 w 4244437"/>
                  <a:gd name="connsiteY29" fmla="*/ 169508 h 3728252"/>
                  <a:gd name="connsiteX30" fmla="*/ 1812148 w 4244437"/>
                  <a:gd name="connsiteY30" fmla="*/ 772 h 3728252"/>
                  <a:gd name="connsiteX31" fmla="*/ 211981 w 4244437"/>
                  <a:gd name="connsiteY31" fmla="*/ 772 h 3728252"/>
                  <a:gd name="connsiteX32" fmla="*/ 0 w 4244437"/>
                  <a:gd name="connsiteY32" fmla="*/ 212753 h 3728252"/>
                  <a:gd name="connsiteX33" fmla="*/ 122967 w 4244437"/>
                  <a:gd name="connsiteY33" fmla="*/ 3516272 h 3728252"/>
                  <a:gd name="connsiteX34" fmla="*/ 122967 w 4244437"/>
                  <a:gd name="connsiteY34" fmla="*/ 3044941 h 3728252"/>
                  <a:gd name="connsiteX35" fmla="*/ 1624281 w 4244437"/>
                  <a:gd name="connsiteY35" fmla="*/ 3044941 h 3728252"/>
                  <a:gd name="connsiteX36" fmla="*/ 2060714 w 4244437"/>
                  <a:gd name="connsiteY36" fmla="*/ 3480531 h 3728252"/>
                  <a:gd name="connsiteX37" fmla="*/ 2060714 w 4244437"/>
                  <a:gd name="connsiteY37" fmla="*/ 3482177 h 3728252"/>
                  <a:gd name="connsiteX38" fmla="*/ 2060714 w 4244437"/>
                  <a:gd name="connsiteY38" fmla="*/ 3483019 h 3728252"/>
                  <a:gd name="connsiteX39" fmla="*/ 2060714 w 4244437"/>
                  <a:gd name="connsiteY39" fmla="*/ 3606865 h 3728252"/>
                  <a:gd name="connsiteX40" fmla="*/ 212777 w 4244437"/>
                  <a:gd name="connsiteY40" fmla="*/ 3606903 h 3728252"/>
                  <a:gd name="connsiteX41" fmla="*/ 122995 w 4244437"/>
                  <a:gd name="connsiteY41" fmla="*/ 3516279 h 3728252"/>
                  <a:gd name="connsiteX42" fmla="*/ 211906 w 4244437"/>
                  <a:gd name="connsiteY42" fmla="*/ 122247 h 3728252"/>
                  <a:gd name="connsiteX43" fmla="*/ 1812074 w 4244437"/>
                  <a:gd name="connsiteY43" fmla="*/ 122247 h 3728252"/>
                  <a:gd name="connsiteX44" fmla="*/ 2060637 w 4244437"/>
                  <a:gd name="connsiteY44" fmla="*/ 370810 h 3728252"/>
                  <a:gd name="connsiteX45" fmla="*/ 2060637 w 4244437"/>
                  <a:gd name="connsiteY45" fmla="*/ 3134781 h 3728252"/>
                  <a:gd name="connsiteX46" fmla="*/ 1624204 w 4244437"/>
                  <a:gd name="connsiteY46" fmla="*/ 2923642 h 3728252"/>
                  <a:gd name="connsiteX47" fmla="*/ 122106 w 4244437"/>
                  <a:gd name="connsiteY47" fmla="*/ 2923604 h 3728252"/>
                  <a:gd name="connsiteX48" fmla="*/ 122106 w 4244437"/>
                  <a:gd name="connsiteY48" fmla="*/ 212049 h 3728252"/>
                  <a:gd name="connsiteX49" fmla="*/ 211888 w 4244437"/>
                  <a:gd name="connsiteY49" fmla="*/ 122267 h 37282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</a:cxnLst>
                <a:rect l="l" t="t" r="r" b="b"/>
                <a:pathLst>
                  <a:path w="4244437" h="3728252">
                    <a:moveTo>
                      <a:pt x="767" y="3516272"/>
                    </a:moveTo>
                    <a:cubicBezTo>
                      <a:pt x="767" y="3633494"/>
                      <a:pt x="95524" y="3728252"/>
                      <a:pt x="212748" y="3728252"/>
                    </a:cubicBezTo>
                    <a:lnTo>
                      <a:pt x="2624315" y="3728252"/>
                    </a:lnTo>
                    <a:cubicBezTo>
                      <a:pt x="2657571" y="3728252"/>
                      <a:pt x="2685011" y="3700812"/>
                      <a:pt x="2685011" y="3667556"/>
                    </a:cubicBezTo>
                    <a:cubicBezTo>
                      <a:pt x="2685011" y="3634299"/>
                      <a:pt x="2657571" y="3606860"/>
                      <a:pt x="2624315" y="3606860"/>
                    </a:cubicBezTo>
                    <a:lnTo>
                      <a:pt x="2182904" y="3606860"/>
                    </a:lnTo>
                    <a:lnTo>
                      <a:pt x="2182904" y="3483014"/>
                    </a:lnTo>
                    <a:lnTo>
                      <a:pt x="2182904" y="3482172"/>
                    </a:lnTo>
                    <a:cubicBezTo>
                      <a:pt x="2183746" y="3241946"/>
                      <a:pt x="2379073" y="3045739"/>
                      <a:pt x="2620141" y="3045739"/>
                    </a:cubicBezTo>
                    <a:lnTo>
                      <a:pt x="4122239" y="3045739"/>
                    </a:lnTo>
                    <a:lnTo>
                      <a:pt x="4122239" y="3517070"/>
                    </a:lnTo>
                    <a:cubicBezTo>
                      <a:pt x="4122239" y="3566935"/>
                      <a:pt x="4081520" y="3606851"/>
                      <a:pt x="4032457" y="3606851"/>
                    </a:cubicBezTo>
                    <a:lnTo>
                      <a:pt x="3532039" y="3606851"/>
                    </a:lnTo>
                    <a:cubicBezTo>
                      <a:pt x="3498782" y="3606851"/>
                      <a:pt x="3471343" y="3634291"/>
                      <a:pt x="3471343" y="3667548"/>
                    </a:cubicBezTo>
                    <a:cubicBezTo>
                      <a:pt x="3471343" y="3700804"/>
                      <a:pt x="3498782" y="3728244"/>
                      <a:pt x="3532039" y="3728244"/>
                    </a:cubicBezTo>
                    <a:lnTo>
                      <a:pt x="4032457" y="3728244"/>
                    </a:lnTo>
                    <a:cubicBezTo>
                      <a:pt x="4149680" y="3728244"/>
                      <a:pt x="4244438" y="3633487"/>
                      <a:pt x="4244438" y="3516263"/>
                    </a:cubicBezTo>
                    <a:lnTo>
                      <a:pt x="4244438" y="211981"/>
                    </a:lnTo>
                    <a:cubicBezTo>
                      <a:pt x="4244438" y="94758"/>
                      <a:pt x="4149681" y="0"/>
                      <a:pt x="4032457" y="0"/>
                    </a:cubicBezTo>
                    <a:cubicBezTo>
                      <a:pt x="3999201" y="0"/>
                      <a:pt x="3971761" y="27440"/>
                      <a:pt x="3971761" y="60696"/>
                    </a:cubicBezTo>
                    <a:cubicBezTo>
                      <a:pt x="3971761" y="93914"/>
                      <a:pt x="3997555" y="122196"/>
                      <a:pt x="4031615" y="122196"/>
                    </a:cubicBezTo>
                    <a:cubicBezTo>
                      <a:pt x="4081481" y="122196"/>
                      <a:pt x="4121398" y="162915"/>
                      <a:pt x="4121398" y="211978"/>
                    </a:cubicBezTo>
                    <a:lnTo>
                      <a:pt x="4121398" y="2923533"/>
                    </a:lnTo>
                    <a:lnTo>
                      <a:pt x="2620181" y="2923533"/>
                    </a:lnTo>
                    <a:cubicBezTo>
                      <a:pt x="2443108" y="2923533"/>
                      <a:pt x="2286011" y="3005813"/>
                      <a:pt x="2182945" y="3134672"/>
                    </a:cubicBezTo>
                    <a:lnTo>
                      <a:pt x="2182906" y="370701"/>
                    </a:lnTo>
                    <a:cubicBezTo>
                      <a:pt x="2182906" y="260983"/>
                      <a:pt x="2256883" y="162894"/>
                      <a:pt x="2361626" y="132121"/>
                    </a:cubicBezTo>
                    <a:cubicBezTo>
                      <a:pt x="2394041" y="122975"/>
                      <a:pt x="2412334" y="88876"/>
                      <a:pt x="2403187" y="56461"/>
                    </a:cubicBezTo>
                    <a:cubicBezTo>
                      <a:pt x="2394041" y="24046"/>
                      <a:pt x="2359942" y="5753"/>
                      <a:pt x="2327527" y="14900"/>
                    </a:cubicBezTo>
                    <a:cubicBezTo>
                      <a:pt x="2241075" y="39852"/>
                      <a:pt x="2169587" y="96376"/>
                      <a:pt x="2122208" y="169508"/>
                    </a:cubicBezTo>
                    <a:cubicBezTo>
                      <a:pt x="2055694" y="68088"/>
                      <a:pt x="1941804" y="772"/>
                      <a:pt x="1812148" y="772"/>
                    </a:cubicBezTo>
                    <a:lnTo>
                      <a:pt x="211981" y="772"/>
                    </a:lnTo>
                    <a:cubicBezTo>
                      <a:pt x="94758" y="772"/>
                      <a:pt x="0" y="95529"/>
                      <a:pt x="0" y="212753"/>
                    </a:cubicBezTo>
                    <a:close/>
                    <a:moveTo>
                      <a:pt x="122967" y="3516272"/>
                    </a:moveTo>
                    <a:lnTo>
                      <a:pt x="122967" y="3044941"/>
                    </a:lnTo>
                    <a:lnTo>
                      <a:pt x="1624281" y="3044941"/>
                    </a:lnTo>
                    <a:cubicBezTo>
                      <a:pt x="1864507" y="3044941"/>
                      <a:pt x="2059872" y="3240276"/>
                      <a:pt x="2060714" y="3480531"/>
                    </a:cubicBezTo>
                    <a:lnTo>
                      <a:pt x="2060714" y="3482177"/>
                    </a:lnTo>
                    <a:lnTo>
                      <a:pt x="2060714" y="3483019"/>
                    </a:lnTo>
                    <a:lnTo>
                      <a:pt x="2060714" y="3606865"/>
                    </a:lnTo>
                    <a:lnTo>
                      <a:pt x="212777" y="3606903"/>
                    </a:lnTo>
                    <a:cubicBezTo>
                      <a:pt x="162912" y="3606903"/>
                      <a:pt x="122995" y="3566184"/>
                      <a:pt x="122995" y="3516279"/>
                    </a:cubicBezTo>
                    <a:close/>
                    <a:moveTo>
                      <a:pt x="211906" y="122247"/>
                    </a:moveTo>
                    <a:lnTo>
                      <a:pt x="1812074" y="122247"/>
                    </a:lnTo>
                    <a:cubicBezTo>
                      <a:pt x="1949234" y="122247"/>
                      <a:pt x="2060637" y="233650"/>
                      <a:pt x="2060637" y="370810"/>
                    </a:cubicBezTo>
                    <a:lnTo>
                      <a:pt x="2060637" y="3134781"/>
                    </a:lnTo>
                    <a:cubicBezTo>
                      <a:pt x="1958375" y="3005929"/>
                      <a:pt x="1800435" y="2923642"/>
                      <a:pt x="1624204" y="2923642"/>
                    </a:cubicBezTo>
                    <a:lnTo>
                      <a:pt x="122106" y="2923604"/>
                    </a:lnTo>
                    <a:lnTo>
                      <a:pt x="122106" y="212049"/>
                    </a:lnTo>
                    <a:cubicBezTo>
                      <a:pt x="122106" y="162144"/>
                      <a:pt x="162864" y="122267"/>
                      <a:pt x="211888" y="122267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" name="Freeform: Shape 93">
                <a:extLst>
                  <a:ext uri="{FF2B5EF4-FFF2-40B4-BE49-F238E27FC236}">
                    <a16:creationId xmlns:a16="http://schemas.microsoft.com/office/drawing/2014/main" id="{4F489E43-2ABC-F787-8EB0-D0C113D71FE9}"/>
                  </a:ext>
                </a:extLst>
              </p:cNvPr>
              <p:cNvSpPr/>
              <p:nvPr/>
            </p:nvSpPr>
            <p:spPr>
              <a:xfrm>
                <a:off x="13902730" y="7491178"/>
                <a:ext cx="5315988" cy="4332679"/>
              </a:xfrm>
              <a:custGeom>
                <a:avLst/>
                <a:gdLst>
                  <a:gd name="connsiteX0" fmla="*/ 5084919 w 5315988"/>
                  <a:gd name="connsiteY0" fmla="*/ 0 h 4332679"/>
                  <a:gd name="connsiteX1" fmla="*/ 4896206 w 5315988"/>
                  <a:gd name="connsiteY1" fmla="*/ 0 h 4332679"/>
                  <a:gd name="connsiteX2" fmla="*/ 4835510 w 5315988"/>
                  <a:gd name="connsiteY2" fmla="*/ 60696 h 4332679"/>
                  <a:gd name="connsiteX3" fmla="*/ 4896206 w 5315988"/>
                  <a:gd name="connsiteY3" fmla="*/ 121393 h 4332679"/>
                  <a:gd name="connsiteX4" fmla="*/ 5084919 w 5315988"/>
                  <a:gd name="connsiteY4" fmla="*/ 121393 h 4332679"/>
                  <a:gd name="connsiteX5" fmla="*/ 5193795 w 5315988"/>
                  <a:gd name="connsiteY5" fmla="*/ 230268 h 4332679"/>
                  <a:gd name="connsiteX6" fmla="*/ 5193795 w 5315988"/>
                  <a:gd name="connsiteY6" fmla="*/ 3660150 h 4332679"/>
                  <a:gd name="connsiteX7" fmla="*/ 5084919 w 5315988"/>
                  <a:gd name="connsiteY7" fmla="*/ 3769868 h 4332679"/>
                  <a:gd name="connsiteX8" fmla="*/ 3097373 w 5315988"/>
                  <a:gd name="connsiteY8" fmla="*/ 3769830 h 4332679"/>
                  <a:gd name="connsiteX9" fmla="*/ 3036676 w 5315988"/>
                  <a:gd name="connsiteY9" fmla="*/ 3830526 h 4332679"/>
                  <a:gd name="connsiteX10" fmla="*/ 2658458 w 5315988"/>
                  <a:gd name="connsiteY10" fmla="*/ 4208745 h 4332679"/>
                  <a:gd name="connsiteX11" fmla="*/ 2279397 w 5315988"/>
                  <a:gd name="connsiteY11" fmla="*/ 3830526 h 4332679"/>
                  <a:gd name="connsiteX12" fmla="*/ 2218700 w 5315988"/>
                  <a:gd name="connsiteY12" fmla="*/ 3769830 h 4332679"/>
                  <a:gd name="connsiteX13" fmla="*/ 230272 w 5315988"/>
                  <a:gd name="connsiteY13" fmla="*/ 3769830 h 4332679"/>
                  <a:gd name="connsiteX14" fmla="*/ 121396 w 5315988"/>
                  <a:gd name="connsiteY14" fmla="*/ 3660112 h 4332679"/>
                  <a:gd name="connsiteX15" fmla="*/ 121396 w 5315988"/>
                  <a:gd name="connsiteY15" fmla="*/ 231112 h 4332679"/>
                  <a:gd name="connsiteX16" fmla="*/ 230272 w 5315988"/>
                  <a:gd name="connsiteY16" fmla="*/ 122236 h 4332679"/>
                  <a:gd name="connsiteX17" fmla="*/ 349983 w 5315988"/>
                  <a:gd name="connsiteY17" fmla="*/ 122236 h 4332679"/>
                  <a:gd name="connsiteX18" fmla="*/ 410680 w 5315988"/>
                  <a:gd name="connsiteY18" fmla="*/ 61540 h 4332679"/>
                  <a:gd name="connsiteX19" fmla="*/ 349983 w 5315988"/>
                  <a:gd name="connsiteY19" fmla="*/ 843 h 4332679"/>
                  <a:gd name="connsiteX20" fmla="*/ 230272 w 5315988"/>
                  <a:gd name="connsiteY20" fmla="*/ 843 h 4332679"/>
                  <a:gd name="connsiteX21" fmla="*/ 0 w 5315988"/>
                  <a:gd name="connsiteY21" fmla="*/ 231115 h 4332679"/>
                  <a:gd name="connsiteX22" fmla="*/ 0 w 5315988"/>
                  <a:gd name="connsiteY22" fmla="*/ 3660997 h 4332679"/>
                  <a:gd name="connsiteX23" fmla="*/ 230272 w 5315988"/>
                  <a:gd name="connsiteY23" fmla="*/ 3892915 h 4332679"/>
                  <a:gd name="connsiteX24" fmla="*/ 2160505 w 5315988"/>
                  <a:gd name="connsiteY24" fmla="*/ 3892915 h 4332679"/>
                  <a:gd name="connsiteX25" fmla="*/ 2657593 w 5315988"/>
                  <a:gd name="connsiteY25" fmla="*/ 4332680 h 4332679"/>
                  <a:gd name="connsiteX26" fmla="*/ 3154680 w 5315988"/>
                  <a:gd name="connsiteY26" fmla="*/ 3892915 h 4332679"/>
                  <a:gd name="connsiteX27" fmla="*/ 5084913 w 5315988"/>
                  <a:gd name="connsiteY27" fmla="*/ 3892915 h 4332679"/>
                  <a:gd name="connsiteX28" fmla="*/ 5315989 w 5315988"/>
                  <a:gd name="connsiteY28" fmla="*/ 3660997 h 4332679"/>
                  <a:gd name="connsiteX29" fmla="*/ 5315989 w 5315988"/>
                  <a:gd name="connsiteY29" fmla="*/ 231115 h 4332679"/>
                  <a:gd name="connsiteX30" fmla="*/ 5084913 w 5315988"/>
                  <a:gd name="connsiteY30" fmla="*/ 40 h 43326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5315988" h="4332679">
                    <a:moveTo>
                      <a:pt x="5084919" y="0"/>
                    </a:moveTo>
                    <a:lnTo>
                      <a:pt x="4896206" y="0"/>
                    </a:lnTo>
                    <a:cubicBezTo>
                      <a:pt x="4862950" y="0"/>
                      <a:pt x="4835510" y="27440"/>
                      <a:pt x="4835510" y="60696"/>
                    </a:cubicBezTo>
                    <a:cubicBezTo>
                      <a:pt x="4835510" y="93953"/>
                      <a:pt x="4862950" y="121393"/>
                      <a:pt x="4896206" y="121393"/>
                    </a:cubicBezTo>
                    <a:lnTo>
                      <a:pt x="5084919" y="121393"/>
                    </a:lnTo>
                    <a:cubicBezTo>
                      <a:pt x="5144774" y="121393"/>
                      <a:pt x="5193795" y="170455"/>
                      <a:pt x="5193795" y="230268"/>
                    </a:cubicBezTo>
                    <a:lnTo>
                      <a:pt x="5193795" y="3660150"/>
                    </a:lnTo>
                    <a:cubicBezTo>
                      <a:pt x="5193795" y="3720846"/>
                      <a:pt x="5144732" y="3769868"/>
                      <a:pt x="5084919" y="3769868"/>
                    </a:cubicBezTo>
                    <a:lnTo>
                      <a:pt x="3097373" y="3769830"/>
                    </a:lnTo>
                    <a:cubicBezTo>
                      <a:pt x="3064116" y="3769830"/>
                      <a:pt x="3036676" y="3797270"/>
                      <a:pt x="3036676" y="3830526"/>
                    </a:cubicBezTo>
                    <a:cubicBezTo>
                      <a:pt x="3036676" y="4039176"/>
                      <a:pt x="2867098" y="4208745"/>
                      <a:pt x="2658458" y="4208745"/>
                    </a:cubicBezTo>
                    <a:cubicBezTo>
                      <a:pt x="2448965" y="4208745"/>
                      <a:pt x="2279397" y="4039166"/>
                      <a:pt x="2279397" y="3830526"/>
                    </a:cubicBezTo>
                    <a:cubicBezTo>
                      <a:pt x="2279397" y="3797270"/>
                      <a:pt x="2251957" y="3769830"/>
                      <a:pt x="2218700" y="3769830"/>
                    </a:cubicBezTo>
                    <a:lnTo>
                      <a:pt x="230272" y="3769830"/>
                    </a:lnTo>
                    <a:cubicBezTo>
                      <a:pt x="170417" y="3769830"/>
                      <a:pt x="121396" y="3720768"/>
                      <a:pt x="121396" y="3660112"/>
                    </a:cubicBezTo>
                    <a:lnTo>
                      <a:pt x="121396" y="231112"/>
                    </a:lnTo>
                    <a:cubicBezTo>
                      <a:pt x="121396" y="171257"/>
                      <a:pt x="170458" y="122236"/>
                      <a:pt x="230272" y="122236"/>
                    </a:cubicBezTo>
                    <a:lnTo>
                      <a:pt x="349983" y="122236"/>
                    </a:lnTo>
                    <a:cubicBezTo>
                      <a:pt x="383240" y="122236"/>
                      <a:pt x="410680" y="94796"/>
                      <a:pt x="410680" y="61540"/>
                    </a:cubicBezTo>
                    <a:cubicBezTo>
                      <a:pt x="410680" y="28283"/>
                      <a:pt x="383240" y="843"/>
                      <a:pt x="349983" y="843"/>
                    </a:cubicBezTo>
                    <a:lnTo>
                      <a:pt x="230272" y="843"/>
                    </a:lnTo>
                    <a:cubicBezTo>
                      <a:pt x="103105" y="843"/>
                      <a:pt x="0" y="104742"/>
                      <a:pt x="0" y="231115"/>
                    </a:cubicBezTo>
                    <a:lnTo>
                      <a:pt x="0" y="3660997"/>
                    </a:lnTo>
                    <a:cubicBezTo>
                      <a:pt x="0" y="3789007"/>
                      <a:pt x="103899" y="3892915"/>
                      <a:pt x="230272" y="3892915"/>
                    </a:cubicBezTo>
                    <a:lnTo>
                      <a:pt x="2160505" y="3892915"/>
                    </a:lnTo>
                    <a:cubicBezTo>
                      <a:pt x="2190433" y="4139793"/>
                      <a:pt x="2402407" y="4332680"/>
                      <a:pt x="2657593" y="4332680"/>
                    </a:cubicBezTo>
                    <a:cubicBezTo>
                      <a:pt x="2912779" y="4332680"/>
                      <a:pt x="3123956" y="4140636"/>
                      <a:pt x="3154680" y="3892915"/>
                    </a:cubicBezTo>
                    <a:lnTo>
                      <a:pt x="5084913" y="3892915"/>
                    </a:lnTo>
                    <a:cubicBezTo>
                      <a:pt x="5212080" y="3892915"/>
                      <a:pt x="5315989" y="3789017"/>
                      <a:pt x="5315989" y="3660997"/>
                    </a:cubicBezTo>
                    <a:lnTo>
                      <a:pt x="5315989" y="231115"/>
                    </a:lnTo>
                    <a:cubicBezTo>
                      <a:pt x="5315989" y="103949"/>
                      <a:pt x="5212090" y="40"/>
                      <a:pt x="5084913" y="40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" name="Freeform: Shape 94">
                <a:extLst>
                  <a:ext uri="{FF2B5EF4-FFF2-40B4-BE49-F238E27FC236}">
                    <a16:creationId xmlns:a16="http://schemas.microsoft.com/office/drawing/2014/main" id="{8264CDDB-6DCA-8F94-AD02-160DE7CD0319}"/>
                  </a:ext>
                </a:extLst>
              </p:cNvPr>
              <p:cNvSpPr/>
              <p:nvPr/>
            </p:nvSpPr>
            <p:spPr>
              <a:xfrm>
                <a:off x="15005885" y="7492060"/>
                <a:ext cx="1038231" cy="531984"/>
              </a:xfrm>
              <a:custGeom>
                <a:avLst/>
                <a:gdLst>
                  <a:gd name="connsiteX0" fmla="*/ 130507 w 1038231"/>
                  <a:gd name="connsiteY0" fmla="*/ 531985 h 531984"/>
                  <a:gd name="connsiteX1" fmla="*/ 907734 w 1038231"/>
                  <a:gd name="connsiteY1" fmla="*/ 531985 h 531984"/>
                  <a:gd name="connsiteX2" fmla="*/ 1038232 w 1038231"/>
                  <a:gd name="connsiteY2" fmla="*/ 401487 h 531984"/>
                  <a:gd name="connsiteX3" fmla="*/ 1038232 w 1038231"/>
                  <a:gd name="connsiteY3" fmla="*/ 130498 h 531984"/>
                  <a:gd name="connsiteX4" fmla="*/ 907734 w 1038231"/>
                  <a:gd name="connsiteY4" fmla="*/ 0 h 531984"/>
                  <a:gd name="connsiteX5" fmla="*/ 130507 w 1038231"/>
                  <a:gd name="connsiteY5" fmla="*/ 0 h 531984"/>
                  <a:gd name="connsiteX6" fmla="*/ 9 w 1038231"/>
                  <a:gd name="connsiteY6" fmla="*/ 130498 h 531984"/>
                  <a:gd name="connsiteX7" fmla="*/ 9 w 1038231"/>
                  <a:gd name="connsiteY7" fmla="*/ 401487 h 531984"/>
                  <a:gd name="connsiteX8" fmla="*/ 130507 w 1038231"/>
                  <a:gd name="connsiteY8" fmla="*/ 531985 h 531984"/>
                  <a:gd name="connsiteX9" fmla="*/ 121360 w 1038231"/>
                  <a:gd name="connsiteY9" fmla="*/ 130498 h 531984"/>
                  <a:gd name="connsiteX10" fmla="*/ 130507 w 1038231"/>
                  <a:gd name="connsiteY10" fmla="*/ 121351 h 531984"/>
                  <a:gd name="connsiteX11" fmla="*/ 907734 w 1038231"/>
                  <a:gd name="connsiteY11" fmla="*/ 121351 h 531984"/>
                  <a:gd name="connsiteX12" fmla="*/ 916880 w 1038231"/>
                  <a:gd name="connsiteY12" fmla="*/ 130498 h 531984"/>
                  <a:gd name="connsiteX13" fmla="*/ 916880 w 1038231"/>
                  <a:gd name="connsiteY13" fmla="*/ 401487 h 531984"/>
                  <a:gd name="connsiteX14" fmla="*/ 907734 w 1038231"/>
                  <a:gd name="connsiteY14" fmla="*/ 410633 h 531984"/>
                  <a:gd name="connsiteX15" fmla="*/ 130507 w 1038231"/>
                  <a:gd name="connsiteY15" fmla="*/ 410633 h 531984"/>
                  <a:gd name="connsiteX16" fmla="*/ 121360 w 1038231"/>
                  <a:gd name="connsiteY16" fmla="*/ 401487 h 5319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038231" h="531984">
                    <a:moveTo>
                      <a:pt x="130507" y="531985"/>
                    </a:moveTo>
                    <a:lnTo>
                      <a:pt x="907734" y="531985"/>
                    </a:lnTo>
                    <a:cubicBezTo>
                      <a:pt x="980064" y="531985"/>
                      <a:pt x="1038232" y="472973"/>
                      <a:pt x="1038232" y="401487"/>
                    </a:cubicBezTo>
                    <a:lnTo>
                      <a:pt x="1038232" y="130498"/>
                    </a:lnTo>
                    <a:cubicBezTo>
                      <a:pt x="1038232" y="58168"/>
                      <a:pt x="979220" y="0"/>
                      <a:pt x="907734" y="0"/>
                    </a:cubicBezTo>
                    <a:lnTo>
                      <a:pt x="130507" y="0"/>
                    </a:lnTo>
                    <a:cubicBezTo>
                      <a:pt x="58177" y="0"/>
                      <a:pt x="9" y="59012"/>
                      <a:pt x="9" y="130498"/>
                    </a:cubicBezTo>
                    <a:lnTo>
                      <a:pt x="9" y="401487"/>
                    </a:lnTo>
                    <a:cubicBezTo>
                      <a:pt x="-833" y="472976"/>
                      <a:pt x="58179" y="531985"/>
                      <a:pt x="130507" y="531985"/>
                    </a:cubicBezTo>
                    <a:close/>
                    <a:moveTo>
                      <a:pt x="121360" y="130498"/>
                    </a:moveTo>
                    <a:cubicBezTo>
                      <a:pt x="121360" y="125523"/>
                      <a:pt x="125532" y="121351"/>
                      <a:pt x="130507" y="121351"/>
                    </a:cubicBezTo>
                    <a:lnTo>
                      <a:pt x="907734" y="121351"/>
                    </a:lnTo>
                    <a:cubicBezTo>
                      <a:pt x="912709" y="121351"/>
                      <a:pt x="916880" y="125523"/>
                      <a:pt x="916880" y="130498"/>
                    </a:cubicBezTo>
                    <a:lnTo>
                      <a:pt x="916880" y="401487"/>
                    </a:lnTo>
                    <a:cubicBezTo>
                      <a:pt x="916880" y="406462"/>
                      <a:pt x="912709" y="410633"/>
                      <a:pt x="907734" y="410633"/>
                    </a:cubicBezTo>
                    <a:lnTo>
                      <a:pt x="130507" y="410633"/>
                    </a:lnTo>
                    <a:cubicBezTo>
                      <a:pt x="125532" y="410633"/>
                      <a:pt x="121360" y="406462"/>
                      <a:pt x="121360" y="401487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" name="Freeform: Shape 95">
                <a:extLst>
                  <a:ext uri="{FF2B5EF4-FFF2-40B4-BE49-F238E27FC236}">
                    <a16:creationId xmlns:a16="http://schemas.microsoft.com/office/drawing/2014/main" id="{4786D355-0DF0-6D0F-0624-1BC617751629}"/>
                  </a:ext>
                </a:extLst>
              </p:cNvPr>
              <p:cNvSpPr/>
              <p:nvPr/>
            </p:nvSpPr>
            <p:spPr>
              <a:xfrm>
                <a:off x="15895278" y="8312519"/>
                <a:ext cx="325868" cy="121392"/>
              </a:xfrm>
              <a:custGeom>
                <a:avLst/>
                <a:gdLst>
                  <a:gd name="connsiteX0" fmla="*/ 0 w 325868"/>
                  <a:gd name="connsiteY0" fmla="*/ 60696 h 121392"/>
                  <a:gd name="connsiteX1" fmla="*/ 60696 w 325868"/>
                  <a:gd name="connsiteY1" fmla="*/ 121392 h 121392"/>
                  <a:gd name="connsiteX2" fmla="*/ 265173 w 325868"/>
                  <a:gd name="connsiteY2" fmla="*/ 121392 h 121392"/>
                  <a:gd name="connsiteX3" fmla="*/ 325869 w 325868"/>
                  <a:gd name="connsiteY3" fmla="*/ 60696 h 121392"/>
                  <a:gd name="connsiteX4" fmla="*/ 265173 w 325868"/>
                  <a:gd name="connsiteY4" fmla="*/ 0 h 121392"/>
                  <a:gd name="connsiteX5" fmla="*/ 60696 w 325868"/>
                  <a:gd name="connsiteY5" fmla="*/ 0 h 121392"/>
                  <a:gd name="connsiteX6" fmla="*/ 0 w 325868"/>
                  <a:gd name="connsiteY6" fmla="*/ 60696 h 1213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25868" h="121392">
                    <a:moveTo>
                      <a:pt x="0" y="60696"/>
                    </a:moveTo>
                    <a:cubicBezTo>
                      <a:pt x="0" y="93953"/>
                      <a:pt x="27440" y="121392"/>
                      <a:pt x="60696" y="121392"/>
                    </a:cubicBezTo>
                    <a:lnTo>
                      <a:pt x="265173" y="121392"/>
                    </a:lnTo>
                    <a:cubicBezTo>
                      <a:pt x="298429" y="121392"/>
                      <a:pt x="325869" y="93953"/>
                      <a:pt x="325869" y="60696"/>
                    </a:cubicBezTo>
                    <a:cubicBezTo>
                      <a:pt x="325869" y="27440"/>
                      <a:pt x="298429" y="0"/>
                      <a:pt x="265173" y="0"/>
                    </a:cubicBezTo>
                    <a:lnTo>
                      <a:pt x="60696" y="0"/>
                    </a:lnTo>
                    <a:cubicBezTo>
                      <a:pt x="27440" y="0"/>
                      <a:pt x="0" y="27440"/>
                      <a:pt x="0" y="60696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" name="Freeform: Shape 96">
                <a:extLst>
                  <a:ext uri="{FF2B5EF4-FFF2-40B4-BE49-F238E27FC236}">
                    <a16:creationId xmlns:a16="http://schemas.microsoft.com/office/drawing/2014/main" id="{BC6056A4-40A5-F9AE-0795-602DD705A0DE}"/>
                  </a:ext>
                </a:extLst>
              </p:cNvPr>
              <p:cNvSpPr/>
              <p:nvPr/>
            </p:nvSpPr>
            <p:spPr>
              <a:xfrm>
                <a:off x="14827142" y="8312467"/>
                <a:ext cx="827972" cy="121392"/>
              </a:xfrm>
              <a:custGeom>
                <a:avLst/>
                <a:gdLst>
                  <a:gd name="connsiteX0" fmla="*/ 60696 w 827972"/>
                  <a:gd name="connsiteY0" fmla="*/ 121392 h 121392"/>
                  <a:gd name="connsiteX1" fmla="*/ 767276 w 827972"/>
                  <a:gd name="connsiteY1" fmla="*/ 121392 h 121392"/>
                  <a:gd name="connsiteX2" fmla="*/ 827972 w 827972"/>
                  <a:gd name="connsiteY2" fmla="*/ 60696 h 121392"/>
                  <a:gd name="connsiteX3" fmla="*/ 767276 w 827972"/>
                  <a:gd name="connsiteY3" fmla="*/ 0 h 121392"/>
                  <a:gd name="connsiteX4" fmla="*/ 60696 w 827972"/>
                  <a:gd name="connsiteY4" fmla="*/ 0 h 121392"/>
                  <a:gd name="connsiteX5" fmla="*/ 0 w 827972"/>
                  <a:gd name="connsiteY5" fmla="*/ 60696 h 121392"/>
                  <a:gd name="connsiteX6" fmla="*/ 60696 w 827972"/>
                  <a:gd name="connsiteY6" fmla="*/ 121392 h 1213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27972" h="121392">
                    <a:moveTo>
                      <a:pt x="60696" y="121392"/>
                    </a:moveTo>
                    <a:lnTo>
                      <a:pt x="767276" y="121392"/>
                    </a:lnTo>
                    <a:cubicBezTo>
                      <a:pt x="800532" y="121392"/>
                      <a:pt x="827972" y="93953"/>
                      <a:pt x="827972" y="60696"/>
                    </a:cubicBezTo>
                    <a:cubicBezTo>
                      <a:pt x="827972" y="27440"/>
                      <a:pt x="800532" y="0"/>
                      <a:pt x="767276" y="0"/>
                    </a:cubicBezTo>
                    <a:lnTo>
                      <a:pt x="60696" y="0"/>
                    </a:lnTo>
                    <a:cubicBezTo>
                      <a:pt x="27440" y="0"/>
                      <a:pt x="0" y="27440"/>
                      <a:pt x="0" y="60696"/>
                    </a:cubicBezTo>
                    <a:cubicBezTo>
                      <a:pt x="0" y="94795"/>
                      <a:pt x="27440" y="121392"/>
                      <a:pt x="60696" y="121392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1" name="Freeform: Shape 97">
                <a:extLst>
                  <a:ext uri="{FF2B5EF4-FFF2-40B4-BE49-F238E27FC236}">
                    <a16:creationId xmlns:a16="http://schemas.microsoft.com/office/drawing/2014/main" id="{5E6B5309-09B9-F902-8ACE-BFE8336C8D17}"/>
                  </a:ext>
                </a:extLst>
              </p:cNvPr>
              <p:cNvSpPr/>
              <p:nvPr/>
            </p:nvSpPr>
            <p:spPr>
              <a:xfrm>
                <a:off x="14827142" y="8723163"/>
                <a:ext cx="1394923" cy="121392"/>
              </a:xfrm>
              <a:custGeom>
                <a:avLst/>
                <a:gdLst>
                  <a:gd name="connsiteX0" fmla="*/ 60696 w 1394923"/>
                  <a:gd name="connsiteY0" fmla="*/ 121392 h 121392"/>
                  <a:gd name="connsiteX1" fmla="*/ 1334227 w 1394923"/>
                  <a:gd name="connsiteY1" fmla="*/ 121392 h 121392"/>
                  <a:gd name="connsiteX2" fmla="*/ 1394923 w 1394923"/>
                  <a:gd name="connsiteY2" fmla="*/ 60696 h 121392"/>
                  <a:gd name="connsiteX3" fmla="*/ 1334227 w 1394923"/>
                  <a:gd name="connsiteY3" fmla="*/ 0 h 121392"/>
                  <a:gd name="connsiteX4" fmla="*/ 60696 w 1394923"/>
                  <a:gd name="connsiteY4" fmla="*/ 38 h 121392"/>
                  <a:gd name="connsiteX5" fmla="*/ 0 w 1394923"/>
                  <a:gd name="connsiteY5" fmla="*/ 60734 h 121392"/>
                  <a:gd name="connsiteX6" fmla="*/ 60696 w 1394923"/>
                  <a:gd name="connsiteY6" fmla="*/ 121392 h 1213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394923" h="121392">
                    <a:moveTo>
                      <a:pt x="60696" y="121392"/>
                    </a:moveTo>
                    <a:lnTo>
                      <a:pt x="1334227" y="121392"/>
                    </a:lnTo>
                    <a:cubicBezTo>
                      <a:pt x="1367483" y="121392"/>
                      <a:pt x="1394923" y="93953"/>
                      <a:pt x="1394923" y="60696"/>
                    </a:cubicBezTo>
                    <a:cubicBezTo>
                      <a:pt x="1394923" y="27440"/>
                      <a:pt x="1367483" y="0"/>
                      <a:pt x="1334227" y="0"/>
                    </a:cubicBezTo>
                    <a:lnTo>
                      <a:pt x="60696" y="38"/>
                    </a:lnTo>
                    <a:cubicBezTo>
                      <a:pt x="27440" y="38"/>
                      <a:pt x="0" y="27478"/>
                      <a:pt x="0" y="60734"/>
                    </a:cubicBezTo>
                    <a:cubicBezTo>
                      <a:pt x="0" y="93953"/>
                      <a:pt x="27440" y="121392"/>
                      <a:pt x="60696" y="121392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2" name="Freeform: Shape 98">
                <a:extLst>
                  <a:ext uri="{FF2B5EF4-FFF2-40B4-BE49-F238E27FC236}">
                    <a16:creationId xmlns:a16="http://schemas.microsoft.com/office/drawing/2014/main" id="{1432E8A1-3322-AB4E-2B51-48FC27C42B4D}"/>
                  </a:ext>
                </a:extLst>
              </p:cNvPr>
              <p:cNvSpPr/>
              <p:nvPr/>
            </p:nvSpPr>
            <p:spPr>
              <a:xfrm>
                <a:off x="15512864" y="9133767"/>
                <a:ext cx="709103" cy="121392"/>
              </a:xfrm>
              <a:custGeom>
                <a:avLst/>
                <a:gdLst>
                  <a:gd name="connsiteX0" fmla="*/ 648407 w 709103"/>
                  <a:gd name="connsiteY0" fmla="*/ 0 h 121392"/>
                  <a:gd name="connsiteX1" fmla="*/ 60696 w 709103"/>
                  <a:gd name="connsiteY1" fmla="*/ 0 h 121392"/>
                  <a:gd name="connsiteX2" fmla="*/ 0 w 709103"/>
                  <a:gd name="connsiteY2" fmla="*/ 60696 h 121392"/>
                  <a:gd name="connsiteX3" fmla="*/ 60696 w 709103"/>
                  <a:gd name="connsiteY3" fmla="*/ 121392 h 121392"/>
                  <a:gd name="connsiteX4" fmla="*/ 648407 w 709103"/>
                  <a:gd name="connsiteY4" fmla="*/ 121392 h 121392"/>
                  <a:gd name="connsiteX5" fmla="*/ 709104 w 709103"/>
                  <a:gd name="connsiteY5" fmla="*/ 60696 h 121392"/>
                  <a:gd name="connsiteX6" fmla="*/ 648407 w 709103"/>
                  <a:gd name="connsiteY6" fmla="*/ 0 h 1213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09103" h="121392">
                    <a:moveTo>
                      <a:pt x="648407" y="0"/>
                    </a:moveTo>
                    <a:lnTo>
                      <a:pt x="60696" y="0"/>
                    </a:lnTo>
                    <a:cubicBezTo>
                      <a:pt x="27440" y="0"/>
                      <a:pt x="0" y="27440"/>
                      <a:pt x="0" y="60696"/>
                    </a:cubicBezTo>
                    <a:cubicBezTo>
                      <a:pt x="0" y="93952"/>
                      <a:pt x="27440" y="121392"/>
                      <a:pt x="60696" y="121392"/>
                    </a:cubicBezTo>
                    <a:lnTo>
                      <a:pt x="648407" y="121392"/>
                    </a:lnTo>
                    <a:cubicBezTo>
                      <a:pt x="681664" y="121392"/>
                      <a:pt x="709104" y="93952"/>
                      <a:pt x="709104" y="60696"/>
                    </a:cubicBezTo>
                    <a:cubicBezTo>
                      <a:pt x="709065" y="26597"/>
                      <a:pt x="681664" y="0"/>
                      <a:pt x="648407" y="0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3" name="Freeform: Shape 99">
                <a:extLst>
                  <a:ext uri="{FF2B5EF4-FFF2-40B4-BE49-F238E27FC236}">
                    <a16:creationId xmlns:a16="http://schemas.microsoft.com/office/drawing/2014/main" id="{61296E30-61E4-4A27-45D8-B4C613FAB1D4}"/>
                  </a:ext>
                </a:extLst>
              </p:cNvPr>
              <p:cNvSpPr/>
              <p:nvPr/>
            </p:nvSpPr>
            <p:spPr>
              <a:xfrm>
                <a:off x="14827142" y="9133761"/>
                <a:ext cx="331688" cy="121392"/>
              </a:xfrm>
              <a:custGeom>
                <a:avLst/>
                <a:gdLst>
                  <a:gd name="connsiteX0" fmla="*/ 60696 w 331688"/>
                  <a:gd name="connsiteY0" fmla="*/ 121392 h 121392"/>
                  <a:gd name="connsiteX1" fmla="*/ 270992 w 331688"/>
                  <a:gd name="connsiteY1" fmla="*/ 121392 h 121392"/>
                  <a:gd name="connsiteX2" fmla="*/ 331688 w 331688"/>
                  <a:gd name="connsiteY2" fmla="*/ 60696 h 121392"/>
                  <a:gd name="connsiteX3" fmla="*/ 270992 w 331688"/>
                  <a:gd name="connsiteY3" fmla="*/ 0 h 121392"/>
                  <a:gd name="connsiteX4" fmla="*/ 60696 w 331688"/>
                  <a:gd name="connsiteY4" fmla="*/ 0 h 121392"/>
                  <a:gd name="connsiteX5" fmla="*/ 0 w 331688"/>
                  <a:gd name="connsiteY5" fmla="*/ 60696 h 121392"/>
                  <a:gd name="connsiteX6" fmla="*/ 60696 w 331688"/>
                  <a:gd name="connsiteY6" fmla="*/ 121392 h 1213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31688" h="121392">
                    <a:moveTo>
                      <a:pt x="60696" y="121392"/>
                    </a:moveTo>
                    <a:lnTo>
                      <a:pt x="270992" y="121392"/>
                    </a:lnTo>
                    <a:cubicBezTo>
                      <a:pt x="304248" y="121392"/>
                      <a:pt x="331688" y="93953"/>
                      <a:pt x="331688" y="60696"/>
                    </a:cubicBezTo>
                    <a:cubicBezTo>
                      <a:pt x="331688" y="27440"/>
                      <a:pt x="304248" y="0"/>
                      <a:pt x="270992" y="0"/>
                    </a:cubicBezTo>
                    <a:lnTo>
                      <a:pt x="60696" y="0"/>
                    </a:lnTo>
                    <a:cubicBezTo>
                      <a:pt x="27440" y="0"/>
                      <a:pt x="0" y="27440"/>
                      <a:pt x="0" y="60696"/>
                    </a:cubicBezTo>
                    <a:cubicBezTo>
                      <a:pt x="0" y="93953"/>
                      <a:pt x="27440" y="121392"/>
                      <a:pt x="60696" y="121392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5" name="Freeform: Shape 100">
                <a:extLst>
                  <a:ext uri="{FF2B5EF4-FFF2-40B4-BE49-F238E27FC236}">
                    <a16:creationId xmlns:a16="http://schemas.microsoft.com/office/drawing/2014/main" id="{EE806F3B-7B99-C8DD-2847-44698B337124}"/>
                  </a:ext>
                </a:extLst>
              </p:cNvPr>
              <p:cNvSpPr/>
              <p:nvPr/>
            </p:nvSpPr>
            <p:spPr>
              <a:xfrm>
                <a:off x="14827142" y="9544360"/>
                <a:ext cx="758128" cy="121392"/>
              </a:xfrm>
              <a:custGeom>
                <a:avLst/>
                <a:gdLst>
                  <a:gd name="connsiteX0" fmla="*/ 60696 w 758128"/>
                  <a:gd name="connsiteY0" fmla="*/ 121392 h 121392"/>
                  <a:gd name="connsiteX1" fmla="*/ 697432 w 758128"/>
                  <a:gd name="connsiteY1" fmla="*/ 121392 h 121392"/>
                  <a:gd name="connsiteX2" fmla="*/ 758128 w 758128"/>
                  <a:gd name="connsiteY2" fmla="*/ 60696 h 121392"/>
                  <a:gd name="connsiteX3" fmla="*/ 697432 w 758128"/>
                  <a:gd name="connsiteY3" fmla="*/ 0 h 121392"/>
                  <a:gd name="connsiteX4" fmla="*/ 60696 w 758128"/>
                  <a:gd name="connsiteY4" fmla="*/ 0 h 121392"/>
                  <a:gd name="connsiteX5" fmla="*/ 0 w 758128"/>
                  <a:gd name="connsiteY5" fmla="*/ 60696 h 121392"/>
                  <a:gd name="connsiteX6" fmla="*/ 60696 w 758128"/>
                  <a:gd name="connsiteY6" fmla="*/ 121392 h 1213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8128" h="121392">
                    <a:moveTo>
                      <a:pt x="60696" y="121392"/>
                    </a:moveTo>
                    <a:lnTo>
                      <a:pt x="697432" y="121392"/>
                    </a:lnTo>
                    <a:cubicBezTo>
                      <a:pt x="730689" y="121392"/>
                      <a:pt x="758128" y="93953"/>
                      <a:pt x="758128" y="60696"/>
                    </a:cubicBezTo>
                    <a:cubicBezTo>
                      <a:pt x="758128" y="27440"/>
                      <a:pt x="730689" y="0"/>
                      <a:pt x="697432" y="0"/>
                    </a:cubicBezTo>
                    <a:lnTo>
                      <a:pt x="60696" y="0"/>
                    </a:lnTo>
                    <a:cubicBezTo>
                      <a:pt x="27440" y="0"/>
                      <a:pt x="0" y="27440"/>
                      <a:pt x="0" y="60696"/>
                    </a:cubicBezTo>
                    <a:cubicBezTo>
                      <a:pt x="0" y="93991"/>
                      <a:pt x="27440" y="121392"/>
                      <a:pt x="60696" y="121392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7" name="Freeform: Shape 101">
                <a:extLst>
                  <a:ext uri="{FF2B5EF4-FFF2-40B4-BE49-F238E27FC236}">
                    <a16:creationId xmlns:a16="http://schemas.microsoft.com/office/drawing/2014/main" id="{66F20085-B9BC-DA1F-4C85-413319795FA1}"/>
                  </a:ext>
                </a:extLst>
              </p:cNvPr>
              <p:cNvSpPr/>
              <p:nvPr/>
            </p:nvSpPr>
            <p:spPr>
              <a:xfrm>
                <a:off x="16887775" y="8779699"/>
                <a:ext cx="1394058" cy="121392"/>
              </a:xfrm>
              <a:custGeom>
                <a:avLst/>
                <a:gdLst>
                  <a:gd name="connsiteX0" fmla="*/ 1334227 w 1394058"/>
                  <a:gd name="connsiteY0" fmla="*/ 0 h 121392"/>
                  <a:gd name="connsiteX1" fmla="*/ 60696 w 1394058"/>
                  <a:gd name="connsiteY1" fmla="*/ 0 h 121392"/>
                  <a:gd name="connsiteX2" fmla="*/ 0 w 1394058"/>
                  <a:gd name="connsiteY2" fmla="*/ 60696 h 121392"/>
                  <a:gd name="connsiteX3" fmla="*/ 60696 w 1394058"/>
                  <a:gd name="connsiteY3" fmla="*/ 121392 h 121392"/>
                  <a:gd name="connsiteX4" fmla="*/ 1333345 w 1394058"/>
                  <a:gd name="connsiteY4" fmla="*/ 121392 h 121392"/>
                  <a:gd name="connsiteX5" fmla="*/ 1394041 w 1394058"/>
                  <a:gd name="connsiteY5" fmla="*/ 60696 h 121392"/>
                  <a:gd name="connsiteX6" fmla="*/ 1334187 w 1394058"/>
                  <a:gd name="connsiteY6" fmla="*/ 0 h 1213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394058" h="121392">
                    <a:moveTo>
                      <a:pt x="1334227" y="0"/>
                    </a:moveTo>
                    <a:lnTo>
                      <a:pt x="60696" y="0"/>
                    </a:lnTo>
                    <a:cubicBezTo>
                      <a:pt x="27440" y="0"/>
                      <a:pt x="0" y="27440"/>
                      <a:pt x="0" y="60696"/>
                    </a:cubicBezTo>
                    <a:cubicBezTo>
                      <a:pt x="0" y="93953"/>
                      <a:pt x="27440" y="121392"/>
                      <a:pt x="60696" y="121392"/>
                    </a:cubicBezTo>
                    <a:lnTo>
                      <a:pt x="1333345" y="121392"/>
                    </a:lnTo>
                    <a:cubicBezTo>
                      <a:pt x="1366601" y="121392"/>
                      <a:pt x="1394041" y="93953"/>
                      <a:pt x="1394041" y="60696"/>
                    </a:cubicBezTo>
                    <a:cubicBezTo>
                      <a:pt x="1394845" y="27402"/>
                      <a:pt x="1367444" y="0"/>
                      <a:pt x="1334187" y="0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8" name="Freeform: Shape 102">
                <a:extLst>
                  <a:ext uri="{FF2B5EF4-FFF2-40B4-BE49-F238E27FC236}">
                    <a16:creationId xmlns:a16="http://schemas.microsoft.com/office/drawing/2014/main" id="{0E43C604-1404-79B9-F95A-3A396EC61EBE}"/>
                  </a:ext>
                </a:extLst>
              </p:cNvPr>
              <p:cNvSpPr/>
              <p:nvPr/>
            </p:nvSpPr>
            <p:spPr>
              <a:xfrm>
                <a:off x="16887775" y="9162081"/>
                <a:ext cx="1394040" cy="121392"/>
              </a:xfrm>
              <a:custGeom>
                <a:avLst/>
                <a:gdLst>
                  <a:gd name="connsiteX0" fmla="*/ 1334227 w 1394040"/>
                  <a:gd name="connsiteY0" fmla="*/ 0 h 121392"/>
                  <a:gd name="connsiteX1" fmla="*/ 60696 w 1394040"/>
                  <a:gd name="connsiteY1" fmla="*/ 0 h 121392"/>
                  <a:gd name="connsiteX2" fmla="*/ 0 w 1394040"/>
                  <a:gd name="connsiteY2" fmla="*/ 60696 h 121392"/>
                  <a:gd name="connsiteX3" fmla="*/ 60696 w 1394040"/>
                  <a:gd name="connsiteY3" fmla="*/ 121393 h 121392"/>
                  <a:gd name="connsiteX4" fmla="*/ 1333345 w 1394040"/>
                  <a:gd name="connsiteY4" fmla="*/ 121393 h 121392"/>
                  <a:gd name="connsiteX5" fmla="*/ 1394041 w 1394040"/>
                  <a:gd name="connsiteY5" fmla="*/ 60696 h 121392"/>
                  <a:gd name="connsiteX6" fmla="*/ 1334187 w 1394040"/>
                  <a:gd name="connsiteY6" fmla="*/ 0 h 1213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394040" h="121392">
                    <a:moveTo>
                      <a:pt x="1334227" y="0"/>
                    </a:moveTo>
                    <a:lnTo>
                      <a:pt x="60696" y="0"/>
                    </a:lnTo>
                    <a:cubicBezTo>
                      <a:pt x="27440" y="0"/>
                      <a:pt x="0" y="27440"/>
                      <a:pt x="0" y="60696"/>
                    </a:cubicBezTo>
                    <a:cubicBezTo>
                      <a:pt x="0" y="93953"/>
                      <a:pt x="27440" y="121393"/>
                      <a:pt x="60696" y="121393"/>
                    </a:cubicBezTo>
                    <a:lnTo>
                      <a:pt x="1333345" y="121393"/>
                    </a:lnTo>
                    <a:cubicBezTo>
                      <a:pt x="1366601" y="121393"/>
                      <a:pt x="1394041" y="93953"/>
                      <a:pt x="1394041" y="60696"/>
                    </a:cubicBezTo>
                    <a:cubicBezTo>
                      <a:pt x="1394041" y="27440"/>
                      <a:pt x="1367444" y="0"/>
                      <a:pt x="1334187" y="0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9" name="Freeform: Shape 103">
                <a:extLst>
                  <a:ext uri="{FF2B5EF4-FFF2-40B4-BE49-F238E27FC236}">
                    <a16:creationId xmlns:a16="http://schemas.microsoft.com/office/drawing/2014/main" id="{D947D3DD-0081-DB4C-0556-7B18A6273FC5}"/>
                  </a:ext>
                </a:extLst>
              </p:cNvPr>
              <p:cNvSpPr/>
              <p:nvPr/>
            </p:nvSpPr>
            <p:spPr>
              <a:xfrm>
                <a:off x="16887775" y="9543582"/>
                <a:ext cx="1394040" cy="121392"/>
              </a:xfrm>
              <a:custGeom>
                <a:avLst/>
                <a:gdLst>
                  <a:gd name="connsiteX0" fmla="*/ 1334227 w 1394040"/>
                  <a:gd name="connsiteY0" fmla="*/ 0 h 121392"/>
                  <a:gd name="connsiteX1" fmla="*/ 60696 w 1394040"/>
                  <a:gd name="connsiteY1" fmla="*/ 0 h 121392"/>
                  <a:gd name="connsiteX2" fmla="*/ 0 w 1394040"/>
                  <a:gd name="connsiteY2" fmla="*/ 60696 h 121392"/>
                  <a:gd name="connsiteX3" fmla="*/ 60696 w 1394040"/>
                  <a:gd name="connsiteY3" fmla="*/ 121393 h 121392"/>
                  <a:gd name="connsiteX4" fmla="*/ 1333345 w 1394040"/>
                  <a:gd name="connsiteY4" fmla="*/ 121393 h 121392"/>
                  <a:gd name="connsiteX5" fmla="*/ 1394041 w 1394040"/>
                  <a:gd name="connsiteY5" fmla="*/ 60696 h 121392"/>
                  <a:gd name="connsiteX6" fmla="*/ 1334187 w 1394040"/>
                  <a:gd name="connsiteY6" fmla="*/ 0 h 1213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394040" h="121392">
                    <a:moveTo>
                      <a:pt x="1334227" y="0"/>
                    </a:moveTo>
                    <a:lnTo>
                      <a:pt x="60696" y="0"/>
                    </a:lnTo>
                    <a:cubicBezTo>
                      <a:pt x="27440" y="0"/>
                      <a:pt x="0" y="27440"/>
                      <a:pt x="0" y="60696"/>
                    </a:cubicBezTo>
                    <a:cubicBezTo>
                      <a:pt x="0" y="93953"/>
                      <a:pt x="27440" y="121393"/>
                      <a:pt x="60696" y="121393"/>
                    </a:cubicBezTo>
                    <a:lnTo>
                      <a:pt x="1333345" y="121393"/>
                    </a:lnTo>
                    <a:cubicBezTo>
                      <a:pt x="1366601" y="121393"/>
                      <a:pt x="1394041" y="93953"/>
                      <a:pt x="1394041" y="60696"/>
                    </a:cubicBezTo>
                    <a:cubicBezTo>
                      <a:pt x="1394041" y="27440"/>
                      <a:pt x="1367444" y="0"/>
                      <a:pt x="1334187" y="0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0" name="Freeform: Shape 104">
                <a:extLst>
                  <a:ext uri="{FF2B5EF4-FFF2-40B4-BE49-F238E27FC236}">
                    <a16:creationId xmlns:a16="http://schemas.microsoft.com/office/drawing/2014/main" id="{F405736D-1BED-0784-56CA-9C6D200D0F70}"/>
                  </a:ext>
                </a:extLst>
              </p:cNvPr>
              <p:cNvSpPr/>
              <p:nvPr/>
            </p:nvSpPr>
            <p:spPr>
              <a:xfrm>
                <a:off x="17048268" y="10312515"/>
                <a:ext cx="928549" cy="641793"/>
              </a:xfrm>
              <a:custGeom>
                <a:avLst/>
                <a:gdLst>
                  <a:gd name="connsiteX0" fmla="*/ 190395 w 928549"/>
                  <a:gd name="connsiteY0" fmla="*/ 632646 h 641793"/>
                  <a:gd name="connsiteX1" fmla="*/ 297624 w 928549"/>
                  <a:gd name="connsiteY1" fmla="*/ 616038 h 641793"/>
                  <a:gd name="connsiteX2" fmla="*/ 464715 w 928549"/>
                  <a:gd name="connsiteY2" fmla="*/ 466406 h 641793"/>
                  <a:gd name="connsiteX3" fmla="*/ 631805 w 928549"/>
                  <a:gd name="connsiteY3" fmla="*/ 616038 h 641793"/>
                  <a:gd name="connsiteX4" fmla="*/ 697476 w 928549"/>
                  <a:gd name="connsiteY4" fmla="*/ 641793 h 641793"/>
                  <a:gd name="connsiteX5" fmla="*/ 738195 w 928549"/>
                  <a:gd name="connsiteY5" fmla="*/ 632647 h 641793"/>
                  <a:gd name="connsiteX6" fmla="*/ 797207 w 928549"/>
                  <a:gd name="connsiteY6" fmla="*/ 542023 h 641793"/>
                  <a:gd name="connsiteX7" fmla="*/ 797207 w 928549"/>
                  <a:gd name="connsiteY7" fmla="*/ 121392 h 641793"/>
                  <a:gd name="connsiteX8" fmla="*/ 867854 w 928549"/>
                  <a:gd name="connsiteY8" fmla="*/ 121392 h 641793"/>
                  <a:gd name="connsiteX9" fmla="*/ 928550 w 928549"/>
                  <a:gd name="connsiteY9" fmla="*/ 60696 h 641793"/>
                  <a:gd name="connsiteX10" fmla="*/ 867854 w 928549"/>
                  <a:gd name="connsiteY10" fmla="*/ 0 h 641793"/>
                  <a:gd name="connsiteX11" fmla="*/ 60696 w 928549"/>
                  <a:gd name="connsiteY11" fmla="*/ 77 h 641793"/>
                  <a:gd name="connsiteX12" fmla="*/ 0 w 928549"/>
                  <a:gd name="connsiteY12" fmla="*/ 60773 h 641793"/>
                  <a:gd name="connsiteX13" fmla="*/ 60696 w 928549"/>
                  <a:gd name="connsiteY13" fmla="*/ 121469 h 641793"/>
                  <a:gd name="connsiteX14" fmla="*/ 131342 w 928549"/>
                  <a:gd name="connsiteY14" fmla="*/ 121469 h 641793"/>
                  <a:gd name="connsiteX15" fmla="*/ 131342 w 928549"/>
                  <a:gd name="connsiteY15" fmla="*/ 542100 h 641793"/>
                  <a:gd name="connsiteX16" fmla="*/ 190393 w 928549"/>
                  <a:gd name="connsiteY16" fmla="*/ 632647 h 641793"/>
                  <a:gd name="connsiteX17" fmla="*/ 675010 w 928549"/>
                  <a:gd name="connsiteY17" fmla="*/ 121432 h 641793"/>
                  <a:gd name="connsiteX18" fmla="*/ 675010 w 928549"/>
                  <a:gd name="connsiteY18" fmla="*/ 492195 h 641793"/>
                  <a:gd name="connsiteX19" fmla="*/ 530385 w 928549"/>
                  <a:gd name="connsiteY19" fmla="*/ 362500 h 641793"/>
                  <a:gd name="connsiteX20" fmla="*/ 397398 w 928549"/>
                  <a:gd name="connsiteY20" fmla="*/ 362500 h 641793"/>
                  <a:gd name="connsiteX21" fmla="*/ 252773 w 928549"/>
                  <a:gd name="connsiteY21" fmla="*/ 492195 h 641793"/>
                  <a:gd name="connsiteX22" fmla="*/ 252773 w 928549"/>
                  <a:gd name="connsiteY22" fmla="*/ 121432 h 6417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928549" h="641793">
                    <a:moveTo>
                      <a:pt x="190395" y="632646"/>
                    </a:moveTo>
                    <a:cubicBezTo>
                      <a:pt x="226981" y="648452"/>
                      <a:pt x="267700" y="642635"/>
                      <a:pt x="297624" y="616038"/>
                    </a:cubicBezTo>
                    <a:lnTo>
                      <a:pt x="464715" y="466406"/>
                    </a:lnTo>
                    <a:lnTo>
                      <a:pt x="631805" y="616038"/>
                    </a:lnTo>
                    <a:cubicBezTo>
                      <a:pt x="650940" y="632646"/>
                      <a:pt x="674208" y="641793"/>
                      <a:pt x="697476" y="641793"/>
                    </a:cubicBezTo>
                    <a:cubicBezTo>
                      <a:pt x="711598" y="641793"/>
                      <a:pt x="724916" y="638464"/>
                      <a:pt x="738195" y="632647"/>
                    </a:cubicBezTo>
                    <a:cubicBezTo>
                      <a:pt x="774782" y="616841"/>
                      <a:pt x="797207" y="581939"/>
                      <a:pt x="797207" y="542023"/>
                    </a:cubicBezTo>
                    <a:lnTo>
                      <a:pt x="797207" y="121392"/>
                    </a:lnTo>
                    <a:lnTo>
                      <a:pt x="867854" y="121392"/>
                    </a:lnTo>
                    <a:cubicBezTo>
                      <a:pt x="901110" y="121392"/>
                      <a:pt x="928550" y="93953"/>
                      <a:pt x="928550" y="60696"/>
                    </a:cubicBezTo>
                    <a:cubicBezTo>
                      <a:pt x="928550" y="27440"/>
                      <a:pt x="901110" y="0"/>
                      <a:pt x="867854" y="0"/>
                    </a:cubicBezTo>
                    <a:lnTo>
                      <a:pt x="60696" y="77"/>
                    </a:lnTo>
                    <a:cubicBezTo>
                      <a:pt x="27440" y="77"/>
                      <a:pt x="0" y="27516"/>
                      <a:pt x="0" y="60773"/>
                    </a:cubicBezTo>
                    <a:cubicBezTo>
                      <a:pt x="0" y="94029"/>
                      <a:pt x="27440" y="121469"/>
                      <a:pt x="60696" y="121469"/>
                    </a:cubicBezTo>
                    <a:lnTo>
                      <a:pt x="131342" y="121469"/>
                    </a:lnTo>
                    <a:lnTo>
                      <a:pt x="131342" y="542100"/>
                    </a:lnTo>
                    <a:cubicBezTo>
                      <a:pt x="131342" y="581939"/>
                      <a:pt x="153807" y="616879"/>
                      <a:pt x="190393" y="632647"/>
                    </a:cubicBezTo>
                    <a:close/>
                    <a:moveTo>
                      <a:pt x="675010" y="121432"/>
                    </a:moveTo>
                    <a:lnTo>
                      <a:pt x="675010" y="492195"/>
                    </a:lnTo>
                    <a:lnTo>
                      <a:pt x="530385" y="362500"/>
                    </a:lnTo>
                    <a:cubicBezTo>
                      <a:pt x="492995" y="328401"/>
                      <a:pt x="435628" y="328401"/>
                      <a:pt x="397398" y="362500"/>
                    </a:cubicBezTo>
                    <a:lnTo>
                      <a:pt x="252773" y="492195"/>
                    </a:lnTo>
                    <a:lnTo>
                      <a:pt x="252773" y="121432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1" name="Freeform: Shape 105">
                <a:extLst>
                  <a:ext uri="{FF2B5EF4-FFF2-40B4-BE49-F238E27FC236}">
                    <a16:creationId xmlns:a16="http://schemas.microsoft.com/office/drawing/2014/main" id="{D0E20C6D-1444-F941-5778-80A100637DE4}"/>
                  </a:ext>
                </a:extLst>
              </p:cNvPr>
              <p:cNvSpPr/>
              <p:nvPr/>
            </p:nvSpPr>
            <p:spPr>
              <a:xfrm>
                <a:off x="16865237" y="6539376"/>
                <a:ext cx="1439917" cy="2069881"/>
              </a:xfrm>
              <a:custGeom>
                <a:avLst/>
                <a:gdLst>
                  <a:gd name="connsiteX0" fmla="*/ 317680 w 1439917"/>
                  <a:gd name="connsiteY0" fmla="*/ 1318411 h 2069881"/>
                  <a:gd name="connsiteX1" fmla="*/ 404132 w 1439917"/>
                  <a:gd name="connsiteY1" fmla="*/ 1443932 h 2069881"/>
                  <a:gd name="connsiteX2" fmla="*/ 321851 w 1439917"/>
                  <a:gd name="connsiteY2" fmla="*/ 1554493 h 2069881"/>
                  <a:gd name="connsiteX3" fmla="*/ 321851 w 1439917"/>
                  <a:gd name="connsiteY3" fmla="*/ 1671716 h 2069881"/>
                  <a:gd name="connsiteX4" fmla="*/ 720017 w 1439917"/>
                  <a:gd name="connsiteY4" fmla="*/ 2069882 h 2069881"/>
                  <a:gd name="connsiteX5" fmla="*/ 1118183 w 1439917"/>
                  <a:gd name="connsiteY5" fmla="*/ 1671716 h 2069881"/>
                  <a:gd name="connsiteX6" fmla="*/ 1118183 w 1439917"/>
                  <a:gd name="connsiteY6" fmla="*/ 1554493 h 2069881"/>
                  <a:gd name="connsiteX7" fmla="*/ 1035060 w 1439917"/>
                  <a:gd name="connsiteY7" fmla="*/ 1443932 h 2069881"/>
                  <a:gd name="connsiteX8" fmla="*/ 1125684 w 1439917"/>
                  <a:gd name="connsiteY8" fmla="*/ 1315923 h 2069881"/>
                  <a:gd name="connsiteX9" fmla="*/ 1439917 w 1439917"/>
                  <a:gd name="connsiteY9" fmla="*/ 721550 h 2069881"/>
                  <a:gd name="connsiteX10" fmla="*/ 1225448 w 1439917"/>
                  <a:gd name="connsiteY10" fmla="*/ 207807 h 2069881"/>
                  <a:gd name="connsiteX11" fmla="*/ 720052 w 1439917"/>
                  <a:gd name="connsiteY11" fmla="*/ 0 h 2069881"/>
                  <a:gd name="connsiteX12" fmla="*/ 710906 w 1439917"/>
                  <a:gd name="connsiteY12" fmla="*/ 0 h 2069881"/>
                  <a:gd name="connsiteX13" fmla="*/ 152 w 1439917"/>
                  <a:gd name="connsiteY13" fmla="*/ 705737 h 2069881"/>
                  <a:gd name="connsiteX14" fmla="*/ 317678 w 1439917"/>
                  <a:gd name="connsiteY14" fmla="*/ 1318402 h 2069881"/>
                  <a:gd name="connsiteX15" fmla="*/ 996818 w 1439917"/>
                  <a:gd name="connsiteY15" fmla="*/ 1670883 h 2069881"/>
                  <a:gd name="connsiteX16" fmla="*/ 720009 w 1439917"/>
                  <a:gd name="connsiteY16" fmla="*/ 1947692 h 2069881"/>
                  <a:gd name="connsiteX17" fmla="*/ 443201 w 1439917"/>
                  <a:gd name="connsiteY17" fmla="*/ 1670883 h 2069881"/>
                  <a:gd name="connsiteX18" fmla="*/ 443201 w 1439917"/>
                  <a:gd name="connsiteY18" fmla="*/ 1560322 h 2069881"/>
                  <a:gd name="connsiteX19" fmla="*/ 996818 w 1439917"/>
                  <a:gd name="connsiteY19" fmla="*/ 1560322 h 2069881"/>
                  <a:gd name="connsiteX20" fmla="*/ 720852 w 1439917"/>
                  <a:gd name="connsiteY20" fmla="*/ 1030777 h 2069881"/>
                  <a:gd name="connsiteX21" fmla="*/ 401641 w 1439917"/>
                  <a:gd name="connsiteY21" fmla="*/ 712409 h 2069881"/>
                  <a:gd name="connsiteX22" fmla="*/ 720852 w 1439917"/>
                  <a:gd name="connsiteY22" fmla="*/ 393199 h 2069881"/>
                  <a:gd name="connsiteX23" fmla="*/ 1039220 w 1439917"/>
                  <a:gd name="connsiteY23" fmla="*/ 712409 h 2069881"/>
                  <a:gd name="connsiteX24" fmla="*/ 720852 w 1439917"/>
                  <a:gd name="connsiteY24" fmla="*/ 1030777 h 2069881"/>
                  <a:gd name="connsiteX25" fmla="*/ 712547 w 1439917"/>
                  <a:gd name="connsiteY25" fmla="*/ 121367 h 2069881"/>
                  <a:gd name="connsiteX26" fmla="*/ 1140634 w 1439917"/>
                  <a:gd name="connsiteY26" fmla="*/ 294267 h 2069881"/>
                  <a:gd name="connsiteX27" fmla="*/ 1318510 w 1439917"/>
                  <a:gd name="connsiteY27" fmla="*/ 720707 h 2069881"/>
                  <a:gd name="connsiteX28" fmla="*/ 1057505 w 1439917"/>
                  <a:gd name="connsiteY28" fmla="*/ 1214464 h 2069881"/>
                  <a:gd name="connsiteX29" fmla="*/ 912037 w 1439917"/>
                  <a:gd name="connsiteY29" fmla="*/ 1437231 h 2069881"/>
                  <a:gd name="connsiteX30" fmla="*/ 781539 w 1439917"/>
                  <a:gd name="connsiteY30" fmla="*/ 1437231 h 2069881"/>
                  <a:gd name="connsiteX31" fmla="*/ 781539 w 1439917"/>
                  <a:gd name="connsiteY31" fmla="*/ 1147108 h 2069881"/>
                  <a:gd name="connsiteX32" fmla="*/ 1160600 w 1439917"/>
                  <a:gd name="connsiteY32" fmla="*/ 711518 h 2069881"/>
                  <a:gd name="connsiteX33" fmla="*/ 720836 w 1439917"/>
                  <a:gd name="connsiteY33" fmla="*/ 270950 h 2069881"/>
                  <a:gd name="connsiteX34" fmla="*/ 280268 w 1439917"/>
                  <a:gd name="connsiteY34" fmla="*/ 711518 h 2069881"/>
                  <a:gd name="connsiteX35" fmla="*/ 659329 w 1439917"/>
                  <a:gd name="connsiteY35" fmla="*/ 1147108 h 2069881"/>
                  <a:gd name="connsiteX36" fmla="*/ 659329 w 1439917"/>
                  <a:gd name="connsiteY36" fmla="*/ 1437231 h 2069881"/>
                  <a:gd name="connsiteX37" fmla="*/ 527989 w 1439917"/>
                  <a:gd name="connsiteY37" fmla="*/ 1437231 h 2069881"/>
                  <a:gd name="connsiteX38" fmla="*/ 385852 w 1439917"/>
                  <a:gd name="connsiteY38" fmla="*/ 1216110 h 2069881"/>
                  <a:gd name="connsiteX39" fmla="*/ 122328 w 1439917"/>
                  <a:gd name="connsiteY39" fmla="*/ 707383 h 2069881"/>
                  <a:gd name="connsiteX40" fmla="*/ 712528 w 1439917"/>
                  <a:gd name="connsiteY40" fmla="*/ 121357 h 20698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1439917" h="2069881">
                    <a:moveTo>
                      <a:pt x="317680" y="1318411"/>
                    </a:moveTo>
                    <a:cubicBezTo>
                      <a:pt x="360926" y="1347497"/>
                      <a:pt x="390814" y="1392388"/>
                      <a:pt x="404132" y="1443932"/>
                    </a:cubicBezTo>
                    <a:cubicBezTo>
                      <a:pt x="356754" y="1458054"/>
                      <a:pt x="321851" y="1502103"/>
                      <a:pt x="321851" y="1554493"/>
                    </a:cubicBezTo>
                    <a:lnTo>
                      <a:pt x="321851" y="1671716"/>
                    </a:lnTo>
                    <a:cubicBezTo>
                      <a:pt x="321851" y="1891152"/>
                      <a:pt x="500571" y="2069882"/>
                      <a:pt x="720017" y="2069882"/>
                    </a:cubicBezTo>
                    <a:cubicBezTo>
                      <a:pt x="939454" y="2069882"/>
                      <a:pt x="1118183" y="1891162"/>
                      <a:pt x="1118183" y="1671716"/>
                    </a:cubicBezTo>
                    <a:lnTo>
                      <a:pt x="1118183" y="1554493"/>
                    </a:lnTo>
                    <a:cubicBezTo>
                      <a:pt x="1118183" y="1502139"/>
                      <a:pt x="1083281" y="1458052"/>
                      <a:pt x="1035060" y="1443932"/>
                    </a:cubicBezTo>
                    <a:cubicBezTo>
                      <a:pt x="1048378" y="1392383"/>
                      <a:pt x="1079951" y="1347491"/>
                      <a:pt x="1125684" y="1315923"/>
                    </a:cubicBezTo>
                    <a:cubicBezTo>
                      <a:pt x="1322694" y="1181251"/>
                      <a:pt x="1439917" y="958484"/>
                      <a:pt x="1439917" y="721550"/>
                    </a:cubicBezTo>
                    <a:cubicBezTo>
                      <a:pt x="1439917" y="527028"/>
                      <a:pt x="1363454" y="344967"/>
                      <a:pt x="1225448" y="207807"/>
                    </a:cubicBezTo>
                    <a:cubicBezTo>
                      <a:pt x="1089934" y="73978"/>
                      <a:pt x="910411" y="0"/>
                      <a:pt x="720052" y="0"/>
                    </a:cubicBezTo>
                    <a:lnTo>
                      <a:pt x="710906" y="0"/>
                    </a:lnTo>
                    <a:cubicBezTo>
                      <a:pt x="340143" y="4975"/>
                      <a:pt x="7657" y="334171"/>
                      <a:pt x="152" y="705737"/>
                    </a:cubicBezTo>
                    <a:cubicBezTo>
                      <a:pt x="-4861" y="951812"/>
                      <a:pt x="114005" y="1181242"/>
                      <a:pt x="317678" y="1318402"/>
                    </a:cubicBezTo>
                    <a:close/>
                    <a:moveTo>
                      <a:pt x="996818" y="1670883"/>
                    </a:moveTo>
                    <a:cubicBezTo>
                      <a:pt x="996818" y="1823003"/>
                      <a:pt x="872972" y="1947692"/>
                      <a:pt x="720009" y="1947692"/>
                    </a:cubicBezTo>
                    <a:cubicBezTo>
                      <a:pt x="567889" y="1947692"/>
                      <a:pt x="443201" y="1823846"/>
                      <a:pt x="443201" y="1670883"/>
                    </a:cubicBezTo>
                    <a:lnTo>
                      <a:pt x="443201" y="1560322"/>
                    </a:lnTo>
                    <a:lnTo>
                      <a:pt x="996818" y="1560322"/>
                    </a:lnTo>
                    <a:close/>
                    <a:moveTo>
                      <a:pt x="720852" y="1030777"/>
                    </a:moveTo>
                    <a:cubicBezTo>
                      <a:pt x="544621" y="1030777"/>
                      <a:pt x="401641" y="887798"/>
                      <a:pt x="401641" y="712409"/>
                    </a:cubicBezTo>
                    <a:cubicBezTo>
                      <a:pt x="401641" y="536178"/>
                      <a:pt x="544621" y="393199"/>
                      <a:pt x="720852" y="393199"/>
                    </a:cubicBezTo>
                    <a:cubicBezTo>
                      <a:pt x="896240" y="393199"/>
                      <a:pt x="1039220" y="536178"/>
                      <a:pt x="1039220" y="712409"/>
                    </a:cubicBezTo>
                    <a:cubicBezTo>
                      <a:pt x="1038378" y="888640"/>
                      <a:pt x="896240" y="1030777"/>
                      <a:pt x="720852" y="1030777"/>
                    </a:cubicBezTo>
                    <a:close/>
                    <a:moveTo>
                      <a:pt x="712547" y="121367"/>
                    </a:moveTo>
                    <a:cubicBezTo>
                      <a:pt x="875464" y="121367"/>
                      <a:pt x="1025938" y="180379"/>
                      <a:pt x="1140634" y="294267"/>
                    </a:cubicBezTo>
                    <a:cubicBezTo>
                      <a:pt x="1255368" y="408159"/>
                      <a:pt x="1318510" y="559436"/>
                      <a:pt x="1318510" y="720707"/>
                    </a:cubicBezTo>
                    <a:cubicBezTo>
                      <a:pt x="1318510" y="917718"/>
                      <a:pt x="1221266" y="1103100"/>
                      <a:pt x="1057505" y="1214464"/>
                    </a:cubicBezTo>
                    <a:cubicBezTo>
                      <a:pt x="980199" y="1267659"/>
                      <a:pt x="928653" y="1348293"/>
                      <a:pt x="912037" y="1437231"/>
                    </a:cubicBezTo>
                    <a:lnTo>
                      <a:pt x="781539" y="1437231"/>
                    </a:lnTo>
                    <a:lnTo>
                      <a:pt x="781539" y="1147108"/>
                    </a:lnTo>
                    <a:cubicBezTo>
                      <a:pt x="995166" y="1117181"/>
                      <a:pt x="1160600" y="933482"/>
                      <a:pt x="1160600" y="711518"/>
                    </a:cubicBezTo>
                    <a:cubicBezTo>
                      <a:pt x="1160600" y="468774"/>
                      <a:pt x="963589" y="270950"/>
                      <a:pt x="720836" y="270950"/>
                    </a:cubicBezTo>
                    <a:cubicBezTo>
                      <a:pt x="478082" y="270950"/>
                      <a:pt x="280268" y="468803"/>
                      <a:pt x="280268" y="711518"/>
                    </a:cubicBezTo>
                    <a:cubicBezTo>
                      <a:pt x="280268" y="933482"/>
                      <a:pt x="445712" y="1117178"/>
                      <a:pt x="659329" y="1147108"/>
                    </a:cubicBezTo>
                    <a:lnTo>
                      <a:pt x="659329" y="1437231"/>
                    </a:lnTo>
                    <a:lnTo>
                      <a:pt x="527989" y="1437231"/>
                    </a:lnTo>
                    <a:cubicBezTo>
                      <a:pt x="512183" y="1346608"/>
                      <a:pt x="461475" y="1266810"/>
                      <a:pt x="385852" y="1216110"/>
                    </a:cubicBezTo>
                    <a:cubicBezTo>
                      <a:pt x="216273" y="1102218"/>
                      <a:pt x="117351" y="911859"/>
                      <a:pt x="122328" y="707383"/>
                    </a:cubicBezTo>
                    <a:cubicBezTo>
                      <a:pt x="128145" y="404818"/>
                      <a:pt x="409923" y="125521"/>
                      <a:pt x="712528" y="121357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2" name="Freeform: Shape 106">
                <a:extLst>
                  <a:ext uri="{FF2B5EF4-FFF2-40B4-BE49-F238E27FC236}">
                    <a16:creationId xmlns:a16="http://schemas.microsoft.com/office/drawing/2014/main" id="{553E8BB6-DEA9-31A1-8154-7354D33C5B31}"/>
                  </a:ext>
                </a:extLst>
              </p:cNvPr>
              <p:cNvSpPr/>
              <p:nvPr/>
            </p:nvSpPr>
            <p:spPr>
              <a:xfrm>
                <a:off x="17428458" y="7144577"/>
                <a:ext cx="314802" cy="214419"/>
              </a:xfrm>
              <a:custGeom>
                <a:avLst/>
                <a:gdLst>
                  <a:gd name="connsiteX0" fmla="*/ 220019 w 314802"/>
                  <a:gd name="connsiteY0" fmla="*/ 9981 h 214419"/>
                  <a:gd name="connsiteX1" fmla="*/ 131921 w 314802"/>
                  <a:gd name="connsiteY1" fmla="*/ 68152 h 214419"/>
                  <a:gd name="connsiteX2" fmla="*/ 111982 w 314802"/>
                  <a:gd name="connsiteY2" fmla="*/ 37383 h 214419"/>
                  <a:gd name="connsiteX3" fmla="*/ 28017 w 314802"/>
                  <a:gd name="connsiteY3" fmla="*/ 19089 h 214419"/>
                  <a:gd name="connsiteX4" fmla="*/ 9724 w 314802"/>
                  <a:gd name="connsiteY4" fmla="*/ 103054 h 214419"/>
                  <a:gd name="connsiteX5" fmla="*/ 62920 w 314802"/>
                  <a:gd name="connsiteY5" fmla="*/ 186177 h 214419"/>
                  <a:gd name="connsiteX6" fmla="*/ 101994 w 314802"/>
                  <a:gd name="connsiteY6" fmla="*/ 212774 h 214419"/>
                  <a:gd name="connsiteX7" fmla="*/ 114469 w 314802"/>
                  <a:gd name="connsiteY7" fmla="*/ 214420 h 214419"/>
                  <a:gd name="connsiteX8" fmla="*/ 147726 w 314802"/>
                  <a:gd name="connsiteY8" fmla="*/ 204432 h 214419"/>
                  <a:gd name="connsiteX9" fmla="*/ 287374 w 314802"/>
                  <a:gd name="connsiteY9" fmla="*/ 112162 h 214419"/>
                  <a:gd name="connsiteX10" fmla="*/ 304825 w 314802"/>
                  <a:gd name="connsiteY10" fmla="*/ 27356 h 214419"/>
                  <a:gd name="connsiteX11" fmla="*/ 220019 w 314802"/>
                  <a:gd name="connsiteY11" fmla="*/ 9982 h 214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14802" h="214419">
                    <a:moveTo>
                      <a:pt x="220019" y="9981"/>
                    </a:moveTo>
                    <a:lnTo>
                      <a:pt x="131921" y="68152"/>
                    </a:lnTo>
                    <a:lnTo>
                      <a:pt x="111982" y="37383"/>
                    </a:lnTo>
                    <a:cubicBezTo>
                      <a:pt x="93689" y="9101"/>
                      <a:pt x="56299" y="796"/>
                      <a:pt x="28017" y="19089"/>
                    </a:cubicBezTo>
                    <a:cubicBezTo>
                      <a:pt x="-264" y="37383"/>
                      <a:pt x="-8569" y="74773"/>
                      <a:pt x="9724" y="103054"/>
                    </a:cubicBezTo>
                    <a:lnTo>
                      <a:pt x="62920" y="186177"/>
                    </a:lnTo>
                    <a:cubicBezTo>
                      <a:pt x="72066" y="199495"/>
                      <a:pt x="85346" y="209445"/>
                      <a:pt x="101994" y="212774"/>
                    </a:cubicBezTo>
                    <a:cubicBezTo>
                      <a:pt x="106165" y="213616"/>
                      <a:pt x="110298" y="214420"/>
                      <a:pt x="114469" y="214420"/>
                    </a:cubicBezTo>
                    <a:cubicBezTo>
                      <a:pt x="126104" y="214420"/>
                      <a:pt x="137738" y="211090"/>
                      <a:pt x="147726" y="204432"/>
                    </a:cubicBezTo>
                    <a:lnTo>
                      <a:pt x="287374" y="112162"/>
                    </a:lnTo>
                    <a:cubicBezTo>
                      <a:pt x="315656" y="93869"/>
                      <a:pt x="323118" y="55637"/>
                      <a:pt x="304825" y="27356"/>
                    </a:cubicBezTo>
                    <a:cubicBezTo>
                      <a:pt x="285690" y="-849"/>
                      <a:pt x="248300" y="-8311"/>
                      <a:pt x="220019" y="9982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</p:grpSp>
      <p:sp>
        <p:nvSpPr>
          <p:cNvPr id="83" name="TextBox 82">
            <a:extLst>
              <a:ext uri="{FF2B5EF4-FFF2-40B4-BE49-F238E27FC236}">
                <a16:creationId xmlns:a16="http://schemas.microsoft.com/office/drawing/2014/main" id="{9AAF3BBD-A045-0D16-8629-AFFA3C934FA6}"/>
              </a:ext>
            </a:extLst>
          </p:cNvPr>
          <p:cNvSpPr txBox="1"/>
          <p:nvPr/>
        </p:nvSpPr>
        <p:spPr>
          <a:xfrm>
            <a:off x="5135319" y="2200758"/>
            <a:ext cx="273608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IN" b="1" cap="all">
                <a:solidFill>
                  <a:schemeClr val="accent3">
                    <a:lumMod val="75000"/>
                  </a:schemeClr>
                </a:solidFill>
                <a:latin typeface="+mj-lt"/>
                <a:ea typeface="Open Sans"/>
                <a:cs typeface="Open Sans"/>
              </a:rPr>
              <a:t>Focus on your content</a:t>
            </a:r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1BF075E1-1F06-40BA-52EC-F8338E84A9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307399" y="3065257"/>
            <a:ext cx="3564000" cy="0"/>
          </a:xfrm>
          <a:prstGeom prst="line">
            <a:avLst/>
          </a:prstGeom>
          <a:ln w="381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B38D7534-3301-9F28-8F27-6354C06B6267}"/>
              </a:ext>
            </a:extLst>
          </p:cNvPr>
          <p:cNvSpPr txBox="1"/>
          <p:nvPr/>
        </p:nvSpPr>
        <p:spPr>
          <a:xfrm>
            <a:off x="4307400" y="3317617"/>
            <a:ext cx="3564000" cy="10686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lnSpc>
                <a:spcPct val="110000"/>
              </a:lnSpc>
              <a:defRPr sz="1600">
                <a:solidFill>
                  <a:schemeClr val="accent4"/>
                </a:solidFill>
                <a:ea typeface="+mn-lt"/>
                <a:cs typeface="+mn-lt"/>
              </a:defRPr>
            </a:lvl1pPr>
          </a:lstStyle>
          <a:p>
            <a:pPr>
              <a:spcAft>
                <a:spcPts val="800"/>
              </a:spcAft>
            </a:pPr>
            <a:r>
              <a:rPr lang="en-US"/>
              <a:t>Allows </a:t>
            </a:r>
            <a:r>
              <a:rPr lang="en-US" err="1"/>
              <a:t>organisations</a:t>
            </a:r>
            <a:r>
              <a:rPr lang="en-US"/>
              <a:t> like higher education institutions to provide accessible materials to students on time.</a:t>
            </a:r>
          </a:p>
        </p:txBody>
      </p:sp>
      <p:grpSp>
        <p:nvGrpSpPr>
          <p:cNvPr id="86" name="Group 85">
            <a:extLst>
              <a:ext uri="{FF2B5EF4-FFF2-40B4-BE49-F238E27FC236}">
                <a16:creationId xmlns:a16="http://schemas.microsoft.com/office/drawing/2014/main" id="{4077284C-3299-5142-865C-5A7E1F7504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54799" y="2111282"/>
            <a:ext cx="732950" cy="732950"/>
            <a:chOff x="8254799" y="2111282"/>
            <a:chExt cx="732950" cy="732950"/>
          </a:xfrm>
        </p:grpSpPr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32AAE6B7-C97D-BF0D-5DA4-B633190FF3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54799" y="2111282"/>
              <a:ext cx="732950" cy="732950"/>
            </a:xfrm>
            <a:prstGeom prst="ellipse">
              <a:avLst/>
            </a:prstGeom>
            <a:solidFill>
              <a:srgbClr val="83C93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E8D2B88E-5526-285D-91E4-AD6D25858E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453518" y="2299573"/>
              <a:ext cx="356367" cy="356368"/>
              <a:chOff x="14417166" y="-77187"/>
              <a:chExt cx="5486400" cy="5486435"/>
            </a:xfrm>
            <a:solidFill>
              <a:schemeClr val="bg1"/>
            </a:solidFill>
          </p:grpSpPr>
          <p:sp>
            <p:nvSpPr>
              <p:cNvPr id="89" name="Freeform: Shape 59">
                <a:extLst>
                  <a:ext uri="{FF2B5EF4-FFF2-40B4-BE49-F238E27FC236}">
                    <a16:creationId xmlns:a16="http://schemas.microsoft.com/office/drawing/2014/main" id="{FF24511E-4CBE-07B4-C82F-14F207CCD8EE}"/>
                  </a:ext>
                </a:extLst>
              </p:cNvPr>
              <p:cNvSpPr/>
              <p:nvPr/>
            </p:nvSpPr>
            <p:spPr>
              <a:xfrm>
                <a:off x="16560309" y="2237426"/>
                <a:ext cx="1200162" cy="3171822"/>
              </a:xfrm>
              <a:custGeom>
                <a:avLst/>
                <a:gdLst>
                  <a:gd name="connsiteX0" fmla="*/ 760730 w 1200162"/>
                  <a:gd name="connsiteY0" fmla="*/ 44049 h 3171822"/>
                  <a:gd name="connsiteX1" fmla="*/ 685797 w 1200162"/>
                  <a:gd name="connsiteY1" fmla="*/ 0 h 3171822"/>
                  <a:gd name="connsiteX2" fmla="*/ 514347 w 1200162"/>
                  <a:gd name="connsiteY2" fmla="*/ 0 h 3171822"/>
                  <a:gd name="connsiteX3" fmla="*/ 439415 w 1200162"/>
                  <a:gd name="connsiteY3" fmla="*/ 44049 h 3171822"/>
                  <a:gd name="connsiteX4" fmla="*/ 10790 w 1200162"/>
                  <a:gd name="connsiteY4" fmla="*/ 815574 h 3171822"/>
                  <a:gd name="connsiteX5" fmla="*/ 4361 w 1200162"/>
                  <a:gd name="connsiteY5" fmla="*/ 884307 h 3171822"/>
                  <a:gd name="connsiteX6" fmla="*/ 223915 w 1200162"/>
                  <a:gd name="connsiteY6" fmla="*/ 1543047 h 3171822"/>
                  <a:gd name="connsiteX7" fmla="*/ 171446 w 1200162"/>
                  <a:gd name="connsiteY7" fmla="*/ 1543047 h 3171822"/>
                  <a:gd name="connsiteX8" fmla="*/ 85721 w 1200162"/>
                  <a:gd name="connsiteY8" fmla="*/ 1628772 h 3171822"/>
                  <a:gd name="connsiteX9" fmla="*/ 85721 w 1200162"/>
                  <a:gd name="connsiteY9" fmla="*/ 1971672 h 3171822"/>
                  <a:gd name="connsiteX10" fmla="*/ 171446 w 1200162"/>
                  <a:gd name="connsiteY10" fmla="*/ 2057397 h 3171822"/>
                  <a:gd name="connsiteX11" fmla="*/ 171446 w 1200162"/>
                  <a:gd name="connsiteY11" fmla="*/ 3086097 h 3171822"/>
                  <a:gd name="connsiteX12" fmla="*/ 257171 w 1200162"/>
                  <a:gd name="connsiteY12" fmla="*/ 3171822 h 3171822"/>
                  <a:gd name="connsiteX13" fmla="*/ 942971 w 1200162"/>
                  <a:gd name="connsiteY13" fmla="*/ 3171822 h 3171822"/>
                  <a:gd name="connsiteX14" fmla="*/ 1028696 w 1200162"/>
                  <a:gd name="connsiteY14" fmla="*/ 3086097 h 3171822"/>
                  <a:gd name="connsiteX15" fmla="*/ 1028696 w 1200162"/>
                  <a:gd name="connsiteY15" fmla="*/ 2057397 h 3171822"/>
                  <a:gd name="connsiteX16" fmla="*/ 1114421 w 1200162"/>
                  <a:gd name="connsiteY16" fmla="*/ 1971672 h 3171822"/>
                  <a:gd name="connsiteX17" fmla="*/ 1114421 w 1200162"/>
                  <a:gd name="connsiteY17" fmla="*/ 1628772 h 3171822"/>
                  <a:gd name="connsiteX18" fmla="*/ 1028696 w 1200162"/>
                  <a:gd name="connsiteY18" fmla="*/ 1543047 h 3171822"/>
                  <a:gd name="connsiteX19" fmla="*/ 976227 w 1200162"/>
                  <a:gd name="connsiteY19" fmla="*/ 1543047 h 3171822"/>
                  <a:gd name="connsiteX20" fmla="*/ 1195781 w 1200162"/>
                  <a:gd name="connsiteY20" fmla="*/ 884346 h 3171822"/>
                  <a:gd name="connsiteX21" fmla="*/ 1189352 w 1200162"/>
                  <a:gd name="connsiteY21" fmla="*/ 815613 h 3171822"/>
                  <a:gd name="connsiteX22" fmla="*/ 857247 w 1200162"/>
                  <a:gd name="connsiteY22" fmla="*/ 1714462 h 3171822"/>
                  <a:gd name="connsiteX23" fmla="*/ 942972 w 1200162"/>
                  <a:gd name="connsiteY23" fmla="*/ 1714462 h 3171822"/>
                  <a:gd name="connsiteX24" fmla="*/ 942972 w 1200162"/>
                  <a:gd name="connsiteY24" fmla="*/ 1885912 h 3171822"/>
                  <a:gd name="connsiteX25" fmla="*/ 257172 w 1200162"/>
                  <a:gd name="connsiteY25" fmla="*/ 1885912 h 3171822"/>
                  <a:gd name="connsiteX26" fmla="*/ 257172 w 1200162"/>
                  <a:gd name="connsiteY26" fmla="*/ 1714462 h 3171822"/>
                  <a:gd name="connsiteX27" fmla="*/ 857247 w 1200162"/>
                  <a:gd name="connsiteY27" fmla="*/ 3000337 h 3171822"/>
                  <a:gd name="connsiteX28" fmla="*/ 342897 w 1200162"/>
                  <a:gd name="connsiteY28" fmla="*/ 3000337 h 3171822"/>
                  <a:gd name="connsiteX29" fmla="*/ 342897 w 1200162"/>
                  <a:gd name="connsiteY29" fmla="*/ 2057362 h 3171822"/>
                  <a:gd name="connsiteX30" fmla="*/ 857247 w 1200162"/>
                  <a:gd name="connsiteY30" fmla="*/ 2057362 h 3171822"/>
                  <a:gd name="connsiteX31" fmla="*/ 795441 w 1200162"/>
                  <a:gd name="connsiteY31" fmla="*/ 1543012 h 3171822"/>
                  <a:gd name="connsiteX32" fmla="*/ 685801 w 1200162"/>
                  <a:gd name="connsiteY32" fmla="*/ 1543012 h 3171822"/>
                  <a:gd name="connsiteX33" fmla="*/ 685801 w 1200162"/>
                  <a:gd name="connsiteY33" fmla="*/ 942937 h 3171822"/>
                  <a:gd name="connsiteX34" fmla="*/ 771526 w 1200162"/>
                  <a:gd name="connsiteY34" fmla="*/ 942937 h 3171822"/>
                  <a:gd name="connsiteX35" fmla="*/ 771526 w 1200162"/>
                  <a:gd name="connsiteY35" fmla="*/ 771487 h 3171822"/>
                  <a:gd name="connsiteX36" fmla="*/ 428626 w 1200162"/>
                  <a:gd name="connsiteY36" fmla="*/ 771487 h 3171822"/>
                  <a:gd name="connsiteX37" fmla="*/ 428626 w 1200162"/>
                  <a:gd name="connsiteY37" fmla="*/ 942937 h 3171822"/>
                  <a:gd name="connsiteX38" fmla="*/ 514351 w 1200162"/>
                  <a:gd name="connsiteY38" fmla="*/ 942937 h 3171822"/>
                  <a:gd name="connsiteX39" fmla="*/ 514351 w 1200162"/>
                  <a:gd name="connsiteY39" fmla="*/ 1543012 h 3171822"/>
                  <a:gd name="connsiteX40" fmla="*/ 404712 w 1200162"/>
                  <a:gd name="connsiteY40" fmla="*/ 1543012 h 3171822"/>
                  <a:gd name="connsiteX41" fmla="*/ 178995 w 1200162"/>
                  <a:gd name="connsiteY41" fmla="*/ 865863 h 3171822"/>
                  <a:gd name="connsiteX42" fmla="*/ 564758 w 1200162"/>
                  <a:gd name="connsiteY42" fmla="*/ 171412 h 3171822"/>
                  <a:gd name="connsiteX43" fmla="*/ 635327 w 1200162"/>
                  <a:gd name="connsiteY43" fmla="*/ 171412 h 3171822"/>
                  <a:gd name="connsiteX44" fmla="*/ 1021090 w 1200162"/>
                  <a:gd name="connsiteY44" fmla="*/ 865863 h 31718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</a:cxnLst>
                <a:rect l="l" t="t" r="r" b="b"/>
                <a:pathLst>
                  <a:path w="1200162" h="3171822">
                    <a:moveTo>
                      <a:pt x="760730" y="44049"/>
                    </a:moveTo>
                    <a:cubicBezTo>
                      <a:pt x="745651" y="16877"/>
                      <a:pt x="716910" y="0"/>
                      <a:pt x="685797" y="0"/>
                    </a:cubicBezTo>
                    <a:lnTo>
                      <a:pt x="514347" y="0"/>
                    </a:lnTo>
                    <a:cubicBezTo>
                      <a:pt x="483234" y="0"/>
                      <a:pt x="454493" y="16877"/>
                      <a:pt x="439415" y="44049"/>
                    </a:cubicBezTo>
                    <a:lnTo>
                      <a:pt x="10790" y="815574"/>
                    </a:lnTo>
                    <a:cubicBezTo>
                      <a:pt x="-882" y="836584"/>
                      <a:pt x="-3179" y="861536"/>
                      <a:pt x="4361" y="884307"/>
                    </a:cubicBezTo>
                    <a:lnTo>
                      <a:pt x="223915" y="1543047"/>
                    </a:lnTo>
                    <a:lnTo>
                      <a:pt x="171446" y="1543047"/>
                    </a:lnTo>
                    <a:cubicBezTo>
                      <a:pt x="124144" y="1543047"/>
                      <a:pt x="85721" y="1581471"/>
                      <a:pt x="85721" y="1628772"/>
                    </a:cubicBezTo>
                    <a:lnTo>
                      <a:pt x="85721" y="1971672"/>
                    </a:lnTo>
                    <a:cubicBezTo>
                      <a:pt x="85721" y="2018974"/>
                      <a:pt x="124144" y="2057397"/>
                      <a:pt x="171446" y="2057397"/>
                    </a:cubicBezTo>
                    <a:lnTo>
                      <a:pt x="171446" y="3086097"/>
                    </a:lnTo>
                    <a:cubicBezTo>
                      <a:pt x="171446" y="3133399"/>
                      <a:pt x="209869" y="3171822"/>
                      <a:pt x="257171" y="3171822"/>
                    </a:cubicBezTo>
                    <a:lnTo>
                      <a:pt x="942971" y="3171822"/>
                    </a:lnTo>
                    <a:cubicBezTo>
                      <a:pt x="990273" y="3171822"/>
                      <a:pt x="1028696" y="3133399"/>
                      <a:pt x="1028696" y="3086097"/>
                    </a:cubicBezTo>
                    <a:lnTo>
                      <a:pt x="1028696" y="2057397"/>
                    </a:lnTo>
                    <a:cubicBezTo>
                      <a:pt x="1075998" y="2057397"/>
                      <a:pt x="1114421" y="2018974"/>
                      <a:pt x="1114421" y="1971672"/>
                    </a:cubicBezTo>
                    <a:lnTo>
                      <a:pt x="1114421" y="1628772"/>
                    </a:lnTo>
                    <a:cubicBezTo>
                      <a:pt x="1114421" y="1581471"/>
                      <a:pt x="1075998" y="1543047"/>
                      <a:pt x="1028696" y="1543047"/>
                    </a:cubicBezTo>
                    <a:lnTo>
                      <a:pt x="976227" y="1543047"/>
                    </a:lnTo>
                    <a:lnTo>
                      <a:pt x="1195781" y="884346"/>
                    </a:lnTo>
                    <a:cubicBezTo>
                      <a:pt x="1203320" y="861537"/>
                      <a:pt x="1201101" y="836585"/>
                      <a:pt x="1189352" y="815613"/>
                    </a:cubicBezTo>
                    <a:close/>
                    <a:moveTo>
                      <a:pt x="857247" y="1714462"/>
                    </a:moveTo>
                    <a:lnTo>
                      <a:pt x="942972" y="1714462"/>
                    </a:lnTo>
                    <a:lnTo>
                      <a:pt x="942972" y="1885912"/>
                    </a:lnTo>
                    <a:lnTo>
                      <a:pt x="257172" y="1885912"/>
                    </a:lnTo>
                    <a:lnTo>
                      <a:pt x="257172" y="1714462"/>
                    </a:lnTo>
                    <a:close/>
                    <a:moveTo>
                      <a:pt x="857247" y="3000337"/>
                    </a:moveTo>
                    <a:lnTo>
                      <a:pt x="342897" y="3000337"/>
                    </a:lnTo>
                    <a:lnTo>
                      <a:pt x="342897" y="2057362"/>
                    </a:lnTo>
                    <a:lnTo>
                      <a:pt x="857247" y="2057362"/>
                    </a:lnTo>
                    <a:close/>
                    <a:moveTo>
                      <a:pt x="795441" y="1543012"/>
                    </a:moveTo>
                    <a:lnTo>
                      <a:pt x="685801" y="1543012"/>
                    </a:lnTo>
                    <a:lnTo>
                      <a:pt x="685801" y="942937"/>
                    </a:lnTo>
                    <a:lnTo>
                      <a:pt x="771526" y="942937"/>
                    </a:lnTo>
                    <a:lnTo>
                      <a:pt x="771526" y="771487"/>
                    </a:lnTo>
                    <a:lnTo>
                      <a:pt x="428626" y="771487"/>
                    </a:lnTo>
                    <a:lnTo>
                      <a:pt x="428626" y="942937"/>
                    </a:lnTo>
                    <a:lnTo>
                      <a:pt x="514351" y="942937"/>
                    </a:lnTo>
                    <a:lnTo>
                      <a:pt x="514351" y="1543012"/>
                    </a:lnTo>
                    <a:lnTo>
                      <a:pt x="404712" y="1543012"/>
                    </a:lnTo>
                    <a:lnTo>
                      <a:pt x="178995" y="865863"/>
                    </a:lnTo>
                    <a:lnTo>
                      <a:pt x="564758" y="171412"/>
                    </a:lnTo>
                    <a:lnTo>
                      <a:pt x="635327" y="171412"/>
                    </a:lnTo>
                    <a:lnTo>
                      <a:pt x="1021090" y="865863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0" name="Freeform: Shape 60">
                <a:extLst>
                  <a:ext uri="{FF2B5EF4-FFF2-40B4-BE49-F238E27FC236}">
                    <a16:creationId xmlns:a16="http://schemas.microsoft.com/office/drawing/2014/main" id="{66CDAB88-FE55-B179-4717-F5F5FF7CB409}"/>
                  </a:ext>
                </a:extLst>
              </p:cNvPr>
              <p:cNvSpPr/>
              <p:nvPr/>
            </p:nvSpPr>
            <p:spPr>
              <a:xfrm>
                <a:off x="15274455" y="1208688"/>
                <a:ext cx="3771900" cy="2228850"/>
              </a:xfrm>
              <a:custGeom>
                <a:avLst/>
                <a:gdLst>
                  <a:gd name="connsiteX0" fmla="*/ 1651661 w 3771900"/>
                  <a:gd name="connsiteY0" fmla="*/ 362102 h 2228850"/>
                  <a:gd name="connsiteX1" fmla="*/ 1885950 w 3771900"/>
                  <a:gd name="connsiteY1" fmla="*/ 514340 h 2228850"/>
                  <a:gd name="connsiteX2" fmla="*/ 2120161 w 3771900"/>
                  <a:gd name="connsiteY2" fmla="*/ 362259 h 2228850"/>
                  <a:gd name="connsiteX3" fmla="*/ 3419850 w 3771900"/>
                  <a:gd name="connsiteY3" fmla="*/ 1733173 h 2228850"/>
                  <a:gd name="connsiteX4" fmla="*/ 3257550 w 3771900"/>
                  <a:gd name="connsiteY4" fmla="*/ 1971675 h 2228850"/>
                  <a:gd name="connsiteX5" fmla="*/ 3514725 w 3771900"/>
                  <a:gd name="connsiteY5" fmla="*/ 2228850 h 2228850"/>
                  <a:gd name="connsiteX6" fmla="*/ 3771900 w 3771900"/>
                  <a:gd name="connsiteY6" fmla="*/ 1971675 h 2228850"/>
                  <a:gd name="connsiteX7" fmla="*/ 3591378 w 3771900"/>
                  <a:gd name="connsiteY7" fmla="*/ 1727432 h 2228850"/>
                  <a:gd name="connsiteX8" fmla="*/ 2628926 w 3771900"/>
                  <a:gd name="connsiteY8" fmla="*/ 342900 h 2228850"/>
                  <a:gd name="connsiteX9" fmla="*/ 3086100 w 3771900"/>
                  <a:gd name="connsiteY9" fmla="*/ 342900 h 2228850"/>
                  <a:gd name="connsiteX10" fmla="*/ 3086100 w 3771900"/>
                  <a:gd name="connsiteY10" fmla="*/ 428625 h 2228850"/>
                  <a:gd name="connsiteX11" fmla="*/ 3171825 w 3771900"/>
                  <a:gd name="connsiteY11" fmla="*/ 514350 h 2228850"/>
                  <a:gd name="connsiteX12" fmla="*/ 3514725 w 3771900"/>
                  <a:gd name="connsiteY12" fmla="*/ 514350 h 2228850"/>
                  <a:gd name="connsiteX13" fmla="*/ 3600450 w 3771900"/>
                  <a:gd name="connsiteY13" fmla="*/ 428625 h 2228850"/>
                  <a:gd name="connsiteX14" fmla="*/ 3600450 w 3771900"/>
                  <a:gd name="connsiteY14" fmla="*/ 85725 h 2228850"/>
                  <a:gd name="connsiteX15" fmla="*/ 3514725 w 3771900"/>
                  <a:gd name="connsiteY15" fmla="*/ 0 h 2228850"/>
                  <a:gd name="connsiteX16" fmla="*/ 3171825 w 3771900"/>
                  <a:gd name="connsiteY16" fmla="*/ 0 h 2228850"/>
                  <a:gd name="connsiteX17" fmla="*/ 3086100 w 3771900"/>
                  <a:gd name="connsiteY17" fmla="*/ 85725 h 2228850"/>
                  <a:gd name="connsiteX18" fmla="*/ 3086100 w 3771900"/>
                  <a:gd name="connsiteY18" fmla="*/ 171450 h 2228850"/>
                  <a:gd name="connsiteX19" fmla="*/ 2127361 w 3771900"/>
                  <a:gd name="connsiteY19" fmla="*/ 171450 h 2228850"/>
                  <a:gd name="connsiteX20" fmla="*/ 1885950 w 3771900"/>
                  <a:gd name="connsiteY20" fmla="*/ 0 h 2228850"/>
                  <a:gd name="connsiteX21" fmla="*/ 1644539 w 3771900"/>
                  <a:gd name="connsiteY21" fmla="*/ 171450 h 2228850"/>
                  <a:gd name="connsiteX22" fmla="*/ 685800 w 3771900"/>
                  <a:gd name="connsiteY22" fmla="*/ 171450 h 2228850"/>
                  <a:gd name="connsiteX23" fmla="*/ 685800 w 3771900"/>
                  <a:gd name="connsiteY23" fmla="*/ 85725 h 2228850"/>
                  <a:gd name="connsiteX24" fmla="*/ 600075 w 3771900"/>
                  <a:gd name="connsiteY24" fmla="*/ 0 h 2228850"/>
                  <a:gd name="connsiteX25" fmla="*/ 257175 w 3771900"/>
                  <a:gd name="connsiteY25" fmla="*/ 0 h 2228850"/>
                  <a:gd name="connsiteX26" fmla="*/ 171450 w 3771900"/>
                  <a:gd name="connsiteY26" fmla="*/ 85725 h 2228850"/>
                  <a:gd name="connsiteX27" fmla="*/ 171450 w 3771900"/>
                  <a:gd name="connsiteY27" fmla="*/ 428625 h 2228850"/>
                  <a:gd name="connsiteX28" fmla="*/ 257175 w 3771900"/>
                  <a:gd name="connsiteY28" fmla="*/ 514350 h 2228850"/>
                  <a:gd name="connsiteX29" fmla="*/ 600075 w 3771900"/>
                  <a:gd name="connsiteY29" fmla="*/ 514350 h 2228850"/>
                  <a:gd name="connsiteX30" fmla="*/ 685800 w 3771900"/>
                  <a:gd name="connsiteY30" fmla="*/ 428625 h 2228850"/>
                  <a:gd name="connsiteX31" fmla="*/ 685800 w 3771900"/>
                  <a:gd name="connsiteY31" fmla="*/ 342900 h 2228850"/>
                  <a:gd name="connsiteX32" fmla="*/ 1140642 w 3771900"/>
                  <a:gd name="connsiteY32" fmla="*/ 342900 h 2228850"/>
                  <a:gd name="connsiteX33" fmla="*/ 180522 w 3771900"/>
                  <a:gd name="connsiteY33" fmla="*/ 1727432 h 2228850"/>
                  <a:gd name="connsiteX34" fmla="*/ 0 w 3771900"/>
                  <a:gd name="connsiteY34" fmla="*/ 1971675 h 2228850"/>
                  <a:gd name="connsiteX35" fmla="*/ 257175 w 3771900"/>
                  <a:gd name="connsiteY35" fmla="*/ 2228850 h 2228850"/>
                  <a:gd name="connsiteX36" fmla="*/ 514350 w 3771900"/>
                  <a:gd name="connsiteY36" fmla="*/ 1971675 h 2228850"/>
                  <a:gd name="connsiteX37" fmla="*/ 352090 w 3771900"/>
                  <a:gd name="connsiteY37" fmla="*/ 1733095 h 2228850"/>
                  <a:gd name="connsiteX38" fmla="*/ 1651681 w 3771900"/>
                  <a:gd name="connsiteY38" fmla="*/ 362083 h 2228850"/>
                  <a:gd name="connsiteX39" fmla="*/ 3514686 w 3771900"/>
                  <a:gd name="connsiteY39" fmla="*/ 2057400 h 2228850"/>
                  <a:gd name="connsiteX40" fmla="*/ 3428961 w 3771900"/>
                  <a:gd name="connsiteY40" fmla="*/ 1971675 h 2228850"/>
                  <a:gd name="connsiteX41" fmla="*/ 3514686 w 3771900"/>
                  <a:gd name="connsiteY41" fmla="*/ 1885950 h 2228850"/>
                  <a:gd name="connsiteX42" fmla="*/ 3600411 w 3771900"/>
                  <a:gd name="connsiteY42" fmla="*/ 1971675 h 2228850"/>
                  <a:gd name="connsiteX43" fmla="*/ 3514686 w 3771900"/>
                  <a:gd name="connsiteY43" fmla="*/ 2057400 h 2228850"/>
                  <a:gd name="connsiteX44" fmla="*/ 3257511 w 3771900"/>
                  <a:gd name="connsiteY44" fmla="*/ 171450 h 2228850"/>
                  <a:gd name="connsiteX45" fmla="*/ 3428961 w 3771900"/>
                  <a:gd name="connsiteY45" fmla="*/ 171450 h 2228850"/>
                  <a:gd name="connsiteX46" fmla="*/ 3428961 w 3771900"/>
                  <a:gd name="connsiteY46" fmla="*/ 342900 h 2228850"/>
                  <a:gd name="connsiteX47" fmla="*/ 3257511 w 3771900"/>
                  <a:gd name="connsiteY47" fmla="*/ 342900 h 2228850"/>
                  <a:gd name="connsiteX48" fmla="*/ 514311 w 3771900"/>
                  <a:gd name="connsiteY48" fmla="*/ 342900 h 2228850"/>
                  <a:gd name="connsiteX49" fmla="*/ 342861 w 3771900"/>
                  <a:gd name="connsiteY49" fmla="*/ 342900 h 2228850"/>
                  <a:gd name="connsiteX50" fmla="*/ 342861 w 3771900"/>
                  <a:gd name="connsiteY50" fmla="*/ 171450 h 2228850"/>
                  <a:gd name="connsiteX51" fmla="*/ 514311 w 3771900"/>
                  <a:gd name="connsiteY51" fmla="*/ 171450 h 2228850"/>
                  <a:gd name="connsiteX52" fmla="*/ 1885911 w 3771900"/>
                  <a:gd name="connsiteY52" fmla="*/ 171450 h 2228850"/>
                  <a:gd name="connsiteX53" fmla="*/ 1971636 w 3771900"/>
                  <a:gd name="connsiteY53" fmla="*/ 257175 h 2228850"/>
                  <a:gd name="connsiteX54" fmla="*/ 1885911 w 3771900"/>
                  <a:gd name="connsiteY54" fmla="*/ 342900 h 2228850"/>
                  <a:gd name="connsiteX55" fmla="*/ 1800186 w 3771900"/>
                  <a:gd name="connsiteY55" fmla="*/ 257175 h 2228850"/>
                  <a:gd name="connsiteX56" fmla="*/ 1885911 w 3771900"/>
                  <a:gd name="connsiteY56" fmla="*/ 171450 h 2228850"/>
                  <a:gd name="connsiteX57" fmla="*/ 257136 w 3771900"/>
                  <a:gd name="connsiteY57" fmla="*/ 2057400 h 2228850"/>
                  <a:gd name="connsiteX58" fmla="*/ 171411 w 3771900"/>
                  <a:gd name="connsiteY58" fmla="*/ 1971675 h 2228850"/>
                  <a:gd name="connsiteX59" fmla="*/ 257136 w 3771900"/>
                  <a:gd name="connsiteY59" fmla="*/ 1885950 h 2228850"/>
                  <a:gd name="connsiteX60" fmla="*/ 342861 w 3771900"/>
                  <a:gd name="connsiteY60" fmla="*/ 1971675 h 2228850"/>
                  <a:gd name="connsiteX61" fmla="*/ 257136 w 3771900"/>
                  <a:gd name="connsiteY61" fmla="*/ 2057400 h 2228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</a:cxnLst>
                <a:rect l="l" t="t" r="r" b="b"/>
                <a:pathLst>
                  <a:path w="3771900" h="2228850">
                    <a:moveTo>
                      <a:pt x="1651661" y="362102"/>
                    </a:moveTo>
                    <a:cubicBezTo>
                      <a:pt x="1691960" y="451578"/>
                      <a:pt x="1781630" y="514340"/>
                      <a:pt x="1885950" y="514340"/>
                    </a:cubicBezTo>
                    <a:cubicBezTo>
                      <a:pt x="1990270" y="514340"/>
                      <a:pt x="2079865" y="451692"/>
                      <a:pt x="2120161" y="362259"/>
                    </a:cubicBezTo>
                    <a:cubicBezTo>
                      <a:pt x="2809478" y="468117"/>
                      <a:pt x="3350584" y="1038527"/>
                      <a:pt x="3419850" y="1733173"/>
                    </a:cubicBezTo>
                    <a:cubicBezTo>
                      <a:pt x="3324940" y="1770985"/>
                      <a:pt x="3257550" y="1863407"/>
                      <a:pt x="3257550" y="1971675"/>
                    </a:cubicBezTo>
                    <a:cubicBezTo>
                      <a:pt x="3257550" y="2113469"/>
                      <a:pt x="3372931" y="2228850"/>
                      <a:pt x="3514725" y="2228850"/>
                    </a:cubicBezTo>
                    <a:cubicBezTo>
                      <a:pt x="3656519" y="2228850"/>
                      <a:pt x="3771900" y="2113469"/>
                      <a:pt x="3771900" y="1971675"/>
                    </a:cubicBezTo>
                    <a:cubicBezTo>
                      <a:pt x="3771900" y="1856715"/>
                      <a:pt x="3695589" y="1760272"/>
                      <a:pt x="3591378" y="1727432"/>
                    </a:cubicBezTo>
                    <a:cubicBezTo>
                      <a:pt x="3535121" y="1122498"/>
                      <a:pt x="3157433" y="600369"/>
                      <a:pt x="2628926" y="342900"/>
                    </a:cubicBezTo>
                    <a:lnTo>
                      <a:pt x="3086100" y="342900"/>
                    </a:lnTo>
                    <a:lnTo>
                      <a:pt x="3086100" y="428625"/>
                    </a:lnTo>
                    <a:cubicBezTo>
                      <a:pt x="3086100" y="475927"/>
                      <a:pt x="3124524" y="514350"/>
                      <a:pt x="3171825" y="514350"/>
                    </a:cubicBezTo>
                    <a:lnTo>
                      <a:pt x="3514725" y="514350"/>
                    </a:lnTo>
                    <a:cubicBezTo>
                      <a:pt x="3562027" y="514350"/>
                      <a:pt x="3600450" y="475927"/>
                      <a:pt x="3600450" y="428625"/>
                    </a:cubicBezTo>
                    <a:lnTo>
                      <a:pt x="3600450" y="85725"/>
                    </a:lnTo>
                    <a:cubicBezTo>
                      <a:pt x="3600450" y="38423"/>
                      <a:pt x="3562027" y="0"/>
                      <a:pt x="3514725" y="0"/>
                    </a:cubicBezTo>
                    <a:lnTo>
                      <a:pt x="3171825" y="0"/>
                    </a:lnTo>
                    <a:cubicBezTo>
                      <a:pt x="3124524" y="0"/>
                      <a:pt x="3086100" y="38423"/>
                      <a:pt x="3086100" y="85725"/>
                    </a:cubicBezTo>
                    <a:lnTo>
                      <a:pt x="3086100" y="171450"/>
                    </a:lnTo>
                    <a:lnTo>
                      <a:pt x="2127361" y="171450"/>
                    </a:lnTo>
                    <a:cubicBezTo>
                      <a:pt x="2091885" y="71911"/>
                      <a:pt x="1997588" y="0"/>
                      <a:pt x="1885950" y="0"/>
                    </a:cubicBezTo>
                    <a:cubicBezTo>
                      <a:pt x="1774351" y="0"/>
                      <a:pt x="1680053" y="71909"/>
                      <a:pt x="1644539" y="171450"/>
                    </a:cubicBezTo>
                    <a:lnTo>
                      <a:pt x="685800" y="171450"/>
                    </a:lnTo>
                    <a:lnTo>
                      <a:pt x="685800" y="85725"/>
                    </a:lnTo>
                    <a:cubicBezTo>
                      <a:pt x="685800" y="38423"/>
                      <a:pt x="647377" y="0"/>
                      <a:pt x="600075" y="0"/>
                    </a:cubicBezTo>
                    <a:lnTo>
                      <a:pt x="257175" y="0"/>
                    </a:lnTo>
                    <a:cubicBezTo>
                      <a:pt x="209873" y="0"/>
                      <a:pt x="171450" y="38423"/>
                      <a:pt x="171450" y="85725"/>
                    </a:cubicBezTo>
                    <a:lnTo>
                      <a:pt x="171450" y="428625"/>
                    </a:lnTo>
                    <a:cubicBezTo>
                      <a:pt x="171450" y="475927"/>
                      <a:pt x="209873" y="514350"/>
                      <a:pt x="257175" y="514350"/>
                    </a:cubicBezTo>
                    <a:lnTo>
                      <a:pt x="600075" y="514350"/>
                    </a:lnTo>
                    <a:cubicBezTo>
                      <a:pt x="647377" y="514350"/>
                      <a:pt x="685800" y="475927"/>
                      <a:pt x="685800" y="428625"/>
                    </a:cubicBezTo>
                    <a:lnTo>
                      <a:pt x="685800" y="342900"/>
                    </a:lnTo>
                    <a:lnTo>
                      <a:pt x="1140642" y="342900"/>
                    </a:lnTo>
                    <a:cubicBezTo>
                      <a:pt x="612743" y="599997"/>
                      <a:pt x="236660" y="1121195"/>
                      <a:pt x="180522" y="1727432"/>
                    </a:cubicBezTo>
                    <a:cubicBezTo>
                      <a:pt x="76310" y="1760268"/>
                      <a:pt x="0" y="1856706"/>
                      <a:pt x="0" y="1971675"/>
                    </a:cubicBezTo>
                    <a:cubicBezTo>
                      <a:pt x="0" y="2113469"/>
                      <a:pt x="115381" y="2228850"/>
                      <a:pt x="257175" y="2228850"/>
                    </a:cubicBezTo>
                    <a:cubicBezTo>
                      <a:pt x="398969" y="2228850"/>
                      <a:pt x="514350" y="2113469"/>
                      <a:pt x="514350" y="1971675"/>
                    </a:cubicBezTo>
                    <a:cubicBezTo>
                      <a:pt x="514350" y="1863407"/>
                      <a:pt x="446957" y="1770990"/>
                      <a:pt x="352090" y="1733095"/>
                    </a:cubicBezTo>
                    <a:cubicBezTo>
                      <a:pt x="421244" y="1036312"/>
                      <a:pt x="961423" y="467990"/>
                      <a:pt x="1651681" y="362083"/>
                    </a:cubicBezTo>
                    <a:close/>
                    <a:moveTo>
                      <a:pt x="3514686" y="2057400"/>
                    </a:moveTo>
                    <a:cubicBezTo>
                      <a:pt x="3467461" y="2057400"/>
                      <a:pt x="3428961" y="2018900"/>
                      <a:pt x="3428961" y="1971675"/>
                    </a:cubicBezTo>
                    <a:cubicBezTo>
                      <a:pt x="3428961" y="1924450"/>
                      <a:pt x="3467461" y="1885950"/>
                      <a:pt x="3514686" y="1885950"/>
                    </a:cubicBezTo>
                    <a:cubicBezTo>
                      <a:pt x="3561911" y="1885950"/>
                      <a:pt x="3600411" y="1924450"/>
                      <a:pt x="3600411" y="1971675"/>
                    </a:cubicBezTo>
                    <a:cubicBezTo>
                      <a:pt x="3600411" y="2018900"/>
                      <a:pt x="3561911" y="2057400"/>
                      <a:pt x="3514686" y="2057400"/>
                    </a:cubicBezTo>
                    <a:close/>
                    <a:moveTo>
                      <a:pt x="3257511" y="171450"/>
                    </a:moveTo>
                    <a:lnTo>
                      <a:pt x="3428961" y="171450"/>
                    </a:lnTo>
                    <a:lnTo>
                      <a:pt x="3428961" y="342900"/>
                    </a:lnTo>
                    <a:lnTo>
                      <a:pt x="3257511" y="342900"/>
                    </a:lnTo>
                    <a:close/>
                    <a:moveTo>
                      <a:pt x="514311" y="342900"/>
                    </a:moveTo>
                    <a:lnTo>
                      <a:pt x="342861" y="342900"/>
                    </a:lnTo>
                    <a:lnTo>
                      <a:pt x="342861" y="171450"/>
                    </a:lnTo>
                    <a:lnTo>
                      <a:pt x="514311" y="171450"/>
                    </a:lnTo>
                    <a:close/>
                    <a:moveTo>
                      <a:pt x="1885911" y="171450"/>
                    </a:moveTo>
                    <a:cubicBezTo>
                      <a:pt x="1933136" y="171450"/>
                      <a:pt x="1971636" y="209950"/>
                      <a:pt x="1971636" y="257175"/>
                    </a:cubicBezTo>
                    <a:cubicBezTo>
                      <a:pt x="1971636" y="304400"/>
                      <a:pt x="1933136" y="342900"/>
                      <a:pt x="1885911" y="342900"/>
                    </a:cubicBezTo>
                    <a:cubicBezTo>
                      <a:pt x="1838686" y="342900"/>
                      <a:pt x="1800186" y="304400"/>
                      <a:pt x="1800186" y="257175"/>
                    </a:cubicBezTo>
                    <a:cubicBezTo>
                      <a:pt x="1800186" y="209950"/>
                      <a:pt x="1838686" y="171450"/>
                      <a:pt x="1885911" y="171450"/>
                    </a:cubicBezTo>
                    <a:close/>
                    <a:moveTo>
                      <a:pt x="257136" y="2057400"/>
                    </a:moveTo>
                    <a:cubicBezTo>
                      <a:pt x="209911" y="2057400"/>
                      <a:pt x="171411" y="2018900"/>
                      <a:pt x="171411" y="1971675"/>
                    </a:cubicBezTo>
                    <a:cubicBezTo>
                      <a:pt x="171411" y="1924450"/>
                      <a:pt x="209911" y="1885950"/>
                      <a:pt x="257136" y="1885950"/>
                    </a:cubicBezTo>
                    <a:cubicBezTo>
                      <a:pt x="304361" y="1885950"/>
                      <a:pt x="342861" y="1924450"/>
                      <a:pt x="342861" y="1971675"/>
                    </a:cubicBezTo>
                    <a:cubicBezTo>
                      <a:pt x="342861" y="2018900"/>
                      <a:pt x="304361" y="2057400"/>
                      <a:pt x="257136" y="2057400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1" name="Freeform: Shape 61">
                <a:extLst>
                  <a:ext uri="{FF2B5EF4-FFF2-40B4-BE49-F238E27FC236}">
                    <a16:creationId xmlns:a16="http://schemas.microsoft.com/office/drawing/2014/main" id="{E9DB6602-7E42-B3A6-2330-9F232B41F5C6}"/>
                  </a:ext>
                </a:extLst>
              </p:cNvPr>
              <p:cNvSpPr/>
              <p:nvPr/>
            </p:nvSpPr>
            <p:spPr>
              <a:xfrm>
                <a:off x="14417166" y="-77187"/>
                <a:ext cx="5486400" cy="4800600"/>
              </a:xfrm>
              <a:custGeom>
                <a:avLst/>
                <a:gdLst>
                  <a:gd name="connsiteX0" fmla="*/ 5400675 w 5486400"/>
                  <a:gd name="connsiteY0" fmla="*/ 0 h 4800600"/>
                  <a:gd name="connsiteX1" fmla="*/ 85725 w 5486400"/>
                  <a:gd name="connsiteY1" fmla="*/ 0 h 4800600"/>
                  <a:gd name="connsiteX2" fmla="*/ 0 w 5486400"/>
                  <a:gd name="connsiteY2" fmla="*/ 85725 h 4800600"/>
                  <a:gd name="connsiteX3" fmla="*/ 0 w 5486400"/>
                  <a:gd name="connsiteY3" fmla="*/ 4714875 h 4800600"/>
                  <a:gd name="connsiteX4" fmla="*/ 85725 w 5486400"/>
                  <a:gd name="connsiteY4" fmla="*/ 4800600 h 4800600"/>
                  <a:gd name="connsiteX5" fmla="*/ 2143125 w 5486400"/>
                  <a:gd name="connsiteY5" fmla="*/ 4800600 h 4800600"/>
                  <a:gd name="connsiteX6" fmla="*/ 2143125 w 5486400"/>
                  <a:gd name="connsiteY6" fmla="*/ 4629150 h 4800600"/>
                  <a:gd name="connsiteX7" fmla="*/ 171450 w 5486400"/>
                  <a:gd name="connsiteY7" fmla="*/ 4629150 h 4800600"/>
                  <a:gd name="connsiteX8" fmla="*/ 171450 w 5486400"/>
                  <a:gd name="connsiteY8" fmla="*/ 857250 h 4800600"/>
                  <a:gd name="connsiteX9" fmla="*/ 5314950 w 5486400"/>
                  <a:gd name="connsiteY9" fmla="*/ 857250 h 4800600"/>
                  <a:gd name="connsiteX10" fmla="*/ 5314950 w 5486400"/>
                  <a:gd name="connsiteY10" fmla="*/ 4629150 h 4800600"/>
                  <a:gd name="connsiteX11" fmla="*/ 3343275 w 5486400"/>
                  <a:gd name="connsiteY11" fmla="*/ 4629150 h 4800600"/>
                  <a:gd name="connsiteX12" fmla="*/ 3343275 w 5486400"/>
                  <a:gd name="connsiteY12" fmla="*/ 4800600 h 4800600"/>
                  <a:gd name="connsiteX13" fmla="*/ 5400675 w 5486400"/>
                  <a:gd name="connsiteY13" fmla="*/ 4800600 h 4800600"/>
                  <a:gd name="connsiteX14" fmla="*/ 5486400 w 5486400"/>
                  <a:gd name="connsiteY14" fmla="*/ 4714875 h 4800600"/>
                  <a:gd name="connsiteX15" fmla="*/ 5486400 w 5486400"/>
                  <a:gd name="connsiteY15" fmla="*/ 85725 h 4800600"/>
                  <a:gd name="connsiteX16" fmla="*/ 5400675 w 5486400"/>
                  <a:gd name="connsiteY16" fmla="*/ 0 h 4800600"/>
                  <a:gd name="connsiteX17" fmla="*/ 171450 w 5486400"/>
                  <a:gd name="connsiteY17" fmla="*/ 685800 h 4800600"/>
                  <a:gd name="connsiteX18" fmla="*/ 171450 w 5486400"/>
                  <a:gd name="connsiteY18" fmla="*/ 171450 h 4800600"/>
                  <a:gd name="connsiteX19" fmla="*/ 5314950 w 5486400"/>
                  <a:gd name="connsiteY19" fmla="*/ 171450 h 4800600"/>
                  <a:gd name="connsiteX20" fmla="*/ 5314950 w 5486400"/>
                  <a:gd name="connsiteY20" fmla="*/ 685800 h 4800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5486400" h="4800600">
                    <a:moveTo>
                      <a:pt x="5400675" y="0"/>
                    </a:moveTo>
                    <a:lnTo>
                      <a:pt x="85725" y="0"/>
                    </a:lnTo>
                    <a:cubicBezTo>
                      <a:pt x="38423" y="0"/>
                      <a:pt x="0" y="38423"/>
                      <a:pt x="0" y="85725"/>
                    </a:cubicBezTo>
                    <a:lnTo>
                      <a:pt x="0" y="4714875"/>
                    </a:lnTo>
                    <a:cubicBezTo>
                      <a:pt x="0" y="4762177"/>
                      <a:pt x="38423" y="4800600"/>
                      <a:pt x="85725" y="4800600"/>
                    </a:cubicBezTo>
                    <a:lnTo>
                      <a:pt x="2143125" y="4800600"/>
                    </a:lnTo>
                    <a:lnTo>
                      <a:pt x="2143125" y="4629150"/>
                    </a:lnTo>
                    <a:lnTo>
                      <a:pt x="171450" y="4629150"/>
                    </a:lnTo>
                    <a:lnTo>
                      <a:pt x="171450" y="857250"/>
                    </a:lnTo>
                    <a:lnTo>
                      <a:pt x="5314950" y="857250"/>
                    </a:lnTo>
                    <a:lnTo>
                      <a:pt x="5314950" y="4629150"/>
                    </a:lnTo>
                    <a:lnTo>
                      <a:pt x="3343275" y="4629150"/>
                    </a:lnTo>
                    <a:lnTo>
                      <a:pt x="3343275" y="4800600"/>
                    </a:lnTo>
                    <a:lnTo>
                      <a:pt x="5400675" y="4800600"/>
                    </a:lnTo>
                    <a:cubicBezTo>
                      <a:pt x="5447977" y="4800600"/>
                      <a:pt x="5486400" y="4762177"/>
                      <a:pt x="5486400" y="4714875"/>
                    </a:cubicBezTo>
                    <a:lnTo>
                      <a:pt x="5486400" y="85725"/>
                    </a:lnTo>
                    <a:cubicBezTo>
                      <a:pt x="5486400" y="38423"/>
                      <a:pt x="5447977" y="0"/>
                      <a:pt x="5400675" y="0"/>
                    </a:cubicBezTo>
                    <a:close/>
                    <a:moveTo>
                      <a:pt x="171450" y="685800"/>
                    </a:moveTo>
                    <a:lnTo>
                      <a:pt x="171450" y="171450"/>
                    </a:lnTo>
                    <a:lnTo>
                      <a:pt x="5314950" y="171450"/>
                    </a:lnTo>
                    <a:lnTo>
                      <a:pt x="5314950" y="685800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2" name="Freeform: Shape 65">
                <a:extLst>
                  <a:ext uri="{FF2B5EF4-FFF2-40B4-BE49-F238E27FC236}">
                    <a16:creationId xmlns:a16="http://schemas.microsoft.com/office/drawing/2014/main" id="{DCD811FE-1D4C-A788-849C-0C7FB8963562}"/>
                  </a:ext>
                </a:extLst>
              </p:cNvPr>
              <p:cNvSpPr/>
              <p:nvPr/>
            </p:nvSpPr>
            <p:spPr>
              <a:xfrm>
                <a:off x="14931516" y="265713"/>
                <a:ext cx="171450" cy="171450"/>
              </a:xfrm>
              <a:custGeom>
                <a:avLst/>
                <a:gdLst>
                  <a:gd name="connsiteX0" fmla="*/ 0 w 171450"/>
                  <a:gd name="connsiteY0" fmla="*/ 0 h 171450"/>
                  <a:gd name="connsiteX1" fmla="*/ 171450 w 171450"/>
                  <a:gd name="connsiteY1" fmla="*/ 0 h 171450"/>
                  <a:gd name="connsiteX2" fmla="*/ 171450 w 171450"/>
                  <a:gd name="connsiteY2" fmla="*/ 171450 h 171450"/>
                  <a:gd name="connsiteX3" fmla="*/ 0 w 171450"/>
                  <a:gd name="connsiteY3" fmla="*/ 171450 h 171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1450" h="171450">
                    <a:moveTo>
                      <a:pt x="0" y="0"/>
                    </a:moveTo>
                    <a:lnTo>
                      <a:pt x="171450" y="0"/>
                    </a:lnTo>
                    <a:lnTo>
                      <a:pt x="171450" y="171450"/>
                    </a:lnTo>
                    <a:lnTo>
                      <a:pt x="0" y="171450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3" name="Freeform: Shape 66">
                <a:extLst>
                  <a:ext uri="{FF2B5EF4-FFF2-40B4-BE49-F238E27FC236}">
                    <a16:creationId xmlns:a16="http://schemas.microsoft.com/office/drawing/2014/main" id="{EB8AA6B9-340D-DE91-C848-3093BD8A8DFF}"/>
                  </a:ext>
                </a:extLst>
              </p:cNvPr>
              <p:cNvSpPr/>
              <p:nvPr/>
            </p:nvSpPr>
            <p:spPr>
              <a:xfrm>
                <a:off x="15274416" y="265713"/>
                <a:ext cx="171450" cy="171450"/>
              </a:xfrm>
              <a:custGeom>
                <a:avLst/>
                <a:gdLst>
                  <a:gd name="connsiteX0" fmla="*/ 0 w 171450"/>
                  <a:gd name="connsiteY0" fmla="*/ 0 h 171450"/>
                  <a:gd name="connsiteX1" fmla="*/ 171450 w 171450"/>
                  <a:gd name="connsiteY1" fmla="*/ 0 h 171450"/>
                  <a:gd name="connsiteX2" fmla="*/ 171450 w 171450"/>
                  <a:gd name="connsiteY2" fmla="*/ 171450 h 171450"/>
                  <a:gd name="connsiteX3" fmla="*/ 0 w 171450"/>
                  <a:gd name="connsiteY3" fmla="*/ 171450 h 171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1450" h="171450">
                    <a:moveTo>
                      <a:pt x="0" y="0"/>
                    </a:moveTo>
                    <a:lnTo>
                      <a:pt x="171450" y="0"/>
                    </a:lnTo>
                    <a:lnTo>
                      <a:pt x="171450" y="171450"/>
                    </a:lnTo>
                    <a:lnTo>
                      <a:pt x="0" y="171450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4" name="Freeform: Shape 67">
                <a:extLst>
                  <a:ext uri="{FF2B5EF4-FFF2-40B4-BE49-F238E27FC236}">
                    <a16:creationId xmlns:a16="http://schemas.microsoft.com/office/drawing/2014/main" id="{0ED6CC5F-21F7-FDF5-EDC6-53A40662F4E1}"/>
                  </a:ext>
                </a:extLst>
              </p:cNvPr>
              <p:cNvSpPr/>
              <p:nvPr/>
            </p:nvSpPr>
            <p:spPr>
              <a:xfrm>
                <a:off x="15617316" y="265713"/>
                <a:ext cx="171450" cy="171450"/>
              </a:xfrm>
              <a:custGeom>
                <a:avLst/>
                <a:gdLst>
                  <a:gd name="connsiteX0" fmla="*/ 0 w 171450"/>
                  <a:gd name="connsiteY0" fmla="*/ 0 h 171450"/>
                  <a:gd name="connsiteX1" fmla="*/ 171450 w 171450"/>
                  <a:gd name="connsiteY1" fmla="*/ 0 h 171450"/>
                  <a:gd name="connsiteX2" fmla="*/ 171450 w 171450"/>
                  <a:gd name="connsiteY2" fmla="*/ 171450 h 171450"/>
                  <a:gd name="connsiteX3" fmla="*/ 0 w 171450"/>
                  <a:gd name="connsiteY3" fmla="*/ 171450 h 171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1450" h="171450">
                    <a:moveTo>
                      <a:pt x="0" y="0"/>
                    </a:moveTo>
                    <a:lnTo>
                      <a:pt x="171450" y="0"/>
                    </a:lnTo>
                    <a:lnTo>
                      <a:pt x="171450" y="171450"/>
                    </a:lnTo>
                    <a:lnTo>
                      <a:pt x="0" y="171450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5" name="Freeform: Shape 68">
                <a:extLst>
                  <a:ext uri="{FF2B5EF4-FFF2-40B4-BE49-F238E27FC236}">
                    <a16:creationId xmlns:a16="http://schemas.microsoft.com/office/drawing/2014/main" id="{66C6BC8E-00FC-A6C8-D9FD-7F51C6F9553F}"/>
                  </a:ext>
                </a:extLst>
              </p:cNvPr>
              <p:cNvSpPr/>
              <p:nvPr/>
            </p:nvSpPr>
            <p:spPr>
              <a:xfrm>
                <a:off x="18874866" y="265713"/>
                <a:ext cx="514350" cy="171450"/>
              </a:xfrm>
              <a:custGeom>
                <a:avLst/>
                <a:gdLst>
                  <a:gd name="connsiteX0" fmla="*/ 0 w 514350"/>
                  <a:gd name="connsiteY0" fmla="*/ 0 h 171450"/>
                  <a:gd name="connsiteX1" fmla="*/ 514350 w 514350"/>
                  <a:gd name="connsiteY1" fmla="*/ 0 h 171450"/>
                  <a:gd name="connsiteX2" fmla="*/ 514350 w 514350"/>
                  <a:gd name="connsiteY2" fmla="*/ 171450 h 171450"/>
                  <a:gd name="connsiteX3" fmla="*/ 0 w 514350"/>
                  <a:gd name="connsiteY3" fmla="*/ 171450 h 171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14350" h="171450">
                    <a:moveTo>
                      <a:pt x="0" y="0"/>
                    </a:moveTo>
                    <a:lnTo>
                      <a:pt x="514350" y="0"/>
                    </a:lnTo>
                    <a:lnTo>
                      <a:pt x="514350" y="171450"/>
                    </a:lnTo>
                    <a:lnTo>
                      <a:pt x="0" y="171450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6" name="Freeform: Shape 69">
                <a:extLst>
                  <a:ext uri="{FF2B5EF4-FFF2-40B4-BE49-F238E27FC236}">
                    <a16:creationId xmlns:a16="http://schemas.microsoft.com/office/drawing/2014/main" id="{A5080356-D95B-7A3D-410E-FD3D41752335}"/>
                  </a:ext>
                </a:extLst>
              </p:cNvPr>
              <p:cNvSpPr/>
              <p:nvPr/>
            </p:nvSpPr>
            <p:spPr>
              <a:xfrm>
                <a:off x="17074641" y="4551963"/>
                <a:ext cx="171450" cy="342900"/>
              </a:xfrm>
              <a:custGeom>
                <a:avLst/>
                <a:gdLst>
                  <a:gd name="connsiteX0" fmla="*/ 0 w 171450"/>
                  <a:gd name="connsiteY0" fmla="*/ 0 h 342900"/>
                  <a:gd name="connsiteX1" fmla="*/ 171450 w 171450"/>
                  <a:gd name="connsiteY1" fmla="*/ 0 h 342900"/>
                  <a:gd name="connsiteX2" fmla="*/ 171450 w 171450"/>
                  <a:gd name="connsiteY2" fmla="*/ 342900 h 342900"/>
                  <a:gd name="connsiteX3" fmla="*/ 0 w 171450"/>
                  <a:gd name="connsiteY3" fmla="*/ 342900 h 3429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1450" h="342900">
                    <a:moveTo>
                      <a:pt x="0" y="0"/>
                    </a:moveTo>
                    <a:lnTo>
                      <a:pt x="171450" y="0"/>
                    </a:lnTo>
                    <a:lnTo>
                      <a:pt x="171450" y="342900"/>
                    </a:lnTo>
                    <a:lnTo>
                      <a:pt x="0" y="342900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</p:grpSp>
      <p:sp>
        <p:nvSpPr>
          <p:cNvPr id="97" name="TextBox 96">
            <a:extLst>
              <a:ext uri="{FF2B5EF4-FFF2-40B4-BE49-F238E27FC236}">
                <a16:creationId xmlns:a16="http://schemas.microsoft.com/office/drawing/2014/main" id="{18A03BD2-424A-E4AA-69BD-ADAC3C440120}"/>
              </a:ext>
            </a:extLst>
          </p:cNvPr>
          <p:cNvSpPr txBox="1"/>
          <p:nvPr/>
        </p:nvSpPr>
        <p:spPr>
          <a:xfrm>
            <a:off x="9092132" y="2200758"/>
            <a:ext cx="2721002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IN" b="1" cap="all">
                <a:solidFill>
                  <a:srgbClr val="83C937"/>
                </a:solidFill>
                <a:latin typeface="+mj-lt"/>
                <a:ea typeface="Open Sans"/>
                <a:cs typeface="Open Sans"/>
              </a:rPr>
              <a:t>Manage large volumes</a:t>
            </a:r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4494CC09-D123-8BD1-1A6D-A3A581BC0B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254799" y="3065257"/>
            <a:ext cx="3564000" cy="0"/>
          </a:xfrm>
          <a:prstGeom prst="line">
            <a:avLst/>
          </a:prstGeom>
          <a:ln w="38100">
            <a:solidFill>
              <a:srgbClr val="83C93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C28BE133-688D-A106-C135-42F5889E4FD5}"/>
              </a:ext>
            </a:extLst>
          </p:cNvPr>
          <p:cNvSpPr txBox="1"/>
          <p:nvPr/>
        </p:nvSpPr>
        <p:spPr>
          <a:xfrm>
            <a:off x="8254799" y="3317617"/>
            <a:ext cx="3565725" cy="7978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lnSpc>
                <a:spcPct val="110000"/>
              </a:lnSpc>
              <a:defRPr sz="1600">
                <a:solidFill>
                  <a:schemeClr val="accent4"/>
                </a:solidFill>
                <a:ea typeface="+mn-lt"/>
                <a:cs typeface="+mn-lt"/>
              </a:defRPr>
            </a:lvl1pPr>
          </a:lstStyle>
          <a:p>
            <a:r>
              <a:rPr lang="en-US"/>
              <a:t>Allows nonprofits to manage thousands of volunteers and create </a:t>
            </a:r>
            <a:r>
              <a:rPr lang="en-US" err="1"/>
              <a:t>ebooks</a:t>
            </a:r>
            <a:r>
              <a:rPr lang="en-US"/>
              <a:t> at scale.</a:t>
            </a:r>
          </a:p>
        </p:txBody>
      </p:sp>
    </p:spTree>
    <p:extLst>
      <p:ext uri="{BB962C8B-B14F-4D97-AF65-F5344CB8AC3E}">
        <p14:creationId xmlns:p14="http://schemas.microsoft.com/office/powerpoint/2010/main" val="42565742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F0012E-3349-FE01-711D-23A25FC2E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DB023-C1A5-4ABF-B6D8-70426759D17D}" type="slidenum">
              <a:rPr lang="en-IN" smtClean="0"/>
              <a:pPr/>
              <a:t>11</a:t>
            </a:fld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706BE5-3191-2D91-FC38-9D48982AE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999" y="360000"/>
            <a:ext cx="11460525" cy="493200"/>
          </a:xfrm>
        </p:spPr>
        <p:txBody>
          <a:bodyPr/>
          <a:lstStyle/>
          <a:p>
            <a:r>
              <a:rPr lang="en-US"/>
              <a:t>Partner with us at every step to build inclusive products</a:t>
            </a:r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80642244-BE8F-0D5D-02D9-C1736A732EFE}"/>
              </a:ext>
            </a:extLst>
          </p:cNvPr>
          <p:cNvSpPr/>
          <p:nvPr/>
        </p:nvSpPr>
        <p:spPr>
          <a:xfrm>
            <a:off x="359998" y="1342995"/>
            <a:ext cx="11460517" cy="4353718"/>
          </a:xfrm>
          <a:prstGeom prst="roundRect">
            <a:avLst>
              <a:gd name="adj" fmla="val 2454"/>
            </a:avLst>
          </a:prstGeom>
          <a:solidFill>
            <a:schemeClr val="bg1"/>
          </a:solidFill>
          <a:ln>
            <a:noFill/>
          </a:ln>
          <a:effectLst>
            <a:outerShdw blurRad="381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3C7D3E-F220-041D-8199-2F9AD97E9AC4}"/>
              </a:ext>
            </a:extLst>
          </p:cNvPr>
          <p:cNvSpPr txBox="1">
            <a:spLocks noChangeAspect="1"/>
          </p:cNvSpPr>
          <p:nvPr/>
        </p:nvSpPr>
        <p:spPr>
          <a:xfrm>
            <a:off x="2176414" y="1521977"/>
            <a:ext cx="7827687" cy="225015"/>
          </a:xfrm>
          <a:prstGeom prst="rect">
            <a:avLst/>
          </a:prstGeom>
          <a:noFill/>
          <a:ln>
            <a:noFill/>
            <a:tailEnd type="triangle"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600" b="1" i="0" u="none" strike="noStrike" baseline="0">
                <a:solidFill>
                  <a:schemeClr val="accent4"/>
                </a:solidFill>
                <a:latin typeface="+mj-lt"/>
              </a:rPr>
              <a:t>SOFTWARE DEVELOPMENT LIFECYCLE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787E1A9-2730-F944-7DEF-72A7C745CF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576171" y="2944669"/>
            <a:ext cx="7064415" cy="1"/>
          </a:xfrm>
          <a:prstGeom prst="straightConnector1">
            <a:avLst/>
          </a:prstGeom>
          <a:ln w="19050">
            <a:solidFill>
              <a:schemeClr val="bg2">
                <a:lumMod val="90000"/>
              </a:schemeClr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Oval 4">
            <a:extLst>
              <a:ext uri="{FF2B5EF4-FFF2-40B4-BE49-F238E27FC236}">
                <a16:creationId xmlns:a16="http://schemas.microsoft.com/office/drawing/2014/main" id="{7D3067BD-1B96-04B3-133D-0E2B25521235}"/>
              </a:ext>
            </a:extLst>
          </p:cNvPr>
          <p:cNvSpPr>
            <a:spLocks noChangeAspect="1"/>
          </p:cNvSpPr>
          <p:nvPr/>
        </p:nvSpPr>
        <p:spPr>
          <a:xfrm>
            <a:off x="994323" y="2166127"/>
            <a:ext cx="1557085" cy="1557085"/>
          </a:xfrm>
          <a:prstGeom prst="ellipse">
            <a:avLst/>
          </a:prstGeom>
          <a:solidFill>
            <a:schemeClr val="bg1"/>
          </a:solidFill>
          <a:ln w="38100" cmpd="sng">
            <a:solidFill>
              <a:schemeClr val="bg2">
                <a:lumMod val="90000"/>
              </a:schemeClr>
            </a:solidFill>
            <a:round/>
          </a:ln>
          <a:effectLst>
            <a:outerShdw blurRad="381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324000" rtlCol="0" anchor="t" anchorCtr="0"/>
          <a:lstStyle/>
          <a:p>
            <a:pPr algn="ctr">
              <a:spcAft>
                <a:spcPts val="600"/>
              </a:spcAft>
            </a:pPr>
            <a:r>
              <a:rPr lang="en-US" sz="1200" b="1">
                <a:solidFill>
                  <a:schemeClr val="accent4"/>
                </a:solidFill>
              </a:rPr>
              <a:t>1</a:t>
            </a:r>
          </a:p>
          <a:p>
            <a:pPr algn="ctr">
              <a:spcAft>
                <a:spcPts val="600"/>
              </a:spcAft>
            </a:pPr>
            <a:r>
              <a:rPr lang="en-US" sz="1200" b="1" i="0" kern="1200" baseline="0">
                <a:solidFill>
                  <a:schemeClr val="accent4"/>
                </a:solidFill>
              </a:rPr>
              <a:t>Requirements</a:t>
            </a:r>
            <a:endParaRPr lang="en-US" sz="1200" b="1">
              <a:solidFill>
                <a:schemeClr val="accent4"/>
              </a:solidFill>
            </a:endParaRPr>
          </a:p>
        </p:txBody>
      </p:sp>
      <p:sp>
        <p:nvSpPr>
          <p:cNvPr id="6" name="Freeform 5" descr="Services">
            <a:extLst>
              <a:ext uri="{FF2B5EF4-FFF2-40B4-BE49-F238E27FC236}">
                <a16:creationId xmlns:a16="http://schemas.microsoft.com/office/drawing/2014/main" id="{2412C057-4640-C188-C673-90B8BC333387}"/>
              </a:ext>
            </a:extLst>
          </p:cNvPr>
          <p:cNvSpPr/>
          <p:nvPr/>
        </p:nvSpPr>
        <p:spPr>
          <a:xfrm rot="10800000">
            <a:off x="1500846" y="3700618"/>
            <a:ext cx="544038" cy="272304"/>
          </a:xfrm>
          <a:custGeom>
            <a:avLst/>
            <a:gdLst>
              <a:gd name="connsiteX0" fmla="*/ 658286 w 658286"/>
              <a:gd name="connsiteY0" fmla="*/ 329487 h 329487"/>
              <a:gd name="connsiteX1" fmla="*/ 579590 w 658286"/>
              <a:gd name="connsiteY1" fmla="*/ 286773 h 329487"/>
              <a:gd name="connsiteX2" fmla="*/ 329141 w 658286"/>
              <a:gd name="connsiteY2" fmla="*/ 236209 h 329487"/>
              <a:gd name="connsiteX3" fmla="*/ 78692 w 658286"/>
              <a:gd name="connsiteY3" fmla="*/ 286773 h 329487"/>
              <a:gd name="connsiteX4" fmla="*/ 0 w 658286"/>
              <a:gd name="connsiteY4" fmla="*/ 329485 h 329487"/>
              <a:gd name="connsiteX5" fmla="*/ 329142 w 658286"/>
              <a:gd name="connsiteY5" fmla="*/ 0 h 3294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58286" h="329487">
                <a:moveTo>
                  <a:pt x="658286" y="329487"/>
                </a:moveTo>
                <a:lnTo>
                  <a:pt x="579590" y="286773"/>
                </a:lnTo>
                <a:cubicBezTo>
                  <a:pt x="502612" y="254214"/>
                  <a:pt x="417979" y="236209"/>
                  <a:pt x="329141" y="236209"/>
                </a:cubicBezTo>
                <a:cubicBezTo>
                  <a:pt x="240303" y="236209"/>
                  <a:pt x="155670" y="254214"/>
                  <a:pt x="78692" y="286773"/>
                </a:cubicBezTo>
                <a:lnTo>
                  <a:pt x="0" y="329485"/>
                </a:lnTo>
                <a:lnTo>
                  <a:pt x="329142" y="0"/>
                </a:ln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F575AF-20F6-7C5D-D1F9-9C003C420DE2}"/>
              </a:ext>
            </a:extLst>
          </p:cNvPr>
          <p:cNvSpPr/>
          <p:nvPr/>
        </p:nvSpPr>
        <p:spPr>
          <a:xfrm>
            <a:off x="800865" y="4017094"/>
            <a:ext cx="1944000" cy="599771"/>
          </a:xfrm>
          <a:prstGeom prst="rect">
            <a:avLst/>
          </a:prstGeom>
          <a:solidFill>
            <a:srgbClr val="4B95E0"/>
          </a:solidFill>
          <a:ln>
            <a:noFill/>
          </a:ln>
        </p:spPr>
        <p:style>
          <a:lnRef idx="2">
            <a:schemeClr val="accent5">
              <a:hueOff val="0"/>
              <a:satOff val="0"/>
              <a:lumOff val="0"/>
              <a:alphaOff val="0"/>
            </a:schemeClr>
          </a:lnRef>
          <a:fillRef idx="1">
            <a:schemeClr val="lt1">
              <a:alpha val="9000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9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08000" tIns="108000" rIns="108000" bIns="108000" numCol="1" spcCol="1270" anchor="ctr" anchorCtr="0">
            <a:noAutofit/>
          </a:bodyPr>
          <a:lstStyle/>
          <a:p>
            <a:pPr marL="0" lvl="1" algn="ctr" defTabSz="533400">
              <a:spcBef>
                <a:spcPct val="0"/>
              </a:spcBef>
              <a:spcAft>
                <a:spcPts val="800"/>
              </a:spcAft>
            </a:pPr>
            <a:r>
              <a:rPr lang="en-US" sz="1400" dirty="0">
                <a:solidFill>
                  <a:schemeClr val="bg1"/>
                </a:solidFill>
              </a:rPr>
              <a:t>a. User</a:t>
            </a:r>
            <a:r>
              <a:rPr lang="en-US" sz="1400" kern="1200" dirty="0">
                <a:solidFill>
                  <a:schemeClr val="bg1"/>
                </a:solidFill>
              </a:rPr>
              <a:t> research</a:t>
            </a:r>
            <a:endParaRPr lang="en-US" dirty="0">
              <a:solidFill>
                <a:schemeClr val="bg1"/>
              </a:solidFill>
              <a:ea typeface="Open Sans"/>
              <a:cs typeface="Open San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8E51CE6-0D58-B0AB-6372-76B1D0713C07}"/>
              </a:ext>
            </a:extLst>
          </p:cNvPr>
          <p:cNvSpPr/>
          <p:nvPr/>
        </p:nvSpPr>
        <p:spPr>
          <a:xfrm>
            <a:off x="800866" y="4726771"/>
            <a:ext cx="1944000" cy="599771"/>
          </a:xfrm>
          <a:prstGeom prst="rect">
            <a:avLst/>
          </a:prstGeom>
          <a:solidFill>
            <a:srgbClr val="4B95E0"/>
          </a:solidFill>
          <a:ln>
            <a:noFill/>
          </a:ln>
        </p:spPr>
        <p:style>
          <a:lnRef idx="2">
            <a:schemeClr val="accent5">
              <a:hueOff val="0"/>
              <a:satOff val="0"/>
              <a:lumOff val="0"/>
              <a:alphaOff val="0"/>
            </a:schemeClr>
          </a:lnRef>
          <a:fillRef idx="1">
            <a:schemeClr val="lt1">
              <a:alpha val="9000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9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08000" tIns="108000" rIns="108000" bIns="108000" numCol="1" spcCol="1270" anchor="ctr" anchorCtr="0">
            <a:noAutofit/>
          </a:bodyPr>
          <a:lstStyle/>
          <a:p>
            <a:pPr marL="0" lvl="1" algn="ctr" defTabSz="533400">
              <a:spcBef>
                <a:spcPct val="0"/>
              </a:spcBef>
              <a:spcAft>
                <a:spcPts val="800"/>
              </a:spcAft>
            </a:pPr>
            <a:r>
              <a:rPr lang="en-US" sz="1400">
                <a:solidFill>
                  <a:schemeClr val="bg1"/>
                </a:solidFill>
              </a:rPr>
              <a:t>b. </a:t>
            </a:r>
            <a:r>
              <a:rPr lang="en-US" sz="1400" kern="1200">
                <a:solidFill>
                  <a:schemeClr val="bg1"/>
                </a:solidFill>
              </a:rPr>
              <a:t>User interviews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E9DE561-463A-1509-06F6-23809799A41A}"/>
              </a:ext>
            </a:extLst>
          </p:cNvPr>
          <p:cNvSpPr>
            <a:spLocks noChangeAspect="1"/>
          </p:cNvSpPr>
          <p:nvPr/>
        </p:nvSpPr>
        <p:spPr>
          <a:xfrm>
            <a:off x="3155889" y="2166127"/>
            <a:ext cx="1557085" cy="1557085"/>
          </a:xfrm>
          <a:prstGeom prst="ellipse">
            <a:avLst/>
          </a:prstGeom>
          <a:solidFill>
            <a:schemeClr val="bg1"/>
          </a:solidFill>
          <a:ln w="38100" cmpd="sng">
            <a:solidFill>
              <a:schemeClr val="bg2">
                <a:lumMod val="90000"/>
              </a:schemeClr>
            </a:solidFill>
            <a:round/>
          </a:ln>
          <a:effectLst>
            <a:outerShdw blurRad="381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324000" rtlCol="0" anchor="t" anchorCtr="0"/>
          <a:lstStyle/>
          <a:p>
            <a:pPr algn="ctr">
              <a:spcAft>
                <a:spcPts val="600"/>
              </a:spcAft>
            </a:pPr>
            <a:r>
              <a:rPr lang="en-US" sz="1200" b="1">
                <a:solidFill>
                  <a:schemeClr val="accent4"/>
                </a:solidFill>
              </a:rPr>
              <a:t>2</a:t>
            </a:r>
          </a:p>
          <a:p>
            <a:pPr algn="ctr">
              <a:spcAft>
                <a:spcPts val="600"/>
              </a:spcAft>
            </a:pPr>
            <a:r>
              <a:rPr lang="en-US" sz="1200" b="1">
                <a:solidFill>
                  <a:schemeClr val="accent4"/>
                </a:solidFill>
              </a:rPr>
              <a:t>Design</a:t>
            </a:r>
          </a:p>
        </p:txBody>
      </p:sp>
      <p:sp>
        <p:nvSpPr>
          <p:cNvPr id="9" name="Freeform 8" descr="Services">
            <a:extLst>
              <a:ext uri="{FF2B5EF4-FFF2-40B4-BE49-F238E27FC236}">
                <a16:creationId xmlns:a16="http://schemas.microsoft.com/office/drawing/2014/main" id="{294EC476-118F-48B4-1B04-C76F7E0705D2}"/>
              </a:ext>
            </a:extLst>
          </p:cNvPr>
          <p:cNvSpPr/>
          <p:nvPr/>
        </p:nvSpPr>
        <p:spPr>
          <a:xfrm rot="10800000">
            <a:off x="3662412" y="3700618"/>
            <a:ext cx="544038" cy="272304"/>
          </a:xfrm>
          <a:custGeom>
            <a:avLst/>
            <a:gdLst>
              <a:gd name="connsiteX0" fmla="*/ 658286 w 658286"/>
              <a:gd name="connsiteY0" fmla="*/ 329487 h 329487"/>
              <a:gd name="connsiteX1" fmla="*/ 579590 w 658286"/>
              <a:gd name="connsiteY1" fmla="*/ 286773 h 329487"/>
              <a:gd name="connsiteX2" fmla="*/ 329141 w 658286"/>
              <a:gd name="connsiteY2" fmla="*/ 236209 h 329487"/>
              <a:gd name="connsiteX3" fmla="*/ 78692 w 658286"/>
              <a:gd name="connsiteY3" fmla="*/ 286773 h 329487"/>
              <a:gd name="connsiteX4" fmla="*/ 0 w 658286"/>
              <a:gd name="connsiteY4" fmla="*/ 329485 h 329487"/>
              <a:gd name="connsiteX5" fmla="*/ 329142 w 658286"/>
              <a:gd name="connsiteY5" fmla="*/ 0 h 3294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58286" h="329487">
                <a:moveTo>
                  <a:pt x="658286" y="329487"/>
                </a:moveTo>
                <a:lnTo>
                  <a:pt x="579590" y="286773"/>
                </a:lnTo>
                <a:cubicBezTo>
                  <a:pt x="502612" y="254214"/>
                  <a:pt x="417979" y="236209"/>
                  <a:pt x="329141" y="236209"/>
                </a:cubicBezTo>
                <a:cubicBezTo>
                  <a:pt x="240303" y="236209"/>
                  <a:pt x="155670" y="254214"/>
                  <a:pt x="78692" y="286773"/>
                </a:cubicBezTo>
                <a:lnTo>
                  <a:pt x="0" y="329485"/>
                </a:lnTo>
                <a:lnTo>
                  <a:pt x="329142" y="0"/>
                </a:ln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47B036-4B92-9A3E-4BF2-502AC70A3807}"/>
              </a:ext>
            </a:extLst>
          </p:cNvPr>
          <p:cNvSpPr/>
          <p:nvPr/>
        </p:nvSpPr>
        <p:spPr>
          <a:xfrm>
            <a:off x="2962431" y="4017094"/>
            <a:ext cx="1944000" cy="599771"/>
          </a:xfrm>
          <a:prstGeom prst="rect">
            <a:avLst/>
          </a:prstGeom>
          <a:solidFill>
            <a:srgbClr val="4B95E0"/>
          </a:solidFill>
          <a:ln>
            <a:noFill/>
          </a:ln>
        </p:spPr>
        <p:style>
          <a:lnRef idx="2">
            <a:schemeClr val="accent5">
              <a:hueOff val="0"/>
              <a:satOff val="0"/>
              <a:lumOff val="0"/>
              <a:alphaOff val="0"/>
            </a:schemeClr>
          </a:lnRef>
          <a:fillRef idx="1">
            <a:schemeClr val="lt1">
              <a:alpha val="9000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9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08000" tIns="108000" rIns="108000" bIns="108000" numCol="1" spcCol="1270" anchor="ctr" anchorCtr="0">
            <a:noAutofit/>
          </a:bodyPr>
          <a:lstStyle/>
          <a:p>
            <a:pPr marL="0" lvl="1" algn="ctr" defTabSz="533400">
              <a:spcBef>
                <a:spcPct val="0"/>
              </a:spcBef>
              <a:spcAft>
                <a:spcPts val="800"/>
              </a:spcAft>
            </a:pPr>
            <a:r>
              <a:rPr lang="en-US" sz="1400" dirty="0">
                <a:solidFill>
                  <a:schemeClr val="bg1"/>
                </a:solidFill>
                <a:ea typeface="+mn-lt"/>
                <a:cs typeface="+mn-lt"/>
              </a:rPr>
              <a:t>a. User research</a:t>
            </a:r>
            <a:endParaRPr lang="en-US" dirty="0">
              <a:solidFill>
                <a:schemeClr val="bg1"/>
              </a:solidFill>
              <a:ea typeface="+mn-lt"/>
              <a:cs typeface="+mn-lt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7D285A2-6679-462C-48EA-3F249B6A711B}"/>
              </a:ext>
            </a:extLst>
          </p:cNvPr>
          <p:cNvSpPr/>
          <p:nvPr/>
        </p:nvSpPr>
        <p:spPr>
          <a:xfrm>
            <a:off x="2962432" y="4726771"/>
            <a:ext cx="1944000" cy="599771"/>
          </a:xfrm>
          <a:prstGeom prst="rect">
            <a:avLst/>
          </a:prstGeom>
          <a:solidFill>
            <a:srgbClr val="4B95E0"/>
          </a:solidFill>
          <a:ln>
            <a:noFill/>
          </a:ln>
        </p:spPr>
        <p:style>
          <a:lnRef idx="2">
            <a:schemeClr val="accent5">
              <a:hueOff val="0"/>
              <a:satOff val="0"/>
              <a:lumOff val="0"/>
              <a:alphaOff val="0"/>
            </a:schemeClr>
          </a:lnRef>
          <a:fillRef idx="1">
            <a:schemeClr val="lt1">
              <a:alpha val="9000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9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08000" tIns="108000" rIns="108000" bIns="108000" numCol="1" spcCol="1270" anchor="ctr" anchorCtr="0">
            <a:noAutofit/>
          </a:bodyPr>
          <a:lstStyle/>
          <a:p>
            <a:pPr marL="0" lvl="1" algn="ctr" defTabSz="533400">
              <a:spcBef>
                <a:spcPct val="0"/>
              </a:spcBef>
              <a:spcAft>
                <a:spcPts val="800"/>
              </a:spcAft>
            </a:pPr>
            <a:r>
              <a:rPr lang="en-US" sz="1400" dirty="0">
                <a:solidFill>
                  <a:schemeClr val="bg1"/>
                </a:solidFill>
              </a:rPr>
              <a:t>b. Design</a:t>
            </a:r>
            <a:r>
              <a:rPr lang="en-US" sz="1400" kern="1200" dirty="0">
                <a:solidFill>
                  <a:schemeClr val="bg1"/>
                </a:solidFill>
              </a:rPr>
              <a:t> review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50366EE-AEDA-A0AF-0FB3-1210E8ED4044}"/>
              </a:ext>
            </a:extLst>
          </p:cNvPr>
          <p:cNvSpPr>
            <a:spLocks noChangeAspect="1"/>
          </p:cNvSpPr>
          <p:nvPr/>
        </p:nvSpPr>
        <p:spPr>
          <a:xfrm>
            <a:off x="5317455" y="2166127"/>
            <a:ext cx="1557085" cy="1557085"/>
          </a:xfrm>
          <a:prstGeom prst="ellipse">
            <a:avLst/>
          </a:prstGeom>
          <a:solidFill>
            <a:schemeClr val="bg1"/>
          </a:solidFill>
          <a:ln w="38100" cmpd="sng">
            <a:solidFill>
              <a:schemeClr val="bg2">
                <a:lumMod val="90000"/>
              </a:schemeClr>
            </a:solidFill>
            <a:round/>
          </a:ln>
          <a:effectLst>
            <a:outerShdw blurRad="381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324000" rtlCol="0" anchor="t" anchorCtr="0"/>
          <a:lstStyle/>
          <a:p>
            <a:pPr algn="ctr">
              <a:spcAft>
                <a:spcPts val="600"/>
              </a:spcAft>
            </a:pPr>
            <a:r>
              <a:rPr lang="en-US" sz="1200" b="1">
                <a:solidFill>
                  <a:schemeClr val="accent4"/>
                </a:solidFill>
              </a:rPr>
              <a:t>3</a:t>
            </a:r>
          </a:p>
          <a:p>
            <a:pPr algn="ctr">
              <a:spcAft>
                <a:spcPts val="600"/>
              </a:spcAft>
            </a:pPr>
            <a:r>
              <a:rPr lang="en-US" sz="1200" b="1">
                <a:solidFill>
                  <a:schemeClr val="accent4"/>
                </a:solidFill>
              </a:rPr>
              <a:t>Develop </a:t>
            </a:r>
            <a:br>
              <a:rPr lang="en-US" sz="1200" b="1">
                <a:solidFill>
                  <a:schemeClr val="accent4"/>
                </a:solidFill>
              </a:rPr>
            </a:br>
            <a:r>
              <a:rPr lang="en-US" sz="1200" b="1">
                <a:solidFill>
                  <a:schemeClr val="accent4"/>
                </a:solidFill>
              </a:rPr>
              <a:t>&amp; Test</a:t>
            </a:r>
          </a:p>
        </p:txBody>
      </p:sp>
      <p:sp>
        <p:nvSpPr>
          <p:cNvPr id="13" name="Freeform 12" descr="Services">
            <a:extLst>
              <a:ext uri="{FF2B5EF4-FFF2-40B4-BE49-F238E27FC236}">
                <a16:creationId xmlns:a16="http://schemas.microsoft.com/office/drawing/2014/main" id="{FA941864-AA9E-1F65-03FD-81A4DEE11C8C}"/>
              </a:ext>
            </a:extLst>
          </p:cNvPr>
          <p:cNvSpPr/>
          <p:nvPr/>
        </p:nvSpPr>
        <p:spPr>
          <a:xfrm rot="10800000">
            <a:off x="5823978" y="3700618"/>
            <a:ext cx="544038" cy="272304"/>
          </a:xfrm>
          <a:custGeom>
            <a:avLst/>
            <a:gdLst>
              <a:gd name="connsiteX0" fmla="*/ 658286 w 658286"/>
              <a:gd name="connsiteY0" fmla="*/ 329487 h 329487"/>
              <a:gd name="connsiteX1" fmla="*/ 579590 w 658286"/>
              <a:gd name="connsiteY1" fmla="*/ 286773 h 329487"/>
              <a:gd name="connsiteX2" fmla="*/ 329141 w 658286"/>
              <a:gd name="connsiteY2" fmla="*/ 236209 h 329487"/>
              <a:gd name="connsiteX3" fmla="*/ 78692 w 658286"/>
              <a:gd name="connsiteY3" fmla="*/ 286773 h 329487"/>
              <a:gd name="connsiteX4" fmla="*/ 0 w 658286"/>
              <a:gd name="connsiteY4" fmla="*/ 329485 h 329487"/>
              <a:gd name="connsiteX5" fmla="*/ 329142 w 658286"/>
              <a:gd name="connsiteY5" fmla="*/ 0 h 3294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58286" h="329487">
                <a:moveTo>
                  <a:pt x="658286" y="329487"/>
                </a:moveTo>
                <a:lnTo>
                  <a:pt x="579590" y="286773"/>
                </a:lnTo>
                <a:cubicBezTo>
                  <a:pt x="502612" y="254214"/>
                  <a:pt x="417979" y="236209"/>
                  <a:pt x="329141" y="236209"/>
                </a:cubicBezTo>
                <a:cubicBezTo>
                  <a:pt x="240303" y="236209"/>
                  <a:pt x="155670" y="254214"/>
                  <a:pt x="78692" y="286773"/>
                </a:cubicBezTo>
                <a:lnTo>
                  <a:pt x="0" y="329485"/>
                </a:lnTo>
                <a:lnTo>
                  <a:pt x="329142" y="0"/>
                </a:ln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13899D0-9416-4E62-1ECD-97C586843A73}"/>
              </a:ext>
            </a:extLst>
          </p:cNvPr>
          <p:cNvSpPr/>
          <p:nvPr/>
        </p:nvSpPr>
        <p:spPr>
          <a:xfrm>
            <a:off x="5123997" y="4017094"/>
            <a:ext cx="1944000" cy="599771"/>
          </a:xfrm>
          <a:prstGeom prst="rect">
            <a:avLst/>
          </a:prstGeom>
          <a:solidFill>
            <a:srgbClr val="4B95E0"/>
          </a:solidFill>
          <a:ln>
            <a:noFill/>
          </a:ln>
        </p:spPr>
        <p:style>
          <a:lnRef idx="2">
            <a:schemeClr val="accent5">
              <a:hueOff val="0"/>
              <a:satOff val="0"/>
              <a:lumOff val="0"/>
              <a:alphaOff val="0"/>
            </a:schemeClr>
          </a:lnRef>
          <a:fillRef idx="1">
            <a:schemeClr val="lt1">
              <a:alpha val="9000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9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08000" tIns="108000" rIns="108000" bIns="108000" numCol="1" spcCol="1270" anchor="ctr" anchorCtr="0">
            <a:noAutofit/>
          </a:bodyPr>
          <a:lstStyle/>
          <a:p>
            <a:pPr marL="0" lvl="1" algn="ctr" defTabSz="533400">
              <a:spcBef>
                <a:spcPct val="0"/>
              </a:spcBef>
              <a:spcAft>
                <a:spcPts val="800"/>
              </a:spcAft>
            </a:pPr>
            <a:r>
              <a:rPr lang="en-US" sz="1400" dirty="0">
                <a:solidFill>
                  <a:schemeClr val="bg1"/>
                </a:solidFill>
              </a:rPr>
              <a:t>a. Accessibility</a:t>
            </a:r>
            <a:r>
              <a:rPr lang="en-US" sz="1400" kern="1200" dirty="0">
                <a:solidFill>
                  <a:schemeClr val="bg1"/>
                </a:solidFill>
              </a:rPr>
              <a:t> assessment</a:t>
            </a:r>
            <a:endParaRPr lang="en-US" dirty="0">
              <a:solidFill>
                <a:schemeClr val="bg1"/>
              </a:solidFill>
              <a:ea typeface="Open Sans"/>
              <a:cs typeface="Open Sans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0431D64-1776-6A68-F655-91C006E67F4F}"/>
              </a:ext>
            </a:extLst>
          </p:cNvPr>
          <p:cNvSpPr>
            <a:spLocks noChangeAspect="1"/>
          </p:cNvSpPr>
          <p:nvPr/>
        </p:nvSpPr>
        <p:spPr>
          <a:xfrm>
            <a:off x="7479021" y="2166127"/>
            <a:ext cx="1557085" cy="1557085"/>
          </a:xfrm>
          <a:prstGeom prst="ellipse">
            <a:avLst/>
          </a:prstGeom>
          <a:solidFill>
            <a:schemeClr val="bg1"/>
          </a:solidFill>
          <a:ln w="38100" cmpd="sng">
            <a:solidFill>
              <a:schemeClr val="bg2">
                <a:lumMod val="90000"/>
              </a:schemeClr>
            </a:solidFill>
            <a:round/>
          </a:ln>
          <a:effectLst>
            <a:outerShdw blurRad="381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324000" rtlCol="0" anchor="t" anchorCtr="0"/>
          <a:lstStyle/>
          <a:p>
            <a:pPr algn="ctr">
              <a:spcAft>
                <a:spcPts val="600"/>
              </a:spcAft>
            </a:pPr>
            <a:r>
              <a:rPr lang="en-US" sz="1200" b="1">
                <a:solidFill>
                  <a:schemeClr val="accent4"/>
                </a:solidFill>
              </a:rPr>
              <a:t>4</a:t>
            </a:r>
          </a:p>
          <a:p>
            <a:pPr algn="ctr">
              <a:spcAft>
                <a:spcPts val="600"/>
              </a:spcAft>
            </a:pPr>
            <a:r>
              <a:rPr lang="en-US" sz="1200" b="1">
                <a:solidFill>
                  <a:schemeClr val="accent4"/>
                </a:solidFill>
              </a:rPr>
              <a:t>Deploy</a:t>
            </a:r>
          </a:p>
        </p:txBody>
      </p:sp>
      <p:sp>
        <p:nvSpPr>
          <p:cNvPr id="16" name="Freeform 15" descr="Services">
            <a:extLst>
              <a:ext uri="{FF2B5EF4-FFF2-40B4-BE49-F238E27FC236}">
                <a16:creationId xmlns:a16="http://schemas.microsoft.com/office/drawing/2014/main" id="{BDB7613E-E61E-92BD-C56A-77F0A0F77CBC}"/>
              </a:ext>
            </a:extLst>
          </p:cNvPr>
          <p:cNvSpPr/>
          <p:nvPr/>
        </p:nvSpPr>
        <p:spPr>
          <a:xfrm rot="10800000">
            <a:off x="7985544" y="3700618"/>
            <a:ext cx="544038" cy="272304"/>
          </a:xfrm>
          <a:custGeom>
            <a:avLst/>
            <a:gdLst>
              <a:gd name="connsiteX0" fmla="*/ 658286 w 658286"/>
              <a:gd name="connsiteY0" fmla="*/ 329487 h 329487"/>
              <a:gd name="connsiteX1" fmla="*/ 579590 w 658286"/>
              <a:gd name="connsiteY1" fmla="*/ 286773 h 329487"/>
              <a:gd name="connsiteX2" fmla="*/ 329141 w 658286"/>
              <a:gd name="connsiteY2" fmla="*/ 236209 h 329487"/>
              <a:gd name="connsiteX3" fmla="*/ 78692 w 658286"/>
              <a:gd name="connsiteY3" fmla="*/ 286773 h 329487"/>
              <a:gd name="connsiteX4" fmla="*/ 0 w 658286"/>
              <a:gd name="connsiteY4" fmla="*/ 329485 h 329487"/>
              <a:gd name="connsiteX5" fmla="*/ 329142 w 658286"/>
              <a:gd name="connsiteY5" fmla="*/ 0 h 3294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58286" h="329487">
                <a:moveTo>
                  <a:pt x="658286" y="329487"/>
                </a:moveTo>
                <a:lnTo>
                  <a:pt x="579590" y="286773"/>
                </a:lnTo>
                <a:cubicBezTo>
                  <a:pt x="502612" y="254214"/>
                  <a:pt x="417979" y="236209"/>
                  <a:pt x="329141" y="236209"/>
                </a:cubicBezTo>
                <a:cubicBezTo>
                  <a:pt x="240303" y="236209"/>
                  <a:pt x="155670" y="254214"/>
                  <a:pt x="78692" y="286773"/>
                </a:cubicBezTo>
                <a:lnTo>
                  <a:pt x="0" y="329485"/>
                </a:lnTo>
                <a:lnTo>
                  <a:pt x="329142" y="0"/>
                </a:ln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9CE97A6-D859-ECEA-BAEA-568A009F896F}"/>
              </a:ext>
            </a:extLst>
          </p:cNvPr>
          <p:cNvSpPr/>
          <p:nvPr/>
        </p:nvSpPr>
        <p:spPr>
          <a:xfrm>
            <a:off x="7285563" y="4017094"/>
            <a:ext cx="1944000" cy="599771"/>
          </a:xfrm>
          <a:prstGeom prst="rect">
            <a:avLst/>
          </a:prstGeom>
          <a:solidFill>
            <a:srgbClr val="4B95E0"/>
          </a:solidFill>
          <a:ln>
            <a:noFill/>
          </a:ln>
        </p:spPr>
        <p:style>
          <a:lnRef idx="2">
            <a:schemeClr val="accent5">
              <a:hueOff val="0"/>
              <a:satOff val="0"/>
              <a:lumOff val="0"/>
              <a:alphaOff val="0"/>
            </a:schemeClr>
          </a:lnRef>
          <a:fillRef idx="1">
            <a:schemeClr val="lt1">
              <a:alpha val="9000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9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08000" tIns="108000" rIns="108000" bIns="108000" numCol="1" spcCol="1270" anchor="ctr" anchorCtr="0">
            <a:noAutofit/>
          </a:bodyPr>
          <a:lstStyle/>
          <a:p>
            <a:pPr marL="0" lvl="1" algn="ctr" defTabSz="533400">
              <a:spcBef>
                <a:spcPct val="0"/>
              </a:spcBef>
              <a:spcAft>
                <a:spcPts val="800"/>
              </a:spcAft>
            </a:pPr>
            <a:r>
              <a:rPr lang="en-US" sz="1400" dirty="0">
                <a:solidFill>
                  <a:schemeClr val="bg1"/>
                </a:solidFill>
              </a:rPr>
              <a:t>a. VPAT</a:t>
            </a:r>
            <a:r>
              <a:rPr lang="en-US" sz="1400" kern="1200" dirty="0">
                <a:solidFill>
                  <a:schemeClr val="bg1"/>
                </a:solidFill>
              </a:rPr>
              <a:t>/ACR creation</a:t>
            </a:r>
            <a:endParaRPr lang="en-US" dirty="0">
              <a:solidFill>
                <a:schemeClr val="bg1"/>
              </a:solidFill>
              <a:ea typeface="Open Sans"/>
              <a:cs typeface="Open Sans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B868604-84A7-BF09-4D74-213C6EA41305}"/>
              </a:ext>
            </a:extLst>
          </p:cNvPr>
          <p:cNvSpPr>
            <a:spLocks noChangeAspect="1"/>
          </p:cNvSpPr>
          <p:nvPr/>
        </p:nvSpPr>
        <p:spPr>
          <a:xfrm>
            <a:off x="9640586" y="2166127"/>
            <a:ext cx="1557085" cy="1557085"/>
          </a:xfrm>
          <a:prstGeom prst="ellipse">
            <a:avLst/>
          </a:prstGeom>
          <a:solidFill>
            <a:schemeClr val="bg1"/>
          </a:solidFill>
          <a:ln w="38100" cmpd="sng">
            <a:solidFill>
              <a:schemeClr val="bg2">
                <a:lumMod val="90000"/>
              </a:schemeClr>
            </a:solidFill>
            <a:round/>
          </a:ln>
          <a:effectLst>
            <a:outerShdw blurRad="381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324000" rtlCol="0" anchor="t" anchorCtr="0"/>
          <a:lstStyle/>
          <a:p>
            <a:pPr algn="ctr">
              <a:spcAft>
                <a:spcPts val="600"/>
              </a:spcAft>
            </a:pPr>
            <a:r>
              <a:rPr lang="en-US" sz="1200" b="1">
                <a:solidFill>
                  <a:schemeClr val="accent4"/>
                </a:solidFill>
              </a:rPr>
              <a:t>5</a:t>
            </a:r>
          </a:p>
          <a:p>
            <a:pPr algn="ctr">
              <a:spcAft>
                <a:spcPts val="600"/>
              </a:spcAft>
            </a:pPr>
            <a:r>
              <a:rPr lang="en-US" sz="1200" b="1">
                <a:solidFill>
                  <a:schemeClr val="accent4"/>
                </a:solidFill>
              </a:rPr>
              <a:t>Review</a:t>
            </a:r>
          </a:p>
        </p:txBody>
      </p:sp>
      <p:sp>
        <p:nvSpPr>
          <p:cNvPr id="19" name="Freeform 18" descr="Services">
            <a:extLst>
              <a:ext uri="{FF2B5EF4-FFF2-40B4-BE49-F238E27FC236}">
                <a16:creationId xmlns:a16="http://schemas.microsoft.com/office/drawing/2014/main" id="{04D0642D-FC4B-A0C0-8EC9-0AC3B8952C35}"/>
              </a:ext>
            </a:extLst>
          </p:cNvPr>
          <p:cNvSpPr/>
          <p:nvPr/>
        </p:nvSpPr>
        <p:spPr>
          <a:xfrm rot="10800000">
            <a:off x="10147109" y="3700618"/>
            <a:ext cx="544038" cy="272304"/>
          </a:xfrm>
          <a:custGeom>
            <a:avLst/>
            <a:gdLst>
              <a:gd name="connsiteX0" fmla="*/ 658286 w 658286"/>
              <a:gd name="connsiteY0" fmla="*/ 329487 h 329487"/>
              <a:gd name="connsiteX1" fmla="*/ 579590 w 658286"/>
              <a:gd name="connsiteY1" fmla="*/ 286773 h 329487"/>
              <a:gd name="connsiteX2" fmla="*/ 329141 w 658286"/>
              <a:gd name="connsiteY2" fmla="*/ 236209 h 329487"/>
              <a:gd name="connsiteX3" fmla="*/ 78692 w 658286"/>
              <a:gd name="connsiteY3" fmla="*/ 286773 h 329487"/>
              <a:gd name="connsiteX4" fmla="*/ 0 w 658286"/>
              <a:gd name="connsiteY4" fmla="*/ 329485 h 329487"/>
              <a:gd name="connsiteX5" fmla="*/ 329142 w 658286"/>
              <a:gd name="connsiteY5" fmla="*/ 0 h 3294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58286" h="329487">
                <a:moveTo>
                  <a:pt x="658286" y="329487"/>
                </a:moveTo>
                <a:lnTo>
                  <a:pt x="579590" y="286773"/>
                </a:lnTo>
                <a:cubicBezTo>
                  <a:pt x="502612" y="254214"/>
                  <a:pt x="417979" y="236209"/>
                  <a:pt x="329141" y="236209"/>
                </a:cubicBezTo>
                <a:cubicBezTo>
                  <a:pt x="240303" y="236209"/>
                  <a:pt x="155670" y="254214"/>
                  <a:pt x="78692" y="286773"/>
                </a:cubicBezTo>
                <a:lnTo>
                  <a:pt x="0" y="329485"/>
                </a:lnTo>
                <a:lnTo>
                  <a:pt x="329142" y="0"/>
                </a:ln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16EDFC7-8E97-B143-AB96-A40BEC1157AD}"/>
              </a:ext>
            </a:extLst>
          </p:cNvPr>
          <p:cNvSpPr/>
          <p:nvPr/>
        </p:nvSpPr>
        <p:spPr>
          <a:xfrm>
            <a:off x="9447128" y="4017094"/>
            <a:ext cx="1944000" cy="599771"/>
          </a:xfrm>
          <a:prstGeom prst="rect">
            <a:avLst/>
          </a:prstGeom>
          <a:solidFill>
            <a:srgbClr val="4B95E0"/>
          </a:solidFill>
          <a:ln>
            <a:noFill/>
          </a:ln>
        </p:spPr>
        <p:style>
          <a:lnRef idx="2">
            <a:schemeClr val="accent5">
              <a:hueOff val="0"/>
              <a:satOff val="0"/>
              <a:lumOff val="0"/>
              <a:alphaOff val="0"/>
            </a:schemeClr>
          </a:lnRef>
          <a:fillRef idx="1">
            <a:schemeClr val="lt1">
              <a:alpha val="9000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9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08000" tIns="108000" rIns="108000" bIns="108000" numCol="1" spcCol="1270" anchor="ctr" anchorCtr="0">
            <a:noAutofit/>
          </a:bodyPr>
          <a:lstStyle/>
          <a:p>
            <a:pPr marL="0" lvl="1" algn="ctr" defTabSz="533400">
              <a:spcBef>
                <a:spcPct val="0"/>
              </a:spcBef>
              <a:spcAft>
                <a:spcPts val="800"/>
              </a:spcAft>
            </a:pPr>
            <a:r>
              <a:rPr lang="en-US" sz="1400" dirty="0">
                <a:solidFill>
                  <a:schemeClr val="bg1"/>
                </a:solidFill>
              </a:rPr>
              <a:t>a. Usability</a:t>
            </a:r>
            <a:r>
              <a:rPr lang="en-US" sz="1400" kern="1200" dirty="0">
                <a:solidFill>
                  <a:schemeClr val="bg1"/>
                </a:solidFill>
              </a:rPr>
              <a:t> studies</a:t>
            </a:r>
            <a:endParaRPr lang="en-US" dirty="0">
              <a:solidFill>
                <a:schemeClr val="bg1"/>
              </a:solidFill>
              <a:ea typeface="Open Sans"/>
              <a:cs typeface="Open Sans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F2D38EB-A5E1-F348-37B3-25B57A0EF815}"/>
              </a:ext>
            </a:extLst>
          </p:cNvPr>
          <p:cNvSpPr/>
          <p:nvPr/>
        </p:nvSpPr>
        <p:spPr>
          <a:xfrm>
            <a:off x="9447129" y="4726771"/>
            <a:ext cx="1944000" cy="599771"/>
          </a:xfrm>
          <a:prstGeom prst="rect">
            <a:avLst/>
          </a:prstGeom>
          <a:solidFill>
            <a:srgbClr val="4B95E0"/>
          </a:solidFill>
          <a:ln>
            <a:noFill/>
          </a:ln>
        </p:spPr>
        <p:style>
          <a:lnRef idx="2">
            <a:schemeClr val="accent5">
              <a:hueOff val="0"/>
              <a:satOff val="0"/>
              <a:lumOff val="0"/>
              <a:alphaOff val="0"/>
            </a:schemeClr>
          </a:lnRef>
          <a:fillRef idx="1">
            <a:schemeClr val="lt1">
              <a:alpha val="9000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9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08000" tIns="108000" rIns="108000" bIns="108000" numCol="1" spcCol="1270" anchor="ctr" anchorCtr="0">
            <a:noAutofit/>
          </a:bodyPr>
          <a:lstStyle/>
          <a:p>
            <a:pPr marL="0" lvl="1" algn="ctr" defTabSz="533400">
              <a:spcBef>
                <a:spcPct val="0"/>
              </a:spcBef>
              <a:spcAft>
                <a:spcPts val="800"/>
              </a:spcAft>
            </a:pPr>
            <a:r>
              <a:rPr lang="en-US" sz="1400" dirty="0">
                <a:solidFill>
                  <a:schemeClr val="bg1"/>
                </a:solidFill>
              </a:rPr>
              <a:t>b. User</a:t>
            </a:r>
            <a:r>
              <a:rPr lang="en-US" sz="1400" kern="1200" dirty="0">
                <a:solidFill>
                  <a:schemeClr val="bg1"/>
                </a:solidFill>
              </a:rPr>
              <a:t> interviews</a:t>
            </a:r>
            <a:endParaRPr lang="en-US" dirty="0">
              <a:solidFill>
                <a:schemeClr val="bg1"/>
              </a:solidFill>
              <a:ea typeface="Open Sans"/>
              <a:cs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532459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4ACD709-725B-32B7-C657-D0DF55F79674}"/>
              </a:ext>
            </a:extLst>
          </p:cNvPr>
          <p:cNvSpPr/>
          <p:nvPr/>
        </p:nvSpPr>
        <p:spPr>
          <a:xfrm>
            <a:off x="0" y="-1"/>
            <a:ext cx="12192000" cy="6142383"/>
          </a:xfrm>
          <a:prstGeom prst="rect">
            <a:avLst/>
          </a:prstGeom>
          <a:solidFill>
            <a:srgbClr val="4B95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06A5DC-3E5A-9368-BB7E-75333A6ADC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999" y="2616462"/>
            <a:ext cx="11460525" cy="923330"/>
          </a:xfrm>
        </p:spPr>
        <p:txBody>
          <a:bodyPr anchor="ctr"/>
          <a:lstStyle/>
          <a:p>
            <a:pPr algn="ctr"/>
            <a:r>
              <a:rPr lang="en-US" sz="4000" cap="all" dirty="0">
                <a:solidFill>
                  <a:schemeClr val="bg1"/>
                </a:solidFill>
              </a:rPr>
              <a:t>Case Studies</a:t>
            </a:r>
            <a:br>
              <a:rPr lang="en-US" cap="all" dirty="0">
                <a:solidFill>
                  <a:schemeClr val="bg1"/>
                </a:solidFill>
              </a:rPr>
            </a:br>
            <a:r>
              <a:rPr lang="en-US" sz="2000">
                <a:solidFill>
                  <a:schemeClr val="accent2">
                    <a:lumMod val="20000"/>
                    <a:lumOff val="80000"/>
                  </a:schemeClr>
                </a:solidFill>
              </a:rPr>
              <a:t>Leading companies </a:t>
            </a:r>
            <a:r>
              <a:rPr lang="en-US" sz="20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partner with IAccessible to achieve their inclusion goals!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CAC4F3D-ED09-04D9-A517-9C9AFA0DD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spcBef>
                <a:spcPts val="300"/>
              </a:spcBef>
              <a:spcAft>
                <a:spcPts val="300"/>
              </a:spcAft>
            </a:pPr>
            <a:fld id="{EFBDB023-C1A5-4ABF-B6D8-70426759D17D}" type="slidenum">
              <a:rPr lang="en-IN" smtClean="0"/>
              <a:pPr>
                <a:spcBef>
                  <a:spcPts val="300"/>
                </a:spcBef>
                <a:spcAft>
                  <a:spcPts val="300"/>
                </a:spcAft>
              </a:pPr>
              <a:t>12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472246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F718E4-00D3-9146-A80F-59C1C8710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DB023-C1A5-4ABF-B6D8-70426759D17D}" type="slidenum">
              <a:rPr lang="en-IN" smtClean="0"/>
              <a:pPr/>
              <a:t>13</a:t>
            </a:fld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BD00CE5-CB91-13A8-DEB1-24625A087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999" y="360000"/>
            <a:ext cx="11460525" cy="707886"/>
          </a:xfrm>
        </p:spPr>
        <p:txBody>
          <a:bodyPr/>
          <a:lstStyle/>
          <a:p>
            <a:r>
              <a:rPr lang="en-US" sz="1400">
                <a:solidFill>
                  <a:schemeClr val="tx1">
                    <a:lumMod val="50000"/>
                    <a:lumOff val="50000"/>
                  </a:schemeClr>
                </a:solidFill>
              </a:rPr>
              <a:t>Case Study:</a:t>
            </a:r>
            <a:br>
              <a:rPr lang="en-US"/>
            </a:br>
            <a:r>
              <a:rPr lang="en-US"/>
              <a:t>Design partnership with Adobe</a:t>
            </a:r>
          </a:p>
        </p:txBody>
      </p:sp>
      <p:pic>
        <p:nvPicPr>
          <p:cNvPr id="4100" name="Picture 4" descr="Adobe Logo">
            <a:extLst>
              <a:ext uri="{FF2B5EF4-FFF2-40B4-BE49-F238E27FC236}">
                <a16:creationId xmlns:a16="http://schemas.microsoft.com/office/drawing/2014/main" id="{710CFB29-2879-3AF4-0B6E-7BDA4A68B6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60807" y="377093"/>
            <a:ext cx="659716" cy="914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5AC80684-BB87-F3F1-E805-13E1A9A520AB}"/>
              </a:ext>
            </a:extLst>
          </p:cNvPr>
          <p:cNvSpPr txBox="1">
            <a:spLocks/>
          </p:cNvSpPr>
          <p:nvPr/>
        </p:nvSpPr>
        <p:spPr>
          <a:xfrm>
            <a:off x="373852" y="1108145"/>
            <a:ext cx="10264687" cy="738664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b="1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b="0">
                <a:ea typeface="+mj-lt"/>
                <a:cs typeface="+mj-lt"/>
              </a:rPr>
              <a:t>Adobe selected </a:t>
            </a:r>
            <a:r>
              <a:rPr lang="en-US" sz="2400" b="0" err="1">
                <a:ea typeface="+mj-lt"/>
                <a:cs typeface="+mj-lt"/>
              </a:rPr>
              <a:t>IAccessible</a:t>
            </a:r>
            <a:r>
              <a:rPr lang="en-US" sz="2400" b="0">
                <a:ea typeface="+mj-lt"/>
                <a:cs typeface="+mj-lt"/>
              </a:rPr>
              <a:t> to create a more inclusive Universal Editor for Adobe Experience Manager</a:t>
            </a:r>
            <a:endParaRPr lang="en-US" sz="2400">
              <a:ea typeface="Open Sans"/>
              <a:cs typeface="Open Sans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D4759BA-148B-4E09-1937-A583A27D12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71475" y="2952834"/>
            <a:ext cx="598306" cy="0"/>
            <a:chOff x="371475" y="2952834"/>
            <a:chExt cx="598306" cy="0"/>
          </a:xfrm>
        </p:grpSpPr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953EAEA5-DFBF-027C-11C6-127D5A54A7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371475" y="2952834"/>
              <a:ext cx="298260" cy="0"/>
            </a:xfrm>
            <a:prstGeom prst="line">
              <a:avLst/>
            </a:prstGeom>
            <a:ln w="381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1ACB21E-77B2-C464-A8A7-45A257C9FF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671521" y="2952834"/>
              <a:ext cx="298260" cy="0"/>
            </a:xfrm>
            <a:prstGeom prst="line">
              <a:avLst/>
            </a:prstGeom>
            <a:ln w="38100">
              <a:solidFill>
                <a:srgbClr val="78BB4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5B811ABE-1F29-E70E-F18C-F7C92A6AF779}"/>
              </a:ext>
            </a:extLst>
          </p:cNvPr>
          <p:cNvSpPr txBox="1"/>
          <p:nvPr/>
        </p:nvSpPr>
        <p:spPr>
          <a:xfrm>
            <a:off x="371475" y="3107886"/>
            <a:ext cx="3600000" cy="897553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defPPr>
              <a:defRPr lang="en-US"/>
            </a:defPPr>
            <a:lvl1pPr fontAlgn="base">
              <a:lnSpc>
                <a:spcPct val="110000"/>
              </a:lnSpc>
              <a:spcBef>
                <a:spcPts val="2900"/>
              </a:spcBef>
              <a:spcAft>
                <a:spcPts val="0"/>
              </a:spcAft>
              <a:defRPr i="0" u="none" strike="noStrike" baseline="0"/>
            </a:lvl1pPr>
          </a:lstStyle>
          <a:p>
            <a:r>
              <a:rPr lang="en-US"/>
              <a:t>Providing feedback from real users with disabilities throughout design and development</a:t>
            </a:r>
            <a:endParaRPr lang="en-US">
              <a:ea typeface="Open Sans"/>
              <a:cs typeface="Open Sans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713E52F-E425-2819-B40B-428BCEE20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296000" y="2952834"/>
            <a:ext cx="598306" cy="0"/>
            <a:chOff x="4296000" y="2952834"/>
            <a:chExt cx="598306" cy="0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3DE7699B-A26C-4301-C019-91B4A90424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4296000" y="2952834"/>
              <a:ext cx="298260" cy="0"/>
            </a:xfrm>
            <a:prstGeom prst="line">
              <a:avLst/>
            </a:prstGeom>
            <a:ln w="381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2487102-8E5C-78E5-7D22-4C2F40CCDB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4596046" y="2952834"/>
              <a:ext cx="298260" cy="0"/>
            </a:xfrm>
            <a:prstGeom prst="line">
              <a:avLst/>
            </a:prstGeom>
            <a:ln w="38100">
              <a:solidFill>
                <a:srgbClr val="78BB4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3CD98DF7-8265-4324-831D-CFF27913E675}"/>
              </a:ext>
            </a:extLst>
          </p:cNvPr>
          <p:cNvSpPr txBox="1"/>
          <p:nvPr/>
        </p:nvSpPr>
        <p:spPr>
          <a:xfrm>
            <a:off x="4296000" y="3107886"/>
            <a:ext cx="3600000" cy="150688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L="23400" fontAlgn="base">
              <a:lnSpc>
                <a:spcPct val="110000"/>
              </a:lnSpc>
              <a:spcBef>
                <a:spcPts val="2900"/>
              </a:spcBef>
              <a:spcAft>
                <a:spcPts val="0"/>
              </a:spcAft>
              <a:defRPr i="0" u="none" strike="noStrike" baseline="0"/>
            </a:lvl1pPr>
          </a:lstStyle>
          <a:p>
            <a:pPr marL="0"/>
            <a:r>
              <a:rPr lang="en-US"/>
              <a:t>Conducting industry research and prototyping designs to address challenges with Selection Tool and other aspects of Universal Editor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D33C46C-6650-FE48-4D92-FDC0654389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20525" y="2952834"/>
            <a:ext cx="598306" cy="0"/>
            <a:chOff x="8220525" y="2952834"/>
            <a:chExt cx="598306" cy="0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92772328-28A5-6561-9E36-F62212DE8C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8220525" y="2952834"/>
              <a:ext cx="298260" cy="0"/>
            </a:xfrm>
            <a:prstGeom prst="line">
              <a:avLst/>
            </a:prstGeom>
            <a:ln w="381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2826072-BB16-EA46-DCCD-B0B19DFA0F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8520571" y="2952834"/>
              <a:ext cx="298260" cy="0"/>
            </a:xfrm>
            <a:prstGeom prst="line">
              <a:avLst/>
            </a:prstGeom>
            <a:ln w="38100">
              <a:solidFill>
                <a:srgbClr val="78BB4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399F8AAD-4F78-12A0-1F29-C5501BE9B706}"/>
              </a:ext>
            </a:extLst>
          </p:cNvPr>
          <p:cNvSpPr txBox="1"/>
          <p:nvPr/>
        </p:nvSpPr>
        <p:spPr>
          <a:xfrm>
            <a:off x="8220525" y="3107886"/>
            <a:ext cx="3600000" cy="74789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fontAlgn="base">
              <a:lnSpc>
                <a:spcPct val="110000"/>
              </a:lnSpc>
              <a:spcBef>
                <a:spcPts val="2900"/>
              </a:spcBef>
              <a:spcAft>
                <a:spcPts val="0"/>
              </a:spcAft>
              <a:defRPr i="0" u="none" strike="noStrike" baseline="0"/>
            </a:lvl1pPr>
          </a:lstStyle>
          <a:p>
            <a:r>
              <a:rPr lang="en-US"/>
              <a:t>Goal is to build an accessible and  usable product “right” the first time</a:t>
            </a:r>
          </a:p>
        </p:txBody>
      </p:sp>
    </p:spTree>
    <p:extLst>
      <p:ext uri="{BB962C8B-B14F-4D97-AF65-F5344CB8AC3E}">
        <p14:creationId xmlns:p14="http://schemas.microsoft.com/office/powerpoint/2010/main" val="9902728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9B8921-1306-080A-B0A3-11CF8AD73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1383CB-0B31-03FA-633E-6EEB581536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DB023-C1A5-4ABF-B6D8-70426759D17D}" type="slidenum">
              <a:rPr lang="en-IN" smtClean="0"/>
              <a:pPr/>
              <a:t>14</a:t>
            </a:fld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E42387-6D79-2C43-EE94-C9A6A93F4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999" y="360000"/>
            <a:ext cx="11460525" cy="215444"/>
          </a:xfrm>
        </p:spPr>
        <p:txBody>
          <a:bodyPr/>
          <a:lstStyle/>
          <a:p>
            <a:r>
              <a:rPr lang="en-US" sz="1400" dirty="0"/>
              <a:t>Case Study: Microsoft – Copilot Accessibility Research</a:t>
            </a:r>
            <a:endParaRPr lang="en-US" dirty="0"/>
          </a:p>
        </p:txBody>
      </p:sp>
      <p:pic>
        <p:nvPicPr>
          <p:cNvPr id="18" name="Picture 17" descr="Windows Logo">
            <a:extLst>
              <a:ext uri="{FF2B5EF4-FFF2-40B4-BE49-F238E27FC236}">
                <a16:creationId xmlns:a16="http://schemas.microsoft.com/office/drawing/2014/main" id="{F49BBB5F-6755-6CF7-9887-49650EE821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25151" y="360000"/>
            <a:ext cx="995372" cy="878674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AD0597C0-8AB7-9BB9-6789-3E5DE7821792}"/>
              </a:ext>
            </a:extLst>
          </p:cNvPr>
          <p:cNvSpPr txBox="1">
            <a:spLocks/>
          </p:cNvSpPr>
          <p:nvPr/>
        </p:nvSpPr>
        <p:spPr>
          <a:xfrm>
            <a:off x="373852" y="1108145"/>
            <a:ext cx="10264687" cy="738664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spcBef>
                <a:spcPct val="0"/>
              </a:spcBef>
              <a:buNone/>
              <a:defRPr sz="2400" b="0">
                <a:solidFill>
                  <a:schemeClr val="accent1"/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en-US" dirty="0"/>
              <a:t>Usability research with people with disabilities for Microsoft Office AI Copilot across Web, desktop, and mobile.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A55D0B6-88E7-A17D-A6AE-F1A0289569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71475" y="2952834"/>
            <a:ext cx="598306" cy="0"/>
            <a:chOff x="371475" y="2952834"/>
            <a:chExt cx="598306" cy="0"/>
          </a:xfrm>
        </p:grpSpPr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33A5FD1-5DA4-979E-592F-FC7C44FFFD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371475" y="2952834"/>
              <a:ext cx="298260" cy="0"/>
            </a:xfrm>
            <a:prstGeom prst="line">
              <a:avLst/>
            </a:prstGeom>
            <a:ln w="381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149F1959-0F25-4427-88E6-859DDA2438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671521" y="2952834"/>
              <a:ext cx="298260" cy="0"/>
            </a:xfrm>
            <a:prstGeom prst="line">
              <a:avLst/>
            </a:prstGeom>
            <a:ln w="38100">
              <a:solidFill>
                <a:srgbClr val="78BB4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65F0E15E-0E4C-6804-59E3-572534C2E065}"/>
              </a:ext>
            </a:extLst>
          </p:cNvPr>
          <p:cNvSpPr txBox="1"/>
          <p:nvPr/>
        </p:nvSpPr>
        <p:spPr>
          <a:xfrm>
            <a:off x="371475" y="3107886"/>
            <a:ext cx="3600000" cy="120225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pPr fontAlgn="base">
              <a:lnSpc>
                <a:spcPct val="110000"/>
              </a:lnSpc>
              <a:spcBef>
                <a:spcPts val="2900"/>
              </a:spcBef>
            </a:pPr>
            <a:r>
              <a:rPr lang="en-US" dirty="0"/>
              <a:t>Conducted 15 in-person research sessions observing users with low vision, blindness, dyslexia, and motor disabilities.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55371C3-107D-237B-83DE-2E425FDD70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296000" y="2952834"/>
            <a:ext cx="598306" cy="0"/>
            <a:chOff x="4296000" y="2952834"/>
            <a:chExt cx="598306" cy="0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9CFD53D-74D5-B65A-0ACB-C36022B6EE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4296000" y="2952834"/>
              <a:ext cx="298260" cy="0"/>
            </a:xfrm>
            <a:prstGeom prst="line">
              <a:avLst/>
            </a:prstGeom>
            <a:ln w="381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5C01C51-CDD0-F5F7-63F7-5FEEC64860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4596046" y="2952834"/>
              <a:ext cx="298260" cy="0"/>
            </a:xfrm>
            <a:prstGeom prst="line">
              <a:avLst/>
            </a:prstGeom>
            <a:ln w="38100">
              <a:solidFill>
                <a:srgbClr val="78BB4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BCA5808F-9ACE-08CD-8195-6BC8708C62B7}"/>
              </a:ext>
            </a:extLst>
          </p:cNvPr>
          <p:cNvSpPr txBox="1"/>
          <p:nvPr/>
        </p:nvSpPr>
        <p:spPr>
          <a:xfrm>
            <a:off x="4296000" y="3107886"/>
            <a:ext cx="3600000" cy="28815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fontAlgn="base">
              <a:lnSpc>
                <a:spcPct val="110000"/>
              </a:lnSpc>
              <a:spcBef>
                <a:spcPts val="2900"/>
              </a:spcBef>
              <a:spcAft>
                <a:spcPts val="0"/>
              </a:spcAft>
              <a:defRPr i="0" u="none" strike="noStrike" baseline="0"/>
            </a:lvl1pPr>
          </a:lstStyle>
          <a:p>
            <a:r>
              <a:rPr lang="en-US" dirty="0"/>
              <a:t>Identified 20+ usability gaps.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C8EFB64-AADE-BF45-E8DF-4382661BCA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20525" y="2952834"/>
            <a:ext cx="598306" cy="0"/>
            <a:chOff x="8220525" y="2952834"/>
            <a:chExt cx="598306" cy="0"/>
          </a:xfrm>
        </p:grpSpPr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8A5542F-A691-50AE-153E-D60E9C96C8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8220525" y="2952834"/>
              <a:ext cx="298260" cy="0"/>
            </a:xfrm>
            <a:prstGeom prst="line">
              <a:avLst/>
            </a:prstGeom>
            <a:ln w="381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70CDD361-DF7D-678D-0B6E-82CEC29378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8520571" y="2952834"/>
              <a:ext cx="298260" cy="0"/>
            </a:xfrm>
            <a:prstGeom prst="line">
              <a:avLst/>
            </a:prstGeom>
            <a:ln w="38100">
              <a:solidFill>
                <a:srgbClr val="78BB4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10353C6E-6B2C-5079-AFD4-8D9761C4668C}"/>
              </a:ext>
            </a:extLst>
          </p:cNvPr>
          <p:cNvSpPr txBox="1"/>
          <p:nvPr/>
        </p:nvSpPr>
        <p:spPr>
          <a:xfrm>
            <a:off x="8220525" y="3107886"/>
            <a:ext cx="3600000" cy="89755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fontAlgn="base">
              <a:lnSpc>
                <a:spcPct val="110000"/>
              </a:lnSpc>
              <a:spcBef>
                <a:spcPts val="2900"/>
              </a:spcBef>
              <a:spcAft>
                <a:spcPts val="0"/>
              </a:spcAft>
              <a:defRPr i="0" u="none" strike="noStrike" baseline="0"/>
            </a:lvl1pPr>
          </a:lstStyle>
          <a:p>
            <a:r>
              <a:rPr lang="en-US" dirty="0"/>
              <a:t>Concrete recommendations for product design and engineering improvements.</a:t>
            </a:r>
          </a:p>
        </p:txBody>
      </p:sp>
    </p:spTree>
    <p:extLst>
      <p:ext uri="{BB962C8B-B14F-4D97-AF65-F5344CB8AC3E}">
        <p14:creationId xmlns:p14="http://schemas.microsoft.com/office/powerpoint/2010/main" val="21950620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F718E4-00D3-9146-A80F-59C1C8710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DB023-C1A5-4ABF-B6D8-70426759D17D}" type="slidenum">
              <a:rPr lang="en-IN" smtClean="0"/>
              <a:pPr/>
              <a:t>15</a:t>
            </a:fld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BD00CE5-CB91-13A8-DEB1-24625A087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999" y="360000"/>
            <a:ext cx="11460525" cy="707886"/>
          </a:xfrm>
        </p:spPr>
        <p:txBody>
          <a:bodyPr/>
          <a:lstStyle/>
          <a:p>
            <a:r>
              <a:rPr lang="en-US" sz="1400">
                <a:solidFill>
                  <a:schemeClr val="tx1">
                    <a:lumMod val="50000"/>
                    <a:lumOff val="50000"/>
                  </a:schemeClr>
                </a:solidFill>
              </a:rPr>
              <a:t>Case Study:</a:t>
            </a:r>
            <a:br>
              <a:rPr lang="en-US"/>
            </a:br>
            <a:r>
              <a:rPr lang="en-US"/>
              <a:t>Mobile app review for Microsoft Cafes</a:t>
            </a:r>
          </a:p>
        </p:txBody>
      </p:sp>
      <p:pic>
        <p:nvPicPr>
          <p:cNvPr id="18" name="Picture 17" descr="Windows Logo">
            <a:extLst>
              <a:ext uri="{FF2B5EF4-FFF2-40B4-BE49-F238E27FC236}">
                <a16:creationId xmlns:a16="http://schemas.microsoft.com/office/drawing/2014/main" id="{AE43424D-2CE5-2424-A44A-8DC2A9F208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25151" y="360000"/>
            <a:ext cx="995372" cy="878674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67343A22-E323-C87D-51B5-D3AE8E1CB542}"/>
              </a:ext>
            </a:extLst>
          </p:cNvPr>
          <p:cNvSpPr txBox="1">
            <a:spLocks/>
          </p:cNvSpPr>
          <p:nvPr/>
        </p:nvSpPr>
        <p:spPr>
          <a:xfrm>
            <a:off x="373852" y="1108145"/>
            <a:ext cx="10264687" cy="738664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spcBef>
                <a:spcPct val="0"/>
              </a:spcBef>
              <a:buNone/>
              <a:defRPr sz="2400" b="0">
                <a:solidFill>
                  <a:schemeClr val="accent1"/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en-US"/>
              <a:t>Compass Group partnered with </a:t>
            </a:r>
            <a:r>
              <a:rPr lang="en-US" err="1"/>
              <a:t>IAccessible</a:t>
            </a:r>
            <a:r>
              <a:rPr lang="en-US"/>
              <a:t> to improve Accessibility in Microsoft Cafes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F84DB04-7EEE-4AB9-683E-F768130E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71475" y="2952834"/>
            <a:ext cx="598306" cy="0"/>
            <a:chOff x="371475" y="2952834"/>
            <a:chExt cx="598306" cy="0"/>
          </a:xfrm>
        </p:grpSpPr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70815FB-9FAA-89D3-EBE9-8983D15F50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371475" y="2952834"/>
              <a:ext cx="298260" cy="0"/>
            </a:xfrm>
            <a:prstGeom prst="line">
              <a:avLst/>
            </a:prstGeom>
            <a:ln w="381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F16E8BAA-F948-36D1-0566-E94927CFCB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671521" y="2952834"/>
              <a:ext cx="298260" cy="0"/>
            </a:xfrm>
            <a:prstGeom prst="line">
              <a:avLst/>
            </a:prstGeom>
            <a:ln w="38100">
              <a:solidFill>
                <a:srgbClr val="78BB4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B1194E9F-61FF-363B-2F3F-ECA004038187}"/>
              </a:ext>
            </a:extLst>
          </p:cNvPr>
          <p:cNvSpPr txBox="1"/>
          <p:nvPr/>
        </p:nvSpPr>
        <p:spPr>
          <a:xfrm>
            <a:off x="371475" y="3107886"/>
            <a:ext cx="3600000" cy="120225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pPr fontAlgn="base">
              <a:lnSpc>
                <a:spcPct val="110000"/>
              </a:lnSpc>
              <a:spcBef>
                <a:spcPts val="2900"/>
              </a:spcBef>
            </a:pPr>
            <a:r>
              <a:rPr lang="en-US" i="0" u="none" strike="noStrike" baseline="0"/>
              <a:t>Ensuring innovations with vending machines, such as</a:t>
            </a:r>
            <a:r>
              <a:rPr lang="en-US"/>
              <a:t> </a:t>
            </a:r>
            <a:r>
              <a:rPr lang="en-US" i="0" u="none" strike="noStrike" baseline="0"/>
              <a:t> a </a:t>
            </a:r>
            <a:r>
              <a:rPr lang="en-US" i="0" u="none" strike="noStrike" baseline="0" err="1"/>
              <a:t>Rammon</a:t>
            </a:r>
            <a:r>
              <a:rPr lang="en-US" i="0" u="none" strike="noStrike" baseline="0"/>
              <a:t> vending car, are accessible</a:t>
            </a:r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B45F2D04-31E5-8531-BAAA-B5054D3285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296000" y="2952834"/>
            <a:ext cx="598306" cy="0"/>
            <a:chOff x="4296000" y="2952834"/>
            <a:chExt cx="598306" cy="0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0C103D90-64B8-8AAD-E103-036672A476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4296000" y="2952834"/>
              <a:ext cx="298260" cy="0"/>
            </a:xfrm>
            <a:prstGeom prst="line">
              <a:avLst/>
            </a:prstGeom>
            <a:ln w="381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A848DF2-3B50-CF22-C6F0-C6FDE088F2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4596046" y="2952834"/>
              <a:ext cx="298260" cy="0"/>
            </a:xfrm>
            <a:prstGeom prst="line">
              <a:avLst/>
            </a:prstGeom>
            <a:ln w="38100">
              <a:solidFill>
                <a:srgbClr val="78BB4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1A0524FE-6BFC-D572-FE8E-5FD1300AE09A}"/>
              </a:ext>
            </a:extLst>
          </p:cNvPr>
          <p:cNvSpPr txBox="1"/>
          <p:nvPr/>
        </p:nvSpPr>
        <p:spPr>
          <a:xfrm>
            <a:off x="4296000" y="3107886"/>
            <a:ext cx="3600000" cy="120218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fontAlgn="base">
              <a:lnSpc>
                <a:spcPct val="110000"/>
              </a:lnSpc>
              <a:spcBef>
                <a:spcPts val="2900"/>
              </a:spcBef>
              <a:spcAft>
                <a:spcPts val="0"/>
              </a:spcAft>
              <a:defRPr i="0" u="none" strike="noStrike" baseline="0"/>
            </a:lvl1pPr>
          </a:lstStyle>
          <a:p>
            <a:r>
              <a:rPr lang="en-US"/>
              <a:t>Gathering feedback from real users with disabilities to ensure innovations are ready for deployment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6D70A857-E961-CA83-E14E-8B4E68CAC2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20525" y="2952834"/>
            <a:ext cx="598306" cy="0"/>
            <a:chOff x="8220525" y="2952834"/>
            <a:chExt cx="598306" cy="0"/>
          </a:xfrm>
        </p:grpSpPr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5CDAEBDD-C75B-5C3A-4F10-C18B99A300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8220525" y="2952834"/>
              <a:ext cx="298260" cy="0"/>
            </a:xfrm>
            <a:prstGeom prst="line">
              <a:avLst/>
            </a:prstGeom>
            <a:ln w="381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F979BD66-0E08-9C7F-0E10-9618600BAC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8520571" y="2952834"/>
              <a:ext cx="298260" cy="0"/>
            </a:xfrm>
            <a:prstGeom prst="line">
              <a:avLst/>
            </a:prstGeom>
            <a:ln w="38100">
              <a:solidFill>
                <a:srgbClr val="78BB4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24C3434C-B009-3257-198B-AAE8B42D14F2}"/>
              </a:ext>
            </a:extLst>
          </p:cNvPr>
          <p:cNvSpPr txBox="1"/>
          <p:nvPr/>
        </p:nvSpPr>
        <p:spPr>
          <a:xfrm>
            <a:off x="8220525" y="3107886"/>
            <a:ext cx="3600000" cy="59279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fontAlgn="base">
              <a:lnSpc>
                <a:spcPct val="110000"/>
              </a:lnSpc>
              <a:spcBef>
                <a:spcPts val="2900"/>
              </a:spcBef>
              <a:spcAft>
                <a:spcPts val="0"/>
              </a:spcAft>
              <a:defRPr i="0" u="none" strike="noStrike" baseline="0"/>
            </a:lvl1pPr>
          </a:lstStyle>
          <a:p>
            <a:r>
              <a:rPr lang="en-US"/>
              <a:t>Streamlined lightweight process provided by </a:t>
            </a:r>
            <a:r>
              <a:rPr lang="en-US" err="1"/>
              <a:t>Iaccessible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4425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5F960-1AA7-3F2D-9D80-60876E8CE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1A6D995-5E02-7873-57A3-131AD2774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DB023-C1A5-4ABF-B6D8-70426759D17D}" type="slidenum">
              <a:rPr lang="en-IN" smtClean="0"/>
              <a:pPr/>
              <a:t>16</a:t>
            </a:fld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2EB861-B935-3585-214C-9023B1B16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999" y="360000"/>
            <a:ext cx="11460525" cy="215444"/>
          </a:xfrm>
        </p:spPr>
        <p:txBody>
          <a:bodyPr/>
          <a:lstStyle/>
          <a:p>
            <a:r>
              <a:rPr lang="en-US" sz="1400" dirty="0"/>
              <a:t>Case Study: </a:t>
            </a:r>
            <a:r>
              <a:rPr lang="en-US" sz="1400" dirty="0" err="1"/>
              <a:t>ZipHQ</a:t>
            </a:r>
            <a:r>
              <a:rPr lang="en-US" sz="1400" dirty="0"/>
              <a:t> – Procurement Platform Accessibility</a:t>
            </a:r>
            <a:endParaRPr lang="en-US" dirty="0"/>
          </a:p>
        </p:txBody>
      </p:sp>
      <p:pic>
        <p:nvPicPr>
          <p:cNvPr id="18" name="Picture 17" descr="Windows Logo">
            <a:extLst>
              <a:ext uri="{FF2B5EF4-FFF2-40B4-BE49-F238E27FC236}">
                <a16:creationId xmlns:a16="http://schemas.microsoft.com/office/drawing/2014/main" id="{8CB909C4-F702-5E6C-E6B6-8D649136A9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25151" y="360000"/>
            <a:ext cx="995372" cy="878674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0DD6BAAE-E1D1-2545-A9FC-D3C9F61F70FD}"/>
              </a:ext>
            </a:extLst>
          </p:cNvPr>
          <p:cNvSpPr txBox="1">
            <a:spLocks/>
          </p:cNvSpPr>
          <p:nvPr/>
        </p:nvSpPr>
        <p:spPr>
          <a:xfrm>
            <a:off x="373852" y="1108145"/>
            <a:ext cx="10264687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spcBef>
                <a:spcPct val="0"/>
              </a:spcBef>
              <a:buNone/>
              <a:defRPr sz="2400" b="0">
                <a:solidFill>
                  <a:schemeClr val="accent1"/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en-US" dirty="0"/>
              <a:t>Accessibility testing on procurement platform across browsers and OS.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7B8BCCE-E4AC-14F9-39E6-1A53550619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71475" y="2952834"/>
            <a:ext cx="598306" cy="0"/>
            <a:chOff x="371475" y="2952834"/>
            <a:chExt cx="598306" cy="0"/>
          </a:xfrm>
        </p:grpSpPr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B05DF12-A969-E88C-BE37-3AE2168964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371475" y="2952834"/>
              <a:ext cx="298260" cy="0"/>
            </a:xfrm>
            <a:prstGeom prst="line">
              <a:avLst/>
            </a:prstGeom>
            <a:ln w="381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F0BDF35E-1218-5AB2-CD2C-E882FA43D8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671521" y="2952834"/>
              <a:ext cx="298260" cy="0"/>
            </a:xfrm>
            <a:prstGeom prst="line">
              <a:avLst/>
            </a:prstGeom>
            <a:ln w="38100">
              <a:solidFill>
                <a:srgbClr val="78BB4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D21DC241-EF2F-62AE-2020-3B38814408B6}"/>
              </a:ext>
            </a:extLst>
          </p:cNvPr>
          <p:cNvSpPr txBox="1"/>
          <p:nvPr/>
        </p:nvSpPr>
        <p:spPr>
          <a:xfrm>
            <a:off x="371475" y="3107886"/>
            <a:ext cx="3600000" cy="592855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pPr fontAlgn="base">
              <a:lnSpc>
                <a:spcPct val="110000"/>
              </a:lnSpc>
              <a:spcBef>
                <a:spcPts val="2900"/>
              </a:spcBef>
            </a:pPr>
            <a:r>
              <a:rPr lang="en-US" dirty="0"/>
              <a:t>700+ bugs logged, 250 verified after fixes. 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DC0A639-381D-6DE9-D64F-7DF399E374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296000" y="2952834"/>
            <a:ext cx="598306" cy="0"/>
            <a:chOff x="4296000" y="2952834"/>
            <a:chExt cx="598306" cy="0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02D77BC4-715A-FA83-A1CA-05ED38063C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4296000" y="2952834"/>
              <a:ext cx="298260" cy="0"/>
            </a:xfrm>
            <a:prstGeom prst="line">
              <a:avLst/>
            </a:prstGeom>
            <a:ln w="381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25D4DF23-240A-7261-92F2-27841DD74E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4596046" y="2952834"/>
              <a:ext cx="298260" cy="0"/>
            </a:xfrm>
            <a:prstGeom prst="line">
              <a:avLst/>
            </a:prstGeom>
            <a:ln w="38100">
              <a:solidFill>
                <a:srgbClr val="78BB4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10DC8AE3-ED0E-8B81-6133-7E6DE1051846}"/>
              </a:ext>
            </a:extLst>
          </p:cNvPr>
          <p:cNvSpPr txBox="1"/>
          <p:nvPr/>
        </p:nvSpPr>
        <p:spPr>
          <a:xfrm>
            <a:off x="4296000" y="3107886"/>
            <a:ext cx="3600000" cy="28815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fontAlgn="base">
              <a:lnSpc>
                <a:spcPct val="110000"/>
              </a:lnSpc>
              <a:spcBef>
                <a:spcPts val="2900"/>
              </a:spcBef>
              <a:spcAft>
                <a:spcPts val="0"/>
              </a:spcAft>
              <a:defRPr i="0" u="none" strike="noStrike" baseline="0"/>
            </a:lvl1pPr>
          </a:lstStyle>
          <a:p>
            <a:r>
              <a:rPr lang="en-US" dirty="0"/>
              <a:t>ACR published. 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37C18E5-4907-0FE7-50A6-FEC5DA317A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20525" y="2952834"/>
            <a:ext cx="598306" cy="0"/>
            <a:chOff x="8220525" y="2952834"/>
            <a:chExt cx="598306" cy="0"/>
          </a:xfrm>
        </p:grpSpPr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6E04FFAB-99BF-558E-2101-473E12D4B3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8220525" y="2952834"/>
              <a:ext cx="298260" cy="0"/>
            </a:xfrm>
            <a:prstGeom prst="line">
              <a:avLst/>
            </a:prstGeom>
            <a:ln w="381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61784359-D6C7-ACEF-73B4-2B7FBF4A29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8520571" y="2952834"/>
              <a:ext cx="298260" cy="0"/>
            </a:xfrm>
            <a:prstGeom prst="line">
              <a:avLst/>
            </a:prstGeom>
            <a:ln w="38100">
              <a:solidFill>
                <a:srgbClr val="78BB4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628B969B-15FF-A51B-64FF-13D8C1DE1BC0}"/>
              </a:ext>
            </a:extLst>
          </p:cNvPr>
          <p:cNvSpPr txBox="1"/>
          <p:nvPr/>
        </p:nvSpPr>
        <p:spPr>
          <a:xfrm>
            <a:off x="8220525" y="3107886"/>
            <a:ext cx="3600000" cy="89755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fontAlgn="base">
              <a:lnSpc>
                <a:spcPct val="110000"/>
              </a:lnSpc>
              <a:spcBef>
                <a:spcPts val="2900"/>
              </a:spcBef>
              <a:spcAft>
                <a:spcPts val="0"/>
              </a:spcAft>
              <a:defRPr i="0" u="none" strike="noStrike" baseline="0"/>
            </a:lvl1pPr>
          </a:lstStyle>
          <a:p>
            <a:r>
              <a:rPr lang="en-US" dirty="0"/>
              <a:t>Continued accessibility guidance for engineering and design teams.</a:t>
            </a:r>
          </a:p>
        </p:txBody>
      </p:sp>
    </p:spTree>
    <p:extLst>
      <p:ext uri="{BB962C8B-B14F-4D97-AF65-F5344CB8AC3E}">
        <p14:creationId xmlns:p14="http://schemas.microsoft.com/office/powerpoint/2010/main" val="4410032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E34BC-EAD2-961E-EB31-0D59CB42A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C2E98AB-6A89-6B5E-B294-6627F32E1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DB023-C1A5-4ABF-B6D8-70426759D17D}" type="slidenum">
              <a:rPr lang="en-IN" smtClean="0"/>
              <a:pPr/>
              <a:t>17</a:t>
            </a:fld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CF561C-D279-3E00-E352-ED90186505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999" y="360000"/>
            <a:ext cx="11460525" cy="215444"/>
          </a:xfrm>
        </p:spPr>
        <p:txBody>
          <a:bodyPr/>
          <a:lstStyle/>
          <a:p>
            <a:r>
              <a:rPr lang="en-US" sz="1400" dirty="0"/>
              <a:t>Case Study: Indigo Airlines – Accessible Travel Platforms</a:t>
            </a:r>
            <a:endParaRPr lang="en-US" dirty="0"/>
          </a:p>
        </p:txBody>
      </p:sp>
      <p:pic>
        <p:nvPicPr>
          <p:cNvPr id="18" name="Picture 17" descr="Windows Logo">
            <a:extLst>
              <a:ext uri="{FF2B5EF4-FFF2-40B4-BE49-F238E27FC236}">
                <a16:creationId xmlns:a16="http://schemas.microsoft.com/office/drawing/2014/main" id="{1C3F3215-7FD3-1BAC-C9EC-04648E5DAE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25151" y="360000"/>
            <a:ext cx="995372" cy="878674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1E6DF528-4A73-5B44-A035-F202DCE8060C}"/>
              </a:ext>
            </a:extLst>
          </p:cNvPr>
          <p:cNvSpPr txBox="1">
            <a:spLocks/>
          </p:cNvSpPr>
          <p:nvPr/>
        </p:nvSpPr>
        <p:spPr>
          <a:xfrm>
            <a:off x="373852" y="1108145"/>
            <a:ext cx="10264687" cy="738664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spcBef>
                <a:spcPct val="0"/>
              </a:spcBef>
              <a:buNone/>
              <a:defRPr sz="2400" b="0">
                <a:solidFill>
                  <a:schemeClr val="accent1"/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en-US" dirty="0"/>
              <a:t>Accessibility testing for travel site, booking and payment tools, native apps.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F30EDB9-97FE-2BF9-49F6-6A59A9057B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71475" y="2952834"/>
            <a:ext cx="598306" cy="0"/>
            <a:chOff x="371475" y="2952834"/>
            <a:chExt cx="598306" cy="0"/>
          </a:xfrm>
        </p:grpSpPr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C01E5A91-F812-7D6C-7E5D-6471CA6FCA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371475" y="2952834"/>
              <a:ext cx="298260" cy="0"/>
            </a:xfrm>
            <a:prstGeom prst="line">
              <a:avLst/>
            </a:prstGeom>
            <a:ln w="381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4D871E7A-890A-0F0E-12E4-020D4CB904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671521" y="2952834"/>
              <a:ext cx="298260" cy="0"/>
            </a:xfrm>
            <a:prstGeom prst="line">
              <a:avLst/>
            </a:prstGeom>
            <a:ln w="38100">
              <a:solidFill>
                <a:srgbClr val="78BB4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B41319EB-7812-AEBF-2181-737541395C84}"/>
              </a:ext>
            </a:extLst>
          </p:cNvPr>
          <p:cNvSpPr txBox="1"/>
          <p:nvPr/>
        </p:nvSpPr>
        <p:spPr>
          <a:xfrm>
            <a:off x="371475" y="3107886"/>
            <a:ext cx="3600000" cy="592855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pPr fontAlgn="base">
              <a:lnSpc>
                <a:spcPct val="110000"/>
              </a:lnSpc>
              <a:spcBef>
                <a:spcPts val="2900"/>
              </a:spcBef>
            </a:pPr>
            <a:r>
              <a:rPr lang="en-US" dirty="0"/>
              <a:t>1200+ issues identified. 450 bugs verified post-remediation.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1539AE0-4BC1-29F2-4620-5FBD7C647A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296000" y="2952834"/>
            <a:ext cx="598306" cy="0"/>
            <a:chOff x="4296000" y="2952834"/>
            <a:chExt cx="598306" cy="0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C51E30EC-49DF-7D69-48FF-9654A9A931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4296000" y="2952834"/>
              <a:ext cx="298260" cy="0"/>
            </a:xfrm>
            <a:prstGeom prst="line">
              <a:avLst/>
            </a:prstGeom>
            <a:ln w="381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EBE54A69-0905-980D-A82F-D4F28DA875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4596046" y="2952834"/>
              <a:ext cx="298260" cy="0"/>
            </a:xfrm>
            <a:prstGeom prst="line">
              <a:avLst/>
            </a:prstGeom>
            <a:ln w="38100">
              <a:solidFill>
                <a:srgbClr val="78BB4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A81FA54E-DD94-874E-E651-AB6166B3F78C}"/>
              </a:ext>
            </a:extLst>
          </p:cNvPr>
          <p:cNvSpPr txBox="1"/>
          <p:nvPr/>
        </p:nvSpPr>
        <p:spPr>
          <a:xfrm>
            <a:off x="4296000" y="3107886"/>
            <a:ext cx="3600000" cy="28815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fontAlgn="base">
              <a:lnSpc>
                <a:spcPct val="110000"/>
              </a:lnSpc>
              <a:spcBef>
                <a:spcPts val="2900"/>
              </a:spcBef>
              <a:spcAft>
                <a:spcPts val="0"/>
              </a:spcAft>
              <a:defRPr i="0" u="none" strike="noStrike" baseline="0"/>
            </a:lvl1pPr>
          </a:lstStyle>
          <a:p>
            <a:r>
              <a:rPr lang="en-US" dirty="0"/>
              <a:t>50+ documents fixed.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16DD3B4-B59F-D63E-D195-35F6AACE4D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20525" y="2952834"/>
            <a:ext cx="598306" cy="0"/>
            <a:chOff x="8220525" y="2952834"/>
            <a:chExt cx="598306" cy="0"/>
          </a:xfrm>
        </p:grpSpPr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3F79830-4AE5-92F5-CA46-2C95FC5B39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8220525" y="2952834"/>
              <a:ext cx="298260" cy="0"/>
            </a:xfrm>
            <a:prstGeom prst="line">
              <a:avLst/>
            </a:prstGeom>
            <a:ln w="381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71E969C4-06C0-145F-DFFF-3371481338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8520571" y="2952834"/>
              <a:ext cx="298260" cy="0"/>
            </a:xfrm>
            <a:prstGeom prst="line">
              <a:avLst/>
            </a:prstGeom>
            <a:ln w="38100">
              <a:solidFill>
                <a:srgbClr val="78BB4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2E63EF56-1E6B-0D72-9391-680B4FC3DD54}"/>
              </a:ext>
            </a:extLst>
          </p:cNvPr>
          <p:cNvSpPr txBox="1"/>
          <p:nvPr/>
        </p:nvSpPr>
        <p:spPr>
          <a:xfrm>
            <a:off x="8220525" y="3107886"/>
            <a:ext cx="3600000" cy="59285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fontAlgn="base">
              <a:lnSpc>
                <a:spcPct val="110000"/>
              </a:lnSpc>
              <a:spcBef>
                <a:spcPts val="2900"/>
              </a:spcBef>
              <a:spcAft>
                <a:spcPts val="0"/>
              </a:spcAft>
              <a:defRPr i="0" u="none" strike="noStrike" baseline="0"/>
            </a:lvl1pPr>
          </a:lstStyle>
          <a:p>
            <a:r>
              <a:rPr lang="en-US" dirty="0"/>
              <a:t>Significant reduction in new bugs via design workshops.</a:t>
            </a:r>
          </a:p>
        </p:txBody>
      </p:sp>
    </p:spTree>
    <p:extLst>
      <p:ext uri="{BB962C8B-B14F-4D97-AF65-F5344CB8AC3E}">
        <p14:creationId xmlns:p14="http://schemas.microsoft.com/office/powerpoint/2010/main" val="21557329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F718E4-00D3-9146-A80F-59C1C8710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DB023-C1A5-4ABF-B6D8-70426759D17D}" type="slidenum">
              <a:rPr lang="en-IN" smtClean="0"/>
              <a:pPr/>
              <a:t>18</a:t>
            </a:fld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BD00CE5-CB91-13A8-DEB1-24625A087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999" y="360000"/>
            <a:ext cx="7282457" cy="1200329"/>
          </a:xfrm>
        </p:spPr>
        <p:txBody>
          <a:bodyPr/>
          <a:lstStyle/>
          <a:p>
            <a:r>
              <a:rPr lang="en-US" sz="1400">
                <a:solidFill>
                  <a:schemeClr val="tx1">
                    <a:lumMod val="50000"/>
                    <a:lumOff val="50000"/>
                  </a:schemeClr>
                </a:solidFill>
              </a:rPr>
              <a:t>Case Study</a:t>
            </a:r>
            <a:br>
              <a:rPr lang="en-US"/>
            </a:br>
            <a:r>
              <a:rPr lang="en-US" sz="3200">
                <a:solidFill>
                  <a:schemeClr val="tx1">
                    <a:lumMod val="50000"/>
                    <a:lumOff val="50000"/>
                  </a:schemeClr>
                </a:solidFill>
              </a:rPr>
              <a:t>Accessibility audits for </a:t>
            </a:r>
            <a:br>
              <a:rPr lang="en-US" sz="320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IN" err="1"/>
              <a:t>Eskalera</a:t>
            </a:r>
            <a:r>
              <a:rPr lang="en-IN"/>
              <a:t> and </a:t>
            </a:r>
            <a:r>
              <a:rPr lang="en-IN" err="1"/>
              <a:t>Racloop</a:t>
            </a:r>
            <a:endParaRPr lang="en-US"/>
          </a:p>
        </p:txBody>
      </p:sp>
      <p:pic>
        <p:nvPicPr>
          <p:cNvPr id="10" name="Picture 10" descr="Eskalera Logo">
            <a:extLst>
              <a:ext uri="{FF2B5EF4-FFF2-40B4-BE49-F238E27FC236}">
                <a16:creationId xmlns:a16="http://schemas.microsoft.com/office/drawing/2014/main" id="{58348475-081F-4476-2317-A6F7A4A077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5844" y="662455"/>
            <a:ext cx="1703311" cy="352409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BDD2C4F-D349-DB23-58AF-28B1E96CF3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0303155" y="658222"/>
            <a:ext cx="0" cy="3608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Racloop Logo">
            <a:extLst>
              <a:ext uri="{FF2B5EF4-FFF2-40B4-BE49-F238E27FC236}">
                <a16:creationId xmlns:a16="http://schemas.microsoft.com/office/drawing/2014/main" id="{85A0F477-CB13-2106-A26C-58DE50651E8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4471" t="22282" r="14471" b="22282"/>
          <a:stretch/>
        </p:blipFill>
        <p:spPr>
          <a:xfrm>
            <a:off x="10457155" y="599289"/>
            <a:ext cx="1362668" cy="478740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823F098B-2507-94E9-9F98-90BF0843AE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775525" y="1737073"/>
            <a:ext cx="732950" cy="732950"/>
            <a:chOff x="1775525" y="1737073"/>
            <a:chExt cx="732950" cy="732950"/>
          </a:xfrm>
        </p:grpSpPr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4F2418A9-DCCC-2459-780D-40353E2984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775525" y="1737073"/>
              <a:ext cx="732950" cy="7329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BC4FDAA9-4AF0-6506-F53B-349B7C37B2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1948644" y="1900224"/>
              <a:ext cx="386712" cy="406648"/>
              <a:chOff x="910490" y="8665920"/>
              <a:chExt cx="5037871" cy="5297591"/>
            </a:xfrm>
            <a:solidFill>
              <a:schemeClr val="bg1"/>
            </a:solidFill>
          </p:grpSpPr>
          <p:sp>
            <p:nvSpPr>
              <p:cNvPr id="67" name="Freeform: Shape 39">
                <a:extLst>
                  <a:ext uri="{FF2B5EF4-FFF2-40B4-BE49-F238E27FC236}">
                    <a16:creationId xmlns:a16="http://schemas.microsoft.com/office/drawing/2014/main" id="{291ABE2C-78F0-9D2E-BB4F-E00DBB925BC4}"/>
                  </a:ext>
                </a:extLst>
              </p:cNvPr>
              <p:cNvSpPr/>
              <p:nvPr/>
            </p:nvSpPr>
            <p:spPr>
              <a:xfrm>
                <a:off x="1726521" y="9757593"/>
                <a:ext cx="3404310" cy="4205918"/>
              </a:xfrm>
              <a:custGeom>
                <a:avLst/>
                <a:gdLst>
                  <a:gd name="connsiteX0" fmla="*/ 3404310 w 3404310"/>
                  <a:gd name="connsiteY0" fmla="*/ 4151087 h 4205918"/>
                  <a:gd name="connsiteX1" fmla="*/ 3404310 w 3404310"/>
                  <a:gd name="connsiteY1" fmla="*/ 3193955 h 4205918"/>
                  <a:gd name="connsiteX2" fmla="*/ 2788276 w 3404310"/>
                  <a:gd name="connsiteY2" fmla="*/ 2603756 h 4205918"/>
                  <a:gd name="connsiteX3" fmla="*/ 2787052 w 3404310"/>
                  <a:gd name="connsiteY3" fmla="*/ 2603756 h 4205918"/>
                  <a:gd name="connsiteX4" fmla="*/ 2787434 w 3404310"/>
                  <a:gd name="connsiteY4" fmla="*/ 2603756 h 4205918"/>
                  <a:gd name="connsiteX5" fmla="*/ 2784947 w 3404310"/>
                  <a:gd name="connsiteY5" fmla="*/ 2603756 h 4205918"/>
                  <a:gd name="connsiteX6" fmla="*/ 2782689 w 3404310"/>
                  <a:gd name="connsiteY6" fmla="*/ 2603756 h 4205918"/>
                  <a:gd name="connsiteX7" fmla="*/ 2783684 w 3404310"/>
                  <a:gd name="connsiteY7" fmla="*/ 2603756 h 4205918"/>
                  <a:gd name="connsiteX8" fmla="*/ 2780469 w 3404310"/>
                  <a:gd name="connsiteY8" fmla="*/ 2603756 h 4205918"/>
                  <a:gd name="connsiteX9" fmla="*/ 2779474 w 3404310"/>
                  <a:gd name="connsiteY9" fmla="*/ 2603756 h 4205918"/>
                  <a:gd name="connsiteX10" fmla="*/ 2779780 w 3404310"/>
                  <a:gd name="connsiteY10" fmla="*/ 2603756 h 4205918"/>
                  <a:gd name="connsiteX11" fmla="*/ 2086172 w 3404310"/>
                  <a:gd name="connsiteY11" fmla="*/ 2603297 h 4205918"/>
                  <a:gd name="connsiteX12" fmla="*/ 2040477 w 3404310"/>
                  <a:gd name="connsiteY12" fmla="*/ 2556492 h 4205918"/>
                  <a:gd name="connsiteX13" fmla="*/ 2040362 w 3404310"/>
                  <a:gd name="connsiteY13" fmla="*/ 2287796 h 4205918"/>
                  <a:gd name="connsiteX14" fmla="*/ 2483947 w 3404310"/>
                  <a:gd name="connsiteY14" fmla="*/ 1748267 h 4205918"/>
                  <a:gd name="connsiteX15" fmla="*/ 2485555 w 3404310"/>
                  <a:gd name="connsiteY15" fmla="*/ 1748267 h 4205918"/>
                  <a:gd name="connsiteX16" fmla="*/ 2739898 w 3404310"/>
                  <a:gd name="connsiteY16" fmla="*/ 1493924 h 4205918"/>
                  <a:gd name="connsiteX17" fmla="*/ 2739898 w 3404310"/>
                  <a:gd name="connsiteY17" fmla="*/ 1429247 h 4205918"/>
                  <a:gd name="connsiteX18" fmla="*/ 2595126 w 3404310"/>
                  <a:gd name="connsiteY18" fmla="*/ 1200699 h 4205918"/>
                  <a:gd name="connsiteX19" fmla="*/ 2624173 w 3404310"/>
                  <a:gd name="connsiteY19" fmla="*/ 832464 h 4205918"/>
                  <a:gd name="connsiteX20" fmla="*/ 2112919 w 3404310"/>
                  <a:gd name="connsiteY20" fmla="*/ 194121 h 4205918"/>
                  <a:gd name="connsiteX21" fmla="*/ 2049046 w 3404310"/>
                  <a:gd name="connsiteY21" fmla="*/ 176019 h 4205918"/>
                  <a:gd name="connsiteX22" fmla="*/ 983117 w 3404310"/>
                  <a:gd name="connsiteY22" fmla="*/ 219647 h 4205918"/>
                  <a:gd name="connsiteX23" fmla="*/ 814273 w 3404310"/>
                  <a:gd name="connsiteY23" fmla="*/ 1208766 h 4205918"/>
                  <a:gd name="connsiteX24" fmla="*/ 684421 w 3404310"/>
                  <a:gd name="connsiteY24" fmla="*/ 1429202 h 4205918"/>
                  <a:gd name="connsiteX25" fmla="*/ 684421 w 3404310"/>
                  <a:gd name="connsiteY25" fmla="*/ 1493879 h 4205918"/>
                  <a:gd name="connsiteX26" fmla="*/ 938726 w 3404310"/>
                  <a:gd name="connsiteY26" fmla="*/ 1748222 h 4205918"/>
                  <a:gd name="connsiteX27" fmla="*/ 946189 w 3404310"/>
                  <a:gd name="connsiteY27" fmla="*/ 1748222 h 4205918"/>
                  <a:gd name="connsiteX28" fmla="*/ 1363371 w 3404310"/>
                  <a:gd name="connsiteY28" fmla="*/ 2272213 h 4205918"/>
                  <a:gd name="connsiteX29" fmla="*/ 1363371 w 3404310"/>
                  <a:gd name="connsiteY29" fmla="*/ 2472633 h 4205918"/>
                  <a:gd name="connsiteX30" fmla="*/ 1363332 w 3404310"/>
                  <a:gd name="connsiteY30" fmla="*/ 2472633 h 4205918"/>
                  <a:gd name="connsiteX31" fmla="*/ 1363332 w 3404310"/>
                  <a:gd name="connsiteY31" fmla="*/ 2556445 h 4205918"/>
                  <a:gd name="connsiteX32" fmla="*/ 1316031 w 3404310"/>
                  <a:gd name="connsiteY32" fmla="*/ 2603708 h 4205918"/>
                  <a:gd name="connsiteX33" fmla="*/ 590200 w 3404310"/>
                  <a:gd name="connsiteY33" fmla="*/ 2603708 h 4205918"/>
                  <a:gd name="connsiteX34" fmla="*/ 0 w 3404310"/>
                  <a:gd name="connsiteY34" fmla="*/ 3193907 h 4205918"/>
                  <a:gd name="connsiteX35" fmla="*/ 0 w 3404310"/>
                  <a:gd name="connsiteY35" fmla="*/ 4151039 h 4205918"/>
                  <a:gd name="connsiteX36" fmla="*/ 54880 w 3404310"/>
                  <a:gd name="connsiteY36" fmla="*/ 4205919 h 4205918"/>
                  <a:gd name="connsiteX37" fmla="*/ 3349463 w 3404310"/>
                  <a:gd name="connsiteY37" fmla="*/ 4205919 h 4205918"/>
                  <a:gd name="connsiteX38" fmla="*/ 3404304 w 3404310"/>
                  <a:gd name="connsiteY38" fmla="*/ 4151039 h 4205918"/>
                  <a:gd name="connsiteX39" fmla="*/ 2093453 w 3404310"/>
                  <a:gd name="connsiteY39" fmla="*/ 2713454 h 4205918"/>
                  <a:gd name="connsiteX40" fmla="*/ 2214536 w 3404310"/>
                  <a:gd name="connsiteY40" fmla="*/ 2713454 h 4205918"/>
                  <a:gd name="connsiteX41" fmla="*/ 2350246 w 3404310"/>
                  <a:gd name="connsiteY41" fmla="*/ 2713952 h 4205918"/>
                  <a:gd name="connsiteX42" fmla="*/ 2014919 w 3404310"/>
                  <a:gd name="connsiteY42" fmla="*/ 3185439 h 4205918"/>
                  <a:gd name="connsiteX43" fmla="*/ 1765356 w 3404310"/>
                  <a:gd name="connsiteY43" fmla="*/ 2953678 h 4205918"/>
                  <a:gd name="connsiteX44" fmla="*/ 1986752 w 3404310"/>
                  <a:gd name="connsiteY44" fmla="*/ 2791565 h 4205918"/>
                  <a:gd name="connsiteX45" fmla="*/ 1974016 w 3404310"/>
                  <a:gd name="connsiteY45" fmla="*/ 2664852 h 4205918"/>
                  <a:gd name="connsiteX46" fmla="*/ 1960774 w 3404310"/>
                  <a:gd name="connsiteY46" fmla="*/ 2674534 h 4205918"/>
                  <a:gd name="connsiteX47" fmla="*/ 1681399 w 3404310"/>
                  <a:gd name="connsiteY47" fmla="*/ 2878932 h 4205918"/>
                  <a:gd name="connsiteX48" fmla="*/ 1426409 w 3404310"/>
                  <a:gd name="connsiteY48" fmla="*/ 2668215 h 4205918"/>
                  <a:gd name="connsiteX49" fmla="*/ 1473060 w 3404310"/>
                  <a:gd name="connsiteY49" fmla="*/ 2556655 h 4205918"/>
                  <a:gd name="connsiteX50" fmla="*/ 1473060 w 3404310"/>
                  <a:gd name="connsiteY50" fmla="*/ 2327647 h 4205918"/>
                  <a:gd name="connsiteX51" fmla="*/ 1715039 w 3404310"/>
                  <a:gd name="connsiteY51" fmla="*/ 2375829 h 4205918"/>
                  <a:gd name="connsiteX52" fmla="*/ 1930655 w 3404310"/>
                  <a:gd name="connsiteY52" fmla="*/ 2337903 h 4205918"/>
                  <a:gd name="connsiteX53" fmla="*/ 1930655 w 3404310"/>
                  <a:gd name="connsiteY53" fmla="*/ 2556654 h 4205918"/>
                  <a:gd name="connsiteX54" fmla="*/ 1974015 w 3404310"/>
                  <a:gd name="connsiteY54" fmla="*/ 2664843 h 4205918"/>
                  <a:gd name="connsiteX55" fmla="*/ 1828479 w 3404310"/>
                  <a:gd name="connsiteY55" fmla="*/ 3162017 h 4205918"/>
                  <a:gd name="connsiteX56" fmla="*/ 1784125 w 3404310"/>
                  <a:gd name="connsiteY56" fmla="*/ 3338170 h 4205918"/>
                  <a:gd name="connsiteX57" fmla="*/ 1576053 w 3404310"/>
                  <a:gd name="connsiteY57" fmla="*/ 3338170 h 4205918"/>
                  <a:gd name="connsiteX58" fmla="*/ 1539659 w 3404310"/>
                  <a:gd name="connsiteY58" fmla="*/ 3153249 h 4205918"/>
                  <a:gd name="connsiteX59" fmla="*/ 1679385 w 3404310"/>
                  <a:gd name="connsiteY59" fmla="*/ 3023515 h 4205918"/>
                  <a:gd name="connsiteX60" fmla="*/ 2558141 w 3404310"/>
                  <a:gd name="connsiteY60" fmla="*/ 1376488 h 4205918"/>
                  <a:gd name="connsiteX61" fmla="*/ 2574559 w 3404310"/>
                  <a:gd name="connsiteY61" fmla="*/ 1316136 h 4205918"/>
                  <a:gd name="connsiteX62" fmla="*/ 2630166 w 3404310"/>
                  <a:gd name="connsiteY62" fmla="*/ 1429224 h 4205918"/>
                  <a:gd name="connsiteX63" fmla="*/ 2630166 w 3404310"/>
                  <a:gd name="connsiteY63" fmla="*/ 1493901 h 4205918"/>
                  <a:gd name="connsiteX64" fmla="*/ 2521858 w 3404310"/>
                  <a:gd name="connsiteY64" fmla="*/ 1633314 h 4205918"/>
                  <a:gd name="connsiteX65" fmla="*/ 2558138 w 3404310"/>
                  <a:gd name="connsiteY65" fmla="*/ 1376482 h 4205918"/>
                  <a:gd name="connsiteX66" fmla="*/ 794166 w 3404310"/>
                  <a:gd name="connsiteY66" fmla="*/ 1493858 h 4205918"/>
                  <a:gd name="connsiteX67" fmla="*/ 794166 w 3404310"/>
                  <a:gd name="connsiteY67" fmla="*/ 1429181 h 4205918"/>
                  <a:gd name="connsiteX68" fmla="*/ 846404 w 3404310"/>
                  <a:gd name="connsiteY68" fmla="*/ 1318846 h 4205918"/>
                  <a:gd name="connsiteX69" fmla="*/ 872389 w 3404310"/>
                  <a:gd name="connsiteY69" fmla="*/ 1392439 h 4205918"/>
                  <a:gd name="connsiteX70" fmla="*/ 908783 w 3404310"/>
                  <a:gd name="connsiteY70" fmla="*/ 1635261 h 4205918"/>
                  <a:gd name="connsiteX71" fmla="*/ 794166 w 3404310"/>
                  <a:gd name="connsiteY71" fmla="*/ 1493849 h 4205918"/>
                  <a:gd name="connsiteX72" fmla="*/ 907519 w 3404310"/>
                  <a:gd name="connsiteY72" fmla="*/ 1123438 h 4205918"/>
                  <a:gd name="connsiteX73" fmla="*/ 1056660 w 3404310"/>
                  <a:gd name="connsiteY73" fmla="*/ 301056 h 4205918"/>
                  <a:gd name="connsiteX74" fmla="*/ 1982108 w 3404310"/>
                  <a:gd name="connsiteY74" fmla="*/ 262901 h 4205918"/>
                  <a:gd name="connsiteX75" fmla="*/ 2124667 w 3404310"/>
                  <a:gd name="connsiteY75" fmla="*/ 303199 h 4205918"/>
                  <a:gd name="connsiteX76" fmla="*/ 2514524 w 3404310"/>
                  <a:gd name="connsiteY76" fmla="*/ 828767 h 4205918"/>
                  <a:gd name="connsiteX77" fmla="*/ 2499676 w 3404310"/>
                  <a:gd name="connsiteY77" fmla="*/ 1064055 h 4205918"/>
                  <a:gd name="connsiteX78" fmla="*/ 1715140 w 3404310"/>
                  <a:gd name="connsiteY78" fmla="*/ 528269 h 4205918"/>
                  <a:gd name="connsiteX79" fmla="*/ 907522 w 3404310"/>
                  <a:gd name="connsiteY79" fmla="*/ 1123445 h 4205918"/>
                  <a:gd name="connsiteX80" fmla="*/ 981839 w 3404310"/>
                  <a:gd name="connsiteY80" fmla="*/ 1375793 h 4205918"/>
                  <a:gd name="connsiteX81" fmla="*/ 987656 w 3404310"/>
                  <a:gd name="connsiteY81" fmla="*/ 1282069 h 4205918"/>
                  <a:gd name="connsiteX82" fmla="*/ 987579 w 3404310"/>
                  <a:gd name="connsiteY82" fmla="*/ 1281572 h 4205918"/>
                  <a:gd name="connsiteX83" fmla="*/ 1715095 w 3404310"/>
                  <a:gd name="connsiteY83" fmla="*/ 637948 h 4205918"/>
                  <a:gd name="connsiteX84" fmla="*/ 2447393 w 3404310"/>
                  <a:gd name="connsiteY84" fmla="*/ 1346899 h 4205918"/>
                  <a:gd name="connsiteX85" fmla="*/ 2447393 w 3404310"/>
                  <a:gd name="connsiteY85" fmla="*/ 1395234 h 4205918"/>
                  <a:gd name="connsiteX86" fmla="*/ 1715095 w 3404310"/>
                  <a:gd name="connsiteY86" fmla="*/ 2266073 h 4205918"/>
                  <a:gd name="connsiteX87" fmla="*/ 981838 w 3404310"/>
                  <a:gd name="connsiteY87" fmla="*/ 1375796 h 4205918"/>
                  <a:gd name="connsiteX88" fmla="*/ 1309318 w 3404310"/>
                  <a:gd name="connsiteY88" fmla="*/ 2713788 h 4205918"/>
                  <a:gd name="connsiteX89" fmla="*/ 1596188 w 3404310"/>
                  <a:gd name="connsiteY89" fmla="*/ 2951026 h 4205918"/>
                  <a:gd name="connsiteX90" fmla="*/ 1345675 w 3404310"/>
                  <a:gd name="connsiteY90" fmla="*/ 3183591 h 4205918"/>
                  <a:gd name="connsiteX91" fmla="*/ 1039358 w 3404310"/>
                  <a:gd name="connsiteY91" fmla="*/ 2714249 h 4205918"/>
                  <a:gd name="connsiteX92" fmla="*/ 567145 w 3404310"/>
                  <a:gd name="connsiteY92" fmla="*/ 4096165 h 4205918"/>
                  <a:gd name="connsiteX93" fmla="*/ 567145 w 3404310"/>
                  <a:gd name="connsiteY93" fmla="*/ 3477299 h 4205918"/>
                  <a:gd name="connsiteX94" fmla="*/ 512265 w 3404310"/>
                  <a:gd name="connsiteY94" fmla="*/ 3422420 h 4205918"/>
                  <a:gd name="connsiteX95" fmla="*/ 457386 w 3404310"/>
                  <a:gd name="connsiteY95" fmla="*/ 3477299 h 4205918"/>
                  <a:gd name="connsiteX96" fmla="*/ 457386 w 3404310"/>
                  <a:gd name="connsiteY96" fmla="*/ 4096165 h 4205918"/>
                  <a:gd name="connsiteX97" fmla="*/ 109813 w 3404310"/>
                  <a:gd name="connsiteY97" fmla="*/ 4096165 h 4205918"/>
                  <a:gd name="connsiteX98" fmla="*/ 109851 w 3404310"/>
                  <a:gd name="connsiteY98" fmla="*/ 3193907 h 4205918"/>
                  <a:gd name="connsiteX99" fmla="*/ 590293 w 3404310"/>
                  <a:gd name="connsiteY99" fmla="*/ 2713426 h 4205918"/>
                  <a:gd name="connsiteX100" fmla="*/ 907740 w 3404310"/>
                  <a:gd name="connsiteY100" fmla="*/ 2713426 h 4205918"/>
                  <a:gd name="connsiteX101" fmla="*/ 1289368 w 3404310"/>
                  <a:gd name="connsiteY101" fmla="*/ 3298119 h 4205918"/>
                  <a:gd name="connsiteX102" fmla="*/ 1328633 w 3404310"/>
                  <a:gd name="connsiteY102" fmla="*/ 3322536 h 4205918"/>
                  <a:gd name="connsiteX103" fmla="*/ 1335292 w 3404310"/>
                  <a:gd name="connsiteY103" fmla="*/ 3322957 h 4205918"/>
                  <a:gd name="connsiteX104" fmla="*/ 1372644 w 3404310"/>
                  <a:gd name="connsiteY104" fmla="*/ 3308261 h 4205918"/>
                  <a:gd name="connsiteX105" fmla="*/ 1468740 w 3404310"/>
                  <a:gd name="connsiteY105" fmla="*/ 3219015 h 4205918"/>
                  <a:gd name="connsiteX106" fmla="*/ 1500275 w 3404310"/>
                  <a:gd name="connsiteY106" fmla="*/ 3379326 h 4205918"/>
                  <a:gd name="connsiteX107" fmla="*/ 1342796 w 3404310"/>
                  <a:gd name="connsiteY107" fmla="*/ 4096124 h 4205918"/>
                  <a:gd name="connsiteX108" fmla="*/ 1427109 w 3404310"/>
                  <a:gd name="connsiteY108" fmla="*/ 4096165 h 4205918"/>
                  <a:gd name="connsiteX109" fmla="*/ 1575448 w 3404310"/>
                  <a:gd name="connsiteY109" fmla="*/ 3421083 h 4205918"/>
                  <a:gd name="connsiteX110" fmla="*/ 1783059 w 3404310"/>
                  <a:gd name="connsiteY110" fmla="*/ 3421083 h 4205918"/>
                  <a:gd name="connsiteX111" fmla="*/ 1931397 w 3404310"/>
                  <a:gd name="connsiteY111" fmla="*/ 4096165 h 4205918"/>
                  <a:gd name="connsiteX112" fmla="*/ 3294640 w 3404310"/>
                  <a:gd name="connsiteY112" fmla="*/ 4096165 h 4205918"/>
                  <a:gd name="connsiteX113" fmla="*/ 2946959 w 3404310"/>
                  <a:gd name="connsiteY113" fmla="*/ 4096165 h 4205918"/>
                  <a:gd name="connsiteX114" fmla="*/ 2946959 w 3404310"/>
                  <a:gd name="connsiteY114" fmla="*/ 3921345 h 4205918"/>
                  <a:gd name="connsiteX115" fmla="*/ 2892080 w 3404310"/>
                  <a:gd name="connsiteY115" fmla="*/ 3866465 h 4205918"/>
                  <a:gd name="connsiteX116" fmla="*/ 2837200 w 3404310"/>
                  <a:gd name="connsiteY116" fmla="*/ 3921345 h 4205918"/>
                  <a:gd name="connsiteX117" fmla="*/ 2837200 w 3404310"/>
                  <a:gd name="connsiteY117" fmla="*/ 4096165 h 4205918"/>
                  <a:gd name="connsiteX118" fmla="*/ 2015622 w 3404310"/>
                  <a:gd name="connsiteY118" fmla="*/ 4096165 h 4205918"/>
                  <a:gd name="connsiteX119" fmla="*/ 1858367 w 3404310"/>
                  <a:gd name="connsiteY119" fmla="*/ 3380552 h 4205918"/>
                  <a:gd name="connsiteX120" fmla="*/ 1897327 w 3404310"/>
                  <a:gd name="connsiteY120" fmla="*/ 3225865 h 4205918"/>
                  <a:gd name="connsiteX121" fmla="*/ 1986114 w 3404310"/>
                  <a:gd name="connsiteY121" fmla="*/ 3308299 h 4205918"/>
                  <a:gd name="connsiteX122" fmla="*/ 2023465 w 3404310"/>
                  <a:gd name="connsiteY122" fmla="*/ 3322995 h 4205918"/>
                  <a:gd name="connsiteX123" fmla="*/ 2029053 w 3404310"/>
                  <a:gd name="connsiteY123" fmla="*/ 3322727 h 4205918"/>
                  <a:gd name="connsiteX124" fmla="*/ 2068165 w 3404310"/>
                  <a:gd name="connsiteY124" fmla="*/ 3299957 h 4205918"/>
                  <a:gd name="connsiteX125" fmla="*/ 2485307 w 3404310"/>
                  <a:gd name="connsiteY125" fmla="*/ 2713431 h 4205918"/>
                  <a:gd name="connsiteX126" fmla="*/ 2788333 w 3404310"/>
                  <a:gd name="connsiteY126" fmla="*/ 2713431 h 4205918"/>
                  <a:gd name="connsiteX127" fmla="*/ 3294649 w 3404310"/>
                  <a:gd name="connsiteY127" fmla="*/ 3193913 h 42059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</a:cxnLst>
                <a:rect l="l" t="t" r="r" b="b"/>
                <a:pathLst>
                  <a:path w="3404310" h="4205918">
                    <a:moveTo>
                      <a:pt x="3404310" y="4151087"/>
                    </a:moveTo>
                    <a:lnTo>
                      <a:pt x="3404310" y="3193955"/>
                    </a:lnTo>
                    <a:cubicBezTo>
                      <a:pt x="3404310" y="2874059"/>
                      <a:pt x="3122182" y="2603756"/>
                      <a:pt x="2788276" y="2603756"/>
                    </a:cubicBezTo>
                    <a:lnTo>
                      <a:pt x="2787052" y="2603756"/>
                    </a:lnTo>
                    <a:lnTo>
                      <a:pt x="2787434" y="2603756"/>
                    </a:lnTo>
                    <a:lnTo>
                      <a:pt x="2784947" y="2603756"/>
                    </a:lnTo>
                    <a:lnTo>
                      <a:pt x="2782689" y="2603756"/>
                    </a:lnTo>
                    <a:lnTo>
                      <a:pt x="2783684" y="2603756"/>
                    </a:lnTo>
                    <a:lnTo>
                      <a:pt x="2780469" y="2603756"/>
                    </a:lnTo>
                    <a:lnTo>
                      <a:pt x="2779474" y="2603756"/>
                    </a:lnTo>
                    <a:lnTo>
                      <a:pt x="2779780" y="2603756"/>
                    </a:lnTo>
                    <a:cubicBezTo>
                      <a:pt x="2747136" y="2603717"/>
                      <a:pt x="2604539" y="2603641"/>
                      <a:pt x="2086172" y="2603297"/>
                    </a:cubicBezTo>
                    <a:cubicBezTo>
                      <a:pt x="2061143" y="2602263"/>
                      <a:pt x="2040477" y="2582094"/>
                      <a:pt x="2040477" y="2556492"/>
                    </a:cubicBezTo>
                    <a:cubicBezTo>
                      <a:pt x="2040477" y="2515544"/>
                      <a:pt x="2040362" y="2272493"/>
                      <a:pt x="2040362" y="2287796"/>
                    </a:cubicBezTo>
                    <a:cubicBezTo>
                      <a:pt x="2239019" y="2176853"/>
                      <a:pt x="2396890" y="1973219"/>
                      <a:pt x="2483947" y="1748267"/>
                    </a:cubicBezTo>
                    <a:lnTo>
                      <a:pt x="2485555" y="1748267"/>
                    </a:lnTo>
                    <a:cubicBezTo>
                      <a:pt x="2625771" y="1748267"/>
                      <a:pt x="2739898" y="1634180"/>
                      <a:pt x="2739898" y="1493924"/>
                    </a:cubicBezTo>
                    <a:lnTo>
                      <a:pt x="2739898" y="1429247"/>
                    </a:lnTo>
                    <a:cubicBezTo>
                      <a:pt x="2739898" y="1328366"/>
                      <a:pt x="2680427" y="1241798"/>
                      <a:pt x="2595126" y="1200699"/>
                    </a:cubicBezTo>
                    <a:cubicBezTo>
                      <a:pt x="2614108" y="1064646"/>
                      <a:pt x="2621494" y="911527"/>
                      <a:pt x="2624173" y="832464"/>
                    </a:cubicBezTo>
                    <a:cubicBezTo>
                      <a:pt x="2637529" y="436287"/>
                      <a:pt x="2364166" y="168208"/>
                      <a:pt x="2112919" y="194121"/>
                    </a:cubicBezTo>
                    <a:cubicBezTo>
                      <a:pt x="2090492" y="196494"/>
                      <a:pt x="2067147" y="189950"/>
                      <a:pt x="2049046" y="176019"/>
                    </a:cubicBezTo>
                    <a:cubicBezTo>
                      <a:pt x="1506833" y="-241888"/>
                      <a:pt x="988407" y="214902"/>
                      <a:pt x="983117" y="219647"/>
                    </a:cubicBezTo>
                    <a:cubicBezTo>
                      <a:pt x="684304" y="490097"/>
                      <a:pt x="746604" y="949269"/>
                      <a:pt x="814273" y="1208766"/>
                    </a:cubicBezTo>
                    <a:cubicBezTo>
                      <a:pt x="737158" y="1252509"/>
                      <a:pt x="684421" y="1334366"/>
                      <a:pt x="684421" y="1429202"/>
                    </a:cubicBezTo>
                    <a:lnTo>
                      <a:pt x="684421" y="1493879"/>
                    </a:lnTo>
                    <a:cubicBezTo>
                      <a:pt x="684421" y="1634135"/>
                      <a:pt x="798509" y="1748222"/>
                      <a:pt x="938726" y="1748222"/>
                    </a:cubicBezTo>
                    <a:lnTo>
                      <a:pt x="946189" y="1748222"/>
                    </a:lnTo>
                    <a:cubicBezTo>
                      <a:pt x="1029311" y="1963113"/>
                      <a:pt x="1177146" y="2158399"/>
                      <a:pt x="1363371" y="2272213"/>
                    </a:cubicBezTo>
                    <a:lnTo>
                      <a:pt x="1363371" y="2472633"/>
                    </a:lnTo>
                    <a:lnTo>
                      <a:pt x="1363332" y="2472633"/>
                    </a:lnTo>
                    <a:lnTo>
                      <a:pt x="1363332" y="2556445"/>
                    </a:lnTo>
                    <a:cubicBezTo>
                      <a:pt x="1363332" y="2583999"/>
                      <a:pt x="1338572" y="2603708"/>
                      <a:pt x="1316031" y="2603708"/>
                    </a:cubicBezTo>
                    <a:lnTo>
                      <a:pt x="590200" y="2603708"/>
                    </a:lnTo>
                    <a:cubicBezTo>
                      <a:pt x="264748" y="2603708"/>
                      <a:pt x="0" y="2868495"/>
                      <a:pt x="0" y="3193907"/>
                    </a:cubicBezTo>
                    <a:lnTo>
                      <a:pt x="0" y="4151039"/>
                    </a:lnTo>
                    <a:cubicBezTo>
                      <a:pt x="0" y="4181350"/>
                      <a:pt x="24569" y="4205919"/>
                      <a:pt x="54880" y="4205919"/>
                    </a:cubicBezTo>
                    <a:lnTo>
                      <a:pt x="3349463" y="4205919"/>
                    </a:lnTo>
                    <a:cubicBezTo>
                      <a:pt x="3379734" y="4205881"/>
                      <a:pt x="3404304" y="4181350"/>
                      <a:pt x="3404304" y="4151039"/>
                    </a:cubicBezTo>
                    <a:close/>
                    <a:moveTo>
                      <a:pt x="2093453" y="2713454"/>
                    </a:moveTo>
                    <a:lnTo>
                      <a:pt x="2214536" y="2713454"/>
                    </a:lnTo>
                    <a:lnTo>
                      <a:pt x="2350246" y="2713952"/>
                    </a:lnTo>
                    <a:lnTo>
                      <a:pt x="2014919" y="3185439"/>
                    </a:lnTo>
                    <a:lnTo>
                      <a:pt x="1765356" y="2953678"/>
                    </a:lnTo>
                    <a:lnTo>
                      <a:pt x="1986752" y="2791565"/>
                    </a:lnTo>
                    <a:close/>
                    <a:moveTo>
                      <a:pt x="1974016" y="2664852"/>
                    </a:moveTo>
                    <a:lnTo>
                      <a:pt x="1960774" y="2674534"/>
                    </a:lnTo>
                    <a:lnTo>
                      <a:pt x="1681399" y="2878932"/>
                    </a:lnTo>
                    <a:lnTo>
                      <a:pt x="1426409" y="2668215"/>
                    </a:lnTo>
                    <a:cubicBezTo>
                      <a:pt x="1455188" y="2639780"/>
                      <a:pt x="1473060" y="2600285"/>
                      <a:pt x="1473060" y="2556655"/>
                    </a:cubicBezTo>
                    <a:lnTo>
                      <a:pt x="1473060" y="2327647"/>
                    </a:lnTo>
                    <a:cubicBezTo>
                      <a:pt x="1549370" y="2358454"/>
                      <a:pt x="1630461" y="2375829"/>
                      <a:pt x="1715039" y="2375829"/>
                    </a:cubicBezTo>
                    <a:cubicBezTo>
                      <a:pt x="1789895" y="2375829"/>
                      <a:pt x="1862114" y="2362358"/>
                      <a:pt x="1930655" y="2337903"/>
                    </a:cubicBezTo>
                    <a:lnTo>
                      <a:pt x="1930655" y="2556654"/>
                    </a:lnTo>
                    <a:cubicBezTo>
                      <a:pt x="1930655" y="2598675"/>
                      <a:pt x="1947073" y="2636792"/>
                      <a:pt x="1974015" y="2664843"/>
                    </a:cubicBezTo>
                    <a:close/>
                    <a:moveTo>
                      <a:pt x="1828479" y="3162017"/>
                    </a:moveTo>
                    <a:lnTo>
                      <a:pt x="1784125" y="3338170"/>
                    </a:lnTo>
                    <a:lnTo>
                      <a:pt x="1576053" y="3338170"/>
                    </a:lnTo>
                    <a:lnTo>
                      <a:pt x="1539659" y="3153249"/>
                    </a:lnTo>
                    <a:lnTo>
                      <a:pt x="1679385" y="3023515"/>
                    </a:lnTo>
                    <a:close/>
                    <a:moveTo>
                      <a:pt x="2558141" y="1376488"/>
                    </a:moveTo>
                    <a:cubicBezTo>
                      <a:pt x="2564112" y="1358271"/>
                      <a:pt x="2569584" y="1338027"/>
                      <a:pt x="2574559" y="1316136"/>
                    </a:cubicBezTo>
                    <a:cubicBezTo>
                      <a:pt x="2608161" y="1342618"/>
                      <a:pt x="2630166" y="1383224"/>
                      <a:pt x="2630166" y="1429224"/>
                    </a:cubicBezTo>
                    <a:lnTo>
                      <a:pt x="2630166" y="1493901"/>
                    </a:lnTo>
                    <a:cubicBezTo>
                      <a:pt x="2630166" y="1560989"/>
                      <a:pt x="2583974" y="1617090"/>
                      <a:pt x="2521858" y="1633314"/>
                    </a:cubicBezTo>
                    <a:cubicBezTo>
                      <a:pt x="2545012" y="1547704"/>
                      <a:pt x="2557602" y="1460904"/>
                      <a:pt x="2558138" y="1376482"/>
                    </a:cubicBezTo>
                    <a:close/>
                    <a:moveTo>
                      <a:pt x="794166" y="1493858"/>
                    </a:moveTo>
                    <a:lnTo>
                      <a:pt x="794166" y="1429181"/>
                    </a:lnTo>
                    <a:cubicBezTo>
                      <a:pt x="794166" y="1384749"/>
                      <a:pt x="814755" y="1345369"/>
                      <a:pt x="846404" y="1318846"/>
                    </a:cubicBezTo>
                    <a:cubicBezTo>
                      <a:pt x="857923" y="1354169"/>
                      <a:pt x="867337" y="1379465"/>
                      <a:pt x="872389" y="1392439"/>
                    </a:cubicBezTo>
                    <a:cubicBezTo>
                      <a:pt x="874341" y="1472500"/>
                      <a:pt x="886740" y="1554435"/>
                      <a:pt x="908783" y="1635261"/>
                    </a:cubicBezTo>
                    <a:cubicBezTo>
                      <a:pt x="843418" y="1621407"/>
                      <a:pt x="794166" y="1563313"/>
                      <a:pt x="794166" y="1493849"/>
                    </a:cubicBezTo>
                    <a:close/>
                    <a:moveTo>
                      <a:pt x="907519" y="1123438"/>
                    </a:moveTo>
                    <a:cubicBezTo>
                      <a:pt x="853519" y="881683"/>
                      <a:pt x="822635" y="512880"/>
                      <a:pt x="1056660" y="301056"/>
                    </a:cubicBezTo>
                    <a:cubicBezTo>
                      <a:pt x="1074992" y="284485"/>
                      <a:pt x="1511385" y="-99863"/>
                      <a:pt x="1982108" y="262901"/>
                    </a:cubicBezTo>
                    <a:cubicBezTo>
                      <a:pt x="2022407" y="293976"/>
                      <a:pt x="2074531" y="308596"/>
                      <a:pt x="2124667" y="303199"/>
                    </a:cubicBezTo>
                    <a:cubicBezTo>
                      <a:pt x="2305071" y="283950"/>
                      <a:pt x="2525703" y="498417"/>
                      <a:pt x="2514524" y="828767"/>
                    </a:cubicBezTo>
                    <a:cubicBezTo>
                      <a:pt x="2512037" y="903585"/>
                      <a:pt x="2506947" y="985521"/>
                      <a:pt x="2499676" y="1064055"/>
                    </a:cubicBezTo>
                    <a:cubicBezTo>
                      <a:pt x="2376604" y="750890"/>
                      <a:pt x="2071697" y="528269"/>
                      <a:pt x="1715140" y="528269"/>
                    </a:cubicBezTo>
                    <a:cubicBezTo>
                      <a:pt x="1334502" y="528231"/>
                      <a:pt x="1013038" y="782534"/>
                      <a:pt x="907522" y="1123445"/>
                    </a:cubicBezTo>
                    <a:close/>
                    <a:moveTo>
                      <a:pt x="981839" y="1375793"/>
                    </a:moveTo>
                    <a:cubicBezTo>
                      <a:pt x="982030" y="1354361"/>
                      <a:pt x="983982" y="1312914"/>
                      <a:pt x="987656" y="1282069"/>
                    </a:cubicBezTo>
                    <a:cubicBezTo>
                      <a:pt x="987618" y="1281916"/>
                      <a:pt x="987618" y="1281763"/>
                      <a:pt x="987579" y="1281572"/>
                    </a:cubicBezTo>
                    <a:cubicBezTo>
                      <a:pt x="1031819" y="919499"/>
                      <a:pt x="1340884" y="637948"/>
                      <a:pt x="1715095" y="637948"/>
                    </a:cubicBezTo>
                    <a:cubicBezTo>
                      <a:pt x="2111537" y="637948"/>
                      <a:pt x="2434686" y="953945"/>
                      <a:pt x="2447393" y="1346899"/>
                    </a:cubicBezTo>
                    <a:lnTo>
                      <a:pt x="2447393" y="1395234"/>
                    </a:lnTo>
                    <a:cubicBezTo>
                      <a:pt x="2434687" y="1795771"/>
                      <a:pt x="2113290" y="2266073"/>
                      <a:pt x="1715095" y="2266073"/>
                    </a:cubicBezTo>
                    <a:cubicBezTo>
                      <a:pt x="1310464" y="2266073"/>
                      <a:pt x="984522" y="1780389"/>
                      <a:pt x="981838" y="1375796"/>
                    </a:cubicBezTo>
                    <a:close/>
                    <a:moveTo>
                      <a:pt x="1309318" y="2713788"/>
                    </a:moveTo>
                    <a:lnTo>
                      <a:pt x="1596188" y="2951026"/>
                    </a:lnTo>
                    <a:lnTo>
                      <a:pt x="1345675" y="3183591"/>
                    </a:lnTo>
                    <a:lnTo>
                      <a:pt x="1039358" y="2714249"/>
                    </a:lnTo>
                    <a:close/>
                    <a:moveTo>
                      <a:pt x="567145" y="4096165"/>
                    </a:moveTo>
                    <a:lnTo>
                      <a:pt x="567145" y="3477299"/>
                    </a:lnTo>
                    <a:cubicBezTo>
                      <a:pt x="567145" y="3446989"/>
                      <a:pt x="542576" y="3422420"/>
                      <a:pt x="512265" y="3422420"/>
                    </a:cubicBezTo>
                    <a:cubicBezTo>
                      <a:pt x="481955" y="3422420"/>
                      <a:pt x="457386" y="3446951"/>
                      <a:pt x="457386" y="3477299"/>
                    </a:cubicBezTo>
                    <a:lnTo>
                      <a:pt x="457386" y="4096165"/>
                    </a:lnTo>
                    <a:lnTo>
                      <a:pt x="109813" y="4096165"/>
                    </a:lnTo>
                    <a:lnTo>
                      <a:pt x="109851" y="3193907"/>
                    </a:lnTo>
                    <a:cubicBezTo>
                      <a:pt x="109851" y="2928963"/>
                      <a:pt x="325388" y="2713426"/>
                      <a:pt x="590293" y="2713426"/>
                    </a:cubicBezTo>
                    <a:lnTo>
                      <a:pt x="907740" y="2713426"/>
                    </a:lnTo>
                    <a:lnTo>
                      <a:pt x="1289368" y="3298119"/>
                    </a:lnTo>
                    <a:cubicBezTo>
                      <a:pt x="1298208" y="3311629"/>
                      <a:pt x="1312560" y="3320622"/>
                      <a:pt x="1328633" y="3322536"/>
                    </a:cubicBezTo>
                    <a:cubicBezTo>
                      <a:pt x="1330853" y="3322804"/>
                      <a:pt x="1333072" y="3322957"/>
                      <a:pt x="1335292" y="3322957"/>
                    </a:cubicBezTo>
                    <a:cubicBezTo>
                      <a:pt x="1349069" y="3322957"/>
                      <a:pt x="1362425" y="3317752"/>
                      <a:pt x="1372644" y="3308261"/>
                    </a:cubicBezTo>
                    <a:lnTo>
                      <a:pt x="1468740" y="3219015"/>
                    </a:lnTo>
                    <a:lnTo>
                      <a:pt x="1500275" y="3379326"/>
                    </a:lnTo>
                    <a:lnTo>
                      <a:pt x="1342796" y="4096124"/>
                    </a:lnTo>
                    <a:close/>
                    <a:moveTo>
                      <a:pt x="1427109" y="4096165"/>
                    </a:moveTo>
                    <a:lnTo>
                      <a:pt x="1575448" y="3421083"/>
                    </a:lnTo>
                    <a:lnTo>
                      <a:pt x="1783059" y="3421083"/>
                    </a:lnTo>
                    <a:lnTo>
                      <a:pt x="1931397" y="4096165"/>
                    </a:lnTo>
                    <a:close/>
                    <a:moveTo>
                      <a:pt x="3294640" y="4096165"/>
                    </a:moveTo>
                    <a:lnTo>
                      <a:pt x="2946959" y="4096165"/>
                    </a:lnTo>
                    <a:lnTo>
                      <a:pt x="2946959" y="3921345"/>
                    </a:lnTo>
                    <a:cubicBezTo>
                      <a:pt x="2946959" y="3891035"/>
                      <a:pt x="2922390" y="3866465"/>
                      <a:pt x="2892080" y="3866465"/>
                    </a:cubicBezTo>
                    <a:cubicBezTo>
                      <a:pt x="2861769" y="3866465"/>
                      <a:pt x="2837200" y="3890997"/>
                      <a:pt x="2837200" y="3921345"/>
                    </a:cubicBezTo>
                    <a:lnTo>
                      <a:pt x="2837200" y="4096165"/>
                    </a:lnTo>
                    <a:lnTo>
                      <a:pt x="2015622" y="4096165"/>
                    </a:lnTo>
                    <a:lnTo>
                      <a:pt x="1858367" y="3380552"/>
                    </a:lnTo>
                    <a:lnTo>
                      <a:pt x="1897327" y="3225865"/>
                    </a:lnTo>
                    <a:lnTo>
                      <a:pt x="1986114" y="3308299"/>
                    </a:lnTo>
                    <a:cubicBezTo>
                      <a:pt x="1996332" y="3317790"/>
                      <a:pt x="2009687" y="3322995"/>
                      <a:pt x="2023465" y="3322995"/>
                    </a:cubicBezTo>
                    <a:cubicBezTo>
                      <a:pt x="2025302" y="3322995"/>
                      <a:pt x="2027177" y="3322881"/>
                      <a:pt x="2029053" y="3322727"/>
                    </a:cubicBezTo>
                    <a:cubicBezTo>
                      <a:pt x="2044744" y="3321120"/>
                      <a:pt x="2059018" y="3312816"/>
                      <a:pt x="2068165" y="3299957"/>
                    </a:cubicBezTo>
                    <a:lnTo>
                      <a:pt x="2485307" y="2713431"/>
                    </a:lnTo>
                    <a:lnTo>
                      <a:pt x="2788333" y="2713431"/>
                    </a:lnTo>
                    <a:cubicBezTo>
                      <a:pt x="3062770" y="2713431"/>
                      <a:pt x="3294649" y="2933485"/>
                      <a:pt x="3294649" y="3193913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" name="Freeform: Shape 40">
                <a:extLst>
                  <a:ext uri="{FF2B5EF4-FFF2-40B4-BE49-F238E27FC236}">
                    <a16:creationId xmlns:a16="http://schemas.microsoft.com/office/drawing/2014/main" id="{7523B3D3-705B-40E4-C999-503F99601322}"/>
                  </a:ext>
                </a:extLst>
              </p:cNvPr>
              <p:cNvSpPr/>
              <p:nvPr/>
            </p:nvSpPr>
            <p:spPr>
              <a:xfrm>
                <a:off x="1918593" y="12779808"/>
                <a:ext cx="84103" cy="335149"/>
              </a:xfrm>
              <a:custGeom>
                <a:avLst/>
                <a:gdLst>
                  <a:gd name="connsiteX0" fmla="*/ 67355 w 84103"/>
                  <a:gd name="connsiteY0" fmla="*/ 2201 h 335149"/>
                  <a:gd name="connsiteX1" fmla="*/ 31381 w 84103"/>
                  <a:gd name="connsiteY1" fmla="*/ 16705 h 335149"/>
                  <a:gd name="connsiteX2" fmla="*/ 0 w 84103"/>
                  <a:gd name="connsiteY2" fmla="*/ 171775 h 335149"/>
                  <a:gd name="connsiteX3" fmla="*/ 0 w 84103"/>
                  <a:gd name="connsiteY3" fmla="*/ 307710 h 335149"/>
                  <a:gd name="connsiteX4" fmla="*/ 27440 w 84103"/>
                  <a:gd name="connsiteY4" fmla="*/ 335150 h 335149"/>
                  <a:gd name="connsiteX5" fmla="*/ 54880 w 84103"/>
                  <a:gd name="connsiteY5" fmla="*/ 307710 h 335149"/>
                  <a:gd name="connsiteX6" fmla="*/ 54880 w 84103"/>
                  <a:gd name="connsiteY6" fmla="*/ 171775 h 335149"/>
                  <a:gd name="connsiteX7" fmla="*/ 81936 w 84103"/>
                  <a:gd name="connsiteY7" fmla="*/ 38132 h 335149"/>
                  <a:gd name="connsiteX8" fmla="*/ 67355 w 84103"/>
                  <a:gd name="connsiteY8" fmla="*/ 2196 h 335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84103" h="335149">
                    <a:moveTo>
                      <a:pt x="67355" y="2201"/>
                    </a:moveTo>
                    <a:cubicBezTo>
                      <a:pt x="53425" y="-3731"/>
                      <a:pt x="37352" y="2736"/>
                      <a:pt x="31381" y="16705"/>
                    </a:cubicBezTo>
                    <a:cubicBezTo>
                      <a:pt x="10524" y="65844"/>
                      <a:pt x="0" y="118008"/>
                      <a:pt x="0" y="171775"/>
                    </a:cubicBezTo>
                    <a:lnTo>
                      <a:pt x="0" y="307710"/>
                    </a:lnTo>
                    <a:cubicBezTo>
                      <a:pt x="0" y="322865"/>
                      <a:pt x="12285" y="335150"/>
                      <a:pt x="27440" y="335150"/>
                    </a:cubicBezTo>
                    <a:cubicBezTo>
                      <a:pt x="42595" y="335150"/>
                      <a:pt x="54880" y="322865"/>
                      <a:pt x="54880" y="307710"/>
                    </a:cubicBezTo>
                    <a:lnTo>
                      <a:pt x="54880" y="171775"/>
                    </a:lnTo>
                    <a:cubicBezTo>
                      <a:pt x="54880" y="125429"/>
                      <a:pt x="63988" y="80462"/>
                      <a:pt x="81936" y="38132"/>
                    </a:cubicBezTo>
                    <a:cubicBezTo>
                      <a:pt x="87830" y="24239"/>
                      <a:pt x="81286" y="8090"/>
                      <a:pt x="67355" y="2196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9" name="Freeform: Shape 41">
                <a:extLst>
                  <a:ext uri="{FF2B5EF4-FFF2-40B4-BE49-F238E27FC236}">
                    <a16:creationId xmlns:a16="http://schemas.microsoft.com/office/drawing/2014/main" id="{0A5EADF6-2666-AE25-7181-885567A52C2C}"/>
                  </a:ext>
                </a:extLst>
              </p:cNvPr>
              <p:cNvSpPr/>
              <p:nvPr/>
            </p:nvSpPr>
            <p:spPr>
              <a:xfrm>
                <a:off x="2049418" y="12553342"/>
                <a:ext cx="507026" cy="143169"/>
              </a:xfrm>
              <a:custGeom>
                <a:avLst/>
                <a:gdLst>
                  <a:gd name="connsiteX0" fmla="*/ 479586 w 507026"/>
                  <a:gd name="connsiteY0" fmla="*/ 1 h 143169"/>
                  <a:gd name="connsiteX1" fmla="*/ 267341 w 507026"/>
                  <a:gd name="connsiteY1" fmla="*/ 1 h 143169"/>
                  <a:gd name="connsiteX2" fmla="*/ 9666 w 507026"/>
                  <a:gd name="connsiteY2" fmla="*/ 94834 h 143169"/>
                  <a:gd name="connsiteX3" fmla="*/ 6528 w 507026"/>
                  <a:gd name="connsiteY3" fmla="*/ 133525 h 143169"/>
                  <a:gd name="connsiteX4" fmla="*/ 27424 w 507026"/>
                  <a:gd name="connsiteY4" fmla="*/ 143169 h 143169"/>
                  <a:gd name="connsiteX5" fmla="*/ 45181 w 507026"/>
                  <a:gd name="connsiteY5" fmla="*/ 136625 h 143169"/>
                  <a:gd name="connsiteX6" fmla="*/ 267341 w 507026"/>
                  <a:gd name="connsiteY6" fmla="*/ 54880 h 143169"/>
                  <a:gd name="connsiteX7" fmla="*/ 479586 w 507026"/>
                  <a:gd name="connsiteY7" fmla="*/ 54880 h 143169"/>
                  <a:gd name="connsiteX8" fmla="*/ 507026 w 507026"/>
                  <a:gd name="connsiteY8" fmla="*/ 27440 h 143169"/>
                  <a:gd name="connsiteX9" fmla="*/ 479586 w 507026"/>
                  <a:gd name="connsiteY9" fmla="*/ 0 h 1431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07026" h="143169">
                    <a:moveTo>
                      <a:pt x="479586" y="1"/>
                    </a:moveTo>
                    <a:lnTo>
                      <a:pt x="267341" y="1"/>
                    </a:lnTo>
                    <a:cubicBezTo>
                      <a:pt x="173082" y="1"/>
                      <a:pt x="81577" y="33717"/>
                      <a:pt x="9666" y="94834"/>
                    </a:cubicBezTo>
                    <a:cubicBezTo>
                      <a:pt x="-1891" y="104632"/>
                      <a:pt x="-3269" y="121929"/>
                      <a:pt x="6528" y="133525"/>
                    </a:cubicBezTo>
                    <a:cubicBezTo>
                      <a:pt x="11963" y="139916"/>
                      <a:pt x="19694" y="143169"/>
                      <a:pt x="27424" y="143169"/>
                    </a:cubicBezTo>
                    <a:cubicBezTo>
                      <a:pt x="33738" y="143169"/>
                      <a:pt x="40053" y="141026"/>
                      <a:pt x="45181" y="136625"/>
                    </a:cubicBezTo>
                    <a:cubicBezTo>
                      <a:pt x="107178" y="83889"/>
                      <a:pt x="186054" y="54880"/>
                      <a:pt x="267341" y="54880"/>
                    </a:cubicBezTo>
                    <a:lnTo>
                      <a:pt x="479586" y="54880"/>
                    </a:lnTo>
                    <a:cubicBezTo>
                      <a:pt x="494742" y="54880"/>
                      <a:pt x="507026" y="42595"/>
                      <a:pt x="507026" y="27440"/>
                    </a:cubicBezTo>
                    <a:cubicBezTo>
                      <a:pt x="507026" y="12285"/>
                      <a:pt x="494742" y="0"/>
                      <a:pt x="479586" y="0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0" name="Freeform: Shape 42">
                <a:extLst>
                  <a:ext uri="{FF2B5EF4-FFF2-40B4-BE49-F238E27FC236}">
                    <a16:creationId xmlns:a16="http://schemas.microsoft.com/office/drawing/2014/main" id="{0753972C-8576-C831-6A3C-93A59E4B442F}"/>
                  </a:ext>
                </a:extLst>
              </p:cNvPr>
              <p:cNvSpPr/>
              <p:nvPr/>
            </p:nvSpPr>
            <p:spPr>
              <a:xfrm>
                <a:off x="4563757" y="13180066"/>
                <a:ext cx="109759" cy="325796"/>
              </a:xfrm>
              <a:custGeom>
                <a:avLst/>
                <a:gdLst>
                  <a:gd name="connsiteX0" fmla="*/ 54880 w 109759"/>
                  <a:gd name="connsiteY0" fmla="*/ 0 h 325796"/>
                  <a:gd name="connsiteX1" fmla="*/ 0 w 109759"/>
                  <a:gd name="connsiteY1" fmla="*/ 54880 h 325796"/>
                  <a:gd name="connsiteX2" fmla="*/ 0 w 109759"/>
                  <a:gd name="connsiteY2" fmla="*/ 270917 h 325796"/>
                  <a:gd name="connsiteX3" fmla="*/ 54880 w 109759"/>
                  <a:gd name="connsiteY3" fmla="*/ 325796 h 325796"/>
                  <a:gd name="connsiteX4" fmla="*/ 109759 w 109759"/>
                  <a:gd name="connsiteY4" fmla="*/ 270917 h 325796"/>
                  <a:gd name="connsiteX5" fmla="*/ 109759 w 109759"/>
                  <a:gd name="connsiteY5" fmla="*/ 54880 h 325796"/>
                  <a:gd name="connsiteX6" fmla="*/ 54880 w 109759"/>
                  <a:gd name="connsiteY6" fmla="*/ 0 h 3257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09759" h="325796">
                    <a:moveTo>
                      <a:pt x="54880" y="0"/>
                    </a:moveTo>
                    <a:cubicBezTo>
                      <a:pt x="24569" y="0"/>
                      <a:pt x="0" y="24531"/>
                      <a:pt x="0" y="54880"/>
                    </a:cubicBezTo>
                    <a:lnTo>
                      <a:pt x="0" y="270917"/>
                    </a:lnTo>
                    <a:cubicBezTo>
                      <a:pt x="0" y="301227"/>
                      <a:pt x="24569" y="325796"/>
                      <a:pt x="54880" y="325796"/>
                    </a:cubicBezTo>
                    <a:cubicBezTo>
                      <a:pt x="85190" y="325796"/>
                      <a:pt x="109759" y="301265"/>
                      <a:pt x="109759" y="270917"/>
                    </a:cubicBezTo>
                    <a:lnTo>
                      <a:pt x="109759" y="54880"/>
                    </a:lnTo>
                    <a:cubicBezTo>
                      <a:pt x="109721" y="24531"/>
                      <a:pt x="85190" y="0"/>
                      <a:pt x="54880" y="0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1" name="Freeform: Shape 43">
                <a:extLst>
                  <a:ext uri="{FF2B5EF4-FFF2-40B4-BE49-F238E27FC236}">
                    <a16:creationId xmlns:a16="http://schemas.microsoft.com/office/drawing/2014/main" id="{AD3DB8B3-5FE4-F509-D412-CADBD7D9C89D}"/>
                  </a:ext>
                </a:extLst>
              </p:cNvPr>
              <p:cNvSpPr/>
              <p:nvPr/>
            </p:nvSpPr>
            <p:spPr>
              <a:xfrm>
                <a:off x="910490" y="8665920"/>
                <a:ext cx="5037871" cy="3839364"/>
              </a:xfrm>
              <a:custGeom>
                <a:avLst/>
                <a:gdLst>
                  <a:gd name="connsiteX0" fmla="*/ 3935 w 5037871"/>
                  <a:gd name="connsiteY0" fmla="*/ 3621137 h 3839364"/>
                  <a:gd name="connsiteX1" fmla="*/ 34513 w 5037871"/>
                  <a:gd name="connsiteY1" fmla="*/ 3692434 h 3839364"/>
                  <a:gd name="connsiteX2" fmla="*/ 343201 w 5037871"/>
                  <a:gd name="connsiteY2" fmla="*/ 3815897 h 3839364"/>
                  <a:gd name="connsiteX3" fmla="*/ 410251 w 5037871"/>
                  <a:gd name="connsiteY3" fmla="*/ 3793777 h 3839364"/>
                  <a:gd name="connsiteX4" fmla="*/ 586139 w 5037871"/>
                  <a:gd name="connsiteY4" fmla="*/ 3508778 h 3839364"/>
                  <a:gd name="connsiteX5" fmla="*/ 568267 w 5037871"/>
                  <a:gd name="connsiteY5" fmla="*/ 3433272 h 3839364"/>
                  <a:gd name="connsiteX6" fmla="*/ 492761 w 5037871"/>
                  <a:gd name="connsiteY6" fmla="*/ 3451105 h 3839364"/>
                  <a:gd name="connsiteX7" fmla="*/ 374196 w 5037871"/>
                  <a:gd name="connsiteY7" fmla="*/ 3643257 h 3839364"/>
                  <a:gd name="connsiteX8" fmla="*/ 198190 w 5037871"/>
                  <a:gd name="connsiteY8" fmla="*/ 2757115 h 3839364"/>
                  <a:gd name="connsiteX9" fmla="*/ 2134595 w 5037871"/>
                  <a:gd name="connsiteY9" fmla="*/ 469874 h 3839364"/>
                  <a:gd name="connsiteX10" fmla="*/ 2506887 w 5037871"/>
                  <a:gd name="connsiteY10" fmla="*/ 764366 h 3839364"/>
                  <a:gd name="connsiteX11" fmla="*/ 2879404 w 5037871"/>
                  <a:gd name="connsiteY11" fmla="*/ 466396 h 3839364"/>
                  <a:gd name="connsiteX12" fmla="*/ 4838538 w 5037871"/>
                  <a:gd name="connsiteY12" fmla="*/ 2757164 h 3839364"/>
                  <a:gd name="connsiteX13" fmla="*/ 4652696 w 5037871"/>
                  <a:gd name="connsiteY13" fmla="*/ 3667191 h 3839364"/>
                  <a:gd name="connsiteX14" fmla="*/ 4531417 w 5037871"/>
                  <a:gd name="connsiteY14" fmla="*/ 3470641 h 3839364"/>
                  <a:gd name="connsiteX15" fmla="*/ 4455911 w 5037871"/>
                  <a:gd name="connsiteY15" fmla="*/ 3452807 h 3839364"/>
                  <a:gd name="connsiteX16" fmla="*/ 4438039 w 5037871"/>
                  <a:gd name="connsiteY16" fmla="*/ 3528314 h 3839364"/>
                  <a:gd name="connsiteX17" fmla="*/ 4613927 w 5037871"/>
                  <a:gd name="connsiteY17" fmla="*/ 3813313 h 3839364"/>
                  <a:gd name="connsiteX18" fmla="*/ 4682813 w 5037871"/>
                  <a:gd name="connsiteY18" fmla="*/ 3834706 h 3839364"/>
                  <a:gd name="connsiteX19" fmla="*/ 5005197 w 5037871"/>
                  <a:gd name="connsiteY19" fmla="*/ 3692226 h 3839364"/>
                  <a:gd name="connsiteX20" fmla="*/ 5033173 w 5037871"/>
                  <a:gd name="connsiteY20" fmla="*/ 3619857 h 3839364"/>
                  <a:gd name="connsiteX21" fmla="*/ 4960805 w 5037871"/>
                  <a:gd name="connsiteY21" fmla="*/ 3591843 h 3839364"/>
                  <a:gd name="connsiteX22" fmla="*/ 4768271 w 5037871"/>
                  <a:gd name="connsiteY22" fmla="*/ 3676956 h 3839364"/>
                  <a:gd name="connsiteX23" fmla="*/ 4948254 w 5037871"/>
                  <a:gd name="connsiteY23" fmla="*/ 2757210 h 3839364"/>
                  <a:gd name="connsiteX24" fmla="*/ 2887719 w 5037871"/>
                  <a:gd name="connsiteY24" fmla="*/ 356714 h 3839364"/>
                  <a:gd name="connsiteX25" fmla="*/ 2506816 w 5037871"/>
                  <a:gd name="connsiteY25" fmla="*/ 0 h 3839364"/>
                  <a:gd name="connsiteX26" fmla="*/ 2125031 w 5037871"/>
                  <a:gd name="connsiteY26" fmla="*/ 360505 h 3839364"/>
                  <a:gd name="connsiteX27" fmla="*/ 88401 w 5037871"/>
                  <a:gd name="connsiteY27" fmla="*/ 2757279 h 3839364"/>
                  <a:gd name="connsiteX28" fmla="*/ 264554 w 5037871"/>
                  <a:gd name="connsiteY28" fmla="*/ 3666463 h 3839364"/>
                  <a:gd name="connsiteX29" fmla="*/ 75155 w 5037871"/>
                  <a:gd name="connsiteY29" fmla="*/ 3590688 h 3839364"/>
                  <a:gd name="connsiteX30" fmla="*/ 3859 w 5037871"/>
                  <a:gd name="connsiteY30" fmla="*/ 3621266 h 3839364"/>
                  <a:gd name="connsiteX31" fmla="*/ 2506909 w 5037871"/>
                  <a:gd name="connsiteY31" fmla="*/ 109645 h 3839364"/>
                  <a:gd name="connsiteX32" fmla="*/ 2779387 w 5037871"/>
                  <a:gd name="connsiteY32" fmla="*/ 382123 h 3839364"/>
                  <a:gd name="connsiteX33" fmla="*/ 2506909 w 5037871"/>
                  <a:gd name="connsiteY33" fmla="*/ 654601 h 3839364"/>
                  <a:gd name="connsiteX34" fmla="*/ 2233775 w 5037871"/>
                  <a:gd name="connsiteY34" fmla="*/ 382123 h 3839364"/>
                  <a:gd name="connsiteX35" fmla="*/ 2506909 w 5037871"/>
                  <a:gd name="connsiteY35" fmla="*/ 109645 h 38393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5037871" h="3839364">
                    <a:moveTo>
                      <a:pt x="3935" y="3621137"/>
                    </a:moveTo>
                    <a:cubicBezTo>
                      <a:pt x="-7316" y="3649265"/>
                      <a:pt x="6384" y="3681183"/>
                      <a:pt x="34513" y="3692434"/>
                    </a:cubicBezTo>
                    <a:lnTo>
                      <a:pt x="343201" y="3815897"/>
                    </a:lnTo>
                    <a:cubicBezTo>
                      <a:pt x="368498" y="3825885"/>
                      <a:pt x="396473" y="3816089"/>
                      <a:pt x="410251" y="3793777"/>
                    </a:cubicBezTo>
                    <a:lnTo>
                      <a:pt x="586139" y="3508778"/>
                    </a:lnTo>
                    <a:cubicBezTo>
                      <a:pt x="602060" y="3483022"/>
                      <a:pt x="594023" y="3449192"/>
                      <a:pt x="568267" y="3433272"/>
                    </a:cubicBezTo>
                    <a:cubicBezTo>
                      <a:pt x="542435" y="3417237"/>
                      <a:pt x="508643" y="3425388"/>
                      <a:pt x="492761" y="3451105"/>
                    </a:cubicBezTo>
                    <a:lnTo>
                      <a:pt x="374196" y="3643257"/>
                    </a:lnTo>
                    <a:cubicBezTo>
                      <a:pt x="257776" y="3362618"/>
                      <a:pt x="198190" y="3065108"/>
                      <a:pt x="198190" y="2757115"/>
                    </a:cubicBezTo>
                    <a:cubicBezTo>
                      <a:pt x="198190" y="1608596"/>
                      <a:pt x="1037413" y="653374"/>
                      <a:pt x="2134595" y="469874"/>
                    </a:cubicBezTo>
                    <a:cubicBezTo>
                      <a:pt x="2174473" y="638414"/>
                      <a:pt x="2326022" y="764366"/>
                      <a:pt x="2506887" y="764366"/>
                    </a:cubicBezTo>
                    <a:cubicBezTo>
                      <a:pt x="2688673" y="764366"/>
                      <a:pt x="2840910" y="636739"/>
                      <a:pt x="2879404" y="466396"/>
                    </a:cubicBezTo>
                    <a:cubicBezTo>
                      <a:pt x="3987656" y="640491"/>
                      <a:pt x="4838538" y="1600807"/>
                      <a:pt x="4838538" y="2757164"/>
                    </a:cubicBezTo>
                    <a:cubicBezTo>
                      <a:pt x="4838538" y="3073582"/>
                      <a:pt x="4775584" y="3379126"/>
                      <a:pt x="4652696" y="3667191"/>
                    </a:cubicBezTo>
                    <a:lnTo>
                      <a:pt x="4531417" y="3470641"/>
                    </a:lnTo>
                    <a:cubicBezTo>
                      <a:pt x="4515497" y="3444923"/>
                      <a:pt x="4481743" y="3436772"/>
                      <a:pt x="4455911" y="3452807"/>
                    </a:cubicBezTo>
                    <a:cubicBezTo>
                      <a:pt x="4430155" y="3468728"/>
                      <a:pt x="4422118" y="3502520"/>
                      <a:pt x="4438039" y="3528314"/>
                    </a:cubicBezTo>
                    <a:lnTo>
                      <a:pt x="4613927" y="3813313"/>
                    </a:lnTo>
                    <a:cubicBezTo>
                      <a:pt x="4628432" y="3836734"/>
                      <a:pt x="4657861" y="3845689"/>
                      <a:pt x="4682813" y="3834706"/>
                    </a:cubicBezTo>
                    <a:lnTo>
                      <a:pt x="5005197" y="3692226"/>
                    </a:lnTo>
                    <a:cubicBezTo>
                      <a:pt x="5032905" y="3679941"/>
                      <a:pt x="5045420" y="3647526"/>
                      <a:pt x="5033173" y="3619857"/>
                    </a:cubicBezTo>
                    <a:cubicBezTo>
                      <a:pt x="5020889" y="3592112"/>
                      <a:pt x="4988397" y="3579673"/>
                      <a:pt x="4960805" y="3591843"/>
                    </a:cubicBezTo>
                    <a:lnTo>
                      <a:pt x="4768271" y="3676956"/>
                    </a:lnTo>
                    <a:cubicBezTo>
                      <a:pt x="4887747" y="3385070"/>
                      <a:pt x="4948254" y="3076303"/>
                      <a:pt x="4948254" y="2757210"/>
                    </a:cubicBezTo>
                    <a:cubicBezTo>
                      <a:pt x="4948254" y="1543050"/>
                      <a:pt x="4052737" y="535316"/>
                      <a:pt x="2887719" y="356714"/>
                    </a:cubicBezTo>
                    <a:cubicBezTo>
                      <a:pt x="2874516" y="157822"/>
                      <a:pt x="2708961" y="0"/>
                      <a:pt x="2506816" y="0"/>
                    </a:cubicBezTo>
                    <a:cubicBezTo>
                      <a:pt x="2303026" y="0"/>
                      <a:pt x="2136435" y="159850"/>
                      <a:pt x="2125031" y="360505"/>
                    </a:cubicBezTo>
                    <a:cubicBezTo>
                      <a:pt x="971810" y="549101"/>
                      <a:pt x="88401" y="1551348"/>
                      <a:pt x="88401" y="2757279"/>
                    </a:cubicBezTo>
                    <a:cubicBezTo>
                      <a:pt x="88401" y="3072854"/>
                      <a:pt x="147796" y="3378055"/>
                      <a:pt x="264554" y="3666463"/>
                    </a:cubicBezTo>
                    <a:lnTo>
                      <a:pt x="75155" y="3590688"/>
                    </a:lnTo>
                    <a:cubicBezTo>
                      <a:pt x="47027" y="3579245"/>
                      <a:pt x="15110" y="3593061"/>
                      <a:pt x="3859" y="3621266"/>
                    </a:cubicBezTo>
                    <a:close/>
                    <a:moveTo>
                      <a:pt x="2506909" y="109645"/>
                    </a:moveTo>
                    <a:cubicBezTo>
                      <a:pt x="2657158" y="109645"/>
                      <a:pt x="2779387" y="231913"/>
                      <a:pt x="2779387" y="382123"/>
                    </a:cubicBezTo>
                    <a:cubicBezTo>
                      <a:pt x="2779387" y="532372"/>
                      <a:pt x="2657148" y="654601"/>
                      <a:pt x="2506909" y="654601"/>
                    </a:cubicBezTo>
                    <a:cubicBezTo>
                      <a:pt x="2356317" y="654601"/>
                      <a:pt x="2233775" y="532333"/>
                      <a:pt x="2233775" y="382123"/>
                    </a:cubicBezTo>
                    <a:cubicBezTo>
                      <a:pt x="2233775" y="231913"/>
                      <a:pt x="2356317" y="109645"/>
                      <a:pt x="2506909" y="109645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2" name="Freeform: Shape 44">
                <a:extLst>
                  <a:ext uri="{FF2B5EF4-FFF2-40B4-BE49-F238E27FC236}">
                    <a16:creationId xmlns:a16="http://schemas.microsoft.com/office/drawing/2014/main" id="{D1ECB828-2A9B-9ACC-099C-C34C36426441}"/>
                  </a:ext>
                </a:extLst>
              </p:cNvPr>
              <p:cNvSpPr/>
              <p:nvPr/>
            </p:nvSpPr>
            <p:spPr>
              <a:xfrm>
                <a:off x="2691168" y="10046784"/>
                <a:ext cx="270534" cy="350771"/>
              </a:xfrm>
              <a:custGeom>
                <a:avLst/>
                <a:gdLst>
                  <a:gd name="connsiteX0" fmla="*/ 257350 w 270534"/>
                  <a:gd name="connsiteY0" fmla="*/ 50807 h 350771"/>
                  <a:gd name="connsiteX1" fmla="*/ 266534 w 270534"/>
                  <a:gd name="connsiteY1" fmla="*/ 13149 h 350771"/>
                  <a:gd name="connsiteX2" fmla="*/ 228838 w 270534"/>
                  <a:gd name="connsiteY2" fmla="*/ 4002 h 350771"/>
                  <a:gd name="connsiteX3" fmla="*/ 790 w 270534"/>
                  <a:gd name="connsiteY3" fmla="*/ 316864 h 350771"/>
                  <a:gd name="connsiteX4" fmla="*/ 20958 w 270534"/>
                  <a:gd name="connsiteY4" fmla="*/ 349968 h 350771"/>
                  <a:gd name="connsiteX5" fmla="*/ 27464 w 270534"/>
                  <a:gd name="connsiteY5" fmla="*/ 350772 h 350771"/>
                  <a:gd name="connsiteX6" fmla="*/ 54100 w 270534"/>
                  <a:gd name="connsiteY6" fmla="*/ 329838 h 350771"/>
                  <a:gd name="connsiteX7" fmla="*/ 257352 w 270534"/>
                  <a:gd name="connsiteY7" fmla="*/ 50815 h 3507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70534" h="350771">
                    <a:moveTo>
                      <a:pt x="257350" y="50807"/>
                    </a:moveTo>
                    <a:cubicBezTo>
                      <a:pt x="270285" y="42924"/>
                      <a:pt x="274418" y="26047"/>
                      <a:pt x="266534" y="13149"/>
                    </a:cubicBezTo>
                    <a:cubicBezTo>
                      <a:pt x="258689" y="252"/>
                      <a:pt x="241812" y="-3882"/>
                      <a:pt x="228838" y="4002"/>
                    </a:cubicBezTo>
                    <a:cubicBezTo>
                      <a:pt x="122980" y="68334"/>
                      <a:pt x="42496" y="145561"/>
                      <a:pt x="790" y="316864"/>
                    </a:cubicBezTo>
                    <a:cubicBezTo>
                      <a:pt x="-2808" y="331598"/>
                      <a:pt x="6224" y="346447"/>
                      <a:pt x="20958" y="349968"/>
                    </a:cubicBezTo>
                    <a:cubicBezTo>
                      <a:pt x="23140" y="350504"/>
                      <a:pt x="25321" y="350772"/>
                      <a:pt x="27464" y="350772"/>
                    </a:cubicBezTo>
                    <a:cubicBezTo>
                      <a:pt x="39825" y="350772"/>
                      <a:pt x="51038" y="342352"/>
                      <a:pt x="54100" y="329838"/>
                    </a:cubicBezTo>
                    <a:cubicBezTo>
                      <a:pt x="90840" y="178903"/>
                      <a:pt x="158842" y="110784"/>
                      <a:pt x="257352" y="50815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3" name="Freeform: Shape 45">
                <a:extLst>
                  <a:ext uri="{FF2B5EF4-FFF2-40B4-BE49-F238E27FC236}">
                    <a16:creationId xmlns:a16="http://schemas.microsoft.com/office/drawing/2014/main" id="{329C9F99-9F00-826C-5553-DAAB74B00B97}"/>
                  </a:ext>
                </a:extLst>
              </p:cNvPr>
              <p:cNvSpPr/>
              <p:nvPr/>
            </p:nvSpPr>
            <p:spPr>
              <a:xfrm>
                <a:off x="3030211" y="9924805"/>
                <a:ext cx="245448" cy="97054"/>
              </a:xfrm>
              <a:custGeom>
                <a:avLst/>
                <a:gdLst>
                  <a:gd name="connsiteX0" fmla="*/ 27447 w 245448"/>
                  <a:gd name="connsiteY0" fmla="*/ 97055 h 97054"/>
                  <a:gd name="connsiteX1" fmla="*/ 37014 w 245448"/>
                  <a:gd name="connsiteY1" fmla="*/ 95333 h 97054"/>
                  <a:gd name="connsiteX2" fmla="*/ 219790 w 245448"/>
                  <a:gd name="connsiteY2" fmla="*/ 55034 h 97054"/>
                  <a:gd name="connsiteX3" fmla="*/ 245393 w 245448"/>
                  <a:gd name="connsiteY3" fmla="*/ 25872 h 97054"/>
                  <a:gd name="connsiteX4" fmla="*/ 216231 w 245448"/>
                  <a:gd name="connsiteY4" fmla="*/ 269 h 97054"/>
                  <a:gd name="connsiteX5" fmla="*/ 17878 w 245448"/>
                  <a:gd name="connsiteY5" fmla="*/ 43896 h 97054"/>
                  <a:gd name="connsiteX6" fmla="*/ 1728 w 245448"/>
                  <a:gd name="connsiteY6" fmla="*/ 79220 h 97054"/>
                  <a:gd name="connsiteX7" fmla="*/ 27445 w 245448"/>
                  <a:gd name="connsiteY7" fmla="*/ 97054 h 97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45448" h="97054">
                    <a:moveTo>
                      <a:pt x="27447" y="97055"/>
                    </a:moveTo>
                    <a:cubicBezTo>
                      <a:pt x="30623" y="97055"/>
                      <a:pt x="33838" y="96519"/>
                      <a:pt x="37014" y="95333"/>
                    </a:cubicBezTo>
                    <a:cubicBezTo>
                      <a:pt x="98552" y="72409"/>
                      <a:pt x="160018" y="58861"/>
                      <a:pt x="219790" y="55034"/>
                    </a:cubicBezTo>
                    <a:cubicBezTo>
                      <a:pt x="234907" y="54077"/>
                      <a:pt x="246349" y="40989"/>
                      <a:pt x="245393" y="25872"/>
                    </a:cubicBezTo>
                    <a:cubicBezTo>
                      <a:pt x="244398" y="10716"/>
                      <a:pt x="231807" y="-2028"/>
                      <a:pt x="216231" y="269"/>
                    </a:cubicBezTo>
                    <a:cubicBezTo>
                      <a:pt x="151133" y="4440"/>
                      <a:pt x="84390" y="19136"/>
                      <a:pt x="17878" y="43896"/>
                    </a:cubicBezTo>
                    <a:cubicBezTo>
                      <a:pt x="3679" y="49216"/>
                      <a:pt x="-3554" y="65021"/>
                      <a:pt x="1728" y="79220"/>
                    </a:cubicBezTo>
                    <a:cubicBezTo>
                      <a:pt x="5861" y="90242"/>
                      <a:pt x="16347" y="97054"/>
                      <a:pt x="27445" y="97054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</p:grpSp>
      <p:sp>
        <p:nvSpPr>
          <p:cNvPr id="74" name="TextBox 73">
            <a:extLst>
              <a:ext uri="{FF2B5EF4-FFF2-40B4-BE49-F238E27FC236}">
                <a16:creationId xmlns:a16="http://schemas.microsoft.com/office/drawing/2014/main" id="{373A7F33-3B19-ED97-91BB-B15B714680CC}"/>
              </a:ext>
            </a:extLst>
          </p:cNvPr>
          <p:cNvSpPr txBox="1"/>
          <p:nvPr/>
        </p:nvSpPr>
        <p:spPr>
          <a:xfrm>
            <a:off x="360000" y="2594251"/>
            <a:ext cx="3564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IN" sz="1600" b="1" i="0" u="none" strike="noStrike" baseline="0">
                <a:solidFill>
                  <a:schemeClr val="accent2"/>
                </a:solidFill>
                <a:latin typeface="+mj-lt"/>
              </a:rPr>
              <a:t>CLIENTS</a:t>
            </a:r>
            <a:endParaRPr lang="en-US" sz="1600" b="0" i="0" u="none" strike="noStrike" baseline="0">
              <a:solidFill>
                <a:schemeClr val="accent2"/>
              </a:solidFill>
              <a:latin typeface="+mj-lt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02A3ED4-120F-6D68-52A5-2C482C2330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907448" y="2916545"/>
            <a:ext cx="469105" cy="0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ABF20562-C8B0-4D72-A51E-EEB7E5722BC9}"/>
              </a:ext>
            </a:extLst>
          </p:cNvPr>
          <p:cNvSpPr txBox="1"/>
          <p:nvPr/>
        </p:nvSpPr>
        <p:spPr>
          <a:xfrm>
            <a:off x="360000" y="3019491"/>
            <a:ext cx="3564000" cy="1767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180000" indent="-18000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200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 b="1" err="1"/>
              <a:t>Eskalera</a:t>
            </a:r>
            <a:r>
              <a:rPr lang="en-US"/>
              <a:t> enables large and medium sized companies to transform their HR operations by improving employee engagement, productivity, and growth</a:t>
            </a:r>
          </a:p>
          <a:p>
            <a:endParaRPr lang="en-US"/>
          </a:p>
          <a:p>
            <a:r>
              <a:rPr lang="en-US" b="1" err="1"/>
              <a:t>Racloopis</a:t>
            </a:r>
            <a:r>
              <a:rPr lang="en-US"/>
              <a:t> B2B aggregation platform that enables pharmacies and distributor to perform ecommerce transactions. </a:t>
            </a:r>
          </a:p>
        </p:txBody>
      </p:sp>
      <p:cxnSp>
        <p:nvCxnSpPr>
          <p:cNvPr id="14" name="Straight Connector 13" descr="Line dividing Clients and Tasks information in this slide">
            <a:extLst>
              <a:ext uri="{FF2B5EF4-FFF2-40B4-BE49-F238E27FC236}">
                <a16:creationId xmlns:a16="http://schemas.microsoft.com/office/drawing/2014/main" id="{52B3828F-6C10-5FD3-BA5C-26699251BA1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>
            <a:cxnSpLocks/>
          </p:cNvCxnSpPr>
          <p:nvPr/>
        </p:nvCxnSpPr>
        <p:spPr>
          <a:xfrm flipV="1">
            <a:off x="4133412" y="3019491"/>
            <a:ext cx="0" cy="2419445"/>
          </a:xfrm>
          <a:prstGeom prst="line">
            <a:avLst/>
          </a:prstGeom>
          <a:ln>
            <a:gradFill>
              <a:gsLst>
                <a:gs pos="0">
                  <a:schemeClr val="bg1"/>
                </a:gs>
                <a:gs pos="87000">
                  <a:schemeClr val="bg1">
                    <a:lumMod val="7500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8" name="Group 77">
            <a:extLst>
              <a:ext uri="{FF2B5EF4-FFF2-40B4-BE49-F238E27FC236}">
                <a16:creationId xmlns:a16="http://schemas.microsoft.com/office/drawing/2014/main" id="{8A7F8397-E884-22A9-FA68-6C91B29AFA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729525" y="1737073"/>
            <a:ext cx="732950" cy="732950"/>
            <a:chOff x="5729525" y="1737073"/>
            <a:chExt cx="732950" cy="732950"/>
          </a:xfrm>
        </p:grpSpPr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30F4CE27-8221-BC82-5FBD-F91F429944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729525" y="1737073"/>
              <a:ext cx="732950" cy="732950"/>
            </a:xfrm>
            <a:prstGeom prst="ellipse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C0691BB-6425-7CDD-086B-974FD72171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5892010" y="1899558"/>
              <a:ext cx="407980" cy="407980"/>
              <a:chOff x="-8207301" y="2232815"/>
              <a:chExt cx="5314950" cy="5314950"/>
            </a:xfrm>
            <a:solidFill>
              <a:schemeClr val="bg1"/>
            </a:solidFill>
          </p:grpSpPr>
          <p:sp>
            <p:nvSpPr>
              <p:cNvPr id="81" name="Freeform: Shape 87">
                <a:extLst>
                  <a:ext uri="{FF2B5EF4-FFF2-40B4-BE49-F238E27FC236}">
                    <a16:creationId xmlns:a16="http://schemas.microsoft.com/office/drawing/2014/main" id="{B6EAFF5B-0C9C-AD43-1DCE-4FF5FACA759B}"/>
                  </a:ext>
                </a:extLst>
              </p:cNvPr>
              <p:cNvSpPr/>
              <p:nvPr/>
            </p:nvSpPr>
            <p:spPr>
              <a:xfrm>
                <a:off x="-6235626" y="4204490"/>
                <a:ext cx="1371600" cy="1371600"/>
              </a:xfrm>
              <a:custGeom>
                <a:avLst/>
                <a:gdLst>
                  <a:gd name="connsiteX0" fmla="*/ 685800 w 1371600"/>
                  <a:gd name="connsiteY0" fmla="*/ 1371600 h 1371600"/>
                  <a:gd name="connsiteX1" fmla="*/ 1371600 w 1371600"/>
                  <a:gd name="connsiteY1" fmla="*/ 685800 h 1371600"/>
                  <a:gd name="connsiteX2" fmla="*/ 685800 w 1371600"/>
                  <a:gd name="connsiteY2" fmla="*/ 0 h 1371600"/>
                  <a:gd name="connsiteX3" fmla="*/ 0 w 1371600"/>
                  <a:gd name="connsiteY3" fmla="*/ 685800 h 1371600"/>
                  <a:gd name="connsiteX4" fmla="*/ 685800 w 1371600"/>
                  <a:gd name="connsiteY4" fmla="*/ 1371600 h 1371600"/>
                  <a:gd name="connsiteX5" fmla="*/ 685800 w 1371600"/>
                  <a:gd name="connsiteY5" fmla="*/ 171450 h 1371600"/>
                  <a:gd name="connsiteX6" fmla="*/ 1200150 w 1371600"/>
                  <a:gd name="connsiteY6" fmla="*/ 685800 h 1371600"/>
                  <a:gd name="connsiteX7" fmla="*/ 685800 w 1371600"/>
                  <a:gd name="connsiteY7" fmla="*/ 1200150 h 1371600"/>
                  <a:gd name="connsiteX8" fmla="*/ 171450 w 1371600"/>
                  <a:gd name="connsiteY8" fmla="*/ 685800 h 1371600"/>
                  <a:gd name="connsiteX9" fmla="*/ 685800 w 1371600"/>
                  <a:gd name="connsiteY9" fmla="*/ 171450 h 1371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71600" h="1371600">
                    <a:moveTo>
                      <a:pt x="685800" y="1371600"/>
                    </a:moveTo>
                    <a:cubicBezTo>
                      <a:pt x="1063950" y="1371600"/>
                      <a:pt x="1371600" y="1063950"/>
                      <a:pt x="1371600" y="685800"/>
                    </a:cubicBezTo>
                    <a:cubicBezTo>
                      <a:pt x="1371600" y="307650"/>
                      <a:pt x="1063950" y="0"/>
                      <a:pt x="685800" y="0"/>
                    </a:cubicBezTo>
                    <a:cubicBezTo>
                      <a:pt x="307650" y="0"/>
                      <a:pt x="0" y="307650"/>
                      <a:pt x="0" y="685800"/>
                    </a:cubicBezTo>
                    <a:cubicBezTo>
                      <a:pt x="0" y="1063950"/>
                      <a:pt x="307650" y="1371600"/>
                      <a:pt x="685800" y="1371600"/>
                    </a:cubicBezTo>
                    <a:close/>
                    <a:moveTo>
                      <a:pt x="685800" y="171450"/>
                    </a:moveTo>
                    <a:cubicBezTo>
                      <a:pt x="969457" y="171450"/>
                      <a:pt x="1200150" y="402143"/>
                      <a:pt x="1200150" y="685800"/>
                    </a:cubicBezTo>
                    <a:cubicBezTo>
                      <a:pt x="1200150" y="969457"/>
                      <a:pt x="969457" y="1200150"/>
                      <a:pt x="685800" y="1200150"/>
                    </a:cubicBezTo>
                    <a:cubicBezTo>
                      <a:pt x="402143" y="1200150"/>
                      <a:pt x="171450" y="969457"/>
                      <a:pt x="171450" y="685800"/>
                    </a:cubicBezTo>
                    <a:cubicBezTo>
                      <a:pt x="171450" y="402143"/>
                      <a:pt x="402143" y="171450"/>
                      <a:pt x="685800" y="171450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2" name="Freeform: Shape 88">
                <a:extLst>
                  <a:ext uri="{FF2B5EF4-FFF2-40B4-BE49-F238E27FC236}">
                    <a16:creationId xmlns:a16="http://schemas.microsoft.com/office/drawing/2014/main" id="{D06C60C3-79F9-EAF0-C977-5BA43B6060D9}"/>
                  </a:ext>
                </a:extLst>
              </p:cNvPr>
              <p:cNvSpPr/>
              <p:nvPr/>
            </p:nvSpPr>
            <p:spPr>
              <a:xfrm>
                <a:off x="-5892726" y="4547390"/>
                <a:ext cx="685800" cy="685800"/>
              </a:xfrm>
              <a:custGeom>
                <a:avLst/>
                <a:gdLst>
                  <a:gd name="connsiteX0" fmla="*/ 342900 w 685800"/>
                  <a:gd name="connsiteY0" fmla="*/ 685800 h 685800"/>
                  <a:gd name="connsiteX1" fmla="*/ 685800 w 685800"/>
                  <a:gd name="connsiteY1" fmla="*/ 342900 h 685800"/>
                  <a:gd name="connsiteX2" fmla="*/ 342900 w 685800"/>
                  <a:gd name="connsiteY2" fmla="*/ 0 h 685800"/>
                  <a:gd name="connsiteX3" fmla="*/ 0 w 685800"/>
                  <a:gd name="connsiteY3" fmla="*/ 342900 h 685800"/>
                  <a:gd name="connsiteX4" fmla="*/ 342900 w 685800"/>
                  <a:gd name="connsiteY4" fmla="*/ 685800 h 685800"/>
                  <a:gd name="connsiteX5" fmla="*/ 342900 w 685800"/>
                  <a:gd name="connsiteY5" fmla="*/ 171450 h 685800"/>
                  <a:gd name="connsiteX6" fmla="*/ 514350 w 685800"/>
                  <a:gd name="connsiteY6" fmla="*/ 342900 h 685800"/>
                  <a:gd name="connsiteX7" fmla="*/ 342900 w 685800"/>
                  <a:gd name="connsiteY7" fmla="*/ 514350 h 685800"/>
                  <a:gd name="connsiteX8" fmla="*/ 171450 w 685800"/>
                  <a:gd name="connsiteY8" fmla="*/ 342900 h 685800"/>
                  <a:gd name="connsiteX9" fmla="*/ 342900 w 685800"/>
                  <a:gd name="connsiteY9" fmla="*/ 171450 h 685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85800" h="685800">
                    <a:moveTo>
                      <a:pt x="342900" y="685800"/>
                    </a:moveTo>
                    <a:cubicBezTo>
                      <a:pt x="531995" y="685800"/>
                      <a:pt x="685800" y="531995"/>
                      <a:pt x="685800" y="342900"/>
                    </a:cubicBezTo>
                    <a:cubicBezTo>
                      <a:pt x="685800" y="153805"/>
                      <a:pt x="531995" y="0"/>
                      <a:pt x="342900" y="0"/>
                    </a:cubicBezTo>
                    <a:cubicBezTo>
                      <a:pt x="153805" y="0"/>
                      <a:pt x="0" y="153805"/>
                      <a:pt x="0" y="342900"/>
                    </a:cubicBezTo>
                    <a:cubicBezTo>
                      <a:pt x="0" y="531995"/>
                      <a:pt x="153805" y="685800"/>
                      <a:pt x="342900" y="685800"/>
                    </a:cubicBezTo>
                    <a:close/>
                    <a:moveTo>
                      <a:pt x="342900" y="171450"/>
                    </a:moveTo>
                    <a:cubicBezTo>
                      <a:pt x="437465" y="171450"/>
                      <a:pt x="514350" y="248335"/>
                      <a:pt x="514350" y="342900"/>
                    </a:cubicBezTo>
                    <a:cubicBezTo>
                      <a:pt x="514350" y="437465"/>
                      <a:pt x="437465" y="514350"/>
                      <a:pt x="342900" y="514350"/>
                    </a:cubicBezTo>
                    <a:cubicBezTo>
                      <a:pt x="248335" y="514350"/>
                      <a:pt x="171450" y="437465"/>
                      <a:pt x="171450" y="342900"/>
                    </a:cubicBezTo>
                    <a:cubicBezTo>
                      <a:pt x="171450" y="248335"/>
                      <a:pt x="248335" y="171450"/>
                      <a:pt x="342900" y="171450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3" name="Freeform: Shape 89">
                <a:extLst>
                  <a:ext uri="{FF2B5EF4-FFF2-40B4-BE49-F238E27FC236}">
                    <a16:creationId xmlns:a16="http://schemas.microsoft.com/office/drawing/2014/main" id="{FF6DD59E-DA84-835C-267C-38159CC75B23}"/>
                  </a:ext>
                </a:extLst>
              </p:cNvPr>
              <p:cNvSpPr/>
              <p:nvPr/>
            </p:nvSpPr>
            <p:spPr>
              <a:xfrm>
                <a:off x="-6664274" y="3775766"/>
                <a:ext cx="2228903" cy="2228903"/>
              </a:xfrm>
              <a:custGeom>
                <a:avLst/>
                <a:gdLst>
                  <a:gd name="connsiteX0" fmla="*/ 551211 w 2228903"/>
                  <a:gd name="connsiteY0" fmla="*/ 2127255 h 2228903"/>
                  <a:gd name="connsiteX1" fmla="*/ 701078 w 2228903"/>
                  <a:gd name="connsiteY1" fmla="*/ 2055575 h 2228903"/>
                  <a:gd name="connsiteX2" fmla="*/ 741453 w 2228903"/>
                  <a:gd name="connsiteY2" fmla="*/ 2072375 h 2228903"/>
                  <a:gd name="connsiteX3" fmla="*/ 796562 w 2228903"/>
                  <a:gd name="connsiteY3" fmla="*/ 2228904 h 2228903"/>
                  <a:gd name="connsiteX4" fmla="*/ 1432230 w 2228903"/>
                  <a:gd name="connsiteY4" fmla="*/ 2228904 h 2228903"/>
                  <a:gd name="connsiteX5" fmla="*/ 1487530 w 2228903"/>
                  <a:gd name="connsiteY5" fmla="*/ 2072375 h 2228903"/>
                  <a:gd name="connsiteX6" fmla="*/ 1527905 w 2228903"/>
                  <a:gd name="connsiteY6" fmla="*/ 2055575 h 2228903"/>
                  <a:gd name="connsiteX7" fmla="*/ 1677771 w 2228903"/>
                  <a:gd name="connsiteY7" fmla="*/ 2127255 h 2228903"/>
                  <a:gd name="connsiteX8" fmla="*/ 2127333 w 2228903"/>
                  <a:gd name="connsiteY8" fmla="*/ 1677693 h 2228903"/>
                  <a:gd name="connsiteX9" fmla="*/ 2055653 w 2228903"/>
                  <a:gd name="connsiteY9" fmla="*/ 1527826 h 2228903"/>
                  <a:gd name="connsiteX10" fmla="*/ 2072453 w 2228903"/>
                  <a:gd name="connsiteY10" fmla="*/ 1487451 h 2228903"/>
                  <a:gd name="connsiteX11" fmla="*/ 2228904 w 2228903"/>
                  <a:gd name="connsiteY11" fmla="*/ 1432342 h 2228903"/>
                  <a:gd name="connsiteX12" fmla="*/ 2228904 w 2228903"/>
                  <a:gd name="connsiteY12" fmla="*/ 796674 h 2228903"/>
                  <a:gd name="connsiteX13" fmla="*/ 2072375 w 2228903"/>
                  <a:gd name="connsiteY13" fmla="*/ 741374 h 2228903"/>
                  <a:gd name="connsiteX14" fmla="*/ 2055575 w 2228903"/>
                  <a:gd name="connsiteY14" fmla="*/ 700999 h 2228903"/>
                  <a:gd name="connsiteX15" fmla="*/ 2127255 w 2228903"/>
                  <a:gd name="connsiteY15" fmla="*/ 551132 h 2228903"/>
                  <a:gd name="connsiteX16" fmla="*/ 1677693 w 2228903"/>
                  <a:gd name="connsiteY16" fmla="*/ 101571 h 2228903"/>
                  <a:gd name="connsiteX17" fmla="*/ 1527826 w 2228903"/>
                  <a:gd name="connsiteY17" fmla="*/ 173251 h 2228903"/>
                  <a:gd name="connsiteX18" fmla="*/ 1487451 w 2228903"/>
                  <a:gd name="connsiteY18" fmla="*/ 156451 h 2228903"/>
                  <a:gd name="connsiteX19" fmla="*/ 1432342 w 2228903"/>
                  <a:gd name="connsiteY19" fmla="*/ 0 h 2228903"/>
                  <a:gd name="connsiteX20" fmla="*/ 796674 w 2228903"/>
                  <a:gd name="connsiteY20" fmla="*/ 0 h 2228903"/>
                  <a:gd name="connsiteX21" fmla="*/ 741374 w 2228903"/>
                  <a:gd name="connsiteY21" fmla="*/ 156529 h 2228903"/>
                  <a:gd name="connsiteX22" fmla="*/ 700999 w 2228903"/>
                  <a:gd name="connsiteY22" fmla="*/ 173329 h 2228903"/>
                  <a:gd name="connsiteX23" fmla="*/ 551133 w 2228903"/>
                  <a:gd name="connsiteY23" fmla="*/ 101649 h 2228903"/>
                  <a:gd name="connsiteX24" fmla="*/ 101571 w 2228903"/>
                  <a:gd name="connsiteY24" fmla="*/ 551211 h 2228903"/>
                  <a:gd name="connsiteX25" fmla="*/ 173251 w 2228903"/>
                  <a:gd name="connsiteY25" fmla="*/ 701078 h 2228903"/>
                  <a:gd name="connsiteX26" fmla="*/ 156451 w 2228903"/>
                  <a:gd name="connsiteY26" fmla="*/ 741453 h 2228903"/>
                  <a:gd name="connsiteX27" fmla="*/ 0 w 2228903"/>
                  <a:gd name="connsiteY27" fmla="*/ 796562 h 2228903"/>
                  <a:gd name="connsiteX28" fmla="*/ 0 w 2228903"/>
                  <a:gd name="connsiteY28" fmla="*/ 1432230 h 2228903"/>
                  <a:gd name="connsiteX29" fmla="*/ 156529 w 2228903"/>
                  <a:gd name="connsiteY29" fmla="*/ 1487530 h 2228903"/>
                  <a:gd name="connsiteX30" fmla="*/ 173329 w 2228903"/>
                  <a:gd name="connsiteY30" fmla="*/ 1527905 h 2228903"/>
                  <a:gd name="connsiteX31" fmla="*/ 101649 w 2228903"/>
                  <a:gd name="connsiteY31" fmla="*/ 1677772 h 2228903"/>
                  <a:gd name="connsiteX32" fmla="*/ 171454 w 2228903"/>
                  <a:gd name="connsiteY32" fmla="*/ 1310996 h 2228903"/>
                  <a:gd name="connsiteX33" fmla="*/ 171454 w 2228903"/>
                  <a:gd name="connsiteY33" fmla="*/ 917964 h 2228903"/>
                  <a:gd name="connsiteX34" fmla="*/ 290783 w 2228903"/>
                  <a:gd name="connsiteY34" fmla="*/ 875867 h 2228903"/>
                  <a:gd name="connsiteX35" fmla="*/ 304254 w 2228903"/>
                  <a:gd name="connsiteY35" fmla="*/ 836602 h 2228903"/>
                  <a:gd name="connsiteX36" fmla="*/ 345242 w 2228903"/>
                  <a:gd name="connsiteY36" fmla="*/ 738287 h 2228903"/>
                  <a:gd name="connsiteX37" fmla="*/ 363497 w 2228903"/>
                  <a:gd name="connsiteY37" fmla="*/ 701012 h 2228903"/>
                  <a:gd name="connsiteX38" fmla="*/ 308809 w 2228903"/>
                  <a:gd name="connsiteY38" fmla="*/ 586660 h 2228903"/>
                  <a:gd name="connsiteX39" fmla="*/ 586724 w 2228903"/>
                  <a:gd name="connsiteY39" fmla="*/ 308744 h 2228903"/>
                  <a:gd name="connsiteX40" fmla="*/ 701077 w 2228903"/>
                  <a:gd name="connsiteY40" fmla="*/ 363432 h 2228903"/>
                  <a:gd name="connsiteX41" fmla="*/ 738352 w 2228903"/>
                  <a:gd name="connsiteY41" fmla="*/ 345177 h 2228903"/>
                  <a:gd name="connsiteX42" fmla="*/ 836666 w 2228903"/>
                  <a:gd name="connsiteY42" fmla="*/ 304190 h 2228903"/>
                  <a:gd name="connsiteX43" fmla="*/ 875931 w 2228903"/>
                  <a:gd name="connsiteY43" fmla="*/ 290718 h 2228903"/>
                  <a:gd name="connsiteX44" fmla="*/ 917952 w 2228903"/>
                  <a:gd name="connsiteY44" fmla="*/ 171546 h 2228903"/>
                  <a:gd name="connsiteX45" fmla="*/ 1310984 w 2228903"/>
                  <a:gd name="connsiteY45" fmla="*/ 171546 h 2228903"/>
                  <a:gd name="connsiteX46" fmla="*/ 1353081 w 2228903"/>
                  <a:gd name="connsiteY46" fmla="*/ 290875 h 2228903"/>
                  <a:gd name="connsiteX47" fmla="*/ 1392346 w 2228903"/>
                  <a:gd name="connsiteY47" fmla="*/ 304346 h 2228903"/>
                  <a:gd name="connsiteX48" fmla="*/ 1490661 w 2228903"/>
                  <a:gd name="connsiteY48" fmla="*/ 345334 h 2228903"/>
                  <a:gd name="connsiteX49" fmla="*/ 1527936 w 2228903"/>
                  <a:gd name="connsiteY49" fmla="*/ 363589 h 2228903"/>
                  <a:gd name="connsiteX50" fmla="*/ 1642288 w 2228903"/>
                  <a:gd name="connsiteY50" fmla="*/ 308901 h 2228903"/>
                  <a:gd name="connsiteX51" fmla="*/ 1920204 w 2228903"/>
                  <a:gd name="connsiteY51" fmla="*/ 586817 h 2228903"/>
                  <a:gd name="connsiteX52" fmla="*/ 1865516 w 2228903"/>
                  <a:gd name="connsiteY52" fmla="*/ 701169 h 2228903"/>
                  <a:gd name="connsiteX53" fmla="*/ 1883771 w 2228903"/>
                  <a:gd name="connsiteY53" fmla="*/ 738444 h 2228903"/>
                  <a:gd name="connsiteX54" fmla="*/ 1924758 w 2228903"/>
                  <a:gd name="connsiteY54" fmla="*/ 836758 h 2228903"/>
                  <a:gd name="connsiteX55" fmla="*/ 1938230 w 2228903"/>
                  <a:gd name="connsiteY55" fmla="*/ 876023 h 2228903"/>
                  <a:gd name="connsiteX56" fmla="*/ 2057402 w 2228903"/>
                  <a:gd name="connsiteY56" fmla="*/ 918044 h 2228903"/>
                  <a:gd name="connsiteX57" fmla="*/ 2057402 w 2228903"/>
                  <a:gd name="connsiteY57" fmla="*/ 1311076 h 2228903"/>
                  <a:gd name="connsiteX58" fmla="*/ 1938073 w 2228903"/>
                  <a:gd name="connsiteY58" fmla="*/ 1353174 h 2228903"/>
                  <a:gd name="connsiteX59" fmla="*/ 1924602 w 2228903"/>
                  <a:gd name="connsiteY59" fmla="*/ 1392439 h 2228903"/>
                  <a:gd name="connsiteX60" fmla="*/ 1883614 w 2228903"/>
                  <a:gd name="connsiteY60" fmla="*/ 1490753 h 2228903"/>
                  <a:gd name="connsiteX61" fmla="*/ 1865359 w 2228903"/>
                  <a:gd name="connsiteY61" fmla="*/ 1528028 h 2228903"/>
                  <a:gd name="connsiteX62" fmla="*/ 1920047 w 2228903"/>
                  <a:gd name="connsiteY62" fmla="*/ 1642380 h 2228903"/>
                  <a:gd name="connsiteX63" fmla="*/ 1642131 w 2228903"/>
                  <a:gd name="connsiteY63" fmla="*/ 1920296 h 2228903"/>
                  <a:gd name="connsiteX64" fmla="*/ 1527779 w 2228903"/>
                  <a:gd name="connsiteY64" fmla="*/ 1865608 h 2228903"/>
                  <a:gd name="connsiteX65" fmla="*/ 1490504 w 2228903"/>
                  <a:gd name="connsiteY65" fmla="*/ 1883863 h 2228903"/>
                  <a:gd name="connsiteX66" fmla="*/ 1392190 w 2228903"/>
                  <a:gd name="connsiteY66" fmla="*/ 1924851 h 2228903"/>
                  <a:gd name="connsiteX67" fmla="*/ 1352925 w 2228903"/>
                  <a:gd name="connsiteY67" fmla="*/ 1938322 h 2228903"/>
                  <a:gd name="connsiteX68" fmla="*/ 1310904 w 2228903"/>
                  <a:gd name="connsiteY68" fmla="*/ 2057494 h 2228903"/>
                  <a:gd name="connsiteX69" fmla="*/ 917872 w 2228903"/>
                  <a:gd name="connsiteY69" fmla="*/ 2057494 h 2228903"/>
                  <a:gd name="connsiteX70" fmla="*/ 875774 w 2228903"/>
                  <a:gd name="connsiteY70" fmla="*/ 1938165 h 2228903"/>
                  <a:gd name="connsiteX71" fmla="*/ 836510 w 2228903"/>
                  <a:gd name="connsiteY71" fmla="*/ 1924694 h 2228903"/>
                  <a:gd name="connsiteX72" fmla="*/ 738195 w 2228903"/>
                  <a:gd name="connsiteY72" fmla="*/ 1883706 h 2228903"/>
                  <a:gd name="connsiteX73" fmla="*/ 700920 w 2228903"/>
                  <a:gd name="connsiteY73" fmla="*/ 1865452 h 2228903"/>
                  <a:gd name="connsiteX74" fmla="*/ 586568 w 2228903"/>
                  <a:gd name="connsiteY74" fmla="*/ 1920139 h 2228903"/>
                  <a:gd name="connsiteX75" fmla="*/ 308652 w 2228903"/>
                  <a:gd name="connsiteY75" fmla="*/ 1642224 h 2228903"/>
                  <a:gd name="connsiteX76" fmla="*/ 363340 w 2228903"/>
                  <a:gd name="connsiteY76" fmla="*/ 1527871 h 2228903"/>
                  <a:gd name="connsiteX77" fmla="*/ 345085 w 2228903"/>
                  <a:gd name="connsiteY77" fmla="*/ 1490596 h 2228903"/>
                  <a:gd name="connsiteX78" fmla="*/ 304097 w 2228903"/>
                  <a:gd name="connsiteY78" fmla="*/ 1392282 h 2228903"/>
                  <a:gd name="connsiteX79" fmla="*/ 290626 w 2228903"/>
                  <a:gd name="connsiteY79" fmla="*/ 1353017 h 22289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</a:cxnLst>
                <a:rect l="l" t="t" r="r" b="b"/>
                <a:pathLst>
                  <a:path w="2228903" h="2228903">
                    <a:moveTo>
                      <a:pt x="551211" y="2127255"/>
                    </a:moveTo>
                    <a:lnTo>
                      <a:pt x="701078" y="2055575"/>
                    </a:lnTo>
                    <a:cubicBezTo>
                      <a:pt x="714434" y="2061507"/>
                      <a:pt x="727905" y="2067133"/>
                      <a:pt x="741453" y="2072375"/>
                    </a:cubicBezTo>
                    <a:lnTo>
                      <a:pt x="796562" y="2228904"/>
                    </a:lnTo>
                    <a:lnTo>
                      <a:pt x="1432230" y="2228904"/>
                    </a:lnTo>
                    <a:lnTo>
                      <a:pt x="1487530" y="2072375"/>
                    </a:lnTo>
                    <a:cubicBezTo>
                      <a:pt x="1501001" y="2067055"/>
                      <a:pt x="1514433" y="2061506"/>
                      <a:pt x="1527905" y="2055575"/>
                    </a:cubicBezTo>
                    <a:lnTo>
                      <a:pt x="1677771" y="2127255"/>
                    </a:lnTo>
                    <a:lnTo>
                      <a:pt x="2127333" y="1677693"/>
                    </a:lnTo>
                    <a:lnTo>
                      <a:pt x="2055653" y="1527826"/>
                    </a:lnTo>
                    <a:cubicBezTo>
                      <a:pt x="2061585" y="1514470"/>
                      <a:pt x="2067211" y="1500999"/>
                      <a:pt x="2072453" y="1487451"/>
                    </a:cubicBezTo>
                    <a:lnTo>
                      <a:pt x="2228904" y="1432342"/>
                    </a:lnTo>
                    <a:lnTo>
                      <a:pt x="2228904" y="796674"/>
                    </a:lnTo>
                    <a:lnTo>
                      <a:pt x="2072375" y="741374"/>
                    </a:lnTo>
                    <a:cubicBezTo>
                      <a:pt x="2067055" y="727903"/>
                      <a:pt x="2061506" y="714470"/>
                      <a:pt x="2055575" y="700999"/>
                    </a:cubicBezTo>
                    <a:lnTo>
                      <a:pt x="2127255" y="551132"/>
                    </a:lnTo>
                    <a:lnTo>
                      <a:pt x="1677693" y="101571"/>
                    </a:lnTo>
                    <a:lnTo>
                      <a:pt x="1527826" y="173251"/>
                    </a:lnTo>
                    <a:cubicBezTo>
                      <a:pt x="1514470" y="167319"/>
                      <a:pt x="1500999" y="161693"/>
                      <a:pt x="1487451" y="156451"/>
                    </a:cubicBezTo>
                    <a:lnTo>
                      <a:pt x="1432342" y="0"/>
                    </a:lnTo>
                    <a:lnTo>
                      <a:pt x="796674" y="0"/>
                    </a:lnTo>
                    <a:lnTo>
                      <a:pt x="741374" y="156529"/>
                    </a:lnTo>
                    <a:cubicBezTo>
                      <a:pt x="727903" y="161849"/>
                      <a:pt x="714470" y="167398"/>
                      <a:pt x="700999" y="173329"/>
                    </a:cubicBezTo>
                    <a:lnTo>
                      <a:pt x="551133" y="101649"/>
                    </a:lnTo>
                    <a:lnTo>
                      <a:pt x="101571" y="551211"/>
                    </a:lnTo>
                    <a:lnTo>
                      <a:pt x="173251" y="701078"/>
                    </a:lnTo>
                    <a:cubicBezTo>
                      <a:pt x="167319" y="714434"/>
                      <a:pt x="161693" y="727905"/>
                      <a:pt x="156451" y="741453"/>
                    </a:cubicBezTo>
                    <a:lnTo>
                      <a:pt x="0" y="796562"/>
                    </a:lnTo>
                    <a:lnTo>
                      <a:pt x="0" y="1432230"/>
                    </a:lnTo>
                    <a:lnTo>
                      <a:pt x="156529" y="1487530"/>
                    </a:lnTo>
                    <a:cubicBezTo>
                      <a:pt x="161848" y="1501001"/>
                      <a:pt x="167398" y="1514434"/>
                      <a:pt x="173329" y="1527905"/>
                    </a:cubicBezTo>
                    <a:lnTo>
                      <a:pt x="101649" y="1677772"/>
                    </a:lnTo>
                    <a:close/>
                    <a:moveTo>
                      <a:pt x="171454" y="1310996"/>
                    </a:moveTo>
                    <a:lnTo>
                      <a:pt x="171454" y="917964"/>
                    </a:lnTo>
                    <a:lnTo>
                      <a:pt x="290783" y="875867"/>
                    </a:lnTo>
                    <a:lnTo>
                      <a:pt x="304254" y="836602"/>
                    </a:lnTo>
                    <a:cubicBezTo>
                      <a:pt x="315467" y="803765"/>
                      <a:pt x="329283" y="770662"/>
                      <a:pt x="345242" y="738287"/>
                    </a:cubicBezTo>
                    <a:lnTo>
                      <a:pt x="363497" y="701012"/>
                    </a:lnTo>
                    <a:lnTo>
                      <a:pt x="308809" y="586660"/>
                    </a:lnTo>
                    <a:lnTo>
                      <a:pt x="586724" y="308744"/>
                    </a:lnTo>
                    <a:lnTo>
                      <a:pt x="701077" y="363432"/>
                    </a:lnTo>
                    <a:lnTo>
                      <a:pt x="738352" y="345177"/>
                    </a:lnTo>
                    <a:cubicBezTo>
                      <a:pt x="770767" y="329218"/>
                      <a:pt x="803832" y="315518"/>
                      <a:pt x="836666" y="304190"/>
                    </a:cubicBezTo>
                    <a:lnTo>
                      <a:pt x="875931" y="290718"/>
                    </a:lnTo>
                    <a:lnTo>
                      <a:pt x="917952" y="171546"/>
                    </a:lnTo>
                    <a:lnTo>
                      <a:pt x="1310984" y="171546"/>
                    </a:lnTo>
                    <a:lnTo>
                      <a:pt x="1353081" y="290875"/>
                    </a:lnTo>
                    <a:lnTo>
                      <a:pt x="1392346" y="304346"/>
                    </a:lnTo>
                    <a:cubicBezTo>
                      <a:pt x="1425183" y="315559"/>
                      <a:pt x="1458286" y="329375"/>
                      <a:pt x="1490661" y="345334"/>
                    </a:cubicBezTo>
                    <a:lnTo>
                      <a:pt x="1527936" y="363589"/>
                    </a:lnTo>
                    <a:lnTo>
                      <a:pt x="1642288" y="308901"/>
                    </a:lnTo>
                    <a:lnTo>
                      <a:pt x="1920204" y="586817"/>
                    </a:lnTo>
                    <a:lnTo>
                      <a:pt x="1865516" y="701169"/>
                    </a:lnTo>
                    <a:lnTo>
                      <a:pt x="1883771" y="738444"/>
                    </a:lnTo>
                    <a:cubicBezTo>
                      <a:pt x="1899730" y="770859"/>
                      <a:pt x="1913430" y="803924"/>
                      <a:pt x="1924758" y="836758"/>
                    </a:cubicBezTo>
                    <a:lnTo>
                      <a:pt x="1938230" y="876023"/>
                    </a:lnTo>
                    <a:lnTo>
                      <a:pt x="2057402" y="918044"/>
                    </a:lnTo>
                    <a:lnTo>
                      <a:pt x="2057402" y="1311076"/>
                    </a:lnTo>
                    <a:lnTo>
                      <a:pt x="1938073" y="1353174"/>
                    </a:lnTo>
                    <a:lnTo>
                      <a:pt x="1924602" y="1392439"/>
                    </a:lnTo>
                    <a:cubicBezTo>
                      <a:pt x="1913389" y="1425275"/>
                      <a:pt x="1899573" y="1458378"/>
                      <a:pt x="1883614" y="1490753"/>
                    </a:cubicBezTo>
                    <a:lnTo>
                      <a:pt x="1865359" y="1528028"/>
                    </a:lnTo>
                    <a:lnTo>
                      <a:pt x="1920047" y="1642380"/>
                    </a:lnTo>
                    <a:lnTo>
                      <a:pt x="1642131" y="1920296"/>
                    </a:lnTo>
                    <a:lnTo>
                      <a:pt x="1527779" y="1865608"/>
                    </a:lnTo>
                    <a:lnTo>
                      <a:pt x="1490504" y="1883863"/>
                    </a:lnTo>
                    <a:cubicBezTo>
                      <a:pt x="1458089" y="1899822"/>
                      <a:pt x="1425024" y="1913522"/>
                      <a:pt x="1392190" y="1924851"/>
                    </a:cubicBezTo>
                    <a:lnTo>
                      <a:pt x="1352925" y="1938322"/>
                    </a:lnTo>
                    <a:lnTo>
                      <a:pt x="1310904" y="2057494"/>
                    </a:lnTo>
                    <a:lnTo>
                      <a:pt x="917872" y="2057494"/>
                    </a:lnTo>
                    <a:lnTo>
                      <a:pt x="875774" y="1938165"/>
                    </a:lnTo>
                    <a:lnTo>
                      <a:pt x="836510" y="1924694"/>
                    </a:lnTo>
                    <a:cubicBezTo>
                      <a:pt x="803673" y="1913481"/>
                      <a:pt x="770570" y="1899665"/>
                      <a:pt x="738195" y="1883706"/>
                    </a:cubicBezTo>
                    <a:lnTo>
                      <a:pt x="700920" y="1865452"/>
                    </a:lnTo>
                    <a:lnTo>
                      <a:pt x="586568" y="1920139"/>
                    </a:lnTo>
                    <a:lnTo>
                      <a:pt x="308652" y="1642224"/>
                    </a:lnTo>
                    <a:lnTo>
                      <a:pt x="363340" y="1527871"/>
                    </a:lnTo>
                    <a:lnTo>
                      <a:pt x="345085" y="1490596"/>
                    </a:lnTo>
                    <a:cubicBezTo>
                      <a:pt x="329126" y="1458181"/>
                      <a:pt x="315426" y="1425116"/>
                      <a:pt x="304097" y="1392282"/>
                    </a:cubicBezTo>
                    <a:lnTo>
                      <a:pt x="290626" y="1353017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4" name="Freeform: Shape 90">
                <a:extLst>
                  <a:ext uri="{FF2B5EF4-FFF2-40B4-BE49-F238E27FC236}">
                    <a16:creationId xmlns:a16="http://schemas.microsoft.com/office/drawing/2014/main" id="{0C0849A7-84C5-713E-DA52-7ECA4E38CEF8}"/>
                  </a:ext>
                </a:extLst>
              </p:cNvPr>
              <p:cNvSpPr/>
              <p:nvPr/>
            </p:nvSpPr>
            <p:spPr>
              <a:xfrm>
                <a:off x="-8207301" y="6176165"/>
                <a:ext cx="1371600" cy="1371600"/>
              </a:xfrm>
              <a:custGeom>
                <a:avLst/>
                <a:gdLst>
                  <a:gd name="connsiteX0" fmla="*/ 1114425 w 1371600"/>
                  <a:gd name="connsiteY0" fmla="*/ 0 h 1371600"/>
                  <a:gd name="connsiteX1" fmla="*/ 257175 w 1371600"/>
                  <a:gd name="connsiteY1" fmla="*/ 0 h 1371600"/>
                  <a:gd name="connsiteX2" fmla="*/ 0 w 1371600"/>
                  <a:gd name="connsiteY2" fmla="*/ 257175 h 1371600"/>
                  <a:gd name="connsiteX3" fmla="*/ 0 w 1371600"/>
                  <a:gd name="connsiteY3" fmla="*/ 1114425 h 1371600"/>
                  <a:gd name="connsiteX4" fmla="*/ 257175 w 1371600"/>
                  <a:gd name="connsiteY4" fmla="*/ 1371600 h 1371600"/>
                  <a:gd name="connsiteX5" fmla="*/ 1114425 w 1371600"/>
                  <a:gd name="connsiteY5" fmla="*/ 1371600 h 1371600"/>
                  <a:gd name="connsiteX6" fmla="*/ 1371600 w 1371600"/>
                  <a:gd name="connsiteY6" fmla="*/ 1114425 h 1371600"/>
                  <a:gd name="connsiteX7" fmla="*/ 1371600 w 1371600"/>
                  <a:gd name="connsiteY7" fmla="*/ 257175 h 1371600"/>
                  <a:gd name="connsiteX8" fmla="*/ 1114425 w 1371600"/>
                  <a:gd name="connsiteY8" fmla="*/ 0 h 1371600"/>
                  <a:gd name="connsiteX9" fmla="*/ 1200150 w 1371600"/>
                  <a:gd name="connsiteY9" fmla="*/ 1114425 h 1371600"/>
                  <a:gd name="connsiteX10" fmla="*/ 1114425 w 1371600"/>
                  <a:gd name="connsiteY10" fmla="*/ 1200150 h 1371600"/>
                  <a:gd name="connsiteX11" fmla="*/ 257175 w 1371600"/>
                  <a:gd name="connsiteY11" fmla="*/ 1200150 h 1371600"/>
                  <a:gd name="connsiteX12" fmla="*/ 171450 w 1371600"/>
                  <a:gd name="connsiteY12" fmla="*/ 1114425 h 1371600"/>
                  <a:gd name="connsiteX13" fmla="*/ 171450 w 1371600"/>
                  <a:gd name="connsiteY13" fmla="*/ 257175 h 1371600"/>
                  <a:gd name="connsiteX14" fmla="*/ 257175 w 1371600"/>
                  <a:gd name="connsiteY14" fmla="*/ 171450 h 1371600"/>
                  <a:gd name="connsiteX15" fmla="*/ 1114425 w 1371600"/>
                  <a:gd name="connsiteY15" fmla="*/ 171450 h 1371600"/>
                  <a:gd name="connsiteX16" fmla="*/ 1200150 w 1371600"/>
                  <a:gd name="connsiteY16" fmla="*/ 257175 h 1371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371600" h="1371600">
                    <a:moveTo>
                      <a:pt x="1114425" y="0"/>
                    </a:moveTo>
                    <a:lnTo>
                      <a:pt x="257175" y="0"/>
                    </a:lnTo>
                    <a:cubicBezTo>
                      <a:pt x="115381" y="0"/>
                      <a:pt x="0" y="115381"/>
                      <a:pt x="0" y="257175"/>
                    </a:cubicBezTo>
                    <a:lnTo>
                      <a:pt x="0" y="1114425"/>
                    </a:lnTo>
                    <a:cubicBezTo>
                      <a:pt x="0" y="1256219"/>
                      <a:pt x="115381" y="1371600"/>
                      <a:pt x="257175" y="1371600"/>
                    </a:cubicBezTo>
                    <a:lnTo>
                      <a:pt x="1114425" y="1371600"/>
                    </a:lnTo>
                    <a:cubicBezTo>
                      <a:pt x="1256219" y="1371600"/>
                      <a:pt x="1371600" y="1256219"/>
                      <a:pt x="1371600" y="1114425"/>
                    </a:cubicBezTo>
                    <a:lnTo>
                      <a:pt x="1371600" y="257175"/>
                    </a:lnTo>
                    <a:cubicBezTo>
                      <a:pt x="1371600" y="115381"/>
                      <a:pt x="1256219" y="0"/>
                      <a:pt x="1114425" y="0"/>
                    </a:cubicBezTo>
                    <a:close/>
                    <a:moveTo>
                      <a:pt x="1200150" y="1114425"/>
                    </a:moveTo>
                    <a:cubicBezTo>
                      <a:pt x="1200150" y="1161650"/>
                      <a:pt x="1161650" y="1200150"/>
                      <a:pt x="1114425" y="1200150"/>
                    </a:cubicBezTo>
                    <a:lnTo>
                      <a:pt x="257175" y="1200150"/>
                    </a:lnTo>
                    <a:cubicBezTo>
                      <a:pt x="209950" y="1200150"/>
                      <a:pt x="171450" y="1161650"/>
                      <a:pt x="171450" y="1114425"/>
                    </a:cubicBezTo>
                    <a:lnTo>
                      <a:pt x="171450" y="257175"/>
                    </a:lnTo>
                    <a:cubicBezTo>
                      <a:pt x="171450" y="209950"/>
                      <a:pt x="209950" y="171450"/>
                      <a:pt x="257175" y="171450"/>
                    </a:cubicBezTo>
                    <a:lnTo>
                      <a:pt x="1114425" y="171450"/>
                    </a:lnTo>
                    <a:cubicBezTo>
                      <a:pt x="1161650" y="171450"/>
                      <a:pt x="1200150" y="209950"/>
                      <a:pt x="1200150" y="257175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5" name="Freeform: Shape 91">
                <a:extLst>
                  <a:ext uri="{FF2B5EF4-FFF2-40B4-BE49-F238E27FC236}">
                    <a16:creationId xmlns:a16="http://schemas.microsoft.com/office/drawing/2014/main" id="{5BA0BA49-96E4-DE4E-A689-1A3CE86C7324}"/>
                  </a:ext>
                </a:extLst>
              </p:cNvPr>
              <p:cNvSpPr/>
              <p:nvPr/>
            </p:nvSpPr>
            <p:spPr>
              <a:xfrm>
                <a:off x="-4263951" y="4204490"/>
                <a:ext cx="1371600" cy="1371600"/>
              </a:xfrm>
              <a:custGeom>
                <a:avLst/>
                <a:gdLst>
                  <a:gd name="connsiteX0" fmla="*/ 1114425 w 1371600"/>
                  <a:gd name="connsiteY0" fmla="*/ 0 h 1371600"/>
                  <a:gd name="connsiteX1" fmla="*/ 257175 w 1371600"/>
                  <a:gd name="connsiteY1" fmla="*/ 0 h 1371600"/>
                  <a:gd name="connsiteX2" fmla="*/ 0 w 1371600"/>
                  <a:gd name="connsiteY2" fmla="*/ 257175 h 1371600"/>
                  <a:gd name="connsiteX3" fmla="*/ 0 w 1371600"/>
                  <a:gd name="connsiteY3" fmla="*/ 1114425 h 1371600"/>
                  <a:gd name="connsiteX4" fmla="*/ 257175 w 1371600"/>
                  <a:gd name="connsiteY4" fmla="*/ 1371600 h 1371600"/>
                  <a:gd name="connsiteX5" fmla="*/ 1114425 w 1371600"/>
                  <a:gd name="connsiteY5" fmla="*/ 1371600 h 1371600"/>
                  <a:gd name="connsiteX6" fmla="*/ 1371600 w 1371600"/>
                  <a:gd name="connsiteY6" fmla="*/ 1114425 h 1371600"/>
                  <a:gd name="connsiteX7" fmla="*/ 1371600 w 1371600"/>
                  <a:gd name="connsiteY7" fmla="*/ 257175 h 1371600"/>
                  <a:gd name="connsiteX8" fmla="*/ 1114425 w 1371600"/>
                  <a:gd name="connsiteY8" fmla="*/ 0 h 1371600"/>
                  <a:gd name="connsiteX9" fmla="*/ 1200150 w 1371600"/>
                  <a:gd name="connsiteY9" fmla="*/ 1114425 h 1371600"/>
                  <a:gd name="connsiteX10" fmla="*/ 1114425 w 1371600"/>
                  <a:gd name="connsiteY10" fmla="*/ 1200150 h 1371600"/>
                  <a:gd name="connsiteX11" fmla="*/ 257175 w 1371600"/>
                  <a:gd name="connsiteY11" fmla="*/ 1200150 h 1371600"/>
                  <a:gd name="connsiteX12" fmla="*/ 171450 w 1371600"/>
                  <a:gd name="connsiteY12" fmla="*/ 1114425 h 1371600"/>
                  <a:gd name="connsiteX13" fmla="*/ 171450 w 1371600"/>
                  <a:gd name="connsiteY13" fmla="*/ 257175 h 1371600"/>
                  <a:gd name="connsiteX14" fmla="*/ 257175 w 1371600"/>
                  <a:gd name="connsiteY14" fmla="*/ 171450 h 1371600"/>
                  <a:gd name="connsiteX15" fmla="*/ 1114425 w 1371600"/>
                  <a:gd name="connsiteY15" fmla="*/ 171450 h 1371600"/>
                  <a:gd name="connsiteX16" fmla="*/ 1200150 w 1371600"/>
                  <a:gd name="connsiteY16" fmla="*/ 257175 h 1371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371600" h="1371600">
                    <a:moveTo>
                      <a:pt x="1114425" y="0"/>
                    </a:moveTo>
                    <a:lnTo>
                      <a:pt x="257175" y="0"/>
                    </a:lnTo>
                    <a:cubicBezTo>
                      <a:pt x="115381" y="0"/>
                      <a:pt x="0" y="115381"/>
                      <a:pt x="0" y="257175"/>
                    </a:cubicBezTo>
                    <a:lnTo>
                      <a:pt x="0" y="1114425"/>
                    </a:lnTo>
                    <a:cubicBezTo>
                      <a:pt x="0" y="1256219"/>
                      <a:pt x="115381" y="1371600"/>
                      <a:pt x="257175" y="1371600"/>
                    </a:cubicBezTo>
                    <a:lnTo>
                      <a:pt x="1114425" y="1371600"/>
                    </a:lnTo>
                    <a:cubicBezTo>
                      <a:pt x="1256219" y="1371600"/>
                      <a:pt x="1371600" y="1256219"/>
                      <a:pt x="1371600" y="1114425"/>
                    </a:cubicBezTo>
                    <a:lnTo>
                      <a:pt x="1371600" y="257175"/>
                    </a:lnTo>
                    <a:cubicBezTo>
                      <a:pt x="1371600" y="115381"/>
                      <a:pt x="1256219" y="0"/>
                      <a:pt x="1114425" y="0"/>
                    </a:cubicBezTo>
                    <a:close/>
                    <a:moveTo>
                      <a:pt x="1200150" y="1114425"/>
                    </a:moveTo>
                    <a:cubicBezTo>
                      <a:pt x="1200150" y="1161650"/>
                      <a:pt x="1161650" y="1200150"/>
                      <a:pt x="1114425" y="1200150"/>
                    </a:cubicBezTo>
                    <a:lnTo>
                      <a:pt x="257175" y="1200150"/>
                    </a:lnTo>
                    <a:cubicBezTo>
                      <a:pt x="209950" y="1200150"/>
                      <a:pt x="171450" y="1161650"/>
                      <a:pt x="171450" y="1114425"/>
                    </a:cubicBezTo>
                    <a:lnTo>
                      <a:pt x="171450" y="257175"/>
                    </a:lnTo>
                    <a:cubicBezTo>
                      <a:pt x="171450" y="209950"/>
                      <a:pt x="209950" y="171450"/>
                      <a:pt x="257175" y="171450"/>
                    </a:cubicBezTo>
                    <a:lnTo>
                      <a:pt x="1114425" y="171450"/>
                    </a:lnTo>
                    <a:cubicBezTo>
                      <a:pt x="1161650" y="171450"/>
                      <a:pt x="1200150" y="209950"/>
                      <a:pt x="1200150" y="257175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6" name="Freeform: Shape 92">
                <a:extLst>
                  <a:ext uri="{FF2B5EF4-FFF2-40B4-BE49-F238E27FC236}">
                    <a16:creationId xmlns:a16="http://schemas.microsoft.com/office/drawing/2014/main" id="{533DA2AB-ABA4-131D-17F2-783E6E43C6DD}"/>
                  </a:ext>
                </a:extLst>
              </p:cNvPr>
              <p:cNvSpPr/>
              <p:nvPr/>
            </p:nvSpPr>
            <p:spPr>
              <a:xfrm>
                <a:off x="-7692951" y="2232815"/>
                <a:ext cx="1371600" cy="1371600"/>
              </a:xfrm>
              <a:custGeom>
                <a:avLst/>
                <a:gdLst>
                  <a:gd name="connsiteX0" fmla="*/ 257175 w 1371600"/>
                  <a:gd name="connsiteY0" fmla="*/ 1371600 h 1371600"/>
                  <a:gd name="connsiteX1" fmla="*/ 1114425 w 1371600"/>
                  <a:gd name="connsiteY1" fmla="*/ 1371600 h 1371600"/>
                  <a:gd name="connsiteX2" fmla="*/ 1371600 w 1371600"/>
                  <a:gd name="connsiteY2" fmla="*/ 1114425 h 1371600"/>
                  <a:gd name="connsiteX3" fmla="*/ 1371600 w 1371600"/>
                  <a:gd name="connsiteY3" fmla="*/ 257175 h 1371600"/>
                  <a:gd name="connsiteX4" fmla="*/ 1114425 w 1371600"/>
                  <a:gd name="connsiteY4" fmla="*/ 0 h 1371600"/>
                  <a:gd name="connsiteX5" fmla="*/ 257175 w 1371600"/>
                  <a:gd name="connsiteY5" fmla="*/ 0 h 1371600"/>
                  <a:gd name="connsiteX6" fmla="*/ 0 w 1371600"/>
                  <a:gd name="connsiteY6" fmla="*/ 257175 h 1371600"/>
                  <a:gd name="connsiteX7" fmla="*/ 0 w 1371600"/>
                  <a:gd name="connsiteY7" fmla="*/ 1114425 h 1371600"/>
                  <a:gd name="connsiteX8" fmla="*/ 257175 w 1371600"/>
                  <a:gd name="connsiteY8" fmla="*/ 1371600 h 1371600"/>
                  <a:gd name="connsiteX9" fmla="*/ 171450 w 1371600"/>
                  <a:gd name="connsiteY9" fmla="*/ 257175 h 1371600"/>
                  <a:gd name="connsiteX10" fmla="*/ 257175 w 1371600"/>
                  <a:gd name="connsiteY10" fmla="*/ 171450 h 1371600"/>
                  <a:gd name="connsiteX11" fmla="*/ 1114425 w 1371600"/>
                  <a:gd name="connsiteY11" fmla="*/ 171450 h 1371600"/>
                  <a:gd name="connsiteX12" fmla="*/ 1200150 w 1371600"/>
                  <a:gd name="connsiteY12" fmla="*/ 257175 h 1371600"/>
                  <a:gd name="connsiteX13" fmla="*/ 1200150 w 1371600"/>
                  <a:gd name="connsiteY13" fmla="*/ 1114425 h 1371600"/>
                  <a:gd name="connsiteX14" fmla="*/ 1114425 w 1371600"/>
                  <a:gd name="connsiteY14" fmla="*/ 1200150 h 1371600"/>
                  <a:gd name="connsiteX15" fmla="*/ 257175 w 1371600"/>
                  <a:gd name="connsiteY15" fmla="*/ 1200150 h 1371600"/>
                  <a:gd name="connsiteX16" fmla="*/ 171450 w 1371600"/>
                  <a:gd name="connsiteY16" fmla="*/ 1114425 h 1371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371600" h="1371600">
                    <a:moveTo>
                      <a:pt x="257175" y="1371600"/>
                    </a:moveTo>
                    <a:lnTo>
                      <a:pt x="1114425" y="1371600"/>
                    </a:lnTo>
                    <a:cubicBezTo>
                      <a:pt x="1256219" y="1371600"/>
                      <a:pt x="1371600" y="1256219"/>
                      <a:pt x="1371600" y="1114425"/>
                    </a:cubicBezTo>
                    <a:lnTo>
                      <a:pt x="1371600" y="257175"/>
                    </a:lnTo>
                    <a:cubicBezTo>
                      <a:pt x="1371600" y="115381"/>
                      <a:pt x="1256219" y="0"/>
                      <a:pt x="1114425" y="0"/>
                    </a:cubicBezTo>
                    <a:lnTo>
                      <a:pt x="257175" y="0"/>
                    </a:lnTo>
                    <a:cubicBezTo>
                      <a:pt x="115381" y="0"/>
                      <a:pt x="0" y="115381"/>
                      <a:pt x="0" y="257175"/>
                    </a:cubicBezTo>
                    <a:lnTo>
                      <a:pt x="0" y="1114425"/>
                    </a:lnTo>
                    <a:cubicBezTo>
                      <a:pt x="0" y="1256219"/>
                      <a:pt x="115381" y="1371600"/>
                      <a:pt x="257175" y="1371600"/>
                    </a:cubicBezTo>
                    <a:close/>
                    <a:moveTo>
                      <a:pt x="171450" y="257175"/>
                    </a:moveTo>
                    <a:cubicBezTo>
                      <a:pt x="171450" y="209950"/>
                      <a:pt x="209950" y="171450"/>
                      <a:pt x="257175" y="171450"/>
                    </a:cubicBezTo>
                    <a:lnTo>
                      <a:pt x="1114425" y="171450"/>
                    </a:lnTo>
                    <a:cubicBezTo>
                      <a:pt x="1161650" y="171450"/>
                      <a:pt x="1200150" y="209950"/>
                      <a:pt x="1200150" y="257175"/>
                    </a:cubicBezTo>
                    <a:lnTo>
                      <a:pt x="1200150" y="1114425"/>
                    </a:lnTo>
                    <a:cubicBezTo>
                      <a:pt x="1200150" y="1161650"/>
                      <a:pt x="1161650" y="1200150"/>
                      <a:pt x="1114425" y="1200150"/>
                    </a:cubicBezTo>
                    <a:lnTo>
                      <a:pt x="257175" y="1200150"/>
                    </a:lnTo>
                    <a:cubicBezTo>
                      <a:pt x="209950" y="1200150"/>
                      <a:pt x="171450" y="1161650"/>
                      <a:pt x="171450" y="1114425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7" name="Freeform: Shape 93">
                <a:extLst>
                  <a:ext uri="{FF2B5EF4-FFF2-40B4-BE49-F238E27FC236}">
                    <a16:creationId xmlns:a16="http://schemas.microsoft.com/office/drawing/2014/main" id="{F06EBF7F-8AE2-6F6C-B2CE-D95B0FE048FD}"/>
                  </a:ext>
                </a:extLst>
              </p:cNvPr>
              <p:cNvSpPr/>
              <p:nvPr/>
            </p:nvSpPr>
            <p:spPr>
              <a:xfrm>
                <a:off x="-7924976" y="6544223"/>
                <a:ext cx="807049" cy="696175"/>
              </a:xfrm>
              <a:custGeom>
                <a:avLst/>
                <a:gdLst>
                  <a:gd name="connsiteX0" fmla="*/ 232026 w 807049"/>
                  <a:gd name="connsiteY0" fmla="*/ 453725 h 696175"/>
                  <a:gd name="connsiteX1" fmla="*/ 121200 w 807049"/>
                  <a:gd name="connsiteY1" fmla="*/ 342900 h 696175"/>
                  <a:gd name="connsiteX2" fmla="*/ 0 w 807049"/>
                  <a:gd name="connsiteY2" fmla="*/ 464100 h 696175"/>
                  <a:gd name="connsiteX3" fmla="*/ 232075 w 807049"/>
                  <a:gd name="connsiteY3" fmla="*/ 696175 h 696175"/>
                  <a:gd name="connsiteX4" fmla="*/ 807049 w 807049"/>
                  <a:gd name="connsiteY4" fmla="*/ 121200 h 696175"/>
                  <a:gd name="connsiteX5" fmla="*/ 685849 w 807049"/>
                  <a:gd name="connsiteY5" fmla="*/ 0 h 696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07049" h="696175">
                    <a:moveTo>
                      <a:pt x="232026" y="453725"/>
                    </a:moveTo>
                    <a:lnTo>
                      <a:pt x="121200" y="342900"/>
                    </a:lnTo>
                    <a:lnTo>
                      <a:pt x="0" y="464100"/>
                    </a:lnTo>
                    <a:lnTo>
                      <a:pt x="232075" y="696175"/>
                    </a:lnTo>
                    <a:lnTo>
                      <a:pt x="807049" y="121200"/>
                    </a:lnTo>
                    <a:lnTo>
                      <a:pt x="685849" y="0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8" name="Freeform: Shape 94">
                <a:extLst>
                  <a:ext uri="{FF2B5EF4-FFF2-40B4-BE49-F238E27FC236}">
                    <a16:creationId xmlns:a16="http://schemas.microsoft.com/office/drawing/2014/main" id="{13DC6CA2-C8C1-76EB-0170-46007265AFF7}"/>
                  </a:ext>
                </a:extLst>
              </p:cNvPr>
              <p:cNvSpPr/>
              <p:nvPr/>
            </p:nvSpPr>
            <p:spPr>
              <a:xfrm>
                <a:off x="-7410558" y="2600864"/>
                <a:ext cx="806951" cy="696175"/>
              </a:xfrm>
              <a:custGeom>
                <a:avLst/>
                <a:gdLst>
                  <a:gd name="connsiteX0" fmla="*/ 806951 w 806951"/>
                  <a:gd name="connsiteY0" fmla="*/ 121200 h 696175"/>
                  <a:gd name="connsiteX1" fmla="*/ 685751 w 806951"/>
                  <a:gd name="connsiteY1" fmla="*/ 0 h 696175"/>
                  <a:gd name="connsiteX2" fmla="*/ 232026 w 806951"/>
                  <a:gd name="connsiteY2" fmla="*/ 453725 h 696175"/>
                  <a:gd name="connsiteX3" fmla="*/ 121200 w 806951"/>
                  <a:gd name="connsiteY3" fmla="*/ 342900 h 696175"/>
                  <a:gd name="connsiteX4" fmla="*/ 0 w 806951"/>
                  <a:gd name="connsiteY4" fmla="*/ 464100 h 696175"/>
                  <a:gd name="connsiteX5" fmla="*/ 232075 w 806951"/>
                  <a:gd name="connsiteY5" fmla="*/ 696175 h 696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06951" h="696175">
                    <a:moveTo>
                      <a:pt x="806951" y="121200"/>
                    </a:moveTo>
                    <a:lnTo>
                      <a:pt x="685751" y="0"/>
                    </a:lnTo>
                    <a:lnTo>
                      <a:pt x="232026" y="453725"/>
                    </a:lnTo>
                    <a:lnTo>
                      <a:pt x="121200" y="342900"/>
                    </a:lnTo>
                    <a:lnTo>
                      <a:pt x="0" y="464100"/>
                    </a:lnTo>
                    <a:lnTo>
                      <a:pt x="232075" y="696175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9" name="Freeform: Shape 95">
                <a:extLst>
                  <a:ext uri="{FF2B5EF4-FFF2-40B4-BE49-F238E27FC236}">
                    <a16:creationId xmlns:a16="http://schemas.microsoft.com/office/drawing/2014/main" id="{05B426BF-4C75-F930-3DAB-0B516B82F16D}"/>
                  </a:ext>
                </a:extLst>
              </p:cNvPr>
              <p:cNvSpPr/>
              <p:nvPr/>
            </p:nvSpPr>
            <p:spPr>
              <a:xfrm>
                <a:off x="-3981626" y="4572548"/>
                <a:ext cx="807049" cy="696175"/>
              </a:xfrm>
              <a:custGeom>
                <a:avLst/>
                <a:gdLst>
                  <a:gd name="connsiteX0" fmla="*/ 232026 w 807049"/>
                  <a:gd name="connsiteY0" fmla="*/ 453725 h 696175"/>
                  <a:gd name="connsiteX1" fmla="*/ 121200 w 807049"/>
                  <a:gd name="connsiteY1" fmla="*/ 342900 h 696175"/>
                  <a:gd name="connsiteX2" fmla="*/ 0 w 807049"/>
                  <a:gd name="connsiteY2" fmla="*/ 464100 h 696175"/>
                  <a:gd name="connsiteX3" fmla="*/ 232075 w 807049"/>
                  <a:gd name="connsiteY3" fmla="*/ 696175 h 696175"/>
                  <a:gd name="connsiteX4" fmla="*/ 807050 w 807049"/>
                  <a:gd name="connsiteY4" fmla="*/ 121200 h 696175"/>
                  <a:gd name="connsiteX5" fmla="*/ 685849 w 807049"/>
                  <a:gd name="connsiteY5" fmla="*/ 0 h 696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07049" h="696175">
                    <a:moveTo>
                      <a:pt x="232026" y="453725"/>
                    </a:moveTo>
                    <a:lnTo>
                      <a:pt x="121200" y="342900"/>
                    </a:lnTo>
                    <a:lnTo>
                      <a:pt x="0" y="464100"/>
                    </a:lnTo>
                    <a:lnTo>
                      <a:pt x="232075" y="696175"/>
                    </a:lnTo>
                    <a:lnTo>
                      <a:pt x="807050" y="121200"/>
                    </a:lnTo>
                    <a:lnTo>
                      <a:pt x="685849" y="0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0" name="Freeform: Shape 96">
                <a:extLst>
                  <a:ext uri="{FF2B5EF4-FFF2-40B4-BE49-F238E27FC236}">
                    <a16:creationId xmlns:a16="http://schemas.microsoft.com/office/drawing/2014/main" id="{52DF0635-2A51-00DA-E2BC-8C1E12D6F9B9}"/>
                  </a:ext>
                </a:extLst>
              </p:cNvPr>
              <p:cNvSpPr/>
              <p:nvPr/>
            </p:nvSpPr>
            <p:spPr>
              <a:xfrm>
                <a:off x="-6520082" y="5812310"/>
                <a:ext cx="3112644" cy="1392584"/>
              </a:xfrm>
              <a:custGeom>
                <a:avLst/>
                <a:gdLst>
                  <a:gd name="connsiteX0" fmla="*/ 2235263 w 3112644"/>
                  <a:gd name="connsiteY0" fmla="*/ 194952 h 1392584"/>
                  <a:gd name="connsiteX1" fmla="*/ 2276825 w 3112644"/>
                  <a:gd name="connsiteY1" fmla="*/ 361278 h 1392584"/>
                  <a:gd name="connsiteX2" fmla="*/ 2764076 w 3112644"/>
                  <a:gd name="connsiteY2" fmla="*/ 239461 h 1392584"/>
                  <a:gd name="connsiteX3" fmla="*/ 970219 w 3112644"/>
                  <a:gd name="connsiteY3" fmla="*/ 1221134 h 1392584"/>
                  <a:gd name="connsiteX4" fmla="*/ 71909 w 3112644"/>
                  <a:gd name="connsiteY4" fmla="*/ 1024388 h 1392584"/>
                  <a:gd name="connsiteX5" fmla="*/ 0 w 3112644"/>
                  <a:gd name="connsiteY5" fmla="*/ 1179996 h 1392584"/>
                  <a:gd name="connsiteX6" fmla="*/ 970221 w 3112644"/>
                  <a:gd name="connsiteY6" fmla="*/ 1392584 h 1392584"/>
                  <a:gd name="connsiteX7" fmla="*/ 2887620 w 3112644"/>
                  <a:gd name="connsiteY7" fmla="*/ 363493 h 1392584"/>
                  <a:gd name="connsiteX8" fmla="*/ 2942576 w 3112644"/>
                  <a:gd name="connsiteY8" fmla="*/ 803100 h 1392584"/>
                  <a:gd name="connsiteX9" fmla="*/ 3112645 w 3112644"/>
                  <a:gd name="connsiteY9" fmla="*/ 781822 h 1392584"/>
                  <a:gd name="connsiteX10" fmla="*/ 3014902 w 3112644"/>
                  <a:gd name="connsiteY10" fmla="*/ 0 h 1392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112644" h="1392584">
                    <a:moveTo>
                      <a:pt x="2235263" y="194952"/>
                    </a:moveTo>
                    <a:lnTo>
                      <a:pt x="2276825" y="361278"/>
                    </a:lnTo>
                    <a:lnTo>
                      <a:pt x="2764076" y="239461"/>
                    </a:lnTo>
                    <a:cubicBezTo>
                      <a:pt x="2370505" y="849137"/>
                      <a:pt x="1700498" y="1221134"/>
                      <a:pt x="970219" y="1221134"/>
                    </a:cubicBezTo>
                    <a:cubicBezTo>
                      <a:pt x="656554" y="1221134"/>
                      <a:pt x="354302" y="1154966"/>
                      <a:pt x="71909" y="1024388"/>
                    </a:cubicBezTo>
                    <a:lnTo>
                      <a:pt x="0" y="1179996"/>
                    </a:lnTo>
                    <a:cubicBezTo>
                      <a:pt x="305093" y="1321095"/>
                      <a:pt x="631534" y="1392584"/>
                      <a:pt x="970221" y="1392584"/>
                    </a:cubicBezTo>
                    <a:cubicBezTo>
                      <a:pt x="1746801" y="1392584"/>
                      <a:pt x="2460073" y="1003373"/>
                      <a:pt x="2887620" y="363493"/>
                    </a:cubicBezTo>
                    <a:lnTo>
                      <a:pt x="2942576" y="803100"/>
                    </a:lnTo>
                    <a:lnTo>
                      <a:pt x="3112645" y="781822"/>
                    </a:lnTo>
                    <a:lnTo>
                      <a:pt x="3014902" y="0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1" name="Freeform: Shape 97">
                <a:extLst>
                  <a:ext uri="{FF2B5EF4-FFF2-40B4-BE49-F238E27FC236}">
                    <a16:creationId xmlns:a16="http://schemas.microsoft.com/office/drawing/2014/main" id="{4CA13184-2433-4D67-8CAA-BBCD79752159}"/>
                  </a:ext>
                </a:extLst>
              </p:cNvPr>
              <p:cNvSpPr/>
              <p:nvPr/>
            </p:nvSpPr>
            <p:spPr>
              <a:xfrm>
                <a:off x="-8162940" y="3912284"/>
                <a:ext cx="896361" cy="2129036"/>
              </a:xfrm>
              <a:custGeom>
                <a:avLst/>
                <a:gdLst>
                  <a:gd name="connsiteX0" fmla="*/ 896361 w 896361"/>
                  <a:gd name="connsiteY0" fmla="*/ 1340794 h 2129036"/>
                  <a:gd name="connsiteX1" fmla="*/ 729614 w 896361"/>
                  <a:gd name="connsiteY1" fmla="*/ 1300917 h 2129036"/>
                  <a:gd name="connsiteX2" fmla="*/ 625020 w 896361"/>
                  <a:gd name="connsiteY2" fmla="*/ 1738614 h 2129036"/>
                  <a:gd name="connsiteX3" fmla="*/ 470029 w 896361"/>
                  <a:gd name="connsiteY3" fmla="*/ 977954 h 2129036"/>
                  <a:gd name="connsiteX4" fmla="*/ 670028 w 896361"/>
                  <a:gd name="connsiteY4" fmla="*/ 72522 h 2129036"/>
                  <a:gd name="connsiteX5" fmla="*/ 514615 w 896361"/>
                  <a:gd name="connsiteY5" fmla="*/ 0 h 2129036"/>
                  <a:gd name="connsiteX6" fmla="*/ 298579 w 896361"/>
                  <a:gd name="connsiteY6" fmla="*/ 977951 h 2129036"/>
                  <a:gd name="connsiteX7" fmla="*/ 464444 w 896361"/>
                  <a:gd name="connsiteY7" fmla="*/ 1799108 h 2129036"/>
                  <a:gd name="connsiteX8" fmla="*/ 82816 w 896361"/>
                  <a:gd name="connsiteY8" fmla="*/ 1588666 h 2129036"/>
                  <a:gd name="connsiteX9" fmla="*/ 0 w 896361"/>
                  <a:gd name="connsiteY9" fmla="*/ 1738836 h 2129036"/>
                  <a:gd name="connsiteX10" fmla="*/ 707922 w 896361"/>
                  <a:gd name="connsiteY10" fmla="*/ 2129037 h 21290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896361" h="2129036">
                    <a:moveTo>
                      <a:pt x="896361" y="1340794"/>
                    </a:moveTo>
                    <a:lnTo>
                      <a:pt x="729614" y="1300917"/>
                    </a:lnTo>
                    <a:lnTo>
                      <a:pt x="625020" y="1738614"/>
                    </a:lnTo>
                    <a:cubicBezTo>
                      <a:pt x="522492" y="1484887"/>
                      <a:pt x="470029" y="1229848"/>
                      <a:pt x="470029" y="977954"/>
                    </a:cubicBezTo>
                    <a:cubicBezTo>
                      <a:pt x="470029" y="661614"/>
                      <a:pt x="537308" y="357060"/>
                      <a:pt x="670028" y="72522"/>
                    </a:cubicBezTo>
                    <a:lnTo>
                      <a:pt x="514615" y="0"/>
                    </a:lnTo>
                    <a:cubicBezTo>
                      <a:pt x="371293" y="307425"/>
                      <a:pt x="298579" y="636432"/>
                      <a:pt x="298579" y="977951"/>
                    </a:cubicBezTo>
                    <a:cubicBezTo>
                      <a:pt x="298579" y="1250821"/>
                      <a:pt x="354721" y="1526091"/>
                      <a:pt x="464444" y="1799108"/>
                    </a:cubicBezTo>
                    <a:lnTo>
                      <a:pt x="82816" y="1588666"/>
                    </a:lnTo>
                    <a:lnTo>
                      <a:pt x="0" y="1738836"/>
                    </a:lnTo>
                    <a:lnTo>
                      <a:pt x="707922" y="2129037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2" name="Freeform: Shape 98">
                <a:extLst>
                  <a:ext uri="{FF2B5EF4-FFF2-40B4-BE49-F238E27FC236}">
                    <a16:creationId xmlns:a16="http://schemas.microsoft.com/office/drawing/2014/main" id="{A9719867-F97E-3097-CA25-A114D041D80B}"/>
                  </a:ext>
                </a:extLst>
              </p:cNvPr>
              <p:cNvSpPr/>
              <p:nvPr/>
            </p:nvSpPr>
            <p:spPr>
              <a:xfrm>
                <a:off x="-6132923" y="2247297"/>
                <a:ext cx="2636882" cy="1653873"/>
              </a:xfrm>
              <a:custGeom>
                <a:avLst/>
                <a:gdLst>
                  <a:gd name="connsiteX0" fmla="*/ 716436 w 2636882"/>
                  <a:gd name="connsiteY0" fmla="*/ 685710 h 1653873"/>
                  <a:gd name="connsiteX1" fmla="*/ 437679 w 2636882"/>
                  <a:gd name="connsiteY1" fmla="*/ 499868 h 1653873"/>
                  <a:gd name="connsiteX2" fmla="*/ 583146 w 2636882"/>
                  <a:gd name="connsiteY2" fmla="*/ 499868 h 1653873"/>
                  <a:gd name="connsiteX3" fmla="*/ 2484870 w 2636882"/>
                  <a:gd name="connsiteY3" fmla="*/ 1653873 h 1653873"/>
                  <a:gd name="connsiteX4" fmla="*/ 2636882 w 2636882"/>
                  <a:gd name="connsiteY4" fmla="*/ 1574577 h 1653873"/>
                  <a:gd name="connsiteX5" fmla="*/ 583205 w 2636882"/>
                  <a:gd name="connsiteY5" fmla="*/ 328479 h 1653873"/>
                  <a:gd name="connsiteX6" fmla="*/ 437737 w 2636882"/>
                  <a:gd name="connsiteY6" fmla="*/ 328479 h 1653873"/>
                  <a:gd name="connsiteX7" fmla="*/ 716495 w 2636882"/>
                  <a:gd name="connsiteY7" fmla="*/ 142637 h 1653873"/>
                  <a:gd name="connsiteX8" fmla="*/ 621433 w 2636882"/>
                  <a:gd name="connsiteY8" fmla="*/ 0 h 1653873"/>
                  <a:gd name="connsiteX9" fmla="*/ 0 w 2636882"/>
                  <a:gd name="connsiteY9" fmla="*/ 414233 h 1653873"/>
                  <a:gd name="connsiteX10" fmla="*/ 621354 w 2636882"/>
                  <a:gd name="connsiteY10" fmla="*/ 828466 h 16538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636882" h="1653873">
                    <a:moveTo>
                      <a:pt x="716436" y="685710"/>
                    </a:moveTo>
                    <a:lnTo>
                      <a:pt x="437679" y="499868"/>
                    </a:lnTo>
                    <a:lnTo>
                      <a:pt x="583146" y="499868"/>
                    </a:lnTo>
                    <a:cubicBezTo>
                      <a:pt x="1385091" y="499868"/>
                      <a:pt x="2113852" y="942042"/>
                      <a:pt x="2484870" y="1653873"/>
                    </a:cubicBezTo>
                    <a:lnTo>
                      <a:pt x="2636882" y="1574577"/>
                    </a:lnTo>
                    <a:cubicBezTo>
                      <a:pt x="2236267" y="805962"/>
                      <a:pt x="1449371" y="328479"/>
                      <a:pt x="583205" y="328479"/>
                    </a:cubicBezTo>
                    <a:lnTo>
                      <a:pt x="437737" y="328479"/>
                    </a:lnTo>
                    <a:lnTo>
                      <a:pt x="716495" y="142637"/>
                    </a:lnTo>
                    <a:lnTo>
                      <a:pt x="621433" y="0"/>
                    </a:lnTo>
                    <a:lnTo>
                      <a:pt x="0" y="414233"/>
                    </a:lnTo>
                    <a:lnTo>
                      <a:pt x="621354" y="828466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</p:grpSp>
      <p:sp>
        <p:nvSpPr>
          <p:cNvPr id="93" name="TextBox 92">
            <a:extLst>
              <a:ext uri="{FF2B5EF4-FFF2-40B4-BE49-F238E27FC236}">
                <a16:creationId xmlns:a16="http://schemas.microsoft.com/office/drawing/2014/main" id="{CEE840EA-CCFA-A4CE-01DE-85FE6554B49A}"/>
              </a:ext>
            </a:extLst>
          </p:cNvPr>
          <p:cNvSpPr txBox="1"/>
          <p:nvPr/>
        </p:nvSpPr>
        <p:spPr>
          <a:xfrm>
            <a:off x="4324886" y="2594251"/>
            <a:ext cx="3542228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IN" sz="1600" b="1" i="0" u="none" strike="noStrike" baseline="0">
                <a:solidFill>
                  <a:schemeClr val="accent3">
                    <a:lumMod val="75000"/>
                  </a:schemeClr>
                </a:solidFill>
                <a:latin typeface="+mj-lt"/>
              </a:rPr>
              <a:t>TASKS</a:t>
            </a:r>
            <a:endParaRPr lang="en-US" sz="1600" b="0" i="0" u="none" strike="noStrike" baseline="0">
              <a:solidFill>
                <a:schemeClr val="accent3">
                  <a:lumMod val="75000"/>
                </a:schemeClr>
              </a:solidFill>
              <a:latin typeface="+mj-lt"/>
            </a:endParaRP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746A2444-A323-397D-479F-2CE2D673C9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861448" y="2916545"/>
            <a:ext cx="469105" cy="0"/>
          </a:xfrm>
          <a:prstGeom prst="line">
            <a:avLst/>
          </a:prstGeom>
          <a:ln w="381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00806975-750A-9A81-7EEF-31AEBB95F076}"/>
              </a:ext>
            </a:extLst>
          </p:cNvPr>
          <p:cNvSpPr txBox="1"/>
          <p:nvPr/>
        </p:nvSpPr>
        <p:spPr>
          <a:xfrm>
            <a:off x="4314000" y="3019491"/>
            <a:ext cx="3564000" cy="15647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80000" indent="-18000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200">
                <a:solidFill>
                  <a:schemeClr val="accent4"/>
                </a:solidFill>
                <a:latin typeface="+mj-lt"/>
              </a:rPr>
              <a:t>Accessibility test team included trusted testers and people with legal blindness</a:t>
            </a:r>
          </a:p>
          <a:p>
            <a:pPr marL="180000" indent="-18000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200">
                <a:solidFill>
                  <a:schemeClr val="accent4"/>
                </a:solidFill>
                <a:latin typeface="+mj-lt"/>
              </a:rPr>
              <a:t>Entire Web and mobile applications tested for WCAG 2.1 Level A and AA. </a:t>
            </a:r>
          </a:p>
          <a:p>
            <a:pPr marL="180000" indent="-18000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200">
                <a:solidFill>
                  <a:schemeClr val="accent4"/>
                </a:solidFill>
                <a:latin typeface="+mj-lt"/>
              </a:rPr>
              <a:t>Platforms tested: Google Chrome + JAWS and Firefox + NVDA on Windows, Android + talkback and IOS + voice over.</a:t>
            </a:r>
          </a:p>
        </p:txBody>
      </p:sp>
      <p:cxnSp>
        <p:nvCxnSpPr>
          <p:cNvPr id="77" name="Straight Connector 76" descr="Line dividing Tasks and Deliverables information in this slide">
            <a:extLst>
              <a:ext uri="{FF2B5EF4-FFF2-40B4-BE49-F238E27FC236}">
                <a16:creationId xmlns:a16="http://schemas.microsoft.com/office/drawing/2014/main" id="{443B24BB-F93B-74FE-F04F-2386F964162A}"/>
              </a:ext>
            </a:extLst>
          </p:cNvPr>
          <p:cNvCxnSpPr>
            <a:cxnSpLocks/>
          </p:cNvCxnSpPr>
          <p:nvPr/>
        </p:nvCxnSpPr>
        <p:spPr>
          <a:xfrm flipV="1">
            <a:off x="8058588" y="3019491"/>
            <a:ext cx="0" cy="2419445"/>
          </a:xfrm>
          <a:prstGeom prst="line">
            <a:avLst/>
          </a:prstGeom>
          <a:ln>
            <a:gradFill>
              <a:gsLst>
                <a:gs pos="0">
                  <a:schemeClr val="bg1"/>
                </a:gs>
                <a:gs pos="87000">
                  <a:schemeClr val="bg1">
                    <a:lumMod val="7500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95">
            <a:extLst>
              <a:ext uri="{FF2B5EF4-FFF2-40B4-BE49-F238E27FC236}">
                <a16:creationId xmlns:a16="http://schemas.microsoft.com/office/drawing/2014/main" id="{EAFA1C8C-8F3C-4C8E-624C-ACEB1B8E4C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9679414" y="1737073"/>
            <a:ext cx="732950" cy="732950"/>
            <a:chOff x="9679414" y="1737073"/>
            <a:chExt cx="732950" cy="732950"/>
          </a:xfrm>
        </p:grpSpPr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C427A8F2-E42D-75D3-81F2-24FA6CED92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679414" y="1737073"/>
              <a:ext cx="732950" cy="732950"/>
            </a:xfrm>
            <a:prstGeom prst="ellipse">
              <a:avLst/>
            </a:prstGeom>
            <a:solidFill>
              <a:srgbClr val="83C93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2519A3B0-18BB-4F14-017B-7CB9059B9A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9835360" y="1962111"/>
              <a:ext cx="421058" cy="282874"/>
              <a:chOff x="14743939" y="684369"/>
              <a:chExt cx="5485331" cy="3685120"/>
            </a:xfrm>
            <a:solidFill>
              <a:schemeClr val="bg1"/>
            </a:solidFill>
          </p:grpSpPr>
          <p:sp>
            <p:nvSpPr>
              <p:cNvPr id="99" name="Freeform: Shape 122">
                <a:extLst>
                  <a:ext uri="{FF2B5EF4-FFF2-40B4-BE49-F238E27FC236}">
                    <a16:creationId xmlns:a16="http://schemas.microsoft.com/office/drawing/2014/main" id="{41F9371C-9D2D-2AD1-3F40-2A444D24E06F}"/>
                  </a:ext>
                </a:extLst>
              </p:cNvPr>
              <p:cNvSpPr/>
              <p:nvPr/>
            </p:nvSpPr>
            <p:spPr>
              <a:xfrm>
                <a:off x="14743939" y="684369"/>
                <a:ext cx="5485331" cy="3685120"/>
              </a:xfrm>
              <a:custGeom>
                <a:avLst/>
                <a:gdLst>
                  <a:gd name="connsiteX0" fmla="*/ 5298857 w 5485331"/>
                  <a:gd name="connsiteY0" fmla="*/ 56 h 3685120"/>
                  <a:gd name="connsiteX1" fmla="*/ 4916308 w 5485331"/>
                  <a:gd name="connsiteY1" fmla="*/ 56 h 3685120"/>
                  <a:gd name="connsiteX2" fmla="*/ 4901307 w 5485331"/>
                  <a:gd name="connsiteY2" fmla="*/ 1128 h 3685120"/>
                  <a:gd name="connsiteX3" fmla="*/ 4886306 w 5485331"/>
                  <a:gd name="connsiteY3" fmla="*/ 56 h 3685120"/>
                  <a:gd name="connsiteX4" fmla="*/ 1376969 w 5485331"/>
                  <a:gd name="connsiteY4" fmla="*/ 56 h 3685120"/>
                  <a:gd name="connsiteX5" fmla="*/ 1189442 w 5485331"/>
                  <a:gd name="connsiteY5" fmla="*/ 187583 h 3685120"/>
                  <a:gd name="connsiteX6" fmla="*/ 1189442 w 5485331"/>
                  <a:gd name="connsiteY6" fmla="*/ 2030622 h 3685120"/>
                  <a:gd name="connsiteX7" fmla="*/ 834756 w 5485331"/>
                  <a:gd name="connsiteY7" fmla="*/ 2030622 h 3685120"/>
                  <a:gd name="connsiteX8" fmla="*/ 693305 w 5485331"/>
                  <a:gd name="connsiteY8" fmla="*/ 1966328 h 3685120"/>
                  <a:gd name="connsiteX9" fmla="*/ 187527 w 5485331"/>
                  <a:gd name="connsiteY9" fmla="*/ 1966328 h 3685120"/>
                  <a:gd name="connsiteX10" fmla="*/ 0 w 5485331"/>
                  <a:gd name="connsiteY10" fmla="*/ 2153855 h 3685120"/>
                  <a:gd name="connsiteX11" fmla="*/ 0 w 5485331"/>
                  <a:gd name="connsiteY11" fmla="*/ 3285425 h 3685120"/>
                  <a:gd name="connsiteX12" fmla="*/ 187527 w 5485331"/>
                  <a:gd name="connsiteY12" fmla="*/ 3472952 h 3685120"/>
                  <a:gd name="connsiteX13" fmla="*/ 585076 w 5485331"/>
                  <a:gd name="connsiteY13" fmla="*/ 3472952 h 3685120"/>
                  <a:gd name="connsiteX14" fmla="*/ 877608 w 5485331"/>
                  <a:gd name="connsiteY14" fmla="*/ 3215777 h 3685120"/>
                  <a:gd name="connsiteX15" fmla="*/ 2466705 w 5485331"/>
                  <a:gd name="connsiteY15" fmla="*/ 3681906 h 3685120"/>
                  <a:gd name="connsiteX16" fmla="*/ 2489208 w 5485331"/>
                  <a:gd name="connsiteY16" fmla="*/ 3685121 h 3685120"/>
                  <a:gd name="connsiteX17" fmla="*/ 2506353 w 5485331"/>
                  <a:gd name="connsiteY17" fmla="*/ 3682977 h 3685120"/>
                  <a:gd name="connsiteX18" fmla="*/ 3672213 w 5485331"/>
                  <a:gd name="connsiteY18" fmla="*/ 3434375 h 3685120"/>
                  <a:gd name="connsiteX19" fmla="*/ 3801869 w 5485331"/>
                  <a:gd name="connsiteY19" fmla="*/ 3332573 h 3685120"/>
                  <a:gd name="connsiteX20" fmla="*/ 3819014 w 5485331"/>
                  <a:gd name="connsiteY20" fmla="*/ 3273637 h 3685120"/>
                  <a:gd name="connsiteX21" fmla="*/ 5297795 w 5485331"/>
                  <a:gd name="connsiteY21" fmla="*/ 3273637 h 3685120"/>
                  <a:gd name="connsiteX22" fmla="*/ 5485322 w 5485331"/>
                  <a:gd name="connsiteY22" fmla="*/ 3086110 h 3685120"/>
                  <a:gd name="connsiteX23" fmla="*/ 5485322 w 5485331"/>
                  <a:gd name="connsiteY23" fmla="*/ 187527 h 3685120"/>
                  <a:gd name="connsiteX24" fmla="*/ 5298872 w 5485331"/>
                  <a:gd name="connsiteY24" fmla="*/ 0 h 3685120"/>
                  <a:gd name="connsiteX25" fmla="*/ 721142 w 5485331"/>
                  <a:gd name="connsiteY25" fmla="*/ 3178347 h 3685120"/>
                  <a:gd name="connsiteX26" fmla="*/ 586128 w 5485331"/>
                  <a:gd name="connsiteY26" fmla="*/ 3313362 h 3685120"/>
                  <a:gd name="connsiteX27" fmla="*/ 187502 w 5485331"/>
                  <a:gd name="connsiteY27" fmla="*/ 3313362 h 3685120"/>
                  <a:gd name="connsiteX28" fmla="*/ 160712 w 5485331"/>
                  <a:gd name="connsiteY28" fmla="*/ 3286573 h 3685120"/>
                  <a:gd name="connsiteX29" fmla="*/ 160712 w 5485331"/>
                  <a:gd name="connsiteY29" fmla="*/ 2153925 h 3685120"/>
                  <a:gd name="connsiteX30" fmla="*/ 187502 w 5485331"/>
                  <a:gd name="connsiteY30" fmla="*/ 2127136 h 3685120"/>
                  <a:gd name="connsiteX31" fmla="*/ 693279 w 5485331"/>
                  <a:gd name="connsiteY31" fmla="*/ 2127136 h 3685120"/>
                  <a:gd name="connsiteX32" fmla="*/ 720068 w 5485331"/>
                  <a:gd name="connsiteY32" fmla="*/ 2153925 h 3685120"/>
                  <a:gd name="connsiteX33" fmla="*/ 720068 w 5485331"/>
                  <a:gd name="connsiteY33" fmla="*/ 3178314 h 3685120"/>
                  <a:gd name="connsiteX34" fmla="*/ 4805963 w 5485331"/>
                  <a:gd name="connsiteY34" fmla="*/ 664498 h 3685120"/>
                  <a:gd name="connsiteX35" fmla="*/ 4805963 w 5485331"/>
                  <a:gd name="connsiteY35" fmla="*/ 1028834 h 3685120"/>
                  <a:gd name="connsiteX36" fmla="*/ 3596212 w 5485331"/>
                  <a:gd name="connsiteY36" fmla="*/ 1028834 h 3685120"/>
                  <a:gd name="connsiteX37" fmla="*/ 3596212 w 5485331"/>
                  <a:gd name="connsiteY37" fmla="*/ 160866 h 3685120"/>
                  <a:gd name="connsiteX38" fmla="*/ 4805963 w 5485331"/>
                  <a:gd name="connsiteY38" fmla="*/ 160866 h 3685120"/>
                  <a:gd name="connsiteX39" fmla="*/ 3596212 w 5485331"/>
                  <a:gd name="connsiteY39" fmla="*/ 1189567 h 3685120"/>
                  <a:gd name="connsiteX40" fmla="*/ 4805963 w 5485331"/>
                  <a:gd name="connsiteY40" fmla="*/ 1189567 h 3685120"/>
                  <a:gd name="connsiteX41" fmla="*/ 4805963 w 5485331"/>
                  <a:gd name="connsiteY41" fmla="*/ 1650336 h 3685120"/>
                  <a:gd name="connsiteX42" fmla="*/ 3596212 w 5485331"/>
                  <a:gd name="connsiteY42" fmla="*/ 1650336 h 3685120"/>
                  <a:gd name="connsiteX43" fmla="*/ 3658363 w 5485331"/>
                  <a:gd name="connsiteY43" fmla="*/ 3264112 h 3685120"/>
                  <a:gd name="connsiteX44" fmla="*/ 3639074 w 5485331"/>
                  <a:gd name="connsiteY44" fmla="*/ 3279113 h 3685120"/>
                  <a:gd name="connsiteX45" fmla="*/ 2493592 w 5485331"/>
                  <a:gd name="connsiteY45" fmla="*/ 3523434 h 3685120"/>
                  <a:gd name="connsiteX46" fmla="*/ 881962 w 5485331"/>
                  <a:gd name="connsiteY46" fmla="*/ 3049801 h 3685120"/>
                  <a:gd name="connsiteX47" fmla="*/ 881962 w 5485331"/>
                  <a:gd name="connsiteY47" fmla="*/ 2191483 h 3685120"/>
                  <a:gd name="connsiteX48" fmla="*/ 2226816 w 5485331"/>
                  <a:gd name="connsiteY48" fmla="*/ 2191483 h 3685120"/>
                  <a:gd name="connsiteX49" fmla="*/ 2367190 w 5485331"/>
                  <a:gd name="connsiteY49" fmla="*/ 2331857 h 3685120"/>
                  <a:gd name="connsiteX50" fmla="*/ 2226816 w 5485331"/>
                  <a:gd name="connsiteY50" fmla="*/ 2472230 h 3685120"/>
                  <a:gd name="connsiteX51" fmla="*/ 1528162 w 5485331"/>
                  <a:gd name="connsiteY51" fmla="*/ 2472230 h 3685120"/>
                  <a:gd name="connsiteX52" fmla="*/ 1261347 w 5485331"/>
                  <a:gd name="connsiteY52" fmla="*/ 2645826 h 3685120"/>
                  <a:gd name="connsiteX53" fmla="*/ 1302066 w 5485331"/>
                  <a:gd name="connsiteY53" fmla="*/ 2751909 h 3685120"/>
                  <a:gd name="connsiteX54" fmla="*/ 1335284 w 5485331"/>
                  <a:gd name="connsiteY54" fmla="*/ 2759410 h 3685120"/>
                  <a:gd name="connsiteX55" fmla="*/ 1409222 w 5485331"/>
                  <a:gd name="connsiteY55" fmla="*/ 2712261 h 3685120"/>
                  <a:gd name="connsiteX56" fmla="*/ 1514238 w 5485331"/>
                  <a:gd name="connsiteY56" fmla="*/ 2635109 h 3685120"/>
                  <a:gd name="connsiteX57" fmla="*/ 2654429 w 5485331"/>
                  <a:gd name="connsiteY57" fmla="*/ 3171963 h 3685120"/>
                  <a:gd name="connsiteX58" fmla="*/ 2698363 w 5485331"/>
                  <a:gd name="connsiteY58" fmla="*/ 3179464 h 3685120"/>
                  <a:gd name="connsiteX59" fmla="*/ 3382018 w 5485331"/>
                  <a:gd name="connsiteY59" fmla="*/ 3093739 h 3685120"/>
                  <a:gd name="connsiteX60" fmla="*/ 3659551 w 5485331"/>
                  <a:gd name="connsiteY60" fmla="*/ 3242685 h 3685120"/>
                  <a:gd name="connsiteX61" fmla="*/ 3658480 w 5485331"/>
                  <a:gd name="connsiteY61" fmla="*/ 3264116 h 3685120"/>
                  <a:gd name="connsiteX62" fmla="*/ 5325739 w 5485331"/>
                  <a:gd name="connsiteY62" fmla="*/ 3087303 h 3685120"/>
                  <a:gd name="connsiteX63" fmla="*/ 5298949 w 5485331"/>
                  <a:gd name="connsiteY63" fmla="*/ 3114092 h 3685120"/>
                  <a:gd name="connsiteX64" fmla="*/ 3769811 w 5485331"/>
                  <a:gd name="connsiteY64" fmla="*/ 3114092 h 3685120"/>
                  <a:gd name="connsiteX65" fmla="*/ 3361545 w 5485331"/>
                  <a:gd name="connsiteY65" fmla="*/ 2931924 h 3685120"/>
                  <a:gd name="connsiteX66" fmla="*/ 2700394 w 5485331"/>
                  <a:gd name="connsiteY66" fmla="*/ 3014434 h 3685120"/>
                  <a:gd name="connsiteX67" fmla="*/ 1887075 w 5485331"/>
                  <a:gd name="connsiteY67" fmla="*/ 2631885 h 3685120"/>
                  <a:gd name="connsiteX68" fmla="*/ 2226761 w 5485331"/>
                  <a:gd name="connsiteY68" fmla="*/ 2631885 h 3685120"/>
                  <a:gd name="connsiteX69" fmla="*/ 2527867 w 5485331"/>
                  <a:gd name="connsiteY69" fmla="*/ 2330780 h 3685120"/>
                  <a:gd name="connsiteX70" fmla="*/ 2226761 w 5485331"/>
                  <a:gd name="connsiteY70" fmla="*/ 2029675 h 3685120"/>
                  <a:gd name="connsiteX71" fmla="*/ 1350221 w 5485331"/>
                  <a:gd name="connsiteY71" fmla="*/ 2029675 h 3685120"/>
                  <a:gd name="connsiteX72" fmla="*/ 1350221 w 5485331"/>
                  <a:gd name="connsiteY72" fmla="*/ 186636 h 3685120"/>
                  <a:gd name="connsiteX73" fmla="*/ 1377010 w 5485331"/>
                  <a:gd name="connsiteY73" fmla="*/ 159847 h 3685120"/>
                  <a:gd name="connsiteX74" fmla="*/ 3435488 w 5485331"/>
                  <a:gd name="connsiteY74" fmla="*/ 159847 h 3685120"/>
                  <a:gd name="connsiteX75" fmla="*/ 3435488 w 5485331"/>
                  <a:gd name="connsiteY75" fmla="*/ 1676150 h 3685120"/>
                  <a:gd name="connsiteX76" fmla="*/ 3569434 w 5485331"/>
                  <a:gd name="connsiteY76" fmla="*/ 1810097 h 3685120"/>
                  <a:gd name="connsiteX77" fmla="*/ 4832776 w 5485331"/>
                  <a:gd name="connsiteY77" fmla="*/ 1810097 h 3685120"/>
                  <a:gd name="connsiteX78" fmla="*/ 4966723 w 5485331"/>
                  <a:gd name="connsiteY78" fmla="*/ 1676150 h 3685120"/>
                  <a:gd name="connsiteX79" fmla="*/ 4966723 w 5485331"/>
                  <a:gd name="connsiteY79" fmla="*/ 160924 h 3685120"/>
                  <a:gd name="connsiteX80" fmla="*/ 5298905 w 5485331"/>
                  <a:gd name="connsiteY80" fmla="*/ 160924 h 3685120"/>
                  <a:gd name="connsiteX81" fmla="*/ 5325694 w 5485331"/>
                  <a:gd name="connsiteY81" fmla="*/ 187714 h 3685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</a:cxnLst>
                <a:rect l="l" t="t" r="r" b="b"/>
                <a:pathLst>
                  <a:path w="5485331" h="3685120">
                    <a:moveTo>
                      <a:pt x="5298857" y="56"/>
                    </a:moveTo>
                    <a:lnTo>
                      <a:pt x="4916308" y="56"/>
                    </a:lnTo>
                    <a:cubicBezTo>
                      <a:pt x="4910950" y="56"/>
                      <a:pt x="4905592" y="56"/>
                      <a:pt x="4901307" y="1128"/>
                    </a:cubicBezTo>
                    <a:cubicBezTo>
                      <a:pt x="4897021" y="56"/>
                      <a:pt x="4891663" y="56"/>
                      <a:pt x="4886306" y="56"/>
                    </a:cubicBezTo>
                    <a:lnTo>
                      <a:pt x="1376969" y="56"/>
                    </a:lnTo>
                    <a:cubicBezTo>
                      <a:pt x="1274099" y="56"/>
                      <a:pt x="1189442" y="84709"/>
                      <a:pt x="1189442" y="187583"/>
                    </a:cubicBezTo>
                    <a:lnTo>
                      <a:pt x="1189442" y="2030622"/>
                    </a:lnTo>
                    <a:lnTo>
                      <a:pt x="834756" y="2030622"/>
                    </a:lnTo>
                    <a:cubicBezTo>
                      <a:pt x="800466" y="1990974"/>
                      <a:pt x="750103" y="1966328"/>
                      <a:pt x="693305" y="1966328"/>
                    </a:cubicBezTo>
                    <a:lnTo>
                      <a:pt x="187527" y="1966328"/>
                    </a:lnTo>
                    <a:cubicBezTo>
                      <a:pt x="84657" y="1966328"/>
                      <a:pt x="0" y="2049910"/>
                      <a:pt x="0" y="2153855"/>
                    </a:cubicBezTo>
                    <a:lnTo>
                      <a:pt x="0" y="3285425"/>
                    </a:lnTo>
                    <a:cubicBezTo>
                      <a:pt x="0" y="3389363"/>
                      <a:pt x="84653" y="3472952"/>
                      <a:pt x="187527" y="3472952"/>
                    </a:cubicBezTo>
                    <a:lnTo>
                      <a:pt x="585076" y="3472952"/>
                    </a:lnTo>
                    <a:cubicBezTo>
                      <a:pt x="735089" y="3472952"/>
                      <a:pt x="859396" y="3360442"/>
                      <a:pt x="877608" y="3215777"/>
                    </a:cubicBezTo>
                    <a:lnTo>
                      <a:pt x="2466705" y="3681906"/>
                    </a:lnTo>
                    <a:cubicBezTo>
                      <a:pt x="2474206" y="3684049"/>
                      <a:pt x="2481707" y="3685121"/>
                      <a:pt x="2489208" y="3685121"/>
                    </a:cubicBezTo>
                    <a:cubicBezTo>
                      <a:pt x="2494566" y="3685121"/>
                      <a:pt x="2499924" y="3684049"/>
                      <a:pt x="2506353" y="3682977"/>
                    </a:cubicBezTo>
                    <a:lnTo>
                      <a:pt x="3672213" y="3434375"/>
                    </a:lnTo>
                    <a:cubicBezTo>
                      <a:pt x="3729006" y="3422588"/>
                      <a:pt x="3777229" y="3385083"/>
                      <a:pt x="3801869" y="3332573"/>
                    </a:cubicBezTo>
                    <a:cubicBezTo>
                      <a:pt x="3811513" y="3313284"/>
                      <a:pt x="3816870" y="3293996"/>
                      <a:pt x="3819014" y="3273637"/>
                    </a:cubicBezTo>
                    <a:lnTo>
                      <a:pt x="5297795" y="3273637"/>
                    </a:lnTo>
                    <a:cubicBezTo>
                      <a:pt x="5400665" y="3273637"/>
                      <a:pt x="5485322" y="3188984"/>
                      <a:pt x="5485322" y="3086110"/>
                    </a:cubicBezTo>
                    <a:lnTo>
                      <a:pt x="5485322" y="187527"/>
                    </a:lnTo>
                    <a:cubicBezTo>
                      <a:pt x="5486393" y="83589"/>
                      <a:pt x="5401740" y="0"/>
                      <a:pt x="5298872" y="0"/>
                    </a:cubicBezTo>
                    <a:close/>
                    <a:moveTo>
                      <a:pt x="721142" y="3178347"/>
                    </a:moveTo>
                    <a:cubicBezTo>
                      <a:pt x="721142" y="3252286"/>
                      <a:pt x="661135" y="3313362"/>
                      <a:pt x="586128" y="3313362"/>
                    </a:cubicBezTo>
                    <a:lnTo>
                      <a:pt x="187502" y="3313362"/>
                    </a:lnTo>
                    <a:cubicBezTo>
                      <a:pt x="172500" y="3313362"/>
                      <a:pt x="160712" y="3301575"/>
                      <a:pt x="160712" y="3286573"/>
                    </a:cubicBezTo>
                    <a:lnTo>
                      <a:pt x="160712" y="2153925"/>
                    </a:lnTo>
                    <a:cubicBezTo>
                      <a:pt x="160712" y="2138923"/>
                      <a:pt x="172499" y="2127136"/>
                      <a:pt x="187502" y="2127136"/>
                    </a:cubicBezTo>
                    <a:lnTo>
                      <a:pt x="693279" y="2127136"/>
                    </a:lnTo>
                    <a:cubicBezTo>
                      <a:pt x="708280" y="2127136"/>
                      <a:pt x="720068" y="2138923"/>
                      <a:pt x="720068" y="2153925"/>
                    </a:cubicBezTo>
                    <a:lnTo>
                      <a:pt x="720068" y="3178314"/>
                    </a:lnTo>
                    <a:close/>
                    <a:moveTo>
                      <a:pt x="4805963" y="664498"/>
                    </a:moveTo>
                    <a:lnTo>
                      <a:pt x="4805963" y="1028834"/>
                    </a:lnTo>
                    <a:lnTo>
                      <a:pt x="3596212" y="1028834"/>
                    </a:lnTo>
                    <a:lnTo>
                      <a:pt x="3596212" y="160866"/>
                    </a:lnTo>
                    <a:lnTo>
                      <a:pt x="4805963" y="160866"/>
                    </a:lnTo>
                    <a:close/>
                    <a:moveTo>
                      <a:pt x="3596212" y="1189567"/>
                    </a:moveTo>
                    <a:lnTo>
                      <a:pt x="4805963" y="1189567"/>
                    </a:lnTo>
                    <a:lnTo>
                      <a:pt x="4805963" y="1650336"/>
                    </a:lnTo>
                    <a:lnTo>
                      <a:pt x="3596212" y="1650336"/>
                    </a:lnTo>
                    <a:close/>
                    <a:moveTo>
                      <a:pt x="3658363" y="3264112"/>
                    </a:moveTo>
                    <a:cubicBezTo>
                      <a:pt x="3656220" y="3268398"/>
                      <a:pt x="3650862" y="3276970"/>
                      <a:pt x="3639074" y="3279113"/>
                    </a:cubicBezTo>
                    <a:lnTo>
                      <a:pt x="2493592" y="3523434"/>
                    </a:lnTo>
                    <a:lnTo>
                      <a:pt x="881962" y="3049801"/>
                    </a:lnTo>
                    <a:lnTo>
                      <a:pt x="881962" y="2191483"/>
                    </a:lnTo>
                    <a:lnTo>
                      <a:pt x="2226816" y="2191483"/>
                    </a:lnTo>
                    <a:cubicBezTo>
                      <a:pt x="2303969" y="2191483"/>
                      <a:pt x="2367190" y="2254705"/>
                      <a:pt x="2367190" y="2331857"/>
                    </a:cubicBezTo>
                    <a:cubicBezTo>
                      <a:pt x="2367190" y="2409008"/>
                      <a:pt x="2303968" y="2472230"/>
                      <a:pt x="2226816" y="2472230"/>
                    </a:cubicBezTo>
                    <a:lnTo>
                      <a:pt x="1528162" y="2472230"/>
                    </a:lnTo>
                    <a:cubicBezTo>
                      <a:pt x="1412439" y="2472230"/>
                      <a:pt x="1308491" y="2539738"/>
                      <a:pt x="1261347" y="2645826"/>
                    </a:cubicBezTo>
                    <a:cubicBezTo>
                      <a:pt x="1243130" y="2686544"/>
                      <a:pt x="1261347" y="2733694"/>
                      <a:pt x="1302066" y="2751909"/>
                    </a:cubicBezTo>
                    <a:cubicBezTo>
                      <a:pt x="1312782" y="2756195"/>
                      <a:pt x="1323497" y="2759410"/>
                      <a:pt x="1335284" y="2759410"/>
                    </a:cubicBezTo>
                    <a:cubicBezTo>
                      <a:pt x="1366360" y="2759410"/>
                      <a:pt x="1395292" y="2741193"/>
                      <a:pt x="1409222" y="2712261"/>
                    </a:cubicBezTo>
                    <a:cubicBezTo>
                      <a:pt x="1428511" y="2669399"/>
                      <a:pt x="1468158" y="2640467"/>
                      <a:pt x="1514238" y="2635109"/>
                    </a:cubicBezTo>
                    <a:lnTo>
                      <a:pt x="2654429" y="3171963"/>
                    </a:lnTo>
                    <a:cubicBezTo>
                      <a:pt x="2668360" y="3178392"/>
                      <a:pt x="2683361" y="3180535"/>
                      <a:pt x="2698363" y="3179464"/>
                    </a:cubicBezTo>
                    <a:lnTo>
                      <a:pt x="3382018" y="3093739"/>
                    </a:lnTo>
                    <a:cubicBezTo>
                      <a:pt x="3496674" y="3079808"/>
                      <a:pt x="3608116" y="3138745"/>
                      <a:pt x="3659551" y="3242685"/>
                    </a:cubicBezTo>
                    <a:cubicBezTo>
                      <a:pt x="3663838" y="3251257"/>
                      <a:pt x="3660623" y="3259830"/>
                      <a:pt x="3658480" y="3264116"/>
                    </a:cubicBezTo>
                    <a:close/>
                    <a:moveTo>
                      <a:pt x="5325739" y="3087303"/>
                    </a:moveTo>
                    <a:cubicBezTo>
                      <a:pt x="5325739" y="3102304"/>
                      <a:pt x="5313952" y="3114092"/>
                      <a:pt x="5298949" y="3114092"/>
                    </a:cubicBezTo>
                    <a:lnTo>
                      <a:pt x="3769811" y="3114092"/>
                    </a:lnTo>
                    <a:cubicBezTo>
                      <a:pt x="3678728" y="2984436"/>
                      <a:pt x="3522277" y="2912643"/>
                      <a:pt x="3361545" y="2931924"/>
                    </a:cubicBezTo>
                    <a:lnTo>
                      <a:pt x="2700394" y="3014434"/>
                    </a:lnTo>
                    <a:lnTo>
                      <a:pt x="1887075" y="2631885"/>
                    </a:lnTo>
                    <a:lnTo>
                      <a:pt x="2226761" y="2631885"/>
                    </a:lnTo>
                    <a:cubicBezTo>
                      <a:pt x="2392852" y="2631885"/>
                      <a:pt x="2527867" y="2496871"/>
                      <a:pt x="2527867" y="2330780"/>
                    </a:cubicBezTo>
                    <a:cubicBezTo>
                      <a:pt x="2527867" y="2164689"/>
                      <a:pt x="2392852" y="2029675"/>
                      <a:pt x="2226761" y="2029675"/>
                    </a:cubicBezTo>
                    <a:lnTo>
                      <a:pt x="1350221" y="2029675"/>
                    </a:lnTo>
                    <a:lnTo>
                      <a:pt x="1350221" y="186636"/>
                    </a:lnTo>
                    <a:cubicBezTo>
                      <a:pt x="1350221" y="171634"/>
                      <a:pt x="1362008" y="159847"/>
                      <a:pt x="1377010" y="159847"/>
                    </a:cubicBezTo>
                    <a:lnTo>
                      <a:pt x="3435488" y="159847"/>
                    </a:lnTo>
                    <a:lnTo>
                      <a:pt x="3435488" y="1676150"/>
                    </a:lnTo>
                    <a:cubicBezTo>
                      <a:pt x="3435488" y="1750088"/>
                      <a:pt x="3495495" y="1810097"/>
                      <a:pt x="3569434" y="1810097"/>
                    </a:cubicBezTo>
                    <a:lnTo>
                      <a:pt x="4832776" y="1810097"/>
                    </a:lnTo>
                    <a:cubicBezTo>
                      <a:pt x="4906714" y="1810097"/>
                      <a:pt x="4966723" y="1750089"/>
                      <a:pt x="4966723" y="1676150"/>
                    </a:cubicBezTo>
                    <a:lnTo>
                      <a:pt x="4966723" y="160924"/>
                    </a:lnTo>
                    <a:lnTo>
                      <a:pt x="5298905" y="160924"/>
                    </a:lnTo>
                    <a:cubicBezTo>
                      <a:pt x="5313906" y="160924"/>
                      <a:pt x="5325694" y="172711"/>
                      <a:pt x="5325694" y="187714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00" name="Freeform: Shape 123">
                <a:extLst>
                  <a:ext uri="{FF2B5EF4-FFF2-40B4-BE49-F238E27FC236}">
                    <a16:creationId xmlns:a16="http://schemas.microsoft.com/office/drawing/2014/main" id="{69070D37-68C5-B0D3-01CF-B680446425D2}"/>
                  </a:ext>
                </a:extLst>
              </p:cNvPr>
              <p:cNvSpPr/>
              <p:nvPr/>
            </p:nvSpPr>
            <p:spPr>
              <a:xfrm>
                <a:off x="15031098" y="3686906"/>
                <a:ext cx="171450" cy="160733"/>
              </a:xfrm>
              <a:custGeom>
                <a:avLst/>
                <a:gdLst>
                  <a:gd name="connsiteX0" fmla="*/ 91083 w 171450"/>
                  <a:gd name="connsiteY0" fmla="*/ 0 h 160733"/>
                  <a:gd name="connsiteX1" fmla="*/ 80367 w 171450"/>
                  <a:gd name="connsiteY1" fmla="*/ 0 h 160733"/>
                  <a:gd name="connsiteX2" fmla="*/ 0 w 171450"/>
                  <a:gd name="connsiteY2" fmla="*/ 80367 h 160733"/>
                  <a:gd name="connsiteX3" fmla="*/ 80367 w 171450"/>
                  <a:gd name="connsiteY3" fmla="*/ 160734 h 160733"/>
                  <a:gd name="connsiteX4" fmla="*/ 91083 w 171450"/>
                  <a:gd name="connsiteY4" fmla="*/ 160734 h 160733"/>
                  <a:gd name="connsiteX5" fmla="*/ 171450 w 171450"/>
                  <a:gd name="connsiteY5" fmla="*/ 80367 h 160733"/>
                  <a:gd name="connsiteX6" fmla="*/ 91083 w 171450"/>
                  <a:gd name="connsiteY6" fmla="*/ 0 h 1607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71450" h="160733">
                    <a:moveTo>
                      <a:pt x="91083" y="0"/>
                    </a:moveTo>
                    <a:lnTo>
                      <a:pt x="80367" y="0"/>
                    </a:lnTo>
                    <a:cubicBezTo>
                      <a:pt x="36433" y="0"/>
                      <a:pt x="0" y="36434"/>
                      <a:pt x="0" y="80367"/>
                    </a:cubicBezTo>
                    <a:cubicBezTo>
                      <a:pt x="0" y="124300"/>
                      <a:pt x="36434" y="160734"/>
                      <a:pt x="80367" y="160734"/>
                    </a:cubicBezTo>
                    <a:lnTo>
                      <a:pt x="91083" y="160734"/>
                    </a:lnTo>
                    <a:cubicBezTo>
                      <a:pt x="135017" y="160734"/>
                      <a:pt x="171450" y="124300"/>
                      <a:pt x="171450" y="80367"/>
                    </a:cubicBezTo>
                    <a:cubicBezTo>
                      <a:pt x="171450" y="36434"/>
                      <a:pt x="135016" y="0"/>
                      <a:pt x="91083" y="0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01" name="Freeform: Shape 124">
                <a:extLst>
                  <a:ext uri="{FF2B5EF4-FFF2-40B4-BE49-F238E27FC236}">
                    <a16:creationId xmlns:a16="http://schemas.microsoft.com/office/drawing/2014/main" id="{C0906650-C96D-EA7F-F6A0-4FFF7C4AA0E6}"/>
                  </a:ext>
                </a:extLst>
              </p:cNvPr>
              <p:cNvSpPr/>
              <p:nvPr/>
            </p:nvSpPr>
            <p:spPr>
              <a:xfrm>
                <a:off x="18499716" y="1386280"/>
                <a:ext cx="857252" cy="160733"/>
              </a:xfrm>
              <a:custGeom>
                <a:avLst/>
                <a:gdLst>
                  <a:gd name="connsiteX0" fmla="*/ 80367 w 857252"/>
                  <a:gd name="connsiteY0" fmla="*/ 160734 h 160733"/>
                  <a:gd name="connsiteX1" fmla="*/ 776885 w 857252"/>
                  <a:gd name="connsiteY1" fmla="*/ 160734 h 160733"/>
                  <a:gd name="connsiteX2" fmla="*/ 857252 w 857252"/>
                  <a:gd name="connsiteY2" fmla="*/ 80367 h 160733"/>
                  <a:gd name="connsiteX3" fmla="*/ 776885 w 857252"/>
                  <a:gd name="connsiteY3" fmla="*/ 0 h 160733"/>
                  <a:gd name="connsiteX4" fmla="*/ 80367 w 857252"/>
                  <a:gd name="connsiteY4" fmla="*/ 0 h 160733"/>
                  <a:gd name="connsiteX5" fmla="*/ 0 w 857252"/>
                  <a:gd name="connsiteY5" fmla="*/ 80367 h 160733"/>
                  <a:gd name="connsiteX6" fmla="*/ 80367 w 857252"/>
                  <a:gd name="connsiteY6" fmla="*/ 160734 h 1607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57252" h="160733">
                    <a:moveTo>
                      <a:pt x="80367" y="160734"/>
                    </a:moveTo>
                    <a:lnTo>
                      <a:pt x="776885" y="160734"/>
                    </a:lnTo>
                    <a:cubicBezTo>
                      <a:pt x="820820" y="160734"/>
                      <a:pt x="857252" y="124300"/>
                      <a:pt x="857252" y="80367"/>
                    </a:cubicBezTo>
                    <a:cubicBezTo>
                      <a:pt x="857252" y="36434"/>
                      <a:pt x="820818" y="0"/>
                      <a:pt x="776885" y="0"/>
                    </a:cubicBezTo>
                    <a:lnTo>
                      <a:pt x="80367" y="0"/>
                    </a:lnTo>
                    <a:cubicBezTo>
                      <a:pt x="36433" y="0"/>
                      <a:pt x="0" y="36434"/>
                      <a:pt x="0" y="80367"/>
                    </a:cubicBezTo>
                    <a:cubicBezTo>
                      <a:pt x="0" y="124300"/>
                      <a:pt x="36434" y="160734"/>
                      <a:pt x="80367" y="160734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02" name="Freeform: Shape 125">
                <a:extLst>
                  <a:ext uri="{FF2B5EF4-FFF2-40B4-BE49-F238E27FC236}">
                    <a16:creationId xmlns:a16="http://schemas.microsoft.com/office/drawing/2014/main" id="{83289824-4F09-0480-B752-4ECD89054DD2}"/>
                  </a:ext>
                </a:extLst>
              </p:cNvPr>
              <p:cNvSpPr/>
              <p:nvPr/>
            </p:nvSpPr>
            <p:spPr>
              <a:xfrm>
                <a:off x="18499716" y="1107650"/>
                <a:ext cx="332183" cy="160733"/>
              </a:xfrm>
              <a:custGeom>
                <a:avLst/>
                <a:gdLst>
                  <a:gd name="connsiteX0" fmla="*/ 80367 w 332183"/>
                  <a:gd name="connsiteY0" fmla="*/ 160734 h 160733"/>
                  <a:gd name="connsiteX1" fmla="*/ 251817 w 332183"/>
                  <a:gd name="connsiteY1" fmla="*/ 160734 h 160733"/>
                  <a:gd name="connsiteX2" fmla="*/ 332184 w 332183"/>
                  <a:gd name="connsiteY2" fmla="*/ 80367 h 160733"/>
                  <a:gd name="connsiteX3" fmla="*/ 251817 w 332183"/>
                  <a:gd name="connsiteY3" fmla="*/ 0 h 160733"/>
                  <a:gd name="connsiteX4" fmla="*/ 80367 w 332183"/>
                  <a:gd name="connsiteY4" fmla="*/ 0 h 160733"/>
                  <a:gd name="connsiteX5" fmla="*/ 0 w 332183"/>
                  <a:gd name="connsiteY5" fmla="*/ 80367 h 160733"/>
                  <a:gd name="connsiteX6" fmla="*/ 80367 w 332183"/>
                  <a:gd name="connsiteY6" fmla="*/ 160734 h 1607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32183" h="160733">
                    <a:moveTo>
                      <a:pt x="80367" y="160734"/>
                    </a:moveTo>
                    <a:lnTo>
                      <a:pt x="251817" y="160734"/>
                    </a:lnTo>
                    <a:cubicBezTo>
                      <a:pt x="295751" y="160734"/>
                      <a:pt x="332184" y="124300"/>
                      <a:pt x="332184" y="80367"/>
                    </a:cubicBezTo>
                    <a:cubicBezTo>
                      <a:pt x="332184" y="36434"/>
                      <a:pt x="295750" y="0"/>
                      <a:pt x="251817" y="0"/>
                    </a:cubicBezTo>
                    <a:lnTo>
                      <a:pt x="80367" y="0"/>
                    </a:lnTo>
                    <a:cubicBezTo>
                      <a:pt x="36433" y="0"/>
                      <a:pt x="0" y="36434"/>
                      <a:pt x="0" y="80367"/>
                    </a:cubicBezTo>
                    <a:cubicBezTo>
                      <a:pt x="0" y="124300"/>
                      <a:pt x="36434" y="160734"/>
                      <a:pt x="80367" y="160734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03" name="Freeform: Shape 126">
                <a:extLst>
                  <a:ext uri="{FF2B5EF4-FFF2-40B4-BE49-F238E27FC236}">
                    <a16:creationId xmlns:a16="http://schemas.microsoft.com/office/drawing/2014/main" id="{F5D7BE4A-F530-FAE2-B75C-CA2ED30D2797}"/>
                  </a:ext>
                </a:extLst>
              </p:cNvPr>
              <p:cNvSpPr/>
              <p:nvPr/>
            </p:nvSpPr>
            <p:spPr>
              <a:xfrm>
                <a:off x="18499777" y="2018551"/>
                <a:ext cx="171450" cy="160733"/>
              </a:xfrm>
              <a:custGeom>
                <a:avLst/>
                <a:gdLst>
                  <a:gd name="connsiteX0" fmla="*/ 91083 w 171450"/>
                  <a:gd name="connsiteY0" fmla="*/ 0 h 160733"/>
                  <a:gd name="connsiteX1" fmla="*/ 80367 w 171450"/>
                  <a:gd name="connsiteY1" fmla="*/ 0 h 160733"/>
                  <a:gd name="connsiteX2" fmla="*/ 0 w 171450"/>
                  <a:gd name="connsiteY2" fmla="*/ 80367 h 160733"/>
                  <a:gd name="connsiteX3" fmla="*/ 80367 w 171450"/>
                  <a:gd name="connsiteY3" fmla="*/ 160734 h 160733"/>
                  <a:gd name="connsiteX4" fmla="*/ 91083 w 171450"/>
                  <a:gd name="connsiteY4" fmla="*/ 160734 h 160733"/>
                  <a:gd name="connsiteX5" fmla="*/ 171450 w 171450"/>
                  <a:gd name="connsiteY5" fmla="*/ 80367 h 160733"/>
                  <a:gd name="connsiteX6" fmla="*/ 91083 w 171450"/>
                  <a:gd name="connsiteY6" fmla="*/ 0 h 1607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71450" h="160733">
                    <a:moveTo>
                      <a:pt x="91083" y="0"/>
                    </a:moveTo>
                    <a:lnTo>
                      <a:pt x="80367" y="0"/>
                    </a:lnTo>
                    <a:cubicBezTo>
                      <a:pt x="36433" y="0"/>
                      <a:pt x="0" y="36434"/>
                      <a:pt x="0" y="80367"/>
                    </a:cubicBezTo>
                    <a:cubicBezTo>
                      <a:pt x="0" y="124300"/>
                      <a:pt x="36434" y="160734"/>
                      <a:pt x="80367" y="160734"/>
                    </a:cubicBezTo>
                    <a:lnTo>
                      <a:pt x="91083" y="160734"/>
                    </a:lnTo>
                    <a:cubicBezTo>
                      <a:pt x="135017" y="160734"/>
                      <a:pt x="171450" y="124300"/>
                      <a:pt x="171450" y="80367"/>
                    </a:cubicBezTo>
                    <a:cubicBezTo>
                      <a:pt x="171450" y="36434"/>
                      <a:pt x="135016" y="0"/>
                      <a:pt x="91083" y="0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04" name="Freeform: Shape 127">
                <a:extLst>
                  <a:ext uri="{FF2B5EF4-FFF2-40B4-BE49-F238E27FC236}">
                    <a16:creationId xmlns:a16="http://schemas.microsoft.com/office/drawing/2014/main" id="{7B24F2A9-C90E-C74E-3835-E73F84B4476D}"/>
                  </a:ext>
                </a:extLst>
              </p:cNvPr>
              <p:cNvSpPr/>
              <p:nvPr/>
            </p:nvSpPr>
            <p:spPr>
              <a:xfrm>
                <a:off x="18751563" y="2018551"/>
                <a:ext cx="171450" cy="160733"/>
              </a:xfrm>
              <a:custGeom>
                <a:avLst/>
                <a:gdLst>
                  <a:gd name="connsiteX0" fmla="*/ 91083 w 171450"/>
                  <a:gd name="connsiteY0" fmla="*/ 0 h 160733"/>
                  <a:gd name="connsiteX1" fmla="*/ 80367 w 171450"/>
                  <a:gd name="connsiteY1" fmla="*/ 0 h 160733"/>
                  <a:gd name="connsiteX2" fmla="*/ 0 w 171450"/>
                  <a:gd name="connsiteY2" fmla="*/ 80367 h 160733"/>
                  <a:gd name="connsiteX3" fmla="*/ 80367 w 171450"/>
                  <a:gd name="connsiteY3" fmla="*/ 160734 h 160733"/>
                  <a:gd name="connsiteX4" fmla="*/ 91083 w 171450"/>
                  <a:gd name="connsiteY4" fmla="*/ 160734 h 160733"/>
                  <a:gd name="connsiteX5" fmla="*/ 171450 w 171450"/>
                  <a:gd name="connsiteY5" fmla="*/ 80367 h 160733"/>
                  <a:gd name="connsiteX6" fmla="*/ 91083 w 171450"/>
                  <a:gd name="connsiteY6" fmla="*/ 0 h 1607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71450" h="160733">
                    <a:moveTo>
                      <a:pt x="91083" y="0"/>
                    </a:moveTo>
                    <a:lnTo>
                      <a:pt x="80367" y="0"/>
                    </a:lnTo>
                    <a:cubicBezTo>
                      <a:pt x="36433" y="0"/>
                      <a:pt x="0" y="36434"/>
                      <a:pt x="0" y="80367"/>
                    </a:cubicBezTo>
                    <a:cubicBezTo>
                      <a:pt x="0" y="124300"/>
                      <a:pt x="36433" y="160734"/>
                      <a:pt x="80367" y="160734"/>
                    </a:cubicBezTo>
                    <a:lnTo>
                      <a:pt x="91083" y="160734"/>
                    </a:lnTo>
                    <a:cubicBezTo>
                      <a:pt x="135017" y="160734"/>
                      <a:pt x="171450" y="124300"/>
                      <a:pt x="171450" y="80367"/>
                    </a:cubicBezTo>
                    <a:cubicBezTo>
                      <a:pt x="171450" y="36434"/>
                      <a:pt x="135016" y="0"/>
                      <a:pt x="91083" y="0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05" name="Freeform: Shape 128">
                <a:extLst>
                  <a:ext uri="{FF2B5EF4-FFF2-40B4-BE49-F238E27FC236}">
                    <a16:creationId xmlns:a16="http://schemas.microsoft.com/office/drawing/2014/main" id="{BC7DB02D-7C7C-756A-9681-8D0DC2346C5D}"/>
                  </a:ext>
                </a:extLst>
              </p:cNvPr>
              <p:cNvSpPr/>
              <p:nvPr/>
            </p:nvSpPr>
            <p:spPr>
              <a:xfrm>
                <a:off x="19003350" y="2018551"/>
                <a:ext cx="171450" cy="160733"/>
              </a:xfrm>
              <a:custGeom>
                <a:avLst/>
                <a:gdLst>
                  <a:gd name="connsiteX0" fmla="*/ 91083 w 171450"/>
                  <a:gd name="connsiteY0" fmla="*/ 0 h 160733"/>
                  <a:gd name="connsiteX1" fmla="*/ 80367 w 171450"/>
                  <a:gd name="connsiteY1" fmla="*/ 0 h 160733"/>
                  <a:gd name="connsiteX2" fmla="*/ 0 w 171450"/>
                  <a:gd name="connsiteY2" fmla="*/ 80367 h 160733"/>
                  <a:gd name="connsiteX3" fmla="*/ 80367 w 171450"/>
                  <a:gd name="connsiteY3" fmla="*/ 160734 h 160733"/>
                  <a:gd name="connsiteX4" fmla="*/ 91083 w 171450"/>
                  <a:gd name="connsiteY4" fmla="*/ 160734 h 160733"/>
                  <a:gd name="connsiteX5" fmla="*/ 171450 w 171450"/>
                  <a:gd name="connsiteY5" fmla="*/ 80367 h 160733"/>
                  <a:gd name="connsiteX6" fmla="*/ 91083 w 171450"/>
                  <a:gd name="connsiteY6" fmla="*/ 0 h 1607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71450" h="160733">
                    <a:moveTo>
                      <a:pt x="91083" y="0"/>
                    </a:moveTo>
                    <a:lnTo>
                      <a:pt x="80367" y="0"/>
                    </a:lnTo>
                    <a:cubicBezTo>
                      <a:pt x="36433" y="0"/>
                      <a:pt x="0" y="36434"/>
                      <a:pt x="0" y="80367"/>
                    </a:cubicBezTo>
                    <a:cubicBezTo>
                      <a:pt x="0" y="124300"/>
                      <a:pt x="36434" y="160734"/>
                      <a:pt x="80367" y="160734"/>
                    </a:cubicBezTo>
                    <a:lnTo>
                      <a:pt x="91083" y="160734"/>
                    </a:lnTo>
                    <a:cubicBezTo>
                      <a:pt x="135017" y="160734"/>
                      <a:pt x="171450" y="124300"/>
                      <a:pt x="171450" y="80367"/>
                    </a:cubicBezTo>
                    <a:cubicBezTo>
                      <a:pt x="171450" y="36434"/>
                      <a:pt x="135017" y="0"/>
                      <a:pt x="91083" y="0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06" name="Freeform: Shape 129">
                <a:extLst>
                  <a:ext uri="{FF2B5EF4-FFF2-40B4-BE49-F238E27FC236}">
                    <a16:creationId xmlns:a16="http://schemas.microsoft.com/office/drawing/2014/main" id="{F4F00E05-282E-E82E-2E5E-A6AFB38A27DF}"/>
                  </a:ext>
                </a:extLst>
              </p:cNvPr>
              <p:cNvSpPr/>
              <p:nvPr/>
            </p:nvSpPr>
            <p:spPr>
              <a:xfrm>
                <a:off x="19255234" y="2018551"/>
                <a:ext cx="171450" cy="160733"/>
              </a:xfrm>
              <a:custGeom>
                <a:avLst/>
                <a:gdLst>
                  <a:gd name="connsiteX0" fmla="*/ 91083 w 171450"/>
                  <a:gd name="connsiteY0" fmla="*/ 0 h 160733"/>
                  <a:gd name="connsiteX1" fmla="*/ 80367 w 171450"/>
                  <a:gd name="connsiteY1" fmla="*/ 0 h 160733"/>
                  <a:gd name="connsiteX2" fmla="*/ 0 w 171450"/>
                  <a:gd name="connsiteY2" fmla="*/ 80367 h 160733"/>
                  <a:gd name="connsiteX3" fmla="*/ 80367 w 171450"/>
                  <a:gd name="connsiteY3" fmla="*/ 160734 h 160733"/>
                  <a:gd name="connsiteX4" fmla="*/ 91083 w 171450"/>
                  <a:gd name="connsiteY4" fmla="*/ 160734 h 160733"/>
                  <a:gd name="connsiteX5" fmla="*/ 171450 w 171450"/>
                  <a:gd name="connsiteY5" fmla="*/ 80367 h 160733"/>
                  <a:gd name="connsiteX6" fmla="*/ 91083 w 171450"/>
                  <a:gd name="connsiteY6" fmla="*/ 0 h 1607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71450" h="160733">
                    <a:moveTo>
                      <a:pt x="91083" y="0"/>
                    </a:moveTo>
                    <a:lnTo>
                      <a:pt x="80367" y="0"/>
                    </a:lnTo>
                    <a:cubicBezTo>
                      <a:pt x="36433" y="0"/>
                      <a:pt x="0" y="36434"/>
                      <a:pt x="0" y="80367"/>
                    </a:cubicBezTo>
                    <a:cubicBezTo>
                      <a:pt x="0" y="124300"/>
                      <a:pt x="36434" y="160734"/>
                      <a:pt x="80367" y="160734"/>
                    </a:cubicBezTo>
                    <a:lnTo>
                      <a:pt x="91083" y="160734"/>
                    </a:lnTo>
                    <a:cubicBezTo>
                      <a:pt x="135017" y="160734"/>
                      <a:pt x="171450" y="124300"/>
                      <a:pt x="171450" y="80367"/>
                    </a:cubicBezTo>
                    <a:cubicBezTo>
                      <a:pt x="171450" y="36434"/>
                      <a:pt x="135016" y="0"/>
                      <a:pt x="91083" y="0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07" name="Freeform: Shape 130">
                <a:extLst>
                  <a:ext uri="{FF2B5EF4-FFF2-40B4-BE49-F238E27FC236}">
                    <a16:creationId xmlns:a16="http://schemas.microsoft.com/office/drawing/2014/main" id="{E42D10F5-8606-A11A-BCA7-40C4813343E4}"/>
                  </a:ext>
                </a:extLst>
              </p:cNvPr>
              <p:cNvSpPr/>
              <p:nvPr/>
            </p:nvSpPr>
            <p:spPr>
              <a:xfrm>
                <a:off x="16446979" y="1110606"/>
                <a:ext cx="525011" cy="553192"/>
              </a:xfrm>
              <a:custGeom>
                <a:avLst/>
                <a:gdLst>
                  <a:gd name="connsiteX0" fmla="*/ 80015 w 525011"/>
                  <a:gd name="connsiteY0" fmla="*/ 331383 h 553192"/>
                  <a:gd name="connsiteX1" fmla="*/ 134664 w 525011"/>
                  <a:gd name="connsiteY1" fmla="*/ 309952 h 553192"/>
                  <a:gd name="connsiteX2" fmla="*/ 181813 w 525011"/>
                  <a:gd name="connsiteY2" fmla="*/ 266017 h 553192"/>
                  <a:gd name="connsiteX3" fmla="*/ 181813 w 525011"/>
                  <a:gd name="connsiteY3" fmla="*/ 472825 h 553192"/>
                  <a:gd name="connsiteX4" fmla="*/ 262180 w 525011"/>
                  <a:gd name="connsiteY4" fmla="*/ 553192 h 553192"/>
                  <a:gd name="connsiteX5" fmla="*/ 342547 w 525011"/>
                  <a:gd name="connsiteY5" fmla="*/ 472825 h 553192"/>
                  <a:gd name="connsiteX6" fmla="*/ 342547 w 525011"/>
                  <a:gd name="connsiteY6" fmla="*/ 266017 h 553192"/>
                  <a:gd name="connsiteX7" fmla="*/ 389696 w 525011"/>
                  <a:gd name="connsiteY7" fmla="*/ 309952 h 553192"/>
                  <a:gd name="connsiteX8" fmla="*/ 503284 w 525011"/>
                  <a:gd name="connsiteY8" fmla="*/ 306737 h 553192"/>
                  <a:gd name="connsiteX9" fmla="*/ 500069 w 525011"/>
                  <a:gd name="connsiteY9" fmla="*/ 193149 h 553192"/>
                  <a:gd name="connsiteX10" fmla="*/ 317901 w 525011"/>
                  <a:gd name="connsiteY10" fmla="*/ 21699 h 553192"/>
                  <a:gd name="connsiteX11" fmla="*/ 207526 w 525011"/>
                  <a:gd name="connsiteY11" fmla="*/ 21699 h 553192"/>
                  <a:gd name="connsiteX12" fmla="*/ 25358 w 525011"/>
                  <a:gd name="connsiteY12" fmla="*/ 193149 h 553192"/>
                  <a:gd name="connsiteX13" fmla="*/ 22143 w 525011"/>
                  <a:gd name="connsiteY13" fmla="*/ 306737 h 553192"/>
                  <a:gd name="connsiteX14" fmla="*/ 80007 w 525011"/>
                  <a:gd name="connsiteY14" fmla="*/ 331383 h 5531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525011" h="553192">
                    <a:moveTo>
                      <a:pt x="80015" y="331383"/>
                    </a:moveTo>
                    <a:cubicBezTo>
                      <a:pt x="99303" y="331383"/>
                      <a:pt x="119663" y="323882"/>
                      <a:pt x="134664" y="309952"/>
                    </a:cubicBezTo>
                    <a:lnTo>
                      <a:pt x="181813" y="266017"/>
                    </a:lnTo>
                    <a:lnTo>
                      <a:pt x="181813" y="472825"/>
                    </a:lnTo>
                    <a:cubicBezTo>
                      <a:pt x="181813" y="516760"/>
                      <a:pt x="218246" y="553192"/>
                      <a:pt x="262180" y="553192"/>
                    </a:cubicBezTo>
                    <a:cubicBezTo>
                      <a:pt x="306113" y="553192"/>
                      <a:pt x="342547" y="516759"/>
                      <a:pt x="342547" y="472825"/>
                    </a:cubicBezTo>
                    <a:lnTo>
                      <a:pt x="342547" y="266017"/>
                    </a:lnTo>
                    <a:lnTo>
                      <a:pt x="389696" y="309952"/>
                    </a:lnTo>
                    <a:cubicBezTo>
                      <a:pt x="421842" y="339955"/>
                      <a:pt x="473277" y="338884"/>
                      <a:pt x="503284" y="306737"/>
                    </a:cubicBezTo>
                    <a:cubicBezTo>
                      <a:pt x="533290" y="274590"/>
                      <a:pt x="532215" y="223156"/>
                      <a:pt x="500069" y="193149"/>
                    </a:cubicBezTo>
                    <a:lnTo>
                      <a:pt x="317901" y="21699"/>
                    </a:lnTo>
                    <a:cubicBezTo>
                      <a:pt x="286825" y="-7233"/>
                      <a:pt x="238605" y="-7233"/>
                      <a:pt x="207526" y="21699"/>
                    </a:cubicBezTo>
                    <a:lnTo>
                      <a:pt x="25358" y="193149"/>
                    </a:lnTo>
                    <a:cubicBezTo>
                      <a:pt x="-6788" y="223153"/>
                      <a:pt x="-8932" y="274588"/>
                      <a:pt x="22143" y="306737"/>
                    </a:cubicBezTo>
                    <a:cubicBezTo>
                      <a:pt x="37145" y="322810"/>
                      <a:pt x="58577" y="331383"/>
                      <a:pt x="80007" y="331383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08" name="Freeform: Shape 131">
                <a:extLst>
                  <a:ext uri="{FF2B5EF4-FFF2-40B4-BE49-F238E27FC236}">
                    <a16:creationId xmlns:a16="http://schemas.microsoft.com/office/drawing/2014/main" id="{D4472A4B-C79B-191E-204E-9DCDCB7C3D7F}"/>
                  </a:ext>
                </a:extLst>
              </p:cNvPr>
              <p:cNvSpPr/>
              <p:nvPr/>
            </p:nvSpPr>
            <p:spPr>
              <a:xfrm>
                <a:off x="17102788" y="1109525"/>
                <a:ext cx="526074" cy="553192"/>
              </a:xfrm>
              <a:custGeom>
                <a:avLst/>
                <a:gdLst>
                  <a:gd name="connsiteX0" fmla="*/ 317901 w 526074"/>
                  <a:gd name="connsiteY0" fmla="*/ 21699 h 553192"/>
                  <a:gd name="connsiteX1" fmla="*/ 207526 w 526074"/>
                  <a:gd name="connsiteY1" fmla="*/ 21699 h 553192"/>
                  <a:gd name="connsiteX2" fmla="*/ 25358 w 526074"/>
                  <a:gd name="connsiteY2" fmla="*/ 193149 h 553192"/>
                  <a:gd name="connsiteX3" fmla="*/ 22144 w 526074"/>
                  <a:gd name="connsiteY3" fmla="*/ 306737 h 553192"/>
                  <a:gd name="connsiteX4" fmla="*/ 135732 w 526074"/>
                  <a:gd name="connsiteY4" fmla="*/ 309952 h 553192"/>
                  <a:gd name="connsiteX5" fmla="*/ 182880 w 526074"/>
                  <a:gd name="connsiteY5" fmla="*/ 266017 h 553192"/>
                  <a:gd name="connsiteX6" fmla="*/ 182880 w 526074"/>
                  <a:gd name="connsiteY6" fmla="*/ 472825 h 553192"/>
                  <a:gd name="connsiteX7" fmla="*/ 263247 w 526074"/>
                  <a:gd name="connsiteY7" fmla="*/ 553192 h 553192"/>
                  <a:gd name="connsiteX8" fmla="*/ 343614 w 526074"/>
                  <a:gd name="connsiteY8" fmla="*/ 472825 h 553192"/>
                  <a:gd name="connsiteX9" fmla="*/ 343614 w 526074"/>
                  <a:gd name="connsiteY9" fmla="*/ 266017 h 553192"/>
                  <a:gd name="connsiteX10" fmla="*/ 390763 w 526074"/>
                  <a:gd name="connsiteY10" fmla="*/ 309952 h 553192"/>
                  <a:gd name="connsiteX11" fmla="*/ 445412 w 526074"/>
                  <a:gd name="connsiteY11" fmla="*/ 331383 h 553192"/>
                  <a:gd name="connsiteX12" fmla="*/ 504348 w 526074"/>
                  <a:gd name="connsiteY12" fmla="*/ 305665 h 553192"/>
                  <a:gd name="connsiteX13" fmla="*/ 501134 w 526074"/>
                  <a:gd name="connsiteY13" fmla="*/ 192077 h 5531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526074" h="553192">
                    <a:moveTo>
                      <a:pt x="317901" y="21699"/>
                    </a:moveTo>
                    <a:cubicBezTo>
                      <a:pt x="286825" y="-7233"/>
                      <a:pt x="238605" y="-7233"/>
                      <a:pt x="207526" y="21699"/>
                    </a:cubicBezTo>
                    <a:lnTo>
                      <a:pt x="25358" y="193149"/>
                    </a:lnTo>
                    <a:cubicBezTo>
                      <a:pt x="-6788" y="223153"/>
                      <a:pt x="-8932" y="274588"/>
                      <a:pt x="22144" y="306737"/>
                    </a:cubicBezTo>
                    <a:cubicBezTo>
                      <a:pt x="52147" y="338883"/>
                      <a:pt x="103582" y="341027"/>
                      <a:pt x="135732" y="309952"/>
                    </a:cubicBezTo>
                    <a:lnTo>
                      <a:pt x="182880" y="266017"/>
                    </a:lnTo>
                    <a:lnTo>
                      <a:pt x="182880" y="472825"/>
                    </a:lnTo>
                    <a:cubicBezTo>
                      <a:pt x="182880" y="516760"/>
                      <a:pt x="219314" y="553192"/>
                      <a:pt x="263247" y="553192"/>
                    </a:cubicBezTo>
                    <a:cubicBezTo>
                      <a:pt x="307181" y="553192"/>
                      <a:pt x="343614" y="516759"/>
                      <a:pt x="343614" y="472825"/>
                    </a:cubicBezTo>
                    <a:lnTo>
                      <a:pt x="343614" y="266017"/>
                    </a:lnTo>
                    <a:lnTo>
                      <a:pt x="390763" y="309952"/>
                    </a:lnTo>
                    <a:cubicBezTo>
                      <a:pt x="405764" y="324953"/>
                      <a:pt x="426125" y="331383"/>
                      <a:pt x="445412" y="331383"/>
                    </a:cubicBezTo>
                    <a:cubicBezTo>
                      <a:pt x="466844" y="331383"/>
                      <a:pt x="488275" y="322810"/>
                      <a:pt x="504348" y="305665"/>
                    </a:cubicBezTo>
                    <a:cubicBezTo>
                      <a:pt x="534352" y="273519"/>
                      <a:pt x="533280" y="222084"/>
                      <a:pt x="501134" y="192077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09" name="Freeform: Shape 132">
                <a:extLst>
                  <a:ext uri="{FF2B5EF4-FFF2-40B4-BE49-F238E27FC236}">
                    <a16:creationId xmlns:a16="http://schemas.microsoft.com/office/drawing/2014/main" id="{37DF7BB0-289A-AA86-C9DA-E91048D4EE7F}"/>
                  </a:ext>
                </a:extLst>
              </p:cNvPr>
              <p:cNvSpPr/>
              <p:nvPr/>
            </p:nvSpPr>
            <p:spPr>
              <a:xfrm>
                <a:off x="16417842" y="1924186"/>
                <a:ext cx="583780" cy="530422"/>
              </a:xfrm>
              <a:custGeom>
                <a:avLst/>
                <a:gdLst>
                  <a:gd name="connsiteX0" fmla="*/ 406004 w 583780"/>
                  <a:gd name="connsiteY0" fmla="*/ 65365 h 530422"/>
                  <a:gd name="connsiteX1" fmla="*/ 291349 w 583780"/>
                  <a:gd name="connsiteY1" fmla="*/ 0 h 530422"/>
                  <a:gd name="connsiteX2" fmla="*/ 176693 w 583780"/>
                  <a:gd name="connsiteY2" fmla="*/ 65365 h 530422"/>
                  <a:gd name="connsiteX3" fmla="*/ 19174 w 583780"/>
                  <a:gd name="connsiteY3" fmla="*/ 327899 h 530422"/>
                  <a:gd name="connsiteX4" fmla="*/ 17031 w 583780"/>
                  <a:gd name="connsiteY4" fmla="*/ 462914 h 530422"/>
                  <a:gd name="connsiteX5" fmla="*/ 133833 w 583780"/>
                  <a:gd name="connsiteY5" fmla="*/ 530422 h 530422"/>
                  <a:gd name="connsiteX6" fmla="*/ 449947 w 583780"/>
                  <a:gd name="connsiteY6" fmla="*/ 530422 h 530422"/>
                  <a:gd name="connsiteX7" fmla="*/ 566749 w 583780"/>
                  <a:gd name="connsiteY7" fmla="*/ 462914 h 530422"/>
                  <a:gd name="connsiteX8" fmla="*/ 564606 w 583780"/>
                  <a:gd name="connsiteY8" fmla="*/ 327899 h 530422"/>
                  <a:gd name="connsiteX9" fmla="*/ 180974 w 583780"/>
                  <a:gd name="connsiteY9" fmla="*/ 370762 h 530422"/>
                  <a:gd name="connsiteX10" fmla="*/ 291349 w 583780"/>
                  <a:gd name="connsiteY10" fmla="*/ 186458 h 530422"/>
                  <a:gd name="connsiteX11" fmla="*/ 401723 w 583780"/>
                  <a:gd name="connsiteY11" fmla="*/ 370762 h 5304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583780" h="530422">
                    <a:moveTo>
                      <a:pt x="406004" y="65365"/>
                    </a:moveTo>
                    <a:cubicBezTo>
                      <a:pt x="381359" y="24647"/>
                      <a:pt x="338496" y="0"/>
                      <a:pt x="291349" y="0"/>
                    </a:cubicBezTo>
                    <a:cubicBezTo>
                      <a:pt x="244201" y="0"/>
                      <a:pt x="201337" y="24646"/>
                      <a:pt x="176693" y="65365"/>
                    </a:cubicBezTo>
                    <a:lnTo>
                      <a:pt x="19174" y="327899"/>
                    </a:lnTo>
                    <a:cubicBezTo>
                      <a:pt x="-5471" y="369690"/>
                      <a:pt x="-6543" y="421125"/>
                      <a:pt x="17031" y="462914"/>
                    </a:cubicBezTo>
                    <a:cubicBezTo>
                      <a:pt x="40605" y="504703"/>
                      <a:pt x="85611" y="530422"/>
                      <a:pt x="133833" y="530422"/>
                    </a:cubicBezTo>
                    <a:lnTo>
                      <a:pt x="449947" y="530422"/>
                    </a:lnTo>
                    <a:cubicBezTo>
                      <a:pt x="498168" y="530422"/>
                      <a:pt x="543173" y="504705"/>
                      <a:pt x="566749" y="462914"/>
                    </a:cubicBezTo>
                    <a:cubicBezTo>
                      <a:pt x="590325" y="421123"/>
                      <a:pt x="589252" y="369688"/>
                      <a:pt x="564606" y="327899"/>
                    </a:cubicBezTo>
                    <a:close/>
                    <a:moveTo>
                      <a:pt x="180974" y="370762"/>
                    </a:moveTo>
                    <a:lnTo>
                      <a:pt x="291349" y="186458"/>
                    </a:lnTo>
                    <a:lnTo>
                      <a:pt x="401723" y="370762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10" name="Freeform: Shape 133">
                <a:extLst>
                  <a:ext uri="{FF2B5EF4-FFF2-40B4-BE49-F238E27FC236}">
                    <a16:creationId xmlns:a16="http://schemas.microsoft.com/office/drawing/2014/main" id="{C21BE356-6405-1A4F-1664-D6BFCA3B45CF}"/>
                  </a:ext>
                </a:extLst>
              </p:cNvPr>
              <p:cNvSpPr/>
              <p:nvPr/>
            </p:nvSpPr>
            <p:spPr>
              <a:xfrm>
                <a:off x="19171614" y="2934682"/>
                <a:ext cx="538991" cy="160733"/>
              </a:xfrm>
              <a:custGeom>
                <a:avLst/>
                <a:gdLst>
                  <a:gd name="connsiteX0" fmla="*/ 458625 w 538991"/>
                  <a:gd name="connsiteY0" fmla="*/ 0 h 160733"/>
                  <a:gd name="connsiteX1" fmla="*/ 80367 w 538991"/>
                  <a:gd name="connsiteY1" fmla="*/ 0 h 160733"/>
                  <a:gd name="connsiteX2" fmla="*/ 0 w 538991"/>
                  <a:gd name="connsiteY2" fmla="*/ 80367 h 160733"/>
                  <a:gd name="connsiteX3" fmla="*/ 80367 w 538991"/>
                  <a:gd name="connsiteY3" fmla="*/ 160734 h 160733"/>
                  <a:gd name="connsiteX4" fmla="*/ 458625 w 538991"/>
                  <a:gd name="connsiteY4" fmla="*/ 160734 h 160733"/>
                  <a:gd name="connsiteX5" fmla="*/ 538992 w 538991"/>
                  <a:gd name="connsiteY5" fmla="*/ 80367 h 160733"/>
                  <a:gd name="connsiteX6" fmla="*/ 458625 w 538991"/>
                  <a:gd name="connsiteY6" fmla="*/ 0 h 1607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38991" h="160733">
                    <a:moveTo>
                      <a:pt x="458625" y="0"/>
                    </a:moveTo>
                    <a:lnTo>
                      <a:pt x="80367" y="0"/>
                    </a:lnTo>
                    <a:cubicBezTo>
                      <a:pt x="36433" y="0"/>
                      <a:pt x="0" y="36434"/>
                      <a:pt x="0" y="80367"/>
                    </a:cubicBezTo>
                    <a:cubicBezTo>
                      <a:pt x="0" y="124300"/>
                      <a:pt x="36433" y="160734"/>
                      <a:pt x="80367" y="160734"/>
                    </a:cubicBezTo>
                    <a:lnTo>
                      <a:pt x="458625" y="160734"/>
                    </a:lnTo>
                    <a:cubicBezTo>
                      <a:pt x="502559" y="160734"/>
                      <a:pt x="538992" y="124300"/>
                      <a:pt x="538992" y="80367"/>
                    </a:cubicBezTo>
                    <a:cubicBezTo>
                      <a:pt x="538992" y="36434"/>
                      <a:pt x="502558" y="0"/>
                      <a:pt x="458625" y="0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11" name="Freeform: Shape 134">
                <a:extLst>
                  <a:ext uri="{FF2B5EF4-FFF2-40B4-BE49-F238E27FC236}">
                    <a16:creationId xmlns:a16="http://schemas.microsoft.com/office/drawing/2014/main" id="{346B2B2A-A63A-55E1-E84B-09C33F527DFF}"/>
                  </a:ext>
                </a:extLst>
              </p:cNvPr>
              <p:cNvSpPr/>
              <p:nvPr/>
            </p:nvSpPr>
            <p:spPr>
              <a:xfrm>
                <a:off x="18179349" y="3217623"/>
                <a:ext cx="1531256" cy="160733"/>
              </a:xfrm>
              <a:custGeom>
                <a:avLst/>
                <a:gdLst>
                  <a:gd name="connsiteX0" fmla="*/ 1450889 w 1531256"/>
                  <a:gd name="connsiteY0" fmla="*/ 0 h 160733"/>
                  <a:gd name="connsiteX1" fmla="*/ 80367 w 1531256"/>
                  <a:gd name="connsiteY1" fmla="*/ 0 h 160733"/>
                  <a:gd name="connsiteX2" fmla="*/ 0 w 1531256"/>
                  <a:gd name="connsiteY2" fmla="*/ 80367 h 160733"/>
                  <a:gd name="connsiteX3" fmla="*/ 80367 w 1531256"/>
                  <a:gd name="connsiteY3" fmla="*/ 160734 h 160733"/>
                  <a:gd name="connsiteX4" fmla="*/ 1450889 w 1531256"/>
                  <a:gd name="connsiteY4" fmla="*/ 160734 h 160733"/>
                  <a:gd name="connsiteX5" fmla="*/ 1531257 w 1531256"/>
                  <a:gd name="connsiteY5" fmla="*/ 80367 h 160733"/>
                  <a:gd name="connsiteX6" fmla="*/ 1450889 w 1531256"/>
                  <a:gd name="connsiteY6" fmla="*/ 0 h 1607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31256" h="160733">
                    <a:moveTo>
                      <a:pt x="1450889" y="0"/>
                    </a:moveTo>
                    <a:lnTo>
                      <a:pt x="80367" y="0"/>
                    </a:lnTo>
                    <a:cubicBezTo>
                      <a:pt x="36433" y="0"/>
                      <a:pt x="0" y="36434"/>
                      <a:pt x="0" y="80367"/>
                    </a:cubicBezTo>
                    <a:cubicBezTo>
                      <a:pt x="0" y="124300"/>
                      <a:pt x="36434" y="160734"/>
                      <a:pt x="80367" y="160734"/>
                    </a:cubicBezTo>
                    <a:lnTo>
                      <a:pt x="1450889" y="160734"/>
                    </a:lnTo>
                    <a:cubicBezTo>
                      <a:pt x="1494823" y="160734"/>
                      <a:pt x="1531257" y="124300"/>
                      <a:pt x="1531257" y="80367"/>
                    </a:cubicBezTo>
                    <a:cubicBezTo>
                      <a:pt x="1531257" y="35361"/>
                      <a:pt x="1494823" y="0"/>
                      <a:pt x="1450889" y="0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08DFB613-7380-4401-2A8F-591BF56A2738}"/>
              </a:ext>
            </a:extLst>
          </p:cNvPr>
          <p:cNvSpPr txBox="1"/>
          <p:nvPr/>
        </p:nvSpPr>
        <p:spPr>
          <a:xfrm>
            <a:off x="8263889" y="2594251"/>
            <a:ext cx="3564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IN" sz="1600" b="1" i="0" u="none" strike="noStrike" baseline="0">
                <a:solidFill>
                  <a:srgbClr val="83C937"/>
                </a:solidFill>
                <a:latin typeface="+mj-lt"/>
              </a:rPr>
              <a:t>DELIVERABLES</a:t>
            </a:r>
            <a:endParaRPr lang="en-US" sz="1600" b="0" i="0" u="none" strike="noStrike" baseline="0">
              <a:solidFill>
                <a:srgbClr val="83C937"/>
              </a:solidFill>
              <a:latin typeface="+mj-lt"/>
            </a:endParaRPr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8EE49EFC-8309-AA9F-8FAF-8F0643E275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811337" y="2916545"/>
            <a:ext cx="469105" cy="0"/>
          </a:xfrm>
          <a:prstGeom prst="line">
            <a:avLst/>
          </a:prstGeom>
          <a:ln w="38100">
            <a:solidFill>
              <a:srgbClr val="83C93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D1CF9445-9D18-8CFD-412F-5DE60ABCBACF}"/>
              </a:ext>
            </a:extLst>
          </p:cNvPr>
          <p:cNvSpPr txBox="1"/>
          <p:nvPr/>
        </p:nvSpPr>
        <p:spPr>
          <a:xfrm>
            <a:off x="8263889" y="3019491"/>
            <a:ext cx="3564000" cy="27343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80000" indent="-18000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200">
                <a:solidFill>
                  <a:schemeClr val="accent4"/>
                </a:solidFill>
                <a:latin typeface="+mj-lt"/>
              </a:rPr>
              <a:t>Test scenarios created by test team after walkthrough with product engineering.</a:t>
            </a:r>
          </a:p>
          <a:p>
            <a:pPr marL="180000" indent="-18000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200">
                <a:solidFill>
                  <a:schemeClr val="accent4"/>
                </a:solidFill>
                <a:latin typeface="+mj-lt"/>
              </a:rPr>
              <a:t>Bugs logged in Jira and triaged with engineering teams for severity.</a:t>
            </a:r>
          </a:p>
          <a:p>
            <a:pPr marL="180000" indent="-18000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200">
                <a:solidFill>
                  <a:schemeClr val="accent4"/>
                </a:solidFill>
                <a:latin typeface="+mj-lt"/>
              </a:rPr>
              <a:t>Evidence provided as screenshots and videos for software behavior.</a:t>
            </a:r>
          </a:p>
          <a:p>
            <a:pPr marL="180000" indent="-18000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200">
                <a:solidFill>
                  <a:schemeClr val="accent4"/>
                </a:solidFill>
                <a:latin typeface="+mj-lt"/>
              </a:rPr>
              <a:t>Design and development support provided to engineering team to fix complex bugs.</a:t>
            </a:r>
          </a:p>
          <a:p>
            <a:pPr marL="180000" indent="-18000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200">
                <a:solidFill>
                  <a:schemeClr val="accent4"/>
                </a:solidFill>
                <a:latin typeface="+mj-lt"/>
              </a:rPr>
              <a:t>Created Accessibility Conformance report (ACR) as a Voluntary Product Assessment template (VPAT) for the product after remediation of high severity bugs.   </a:t>
            </a:r>
          </a:p>
        </p:txBody>
      </p:sp>
    </p:spTree>
    <p:extLst>
      <p:ext uri="{BB962C8B-B14F-4D97-AF65-F5344CB8AC3E}">
        <p14:creationId xmlns:p14="http://schemas.microsoft.com/office/powerpoint/2010/main" val="19301851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F718E4-00D3-9146-A80F-59C1C8710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DB023-C1A5-4ABF-B6D8-70426759D17D}" type="slidenum">
              <a:rPr lang="en-IN" smtClean="0"/>
              <a:pPr/>
              <a:t>19</a:t>
            </a:fld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BD00CE5-CB91-13A8-DEB1-24625A087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999" y="360000"/>
            <a:ext cx="7282457" cy="1200329"/>
          </a:xfrm>
        </p:spPr>
        <p:txBody>
          <a:bodyPr/>
          <a:lstStyle/>
          <a:p>
            <a:r>
              <a:rPr lang="en-US" sz="1400">
                <a:solidFill>
                  <a:schemeClr val="tx1">
                    <a:lumMod val="50000"/>
                    <a:lumOff val="50000"/>
                  </a:schemeClr>
                </a:solidFill>
              </a:rPr>
              <a:t>Case Study</a:t>
            </a:r>
            <a:br>
              <a:rPr lang="en-US"/>
            </a:br>
            <a:r>
              <a:rPr lang="en-IN"/>
              <a:t>Accessibility training for NIC (Indian Government)</a:t>
            </a:r>
            <a:endParaRPr lang="en-US"/>
          </a:p>
        </p:txBody>
      </p:sp>
      <p:grpSp>
        <p:nvGrpSpPr>
          <p:cNvPr id="91" name="Group 90">
            <a:extLst>
              <a:ext uri="{FF2B5EF4-FFF2-40B4-BE49-F238E27FC236}">
                <a16:creationId xmlns:a16="http://schemas.microsoft.com/office/drawing/2014/main" id="{5470AF36-DB78-8041-579C-10F339F457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775525" y="1737073"/>
            <a:ext cx="732950" cy="732950"/>
            <a:chOff x="1775525" y="1737073"/>
            <a:chExt cx="732950" cy="732950"/>
          </a:xfrm>
        </p:grpSpPr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F6F74D2F-95CA-9001-EF3C-BAF0418AB8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775525" y="1737073"/>
              <a:ext cx="732950" cy="7329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0A5B9391-4E59-5948-2DB2-FCE16C34D9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1948644" y="1900224"/>
              <a:ext cx="386712" cy="406648"/>
              <a:chOff x="910490" y="8665920"/>
              <a:chExt cx="5037871" cy="5297591"/>
            </a:xfrm>
            <a:solidFill>
              <a:schemeClr val="bg1"/>
            </a:solidFill>
          </p:grpSpPr>
          <p:sp>
            <p:nvSpPr>
              <p:cNvPr id="94" name="Freeform: Shape 39">
                <a:extLst>
                  <a:ext uri="{FF2B5EF4-FFF2-40B4-BE49-F238E27FC236}">
                    <a16:creationId xmlns:a16="http://schemas.microsoft.com/office/drawing/2014/main" id="{2AA2E416-E801-9293-8622-4EEC91499EB7}"/>
                  </a:ext>
                </a:extLst>
              </p:cNvPr>
              <p:cNvSpPr/>
              <p:nvPr/>
            </p:nvSpPr>
            <p:spPr>
              <a:xfrm>
                <a:off x="1726521" y="9757593"/>
                <a:ext cx="3404310" cy="4205918"/>
              </a:xfrm>
              <a:custGeom>
                <a:avLst/>
                <a:gdLst>
                  <a:gd name="connsiteX0" fmla="*/ 3404310 w 3404310"/>
                  <a:gd name="connsiteY0" fmla="*/ 4151087 h 4205918"/>
                  <a:gd name="connsiteX1" fmla="*/ 3404310 w 3404310"/>
                  <a:gd name="connsiteY1" fmla="*/ 3193955 h 4205918"/>
                  <a:gd name="connsiteX2" fmla="*/ 2788276 w 3404310"/>
                  <a:gd name="connsiteY2" fmla="*/ 2603756 h 4205918"/>
                  <a:gd name="connsiteX3" fmla="*/ 2787052 w 3404310"/>
                  <a:gd name="connsiteY3" fmla="*/ 2603756 h 4205918"/>
                  <a:gd name="connsiteX4" fmla="*/ 2787434 w 3404310"/>
                  <a:gd name="connsiteY4" fmla="*/ 2603756 h 4205918"/>
                  <a:gd name="connsiteX5" fmla="*/ 2784947 w 3404310"/>
                  <a:gd name="connsiteY5" fmla="*/ 2603756 h 4205918"/>
                  <a:gd name="connsiteX6" fmla="*/ 2782689 w 3404310"/>
                  <a:gd name="connsiteY6" fmla="*/ 2603756 h 4205918"/>
                  <a:gd name="connsiteX7" fmla="*/ 2783684 w 3404310"/>
                  <a:gd name="connsiteY7" fmla="*/ 2603756 h 4205918"/>
                  <a:gd name="connsiteX8" fmla="*/ 2780469 w 3404310"/>
                  <a:gd name="connsiteY8" fmla="*/ 2603756 h 4205918"/>
                  <a:gd name="connsiteX9" fmla="*/ 2779474 w 3404310"/>
                  <a:gd name="connsiteY9" fmla="*/ 2603756 h 4205918"/>
                  <a:gd name="connsiteX10" fmla="*/ 2779780 w 3404310"/>
                  <a:gd name="connsiteY10" fmla="*/ 2603756 h 4205918"/>
                  <a:gd name="connsiteX11" fmla="*/ 2086172 w 3404310"/>
                  <a:gd name="connsiteY11" fmla="*/ 2603297 h 4205918"/>
                  <a:gd name="connsiteX12" fmla="*/ 2040477 w 3404310"/>
                  <a:gd name="connsiteY12" fmla="*/ 2556492 h 4205918"/>
                  <a:gd name="connsiteX13" fmla="*/ 2040362 w 3404310"/>
                  <a:gd name="connsiteY13" fmla="*/ 2287796 h 4205918"/>
                  <a:gd name="connsiteX14" fmla="*/ 2483947 w 3404310"/>
                  <a:gd name="connsiteY14" fmla="*/ 1748267 h 4205918"/>
                  <a:gd name="connsiteX15" fmla="*/ 2485555 w 3404310"/>
                  <a:gd name="connsiteY15" fmla="*/ 1748267 h 4205918"/>
                  <a:gd name="connsiteX16" fmla="*/ 2739898 w 3404310"/>
                  <a:gd name="connsiteY16" fmla="*/ 1493924 h 4205918"/>
                  <a:gd name="connsiteX17" fmla="*/ 2739898 w 3404310"/>
                  <a:gd name="connsiteY17" fmla="*/ 1429247 h 4205918"/>
                  <a:gd name="connsiteX18" fmla="*/ 2595126 w 3404310"/>
                  <a:gd name="connsiteY18" fmla="*/ 1200699 h 4205918"/>
                  <a:gd name="connsiteX19" fmla="*/ 2624173 w 3404310"/>
                  <a:gd name="connsiteY19" fmla="*/ 832464 h 4205918"/>
                  <a:gd name="connsiteX20" fmla="*/ 2112919 w 3404310"/>
                  <a:gd name="connsiteY20" fmla="*/ 194121 h 4205918"/>
                  <a:gd name="connsiteX21" fmla="*/ 2049046 w 3404310"/>
                  <a:gd name="connsiteY21" fmla="*/ 176019 h 4205918"/>
                  <a:gd name="connsiteX22" fmla="*/ 983117 w 3404310"/>
                  <a:gd name="connsiteY22" fmla="*/ 219647 h 4205918"/>
                  <a:gd name="connsiteX23" fmla="*/ 814273 w 3404310"/>
                  <a:gd name="connsiteY23" fmla="*/ 1208766 h 4205918"/>
                  <a:gd name="connsiteX24" fmla="*/ 684421 w 3404310"/>
                  <a:gd name="connsiteY24" fmla="*/ 1429202 h 4205918"/>
                  <a:gd name="connsiteX25" fmla="*/ 684421 w 3404310"/>
                  <a:gd name="connsiteY25" fmla="*/ 1493879 h 4205918"/>
                  <a:gd name="connsiteX26" fmla="*/ 938726 w 3404310"/>
                  <a:gd name="connsiteY26" fmla="*/ 1748222 h 4205918"/>
                  <a:gd name="connsiteX27" fmla="*/ 946189 w 3404310"/>
                  <a:gd name="connsiteY27" fmla="*/ 1748222 h 4205918"/>
                  <a:gd name="connsiteX28" fmla="*/ 1363371 w 3404310"/>
                  <a:gd name="connsiteY28" fmla="*/ 2272213 h 4205918"/>
                  <a:gd name="connsiteX29" fmla="*/ 1363371 w 3404310"/>
                  <a:gd name="connsiteY29" fmla="*/ 2472633 h 4205918"/>
                  <a:gd name="connsiteX30" fmla="*/ 1363332 w 3404310"/>
                  <a:gd name="connsiteY30" fmla="*/ 2472633 h 4205918"/>
                  <a:gd name="connsiteX31" fmla="*/ 1363332 w 3404310"/>
                  <a:gd name="connsiteY31" fmla="*/ 2556445 h 4205918"/>
                  <a:gd name="connsiteX32" fmla="*/ 1316031 w 3404310"/>
                  <a:gd name="connsiteY32" fmla="*/ 2603708 h 4205918"/>
                  <a:gd name="connsiteX33" fmla="*/ 590200 w 3404310"/>
                  <a:gd name="connsiteY33" fmla="*/ 2603708 h 4205918"/>
                  <a:gd name="connsiteX34" fmla="*/ 0 w 3404310"/>
                  <a:gd name="connsiteY34" fmla="*/ 3193907 h 4205918"/>
                  <a:gd name="connsiteX35" fmla="*/ 0 w 3404310"/>
                  <a:gd name="connsiteY35" fmla="*/ 4151039 h 4205918"/>
                  <a:gd name="connsiteX36" fmla="*/ 54880 w 3404310"/>
                  <a:gd name="connsiteY36" fmla="*/ 4205919 h 4205918"/>
                  <a:gd name="connsiteX37" fmla="*/ 3349463 w 3404310"/>
                  <a:gd name="connsiteY37" fmla="*/ 4205919 h 4205918"/>
                  <a:gd name="connsiteX38" fmla="*/ 3404304 w 3404310"/>
                  <a:gd name="connsiteY38" fmla="*/ 4151039 h 4205918"/>
                  <a:gd name="connsiteX39" fmla="*/ 2093453 w 3404310"/>
                  <a:gd name="connsiteY39" fmla="*/ 2713454 h 4205918"/>
                  <a:gd name="connsiteX40" fmla="*/ 2214536 w 3404310"/>
                  <a:gd name="connsiteY40" fmla="*/ 2713454 h 4205918"/>
                  <a:gd name="connsiteX41" fmla="*/ 2350246 w 3404310"/>
                  <a:gd name="connsiteY41" fmla="*/ 2713952 h 4205918"/>
                  <a:gd name="connsiteX42" fmla="*/ 2014919 w 3404310"/>
                  <a:gd name="connsiteY42" fmla="*/ 3185439 h 4205918"/>
                  <a:gd name="connsiteX43" fmla="*/ 1765356 w 3404310"/>
                  <a:gd name="connsiteY43" fmla="*/ 2953678 h 4205918"/>
                  <a:gd name="connsiteX44" fmla="*/ 1986752 w 3404310"/>
                  <a:gd name="connsiteY44" fmla="*/ 2791565 h 4205918"/>
                  <a:gd name="connsiteX45" fmla="*/ 1974016 w 3404310"/>
                  <a:gd name="connsiteY45" fmla="*/ 2664852 h 4205918"/>
                  <a:gd name="connsiteX46" fmla="*/ 1960774 w 3404310"/>
                  <a:gd name="connsiteY46" fmla="*/ 2674534 h 4205918"/>
                  <a:gd name="connsiteX47" fmla="*/ 1681399 w 3404310"/>
                  <a:gd name="connsiteY47" fmla="*/ 2878932 h 4205918"/>
                  <a:gd name="connsiteX48" fmla="*/ 1426409 w 3404310"/>
                  <a:gd name="connsiteY48" fmla="*/ 2668215 h 4205918"/>
                  <a:gd name="connsiteX49" fmla="*/ 1473060 w 3404310"/>
                  <a:gd name="connsiteY49" fmla="*/ 2556655 h 4205918"/>
                  <a:gd name="connsiteX50" fmla="*/ 1473060 w 3404310"/>
                  <a:gd name="connsiteY50" fmla="*/ 2327647 h 4205918"/>
                  <a:gd name="connsiteX51" fmla="*/ 1715039 w 3404310"/>
                  <a:gd name="connsiteY51" fmla="*/ 2375829 h 4205918"/>
                  <a:gd name="connsiteX52" fmla="*/ 1930655 w 3404310"/>
                  <a:gd name="connsiteY52" fmla="*/ 2337903 h 4205918"/>
                  <a:gd name="connsiteX53" fmla="*/ 1930655 w 3404310"/>
                  <a:gd name="connsiteY53" fmla="*/ 2556654 h 4205918"/>
                  <a:gd name="connsiteX54" fmla="*/ 1974015 w 3404310"/>
                  <a:gd name="connsiteY54" fmla="*/ 2664843 h 4205918"/>
                  <a:gd name="connsiteX55" fmla="*/ 1828479 w 3404310"/>
                  <a:gd name="connsiteY55" fmla="*/ 3162017 h 4205918"/>
                  <a:gd name="connsiteX56" fmla="*/ 1784125 w 3404310"/>
                  <a:gd name="connsiteY56" fmla="*/ 3338170 h 4205918"/>
                  <a:gd name="connsiteX57" fmla="*/ 1576053 w 3404310"/>
                  <a:gd name="connsiteY57" fmla="*/ 3338170 h 4205918"/>
                  <a:gd name="connsiteX58" fmla="*/ 1539659 w 3404310"/>
                  <a:gd name="connsiteY58" fmla="*/ 3153249 h 4205918"/>
                  <a:gd name="connsiteX59" fmla="*/ 1679385 w 3404310"/>
                  <a:gd name="connsiteY59" fmla="*/ 3023515 h 4205918"/>
                  <a:gd name="connsiteX60" fmla="*/ 2558141 w 3404310"/>
                  <a:gd name="connsiteY60" fmla="*/ 1376488 h 4205918"/>
                  <a:gd name="connsiteX61" fmla="*/ 2574559 w 3404310"/>
                  <a:gd name="connsiteY61" fmla="*/ 1316136 h 4205918"/>
                  <a:gd name="connsiteX62" fmla="*/ 2630166 w 3404310"/>
                  <a:gd name="connsiteY62" fmla="*/ 1429224 h 4205918"/>
                  <a:gd name="connsiteX63" fmla="*/ 2630166 w 3404310"/>
                  <a:gd name="connsiteY63" fmla="*/ 1493901 h 4205918"/>
                  <a:gd name="connsiteX64" fmla="*/ 2521858 w 3404310"/>
                  <a:gd name="connsiteY64" fmla="*/ 1633314 h 4205918"/>
                  <a:gd name="connsiteX65" fmla="*/ 2558138 w 3404310"/>
                  <a:gd name="connsiteY65" fmla="*/ 1376482 h 4205918"/>
                  <a:gd name="connsiteX66" fmla="*/ 794166 w 3404310"/>
                  <a:gd name="connsiteY66" fmla="*/ 1493858 h 4205918"/>
                  <a:gd name="connsiteX67" fmla="*/ 794166 w 3404310"/>
                  <a:gd name="connsiteY67" fmla="*/ 1429181 h 4205918"/>
                  <a:gd name="connsiteX68" fmla="*/ 846404 w 3404310"/>
                  <a:gd name="connsiteY68" fmla="*/ 1318846 h 4205918"/>
                  <a:gd name="connsiteX69" fmla="*/ 872389 w 3404310"/>
                  <a:gd name="connsiteY69" fmla="*/ 1392439 h 4205918"/>
                  <a:gd name="connsiteX70" fmla="*/ 908783 w 3404310"/>
                  <a:gd name="connsiteY70" fmla="*/ 1635261 h 4205918"/>
                  <a:gd name="connsiteX71" fmla="*/ 794166 w 3404310"/>
                  <a:gd name="connsiteY71" fmla="*/ 1493849 h 4205918"/>
                  <a:gd name="connsiteX72" fmla="*/ 907519 w 3404310"/>
                  <a:gd name="connsiteY72" fmla="*/ 1123438 h 4205918"/>
                  <a:gd name="connsiteX73" fmla="*/ 1056660 w 3404310"/>
                  <a:gd name="connsiteY73" fmla="*/ 301056 h 4205918"/>
                  <a:gd name="connsiteX74" fmla="*/ 1982108 w 3404310"/>
                  <a:gd name="connsiteY74" fmla="*/ 262901 h 4205918"/>
                  <a:gd name="connsiteX75" fmla="*/ 2124667 w 3404310"/>
                  <a:gd name="connsiteY75" fmla="*/ 303199 h 4205918"/>
                  <a:gd name="connsiteX76" fmla="*/ 2514524 w 3404310"/>
                  <a:gd name="connsiteY76" fmla="*/ 828767 h 4205918"/>
                  <a:gd name="connsiteX77" fmla="*/ 2499676 w 3404310"/>
                  <a:gd name="connsiteY77" fmla="*/ 1064055 h 4205918"/>
                  <a:gd name="connsiteX78" fmla="*/ 1715140 w 3404310"/>
                  <a:gd name="connsiteY78" fmla="*/ 528269 h 4205918"/>
                  <a:gd name="connsiteX79" fmla="*/ 907522 w 3404310"/>
                  <a:gd name="connsiteY79" fmla="*/ 1123445 h 4205918"/>
                  <a:gd name="connsiteX80" fmla="*/ 981839 w 3404310"/>
                  <a:gd name="connsiteY80" fmla="*/ 1375793 h 4205918"/>
                  <a:gd name="connsiteX81" fmla="*/ 987656 w 3404310"/>
                  <a:gd name="connsiteY81" fmla="*/ 1282069 h 4205918"/>
                  <a:gd name="connsiteX82" fmla="*/ 987579 w 3404310"/>
                  <a:gd name="connsiteY82" fmla="*/ 1281572 h 4205918"/>
                  <a:gd name="connsiteX83" fmla="*/ 1715095 w 3404310"/>
                  <a:gd name="connsiteY83" fmla="*/ 637948 h 4205918"/>
                  <a:gd name="connsiteX84" fmla="*/ 2447393 w 3404310"/>
                  <a:gd name="connsiteY84" fmla="*/ 1346899 h 4205918"/>
                  <a:gd name="connsiteX85" fmla="*/ 2447393 w 3404310"/>
                  <a:gd name="connsiteY85" fmla="*/ 1395234 h 4205918"/>
                  <a:gd name="connsiteX86" fmla="*/ 1715095 w 3404310"/>
                  <a:gd name="connsiteY86" fmla="*/ 2266073 h 4205918"/>
                  <a:gd name="connsiteX87" fmla="*/ 981838 w 3404310"/>
                  <a:gd name="connsiteY87" fmla="*/ 1375796 h 4205918"/>
                  <a:gd name="connsiteX88" fmla="*/ 1309318 w 3404310"/>
                  <a:gd name="connsiteY88" fmla="*/ 2713788 h 4205918"/>
                  <a:gd name="connsiteX89" fmla="*/ 1596188 w 3404310"/>
                  <a:gd name="connsiteY89" fmla="*/ 2951026 h 4205918"/>
                  <a:gd name="connsiteX90" fmla="*/ 1345675 w 3404310"/>
                  <a:gd name="connsiteY90" fmla="*/ 3183591 h 4205918"/>
                  <a:gd name="connsiteX91" fmla="*/ 1039358 w 3404310"/>
                  <a:gd name="connsiteY91" fmla="*/ 2714249 h 4205918"/>
                  <a:gd name="connsiteX92" fmla="*/ 567145 w 3404310"/>
                  <a:gd name="connsiteY92" fmla="*/ 4096165 h 4205918"/>
                  <a:gd name="connsiteX93" fmla="*/ 567145 w 3404310"/>
                  <a:gd name="connsiteY93" fmla="*/ 3477299 h 4205918"/>
                  <a:gd name="connsiteX94" fmla="*/ 512265 w 3404310"/>
                  <a:gd name="connsiteY94" fmla="*/ 3422420 h 4205918"/>
                  <a:gd name="connsiteX95" fmla="*/ 457386 w 3404310"/>
                  <a:gd name="connsiteY95" fmla="*/ 3477299 h 4205918"/>
                  <a:gd name="connsiteX96" fmla="*/ 457386 w 3404310"/>
                  <a:gd name="connsiteY96" fmla="*/ 4096165 h 4205918"/>
                  <a:gd name="connsiteX97" fmla="*/ 109813 w 3404310"/>
                  <a:gd name="connsiteY97" fmla="*/ 4096165 h 4205918"/>
                  <a:gd name="connsiteX98" fmla="*/ 109851 w 3404310"/>
                  <a:gd name="connsiteY98" fmla="*/ 3193907 h 4205918"/>
                  <a:gd name="connsiteX99" fmla="*/ 590293 w 3404310"/>
                  <a:gd name="connsiteY99" fmla="*/ 2713426 h 4205918"/>
                  <a:gd name="connsiteX100" fmla="*/ 907740 w 3404310"/>
                  <a:gd name="connsiteY100" fmla="*/ 2713426 h 4205918"/>
                  <a:gd name="connsiteX101" fmla="*/ 1289368 w 3404310"/>
                  <a:gd name="connsiteY101" fmla="*/ 3298119 h 4205918"/>
                  <a:gd name="connsiteX102" fmla="*/ 1328633 w 3404310"/>
                  <a:gd name="connsiteY102" fmla="*/ 3322536 h 4205918"/>
                  <a:gd name="connsiteX103" fmla="*/ 1335292 w 3404310"/>
                  <a:gd name="connsiteY103" fmla="*/ 3322957 h 4205918"/>
                  <a:gd name="connsiteX104" fmla="*/ 1372644 w 3404310"/>
                  <a:gd name="connsiteY104" fmla="*/ 3308261 h 4205918"/>
                  <a:gd name="connsiteX105" fmla="*/ 1468740 w 3404310"/>
                  <a:gd name="connsiteY105" fmla="*/ 3219015 h 4205918"/>
                  <a:gd name="connsiteX106" fmla="*/ 1500275 w 3404310"/>
                  <a:gd name="connsiteY106" fmla="*/ 3379326 h 4205918"/>
                  <a:gd name="connsiteX107" fmla="*/ 1342796 w 3404310"/>
                  <a:gd name="connsiteY107" fmla="*/ 4096124 h 4205918"/>
                  <a:gd name="connsiteX108" fmla="*/ 1427109 w 3404310"/>
                  <a:gd name="connsiteY108" fmla="*/ 4096165 h 4205918"/>
                  <a:gd name="connsiteX109" fmla="*/ 1575448 w 3404310"/>
                  <a:gd name="connsiteY109" fmla="*/ 3421083 h 4205918"/>
                  <a:gd name="connsiteX110" fmla="*/ 1783059 w 3404310"/>
                  <a:gd name="connsiteY110" fmla="*/ 3421083 h 4205918"/>
                  <a:gd name="connsiteX111" fmla="*/ 1931397 w 3404310"/>
                  <a:gd name="connsiteY111" fmla="*/ 4096165 h 4205918"/>
                  <a:gd name="connsiteX112" fmla="*/ 3294640 w 3404310"/>
                  <a:gd name="connsiteY112" fmla="*/ 4096165 h 4205918"/>
                  <a:gd name="connsiteX113" fmla="*/ 2946959 w 3404310"/>
                  <a:gd name="connsiteY113" fmla="*/ 4096165 h 4205918"/>
                  <a:gd name="connsiteX114" fmla="*/ 2946959 w 3404310"/>
                  <a:gd name="connsiteY114" fmla="*/ 3921345 h 4205918"/>
                  <a:gd name="connsiteX115" fmla="*/ 2892080 w 3404310"/>
                  <a:gd name="connsiteY115" fmla="*/ 3866465 h 4205918"/>
                  <a:gd name="connsiteX116" fmla="*/ 2837200 w 3404310"/>
                  <a:gd name="connsiteY116" fmla="*/ 3921345 h 4205918"/>
                  <a:gd name="connsiteX117" fmla="*/ 2837200 w 3404310"/>
                  <a:gd name="connsiteY117" fmla="*/ 4096165 h 4205918"/>
                  <a:gd name="connsiteX118" fmla="*/ 2015622 w 3404310"/>
                  <a:gd name="connsiteY118" fmla="*/ 4096165 h 4205918"/>
                  <a:gd name="connsiteX119" fmla="*/ 1858367 w 3404310"/>
                  <a:gd name="connsiteY119" fmla="*/ 3380552 h 4205918"/>
                  <a:gd name="connsiteX120" fmla="*/ 1897327 w 3404310"/>
                  <a:gd name="connsiteY120" fmla="*/ 3225865 h 4205918"/>
                  <a:gd name="connsiteX121" fmla="*/ 1986114 w 3404310"/>
                  <a:gd name="connsiteY121" fmla="*/ 3308299 h 4205918"/>
                  <a:gd name="connsiteX122" fmla="*/ 2023465 w 3404310"/>
                  <a:gd name="connsiteY122" fmla="*/ 3322995 h 4205918"/>
                  <a:gd name="connsiteX123" fmla="*/ 2029053 w 3404310"/>
                  <a:gd name="connsiteY123" fmla="*/ 3322727 h 4205918"/>
                  <a:gd name="connsiteX124" fmla="*/ 2068165 w 3404310"/>
                  <a:gd name="connsiteY124" fmla="*/ 3299957 h 4205918"/>
                  <a:gd name="connsiteX125" fmla="*/ 2485307 w 3404310"/>
                  <a:gd name="connsiteY125" fmla="*/ 2713431 h 4205918"/>
                  <a:gd name="connsiteX126" fmla="*/ 2788333 w 3404310"/>
                  <a:gd name="connsiteY126" fmla="*/ 2713431 h 4205918"/>
                  <a:gd name="connsiteX127" fmla="*/ 3294649 w 3404310"/>
                  <a:gd name="connsiteY127" fmla="*/ 3193913 h 42059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</a:cxnLst>
                <a:rect l="l" t="t" r="r" b="b"/>
                <a:pathLst>
                  <a:path w="3404310" h="4205918">
                    <a:moveTo>
                      <a:pt x="3404310" y="4151087"/>
                    </a:moveTo>
                    <a:lnTo>
                      <a:pt x="3404310" y="3193955"/>
                    </a:lnTo>
                    <a:cubicBezTo>
                      <a:pt x="3404310" y="2874059"/>
                      <a:pt x="3122182" y="2603756"/>
                      <a:pt x="2788276" y="2603756"/>
                    </a:cubicBezTo>
                    <a:lnTo>
                      <a:pt x="2787052" y="2603756"/>
                    </a:lnTo>
                    <a:lnTo>
                      <a:pt x="2787434" y="2603756"/>
                    </a:lnTo>
                    <a:lnTo>
                      <a:pt x="2784947" y="2603756"/>
                    </a:lnTo>
                    <a:lnTo>
                      <a:pt x="2782689" y="2603756"/>
                    </a:lnTo>
                    <a:lnTo>
                      <a:pt x="2783684" y="2603756"/>
                    </a:lnTo>
                    <a:lnTo>
                      <a:pt x="2780469" y="2603756"/>
                    </a:lnTo>
                    <a:lnTo>
                      <a:pt x="2779474" y="2603756"/>
                    </a:lnTo>
                    <a:lnTo>
                      <a:pt x="2779780" y="2603756"/>
                    </a:lnTo>
                    <a:cubicBezTo>
                      <a:pt x="2747136" y="2603717"/>
                      <a:pt x="2604539" y="2603641"/>
                      <a:pt x="2086172" y="2603297"/>
                    </a:cubicBezTo>
                    <a:cubicBezTo>
                      <a:pt x="2061143" y="2602263"/>
                      <a:pt x="2040477" y="2582094"/>
                      <a:pt x="2040477" y="2556492"/>
                    </a:cubicBezTo>
                    <a:cubicBezTo>
                      <a:pt x="2040477" y="2515544"/>
                      <a:pt x="2040362" y="2272493"/>
                      <a:pt x="2040362" y="2287796"/>
                    </a:cubicBezTo>
                    <a:cubicBezTo>
                      <a:pt x="2239019" y="2176853"/>
                      <a:pt x="2396890" y="1973219"/>
                      <a:pt x="2483947" y="1748267"/>
                    </a:cubicBezTo>
                    <a:lnTo>
                      <a:pt x="2485555" y="1748267"/>
                    </a:lnTo>
                    <a:cubicBezTo>
                      <a:pt x="2625771" y="1748267"/>
                      <a:pt x="2739898" y="1634180"/>
                      <a:pt x="2739898" y="1493924"/>
                    </a:cubicBezTo>
                    <a:lnTo>
                      <a:pt x="2739898" y="1429247"/>
                    </a:lnTo>
                    <a:cubicBezTo>
                      <a:pt x="2739898" y="1328366"/>
                      <a:pt x="2680427" y="1241798"/>
                      <a:pt x="2595126" y="1200699"/>
                    </a:cubicBezTo>
                    <a:cubicBezTo>
                      <a:pt x="2614108" y="1064646"/>
                      <a:pt x="2621494" y="911527"/>
                      <a:pt x="2624173" y="832464"/>
                    </a:cubicBezTo>
                    <a:cubicBezTo>
                      <a:pt x="2637529" y="436287"/>
                      <a:pt x="2364166" y="168208"/>
                      <a:pt x="2112919" y="194121"/>
                    </a:cubicBezTo>
                    <a:cubicBezTo>
                      <a:pt x="2090492" y="196494"/>
                      <a:pt x="2067147" y="189950"/>
                      <a:pt x="2049046" y="176019"/>
                    </a:cubicBezTo>
                    <a:cubicBezTo>
                      <a:pt x="1506833" y="-241888"/>
                      <a:pt x="988407" y="214902"/>
                      <a:pt x="983117" y="219647"/>
                    </a:cubicBezTo>
                    <a:cubicBezTo>
                      <a:pt x="684304" y="490097"/>
                      <a:pt x="746604" y="949269"/>
                      <a:pt x="814273" y="1208766"/>
                    </a:cubicBezTo>
                    <a:cubicBezTo>
                      <a:pt x="737158" y="1252509"/>
                      <a:pt x="684421" y="1334366"/>
                      <a:pt x="684421" y="1429202"/>
                    </a:cubicBezTo>
                    <a:lnTo>
                      <a:pt x="684421" y="1493879"/>
                    </a:lnTo>
                    <a:cubicBezTo>
                      <a:pt x="684421" y="1634135"/>
                      <a:pt x="798509" y="1748222"/>
                      <a:pt x="938726" y="1748222"/>
                    </a:cubicBezTo>
                    <a:lnTo>
                      <a:pt x="946189" y="1748222"/>
                    </a:lnTo>
                    <a:cubicBezTo>
                      <a:pt x="1029311" y="1963113"/>
                      <a:pt x="1177146" y="2158399"/>
                      <a:pt x="1363371" y="2272213"/>
                    </a:cubicBezTo>
                    <a:lnTo>
                      <a:pt x="1363371" y="2472633"/>
                    </a:lnTo>
                    <a:lnTo>
                      <a:pt x="1363332" y="2472633"/>
                    </a:lnTo>
                    <a:lnTo>
                      <a:pt x="1363332" y="2556445"/>
                    </a:lnTo>
                    <a:cubicBezTo>
                      <a:pt x="1363332" y="2583999"/>
                      <a:pt x="1338572" y="2603708"/>
                      <a:pt x="1316031" y="2603708"/>
                    </a:cubicBezTo>
                    <a:lnTo>
                      <a:pt x="590200" y="2603708"/>
                    </a:lnTo>
                    <a:cubicBezTo>
                      <a:pt x="264748" y="2603708"/>
                      <a:pt x="0" y="2868495"/>
                      <a:pt x="0" y="3193907"/>
                    </a:cubicBezTo>
                    <a:lnTo>
                      <a:pt x="0" y="4151039"/>
                    </a:lnTo>
                    <a:cubicBezTo>
                      <a:pt x="0" y="4181350"/>
                      <a:pt x="24569" y="4205919"/>
                      <a:pt x="54880" y="4205919"/>
                    </a:cubicBezTo>
                    <a:lnTo>
                      <a:pt x="3349463" y="4205919"/>
                    </a:lnTo>
                    <a:cubicBezTo>
                      <a:pt x="3379734" y="4205881"/>
                      <a:pt x="3404304" y="4181350"/>
                      <a:pt x="3404304" y="4151039"/>
                    </a:cubicBezTo>
                    <a:close/>
                    <a:moveTo>
                      <a:pt x="2093453" y="2713454"/>
                    </a:moveTo>
                    <a:lnTo>
                      <a:pt x="2214536" y="2713454"/>
                    </a:lnTo>
                    <a:lnTo>
                      <a:pt x="2350246" y="2713952"/>
                    </a:lnTo>
                    <a:lnTo>
                      <a:pt x="2014919" y="3185439"/>
                    </a:lnTo>
                    <a:lnTo>
                      <a:pt x="1765356" y="2953678"/>
                    </a:lnTo>
                    <a:lnTo>
                      <a:pt x="1986752" y="2791565"/>
                    </a:lnTo>
                    <a:close/>
                    <a:moveTo>
                      <a:pt x="1974016" y="2664852"/>
                    </a:moveTo>
                    <a:lnTo>
                      <a:pt x="1960774" y="2674534"/>
                    </a:lnTo>
                    <a:lnTo>
                      <a:pt x="1681399" y="2878932"/>
                    </a:lnTo>
                    <a:lnTo>
                      <a:pt x="1426409" y="2668215"/>
                    </a:lnTo>
                    <a:cubicBezTo>
                      <a:pt x="1455188" y="2639780"/>
                      <a:pt x="1473060" y="2600285"/>
                      <a:pt x="1473060" y="2556655"/>
                    </a:cubicBezTo>
                    <a:lnTo>
                      <a:pt x="1473060" y="2327647"/>
                    </a:lnTo>
                    <a:cubicBezTo>
                      <a:pt x="1549370" y="2358454"/>
                      <a:pt x="1630461" y="2375829"/>
                      <a:pt x="1715039" y="2375829"/>
                    </a:cubicBezTo>
                    <a:cubicBezTo>
                      <a:pt x="1789895" y="2375829"/>
                      <a:pt x="1862114" y="2362358"/>
                      <a:pt x="1930655" y="2337903"/>
                    </a:cubicBezTo>
                    <a:lnTo>
                      <a:pt x="1930655" y="2556654"/>
                    </a:lnTo>
                    <a:cubicBezTo>
                      <a:pt x="1930655" y="2598675"/>
                      <a:pt x="1947073" y="2636792"/>
                      <a:pt x="1974015" y="2664843"/>
                    </a:cubicBezTo>
                    <a:close/>
                    <a:moveTo>
                      <a:pt x="1828479" y="3162017"/>
                    </a:moveTo>
                    <a:lnTo>
                      <a:pt x="1784125" y="3338170"/>
                    </a:lnTo>
                    <a:lnTo>
                      <a:pt x="1576053" y="3338170"/>
                    </a:lnTo>
                    <a:lnTo>
                      <a:pt x="1539659" y="3153249"/>
                    </a:lnTo>
                    <a:lnTo>
                      <a:pt x="1679385" y="3023515"/>
                    </a:lnTo>
                    <a:close/>
                    <a:moveTo>
                      <a:pt x="2558141" y="1376488"/>
                    </a:moveTo>
                    <a:cubicBezTo>
                      <a:pt x="2564112" y="1358271"/>
                      <a:pt x="2569584" y="1338027"/>
                      <a:pt x="2574559" y="1316136"/>
                    </a:cubicBezTo>
                    <a:cubicBezTo>
                      <a:pt x="2608161" y="1342618"/>
                      <a:pt x="2630166" y="1383224"/>
                      <a:pt x="2630166" y="1429224"/>
                    </a:cubicBezTo>
                    <a:lnTo>
                      <a:pt x="2630166" y="1493901"/>
                    </a:lnTo>
                    <a:cubicBezTo>
                      <a:pt x="2630166" y="1560989"/>
                      <a:pt x="2583974" y="1617090"/>
                      <a:pt x="2521858" y="1633314"/>
                    </a:cubicBezTo>
                    <a:cubicBezTo>
                      <a:pt x="2545012" y="1547704"/>
                      <a:pt x="2557602" y="1460904"/>
                      <a:pt x="2558138" y="1376482"/>
                    </a:cubicBezTo>
                    <a:close/>
                    <a:moveTo>
                      <a:pt x="794166" y="1493858"/>
                    </a:moveTo>
                    <a:lnTo>
                      <a:pt x="794166" y="1429181"/>
                    </a:lnTo>
                    <a:cubicBezTo>
                      <a:pt x="794166" y="1384749"/>
                      <a:pt x="814755" y="1345369"/>
                      <a:pt x="846404" y="1318846"/>
                    </a:cubicBezTo>
                    <a:cubicBezTo>
                      <a:pt x="857923" y="1354169"/>
                      <a:pt x="867337" y="1379465"/>
                      <a:pt x="872389" y="1392439"/>
                    </a:cubicBezTo>
                    <a:cubicBezTo>
                      <a:pt x="874341" y="1472500"/>
                      <a:pt x="886740" y="1554435"/>
                      <a:pt x="908783" y="1635261"/>
                    </a:cubicBezTo>
                    <a:cubicBezTo>
                      <a:pt x="843418" y="1621407"/>
                      <a:pt x="794166" y="1563313"/>
                      <a:pt x="794166" y="1493849"/>
                    </a:cubicBezTo>
                    <a:close/>
                    <a:moveTo>
                      <a:pt x="907519" y="1123438"/>
                    </a:moveTo>
                    <a:cubicBezTo>
                      <a:pt x="853519" y="881683"/>
                      <a:pt x="822635" y="512880"/>
                      <a:pt x="1056660" y="301056"/>
                    </a:cubicBezTo>
                    <a:cubicBezTo>
                      <a:pt x="1074992" y="284485"/>
                      <a:pt x="1511385" y="-99863"/>
                      <a:pt x="1982108" y="262901"/>
                    </a:cubicBezTo>
                    <a:cubicBezTo>
                      <a:pt x="2022407" y="293976"/>
                      <a:pt x="2074531" y="308596"/>
                      <a:pt x="2124667" y="303199"/>
                    </a:cubicBezTo>
                    <a:cubicBezTo>
                      <a:pt x="2305071" y="283950"/>
                      <a:pt x="2525703" y="498417"/>
                      <a:pt x="2514524" y="828767"/>
                    </a:cubicBezTo>
                    <a:cubicBezTo>
                      <a:pt x="2512037" y="903585"/>
                      <a:pt x="2506947" y="985521"/>
                      <a:pt x="2499676" y="1064055"/>
                    </a:cubicBezTo>
                    <a:cubicBezTo>
                      <a:pt x="2376604" y="750890"/>
                      <a:pt x="2071697" y="528269"/>
                      <a:pt x="1715140" y="528269"/>
                    </a:cubicBezTo>
                    <a:cubicBezTo>
                      <a:pt x="1334502" y="528231"/>
                      <a:pt x="1013038" y="782534"/>
                      <a:pt x="907522" y="1123445"/>
                    </a:cubicBezTo>
                    <a:close/>
                    <a:moveTo>
                      <a:pt x="981839" y="1375793"/>
                    </a:moveTo>
                    <a:cubicBezTo>
                      <a:pt x="982030" y="1354361"/>
                      <a:pt x="983982" y="1312914"/>
                      <a:pt x="987656" y="1282069"/>
                    </a:cubicBezTo>
                    <a:cubicBezTo>
                      <a:pt x="987618" y="1281916"/>
                      <a:pt x="987618" y="1281763"/>
                      <a:pt x="987579" y="1281572"/>
                    </a:cubicBezTo>
                    <a:cubicBezTo>
                      <a:pt x="1031819" y="919499"/>
                      <a:pt x="1340884" y="637948"/>
                      <a:pt x="1715095" y="637948"/>
                    </a:cubicBezTo>
                    <a:cubicBezTo>
                      <a:pt x="2111537" y="637948"/>
                      <a:pt x="2434686" y="953945"/>
                      <a:pt x="2447393" y="1346899"/>
                    </a:cubicBezTo>
                    <a:lnTo>
                      <a:pt x="2447393" y="1395234"/>
                    </a:lnTo>
                    <a:cubicBezTo>
                      <a:pt x="2434687" y="1795771"/>
                      <a:pt x="2113290" y="2266073"/>
                      <a:pt x="1715095" y="2266073"/>
                    </a:cubicBezTo>
                    <a:cubicBezTo>
                      <a:pt x="1310464" y="2266073"/>
                      <a:pt x="984522" y="1780389"/>
                      <a:pt x="981838" y="1375796"/>
                    </a:cubicBezTo>
                    <a:close/>
                    <a:moveTo>
                      <a:pt x="1309318" y="2713788"/>
                    </a:moveTo>
                    <a:lnTo>
                      <a:pt x="1596188" y="2951026"/>
                    </a:lnTo>
                    <a:lnTo>
                      <a:pt x="1345675" y="3183591"/>
                    </a:lnTo>
                    <a:lnTo>
                      <a:pt x="1039358" y="2714249"/>
                    </a:lnTo>
                    <a:close/>
                    <a:moveTo>
                      <a:pt x="567145" y="4096165"/>
                    </a:moveTo>
                    <a:lnTo>
                      <a:pt x="567145" y="3477299"/>
                    </a:lnTo>
                    <a:cubicBezTo>
                      <a:pt x="567145" y="3446989"/>
                      <a:pt x="542576" y="3422420"/>
                      <a:pt x="512265" y="3422420"/>
                    </a:cubicBezTo>
                    <a:cubicBezTo>
                      <a:pt x="481955" y="3422420"/>
                      <a:pt x="457386" y="3446951"/>
                      <a:pt x="457386" y="3477299"/>
                    </a:cubicBezTo>
                    <a:lnTo>
                      <a:pt x="457386" y="4096165"/>
                    </a:lnTo>
                    <a:lnTo>
                      <a:pt x="109813" y="4096165"/>
                    </a:lnTo>
                    <a:lnTo>
                      <a:pt x="109851" y="3193907"/>
                    </a:lnTo>
                    <a:cubicBezTo>
                      <a:pt x="109851" y="2928963"/>
                      <a:pt x="325388" y="2713426"/>
                      <a:pt x="590293" y="2713426"/>
                    </a:cubicBezTo>
                    <a:lnTo>
                      <a:pt x="907740" y="2713426"/>
                    </a:lnTo>
                    <a:lnTo>
                      <a:pt x="1289368" y="3298119"/>
                    </a:lnTo>
                    <a:cubicBezTo>
                      <a:pt x="1298208" y="3311629"/>
                      <a:pt x="1312560" y="3320622"/>
                      <a:pt x="1328633" y="3322536"/>
                    </a:cubicBezTo>
                    <a:cubicBezTo>
                      <a:pt x="1330853" y="3322804"/>
                      <a:pt x="1333072" y="3322957"/>
                      <a:pt x="1335292" y="3322957"/>
                    </a:cubicBezTo>
                    <a:cubicBezTo>
                      <a:pt x="1349069" y="3322957"/>
                      <a:pt x="1362425" y="3317752"/>
                      <a:pt x="1372644" y="3308261"/>
                    </a:cubicBezTo>
                    <a:lnTo>
                      <a:pt x="1468740" y="3219015"/>
                    </a:lnTo>
                    <a:lnTo>
                      <a:pt x="1500275" y="3379326"/>
                    </a:lnTo>
                    <a:lnTo>
                      <a:pt x="1342796" y="4096124"/>
                    </a:lnTo>
                    <a:close/>
                    <a:moveTo>
                      <a:pt x="1427109" y="4096165"/>
                    </a:moveTo>
                    <a:lnTo>
                      <a:pt x="1575448" y="3421083"/>
                    </a:lnTo>
                    <a:lnTo>
                      <a:pt x="1783059" y="3421083"/>
                    </a:lnTo>
                    <a:lnTo>
                      <a:pt x="1931397" y="4096165"/>
                    </a:lnTo>
                    <a:close/>
                    <a:moveTo>
                      <a:pt x="3294640" y="4096165"/>
                    </a:moveTo>
                    <a:lnTo>
                      <a:pt x="2946959" y="4096165"/>
                    </a:lnTo>
                    <a:lnTo>
                      <a:pt x="2946959" y="3921345"/>
                    </a:lnTo>
                    <a:cubicBezTo>
                      <a:pt x="2946959" y="3891035"/>
                      <a:pt x="2922390" y="3866465"/>
                      <a:pt x="2892080" y="3866465"/>
                    </a:cubicBezTo>
                    <a:cubicBezTo>
                      <a:pt x="2861769" y="3866465"/>
                      <a:pt x="2837200" y="3890997"/>
                      <a:pt x="2837200" y="3921345"/>
                    </a:cubicBezTo>
                    <a:lnTo>
                      <a:pt x="2837200" y="4096165"/>
                    </a:lnTo>
                    <a:lnTo>
                      <a:pt x="2015622" y="4096165"/>
                    </a:lnTo>
                    <a:lnTo>
                      <a:pt x="1858367" y="3380552"/>
                    </a:lnTo>
                    <a:lnTo>
                      <a:pt x="1897327" y="3225865"/>
                    </a:lnTo>
                    <a:lnTo>
                      <a:pt x="1986114" y="3308299"/>
                    </a:lnTo>
                    <a:cubicBezTo>
                      <a:pt x="1996332" y="3317790"/>
                      <a:pt x="2009687" y="3322995"/>
                      <a:pt x="2023465" y="3322995"/>
                    </a:cubicBezTo>
                    <a:cubicBezTo>
                      <a:pt x="2025302" y="3322995"/>
                      <a:pt x="2027177" y="3322881"/>
                      <a:pt x="2029053" y="3322727"/>
                    </a:cubicBezTo>
                    <a:cubicBezTo>
                      <a:pt x="2044744" y="3321120"/>
                      <a:pt x="2059018" y="3312816"/>
                      <a:pt x="2068165" y="3299957"/>
                    </a:cubicBezTo>
                    <a:lnTo>
                      <a:pt x="2485307" y="2713431"/>
                    </a:lnTo>
                    <a:lnTo>
                      <a:pt x="2788333" y="2713431"/>
                    </a:lnTo>
                    <a:cubicBezTo>
                      <a:pt x="3062770" y="2713431"/>
                      <a:pt x="3294649" y="2933485"/>
                      <a:pt x="3294649" y="3193913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5" name="Freeform: Shape 40">
                <a:extLst>
                  <a:ext uri="{FF2B5EF4-FFF2-40B4-BE49-F238E27FC236}">
                    <a16:creationId xmlns:a16="http://schemas.microsoft.com/office/drawing/2014/main" id="{8561C558-F6D3-E8E5-CF49-85D633D6EAAD}"/>
                  </a:ext>
                </a:extLst>
              </p:cNvPr>
              <p:cNvSpPr/>
              <p:nvPr/>
            </p:nvSpPr>
            <p:spPr>
              <a:xfrm>
                <a:off x="1918593" y="12779808"/>
                <a:ext cx="84103" cy="335149"/>
              </a:xfrm>
              <a:custGeom>
                <a:avLst/>
                <a:gdLst>
                  <a:gd name="connsiteX0" fmla="*/ 67355 w 84103"/>
                  <a:gd name="connsiteY0" fmla="*/ 2201 h 335149"/>
                  <a:gd name="connsiteX1" fmla="*/ 31381 w 84103"/>
                  <a:gd name="connsiteY1" fmla="*/ 16705 h 335149"/>
                  <a:gd name="connsiteX2" fmla="*/ 0 w 84103"/>
                  <a:gd name="connsiteY2" fmla="*/ 171775 h 335149"/>
                  <a:gd name="connsiteX3" fmla="*/ 0 w 84103"/>
                  <a:gd name="connsiteY3" fmla="*/ 307710 h 335149"/>
                  <a:gd name="connsiteX4" fmla="*/ 27440 w 84103"/>
                  <a:gd name="connsiteY4" fmla="*/ 335150 h 335149"/>
                  <a:gd name="connsiteX5" fmla="*/ 54880 w 84103"/>
                  <a:gd name="connsiteY5" fmla="*/ 307710 h 335149"/>
                  <a:gd name="connsiteX6" fmla="*/ 54880 w 84103"/>
                  <a:gd name="connsiteY6" fmla="*/ 171775 h 335149"/>
                  <a:gd name="connsiteX7" fmla="*/ 81936 w 84103"/>
                  <a:gd name="connsiteY7" fmla="*/ 38132 h 335149"/>
                  <a:gd name="connsiteX8" fmla="*/ 67355 w 84103"/>
                  <a:gd name="connsiteY8" fmla="*/ 2196 h 335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84103" h="335149">
                    <a:moveTo>
                      <a:pt x="67355" y="2201"/>
                    </a:moveTo>
                    <a:cubicBezTo>
                      <a:pt x="53425" y="-3731"/>
                      <a:pt x="37352" y="2736"/>
                      <a:pt x="31381" y="16705"/>
                    </a:cubicBezTo>
                    <a:cubicBezTo>
                      <a:pt x="10524" y="65844"/>
                      <a:pt x="0" y="118008"/>
                      <a:pt x="0" y="171775"/>
                    </a:cubicBezTo>
                    <a:lnTo>
                      <a:pt x="0" y="307710"/>
                    </a:lnTo>
                    <a:cubicBezTo>
                      <a:pt x="0" y="322865"/>
                      <a:pt x="12285" y="335150"/>
                      <a:pt x="27440" y="335150"/>
                    </a:cubicBezTo>
                    <a:cubicBezTo>
                      <a:pt x="42595" y="335150"/>
                      <a:pt x="54880" y="322865"/>
                      <a:pt x="54880" y="307710"/>
                    </a:cubicBezTo>
                    <a:lnTo>
                      <a:pt x="54880" y="171775"/>
                    </a:lnTo>
                    <a:cubicBezTo>
                      <a:pt x="54880" y="125429"/>
                      <a:pt x="63988" y="80462"/>
                      <a:pt x="81936" y="38132"/>
                    </a:cubicBezTo>
                    <a:cubicBezTo>
                      <a:pt x="87830" y="24239"/>
                      <a:pt x="81286" y="8090"/>
                      <a:pt x="67355" y="2196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6" name="Freeform: Shape 41">
                <a:extLst>
                  <a:ext uri="{FF2B5EF4-FFF2-40B4-BE49-F238E27FC236}">
                    <a16:creationId xmlns:a16="http://schemas.microsoft.com/office/drawing/2014/main" id="{1C3671AD-EA7A-EE2D-394A-2A8BF586E866}"/>
                  </a:ext>
                </a:extLst>
              </p:cNvPr>
              <p:cNvSpPr/>
              <p:nvPr/>
            </p:nvSpPr>
            <p:spPr>
              <a:xfrm>
                <a:off x="2049418" y="12553342"/>
                <a:ext cx="507026" cy="143169"/>
              </a:xfrm>
              <a:custGeom>
                <a:avLst/>
                <a:gdLst>
                  <a:gd name="connsiteX0" fmla="*/ 479586 w 507026"/>
                  <a:gd name="connsiteY0" fmla="*/ 1 h 143169"/>
                  <a:gd name="connsiteX1" fmla="*/ 267341 w 507026"/>
                  <a:gd name="connsiteY1" fmla="*/ 1 h 143169"/>
                  <a:gd name="connsiteX2" fmla="*/ 9666 w 507026"/>
                  <a:gd name="connsiteY2" fmla="*/ 94834 h 143169"/>
                  <a:gd name="connsiteX3" fmla="*/ 6528 w 507026"/>
                  <a:gd name="connsiteY3" fmla="*/ 133525 h 143169"/>
                  <a:gd name="connsiteX4" fmla="*/ 27424 w 507026"/>
                  <a:gd name="connsiteY4" fmla="*/ 143169 h 143169"/>
                  <a:gd name="connsiteX5" fmla="*/ 45181 w 507026"/>
                  <a:gd name="connsiteY5" fmla="*/ 136625 h 143169"/>
                  <a:gd name="connsiteX6" fmla="*/ 267341 w 507026"/>
                  <a:gd name="connsiteY6" fmla="*/ 54880 h 143169"/>
                  <a:gd name="connsiteX7" fmla="*/ 479586 w 507026"/>
                  <a:gd name="connsiteY7" fmla="*/ 54880 h 143169"/>
                  <a:gd name="connsiteX8" fmla="*/ 507026 w 507026"/>
                  <a:gd name="connsiteY8" fmla="*/ 27440 h 143169"/>
                  <a:gd name="connsiteX9" fmla="*/ 479586 w 507026"/>
                  <a:gd name="connsiteY9" fmla="*/ 0 h 1431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07026" h="143169">
                    <a:moveTo>
                      <a:pt x="479586" y="1"/>
                    </a:moveTo>
                    <a:lnTo>
                      <a:pt x="267341" y="1"/>
                    </a:lnTo>
                    <a:cubicBezTo>
                      <a:pt x="173082" y="1"/>
                      <a:pt x="81577" y="33717"/>
                      <a:pt x="9666" y="94834"/>
                    </a:cubicBezTo>
                    <a:cubicBezTo>
                      <a:pt x="-1891" y="104632"/>
                      <a:pt x="-3269" y="121929"/>
                      <a:pt x="6528" y="133525"/>
                    </a:cubicBezTo>
                    <a:cubicBezTo>
                      <a:pt x="11963" y="139916"/>
                      <a:pt x="19694" y="143169"/>
                      <a:pt x="27424" y="143169"/>
                    </a:cubicBezTo>
                    <a:cubicBezTo>
                      <a:pt x="33738" y="143169"/>
                      <a:pt x="40053" y="141026"/>
                      <a:pt x="45181" y="136625"/>
                    </a:cubicBezTo>
                    <a:cubicBezTo>
                      <a:pt x="107178" y="83889"/>
                      <a:pt x="186054" y="54880"/>
                      <a:pt x="267341" y="54880"/>
                    </a:cubicBezTo>
                    <a:lnTo>
                      <a:pt x="479586" y="54880"/>
                    </a:lnTo>
                    <a:cubicBezTo>
                      <a:pt x="494742" y="54880"/>
                      <a:pt x="507026" y="42595"/>
                      <a:pt x="507026" y="27440"/>
                    </a:cubicBezTo>
                    <a:cubicBezTo>
                      <a:pt x="507026" y="12285"/>
                      <a:pt x="494742" y="0"/>
                      <a:pt x="479586" y="0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7" name="Freeform: Shape 42">
                <a:extLst>
                  <a:ext uri="{FF2B5EF4-FFF2-40B4-BE49-F238E27FC236}">
                    <a16:creationId xmlns:a16="http://schemas.microsoft.com/office/drawing/2014/main" id="{68C67F5B-CEF6-307F-C317-CACF8E6F0EFF}"/>
                  </a:ext>
                </a:extLst>
              </p:cNvPr>
              <p:cNvSpPr/>
              <p:nvPr/>
            </p:nvSpPr>
            <p:spPr>
              <a:xfrm>
                <a:off x="4563757" y="13180066"/>
                <a:ext cx="109759" cy="325796"/>
              </a:xfrm>
              <a:custGeom>
                <a:avLst/>
                <a:gdLst>
                  <a:gd name="connsiteX0" fmla="*/ 54880 w 109759"/>
                  <a:gd name="connsiteY0" fmla="*/ 0 h 325796"/>
                  <a:gd name="connsiteX1" fmla="*/ 0 w 109759"/>
                  <a:gd name="connsiteY1" fmla="*/ 54880 h 325796"/>
                  <a:gd name="connsiteX2" fmla="*/ 0 w 109759"/>
                  <a:gd name="connsiteY2" fmla="*/ 270917 h 325796"/>
                  <a:gd name="connsiteX3" fmla="*/ 54880 w 109759"/>
                  <a:gd name="connsiteY3" fmla="*/ 325796 h 325796"/>
                  <a:gd name="connsiteX4" fmla="*/ 109759 w 109759"/>
                  <a:gd name="connsiteY4" fmla="*/ 270917 h 325796"/>
                  <a:gd name="connsiteX5" fmla="*/ 109759 w 109759"/>
                  <a:gd name="connsiteY5" fmla="*/ 54880 h 325796"/>
                  <a:gd name="connsiteX6" fmla="*/ 54880 w 109759"/>
                  <a:gd name="connsiteY6" fmla="*/ 0 h 3257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09759" h="325796">
                    <a:moveTo>
                      <a:pt x="54880" y="0"/>
                    </a:moveTo>
                    <a:cubicBezTo>
                      <a:pt x="24569" y="0"/>
                      <a:pt x="0" y="24531"/>
                      <a:pt x="0" y="54880"/>
                    </a:cubicBezTo>
                    <a:lnTo>
                      <a:pt x="0" y="270917"/>
                    </a:lnTo>
                    <a:cubicBezTo>
                      <a:pt x="0" y="301227"/>
                      <a:pt x="24569" y="325796"/>
                      <a:pt x="54880" y="325796"/>
                    </a:cubicBezTo>
                    <a:cubicBezTo>
                      <a:pt x="85190" y="325796"/>
                      <a:pt x="109759" y="301265"/>
                      <a:pt x="109759" y="270917"/>
                    </a:cubicBezTo>
                    <a:lnTo>
                      <a:pt x="109759" y="54880"/>
                    </a:lnTo>
                    <a:cubicBezTo>
                      <a:pt x="109721" y="24531"/>
                      <a:pt x="85190" y="0"/>
                      <a:pt x="54880" y="0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8" name="Freeform: Shape 43">
                <a:extLst>
                  <a:ext uri="{FF2B5EF4-FFF2-40B4-BE49-F238E27FC236}">
                    <a16:creationId xmlns:a16="http://schemas.microsoft.com/office/drawing/2014/main" id="{3386A00C-C6B0-F502-9092-01290B8B8210}"/>
                  </a:ext>
                </a:extLst>
              </p:cNvPr>
              <p:cNvSpPr/>
              <p:nvPr/>
            </p:nvSpPr>
            <p:spPr>
              <a:xfrm>
                <a:off x="910490" y="8665920"/>
                <a:ext cx="5037871" cy="3839364"/>
              </a:xfrm>
              <a:custGeom>
                <a:avLst/>
                <a:gdLst>
                  <a:gd name="connsiteX0" fmla="*/ 3935 w 5037871"/>
                  <a:gd name="connsiteY0" fmla="*/ 3621137 h 3839364"/>
                  <a:gd name="connsiteX1" fmla="*/ 34513 w 5037871"/>
                  <a:gd name="connsiteY1" fmla="*/ 3692434 h 3839364"/>
                  <a:gd name="connsiteX2" fmla="*/ 343201 w 5037871"/>
                  <a:gd name="connsiteY2" fmla="*/ 3815897 h 3839364"/>
                  <a:gd name="connsiteX3" fmla="*/ 410251 w 5037871"/>
                  <a:gd name="connsiteY3" fmla="*/ 3793777 h 3839364"/>
                  <a:gd name="connsiteX4" fmla="*/ 586139 w 5037871"/>
                  <a:gd name="connsiteY4" fmla="*/ 3508778 h 3839364"/>
                  <a:gd name="connsiteX5" fmla="*/ 568267 w 5037871"/>
                  <a:gd name="connsiteY5" fmla="*/ 3433272 h 3839364"/>
                  <a:gd name="connsiteX6" fmla="*/ 492761 w 5037871"/>
                  <a:gd name="connsiteY6" fmla="*/ 3451105 h 3839364"/>
                  <a:gd name="connsiteX7" fmla="*/ 374196 w 5037871"/>
                  <a:gd name="connsiteY7" fmla="*/ 3643257 h 3839364"/>
                  <a:gd name="connsiteX8" fmla="*/ 198190 w 5037871"/>
                  <a:gd name="connsiteY8" fmla="*/ 2757115 h 3839364"/>
                  <a:gd name="connsiteX9" fmla="*/ 2134595 w 5037871"/>
                  <a:gd name="connsiteY9" fmla="*/ 469874 h 3839364"/>
                  <a:gd name="connsiteX10" fmla="*/ 2506887 w 5037871"/>
                  <a:gd name="connsiteY10" fmla="*/ 764366 h 3839364"/>
                  <a:gd name="connsiteX11" fmla="*/ 2879404 w 5037871"/>
                  <a:gd name="connsiteY11" fmla="*/ 466396 h 3839364"/>
                  <a:gd name="connsiteX12" fmla="*/ 4838538 w 5037871"/>
                  <a:gd name="connsiteY12" fmla="*/ 2757164 h 3839364"/>
                  <a:gd name="connsiteX13" fmla="*/ 4652696 w 5037871"/>
                  <a:gd name="connsiteY13" fmla="*/ 3667191 h 3839364"/>
                  <a:gd name="connsiteX14" fmla="*/ 4531417 w 5037871"/>
                  <a:gd name="connsiteY14" fmla="*/ 3470641 h 3839364"/>
                  <a:gd name="connsiteX15" fmla="*/ 4455911 w 5037871"/>
                  <a:gd name="connsiteY15" fmla="*/ 3452807 h 3839364"/>
                  <a:gd name="connsiteX16" fmla="*/ 4438039 w 5037871"/>
                  <a:gd name="connsiteY16" fmla="*/ 3528314 h 3839364"/>
                  <a:gd name="connsiteX17" fmla="*/ 4613927 w 5037871"/>
                  <a:gd name="connsiteY17" fmla="*/ 3813313 h 3839364"/>
                  <a:gd name="connsiteX18" fmla="*/ 4682813 w 5037871"/>
                  <a:gd name="connsiteY18" fmla="*/ 3834706 h 3839364"/>
                  <a:gd name="connsiteX19" fmla="*/ 5005197 w 5037871"/>
                  <a:gd name="connsiteY19" fmla="*/ 3692226 h 3839364"/>
                  <a:gd name="connsiteX20" fmla="*/ 5033173 w 5037871"/>
                  <a:gd name="connsiteY20" fmla="*/ 3619857 h 3839364"/>
                  <a:gd name="connsiteX21" fmla="*/ 4960805 w 5037871"/>
                  <a:gd name="connsiteY21" fmla="*/ 3591843 h 3839364"/>
                  <a:gd name="connsiteX22" fmla="*/ 4768271 w 5037871"/>
                  <a:gd name="connsiteY22" fmla="*/ 3676956 h 3839364"/>
                  <a:gd name="connsiteX23" fmla="*/ 4948254 w 5037871"/>
                  <a:gd name="connsiteY23" fmla="*/ 2757210 h 3839364"/>
                  <a:gd name="connsiteX24" fmla="*/ 2887719 w 5037871"/>
                  <a:gd name="connsiteY24" fmla="*/ 356714 h 3839364"/>
                  <a:gd name="connsiteX25" fmla="*/ 2506816 w 5037871"/>
                  <a:gd name="connsiteY25" fmla="*/ 0 h 3839364"/>
                  <a:gd name="connsiteX26" fmla="*/ 2125031 w 5037871"/>
                  <a:gd name="connsiteY26" fmla="*/ 360505 h 3839364"/>
                  <a:gd name="connsiteX27" fmla="*/ 88401 w 5037871"/>
                  <a:gd name="connsiteY27" fmla="*/ 2757279 h 3839364"/>
                  <a:gd name="connsiteX28" fmla="*/ 264554 w 5037871"/>
                  <a:gd name="connsiteY28" fmla="*/ 3666463 h 3839364"/>
                  <a:gd name="connsiteX29" fmla="*/ 75155 w 5037871"/>
                  <a:gd name="connsiteY29" fmla="*/ 3590688 h 3839364"/>
                  <a:gd name="connsiteX30" fmla="*/ 3859 w 5037871"/>
                  <a:gd name="connsiteY30" fmla="*/ 3621266 h 3839364"/>
                  <a:gd name="connsiteX31" fmla="*/ 2506909 w 5037871"/>
                  <a:gd name="connsiteY31" fmla="*/ 109645 h 3839364"/>
                  <a:gd name="connsiteX32" fmla="*/ 2779387 w 5037871"/>
                  <a:gd name="connsiteY32" fmla="*/ 382123 h 3839364"/>
                  <a:gd name="connsiteX33" fmla="*/ 2506909 w 5037871"/>
                  <a:gd name="connsiteY33" fmla="*/ 654601 h 3839364"/>
                  <a:gd name="connsiteX34" fmla="*/ 2233775 w 5037871"/>
                  <a:gd name="connsiteY34" fmla="*/ 382123 h 3839364"/>
                  <a:gd name="connsiteX35" fmla="*/ 2506909 w 5037871"/>
                  <a:gd name="connsiteY35" fmla="*/ 109645 h 38393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5037871" h="3839364">
                    <a:moveTo>
                      <a:pt x="3935" y="3621137"/>
                    </a:moveTo>
                    <a:cubicBezTo>
                      <a:pt x="-7316" y="3649265"/>
                      <a:pt x="6384" y="3681183"/>
                      <a:pt x="34513" y="3692434"/>
                    </a:cubicBezTo>
                    <a:lnTo>
                      <a:pt x="343201" y="3815897"/>
                    </a:lnTo>
                    <a:cubicBezTo>
                      <a:pt x="368498" y="3825885"/>
                      <a:pt x="396473" y="3816089"/>
                      <a:pt x="410251" y="3793777"/>
                    </a:cubicBezTo>
                    <a:lnTo>
                      <a:pt x="586139" y="3508778"/>
                    </a:lnTo>
                    <a:cubicBezTo>
                      <a:pt x="602060" y="3483022"/>
                      <a:pt x="594023" y="3449192"/>
                      <a:pt x="568267" y="3433272"/>
                    </a:cubicBezTo>
                    <a:cubicBezTo>
                      <a:pt x="542435" y="3417237"/>
                      <a:pt x="508643" y="3425388"/>
                      <a:pt x="492761" y="3451105"/>
                    </a:cubicBezTo>
                    <a:lnTo>
                      <a:pt x="374196" y="3643257"/>
                    </a:lnTo>
                    <a:cubicBezTo>
                      <a:pt x="257776" y="3362618"/>
                      <a:pt x="198190" y="3065108"/>
                      <a:pt x="198190" y="2757115"/>
                    </a:cubicBezTo>
                    <a:cubicBezTo>
                      <a:pt x="198190" y="1608596"/>
                      <a:pt x="1037413" y="653374"/>
                      <a:pt x="2134595" y="469874"/>
                    </a:cubicBezTo>
                    <a:cubicBezTo>
                      <a:pt x="2174473" y="638414"/>
                      <a:pt x="2326022" y="764366"/>
                      <a:pt x="2506887" y="764366"/>
                    </a:cubicBezTo>
                    <a:cubicBezTo>
                      <a:pt x="2688673" y="764366"/>
                      <a:pt x="2840910" y="636739"/>
                      <a:pt x="2879404" y="466396"/>
                    </a:cubicBezTo>
                    <a:cubicBezTo>
                      <a:pt x="3987656" y="640491"/>
                      <a:pt x="4838538" y="1600807"/>
                      <a:pt x="4838538" y="2757164"/>
                    </a:cubicBezTo>
                    <a:cubicBezTo>
                      <a:pt x="4838538" y="3073582"/>
                      <a:pt x="4775584" y="3379126"/>
                      <a:pt x="4652696" y="3667191"/>
                    </a:cubicBezTo>
                    <a:lnTo>
                      <a:pt x="4531417" y="3470641"/>
                    </a:lnTo>
                    <a:cubicBezTo>
                      <a:pt x="4515497" y="3444923"/>
                      <a:pt x="4481743" y="3436772"/>
                      <a:pt x="4455911" y="3452807"/>
                    </a:cubicBezTo>
                    <a:cubicBezTo>
                      <a:pt x="4430155" y="3468728"/>
                      <a:pt x="4422118" y="3502520"/>
                      <a:pt x="4438039" y="3528314"/>
                    </a:cubicBezTo>
                    <a:lnTo>
                      <a:pt x="4613927" y="3813313"/>
                    </a:lnTo>
                    <a:cubicBezTo>
                      <a:pt x="4628432" y="3836734"/>
                      <a:pt x="4657861" y="3845689"/>
                      <a:pt x="4682813" y="3834706"/>
                    </a:cubicBezTo>
                    <a:lnTo>
                      <a:pt x="5005197" y="3692226"/>
                    </a:lnTo>
                    <a:cubicBezTo>
                      <a:pt x="5032905" y="3679941"/>
                      <a:pt x="5045420" y="3647526"/>
                      <a:pt x="5033173" y="3619857"/>
                    </a:cubicBezTo>
                    <a:cubicBezTo>
                      <a:pt x="5020889" y="3592112"/>
                      <a:pt x="4988397" y="3579673"/>
                      <a:pt x="4960805" y="3591843"/>
                    </a:cubicBezTo>
                    <a:lnTo>
                      <a:pt x="4768271" y="3676956"/>
                    </a:lnTo>
                    <a:cubicBezTo>
                      <a:pt x="4887747" y="3385070"/>
                      <a:pt x="4948254" y="3076303"/>
                      <a:pt x="4948254" y="2757210"/>
                    </a:cubicBezTo>
                    <a:cubicBezTo>
                      <a:pt x="4948254" y="1543050"/>
                      <a:pt x="4052737" y="535316"/>
                      <a:pt x="2887719" y="356714"/>
                    </a:cubicBezTo>
                    <a:cubicBezTo>
                      <a:pt x="2874516" y="157822"/>
                      <a:pt x="2708961" y="0"/>
                      <a:pt x="2506816" y="0"/>
                    </a:cubicBezTo>
                    <a:cubicBezTo>
                      <a:pt x="2303026" y="0"/>
                      <a:pt x="2136435" y="159850"/>
                      <a:pt x="2125031" y="360505"/>
                    </a:cubicBezTo>
                    <a:cubicBezTo>
                      <a:pt x="971810" y="549101"/>
                      <a:pt x="88401" y="1551348"/>
                      <a:pt x="88401" y="2757279"/>
                    </a:cubicBezTo>
                    <a:cubicBezTo>
                      <a:pt x="88401" y="3072854"/>
                      <a:pt x="147796" y="3378055"/>
                      <a:pt x="264554" y="3666463"/>
                    </a:cubicBezTo>
                    <a:lnTo>
                      <a:pt x="75155" y="3590688"/>
                    </a:lnTo>
                    <a:cubicBezTo>
                      <a:pt x="47027" y="3579245"/>
                      <a:pt x="15110" y="3593061"/>
                      <a:pt x="3859" y="3621266"/>
                    </a:cubicBezTo>
                    <a:close/>
                    <a:moveTo>
                      <a:pt x="2506909" y="109645"/>
                    </a:moveTo>
                    <a:cubicBezTo>
                      <a:pt x="2657158" y="109645"/>
                      <a:pt x="2779387" y="231913"/>
                      <a:pt x="2779387" y="382123"/>
                    </a:cubicBezTo>
                    <a:cubicBezTo>
                      <a:pt x="2779387" y="532372"/>
                      <a:pt x="2657148" y="654601"/>
                      <a:pt x="2506909" y="654601"/>
                    </a:cubicBezTo>
                    <a:cubicBezTo>
                      <a:pt x="2356317" y="654601"/>
                      <a:pt x="2233775" y="532333"/>
                      <a:pt x="2233775" y="382123"/>
                    </a:cubicBezTo>
                    <a:cubicBezTo>
                      <a:pt x="2233775" y="231913"/>
                      <a:pt x="2356317" y="109645"/>
                      <a:pt x="2506909" y="109645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9" name="Freeform: Shape 44">
                <a:extLst>
                  <a:ext uri="{FF2B5EF4-FFF2-40B4-BE49-F238E27FC236}">
                    <a16:creationId xmlns:a16="http://schemas.microsoft.com/office/drawing/2014/main" id="{61941DEA-92A4-C867-A3C8-E32B69D861F4}"/>
                  </a:ext>
                </a:extLst>
              </p:cNvPr>
              <p:cNvSpPr/>
              <p:nvPr/>
            </p:nvSpPr>
            <p:spPr>
              <a:xfrm>
                <a:off x="2691168" y="10046784"/>
                <a:ext cx="270534" cy="350771"/>
              </a:xfrm>
              <a:custGeom>
                <a:avLst/>
                <a:gdLst>
                  <a:gd name="connsiteX0" fmla="*/ 257350 w 270534"/>
                  <a:gd name="connsiteY0" fmla="*/ 50807 h 350771"/>
                  <a:gd name="connsiteX1" fmla="*/ 266534 w 270534"/>
                  <a:gd name="connsiteY1" fmla="*/ 13149 h 350771"/>
                  <a:gd name="connsiteX2" fmla="*/ 228838 w 270534"/>
                  <a:gd name="connsiteY2" fmla="*/ 4002 h 350771"/>
                  <a:gd name="connsiteX3" fmla="*/ 790 w 270534"/>
                  <a:gd name="connsiteY3" fmla="*/ 316864 h 350771"/>
                  <a:gd name="connsiteX4" fmla="*/ 20958 w 270534"/>
                  <a:gd name="connsiteY4" fmla="*/ 349968 h 350771"/>
                  <a:gd name="connsiteX5" fmla="*/ 27464 w 270534"/>
                  <a:gd name="connsiteY5" fmla="*/ 350772 h 350771"/>
                  <a:gd name="connsiteX6" fmla="*/ 54100 w 270534"/>
                  <a:gd name="connsiteY6" fmla="*/ 329838 h 350771"/>
                  <a:gd name="connsiteX7" fmla="*/ 257352 w 270534"/>
                  <a:gd name="connsiteY7" fmla="*/ 50815 h 3507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70534" h="350771">
                    <a:moveTo>
                      <a:pt x="257350" y="50807"/>
                    </a:moveTo>
                    <a:cubicBezTo>
                      <a:pt x="270285" y="42924"/>
                      <a:pt x="274418" y="26047"/>
                      <a:pt x="266534" y="13149"/>
                    </a:cubicBezTo>
                    <a:cubicBezTo>
                      <a:pt x="258689" y="252"/>
                      <a:pt x="241812" y="-3882"/>
                      <a:pt x="228838" y="4002"/>
                    </a:cubicBezTo>
                    <a:cubicBezTo>
                      <a:pt x="122980" y="68334"/>
                      <a:pt x="42496" y="145561"/>
                      <a:pt x="790" y="316864"/>
                    </a:cubicBezTo>
                    <a:cubicBezTo>
                      <a:pt x="-2808" y="331598"/>
                      <a:pt x="6224" y="346447"/>
                      <a:pt x="20958" y="349968"/>
                    </a:cubicBezTo>
                    <a:cubicBezTo>
                      <a:pt x="23140" y="350504"/>
                      <a:pt x="25321" y="350772"/>
                      <a:pt x="27464" y="350772"/>
                    </a:cubicBezTo>
                    <a:cubicBezTo>
                      <a:pt x="39825" y="350772"/>
                      <a:pt x="51038" y="342352"/>
                      <a:pt x="54100" y="329838"/>
                    </a:cubicBezTo>
                    <a:cubicBezTo>
                      <a:pt x="90840" y="178903"/>
                      <a:pt x="158842" y="110784"/>
                      <a:pt x="257352" y="50815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00" name="Freeform: Shape 45">
                <a:extLst>
                  <a:ext uri="{FF2B5EF4-FFF2-40B4-BE49-F238E27FC236}">
                    <a16:creationId xmlns:a16="http://schemas.microsoft.com/office/drawing/2014/main" id="{2C6C7C0D-3F9C-89EE-685D-65791D06EF43}"/>
                  </a:ext>
                </a:extLst>
              </p:cNvPr>
              <p:cNvSpPr/>
              <p:nvPr/>
            </p:nvSpPr>
            <p:spPr>
              <a:xfrm>
                <a:off x="3030211" y="9924805"/>
                <a:ext cx="245448" cy="97054"/>
              </a:xfrm>
              <a:custGeom>
                <a:avLst/>
                <a:gdLst>
                  <a:gd name="connsiteX0" fmla="*/ 27447 w 245448"/>
                  <a:gd name="connsiteY0" fmla="*/ 97055 h 97054"/>
                  <a:gd name="connsiteX1" fmla="*/ 37014 w 245448"/>
                  <a:gd name="connsiteY1" fmla="*/ 95333 h 97054"/>
                  <a:gd name="connsiteX2" fmla="*/ 219790 w 245448"/>
                  <a:gd name="connsiteY2" fmla="*/ 55034 h 97054"/>
                  <a:gd name="connsiteX3" fmla="*/ 245393 w 245448"/>
                  <a:gd name="connsiteY3" fmla="*/ 25872 h 97054"/>
                  <a:gd name="connsiteX4" fmla="*/ 216231 w 245448"/>
                  <a:gd name="connsiteY4" fmla="*/ 269 h 97054"/>
                  <a:gd name="connsiteX5" fmla="*/ 17878 w 245448"/>
                  <a:gd name="connsiteY5" fmla="*/ 43896 h 97054"/>
                  <a:gd name="connsiteX6" fmla="*/ 1728 w 245448"/>
                  <a:gd name="connsiteY6" fmla="*/ 79220 h 97054"/>
                  <a:gd name="connsiteX7" fmla="*/ 27445 w 245448"/>
                  <a:gd name="connsiteY7" fmla="*/ 97054 h 97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45448" h="97054">
                    <a:moveTo>
                      <a:pt x="27447" y="97055"/>
                    </a:moveTo>
                    <a:cubicBezTo>
                      <a:pt x="30623" y="97055"/>
                      <a:pt x="33838" y="96519"/>
                      <a:pt x="37014" y="95333"/>
                    </a:cubicBezTo>
                    <a:cubicBezTo>
                      <a:pt x="98552" y="72409"/>
                      <a:pt x="160018" y="58861"/>
                      <a:pt x="219790" y="55034"/>
                    </a:cubicBezTo>
                    <a:cubicBezTo>
                      <a:pt x="234907" y="54077"/>
                      <a:pt x="246349" y="40989"/>
                      <a:pt x="245393" y="25872"/>
                    </a:cubicBezTo>
                    <a:cubicBezTo>
                      <a:pt x="244398" y="10716"/>
                      <a:pt x="231807" y="-2028"/>
                      <a:pt x="216231" y="269"/>
                    </a:cubicBezTo>
                    <a:cubicBezTo>
                      <a:pt x="151133" y="4440"/>
                      <a:pt x="84390" y="19136"/>
                      <a:pt x="17878" y="43896"/>
                    </a:cubicBezTo>
                    <a:cubicBezTo>
                      <a:pt x="3679" y="49216"/>
                      <a:pt x="-3554" y="65021"/>
                      <a:pt x="1728" y="79220"/>
                    </a:cubicBezTo>
                    <a:cubicBezTo>
                      <a:pt x="5861" y="90242"/>
                      <a:pt x="16347" y="97054"/>
                      <a:pt x="27445" y="97054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</p:grpSp>
      <p:sp>
        <p:nvSpPr>
          <p:cNvPr id="101" name="TextBox 100">
            <a:extLst>
              <a:ext uri="{FF2B5EF4-FFF2-40B4-BE49-F238E27FC236}">
                <a16:creationId xmlns:a16="http://schemas.microsoft.com/office/drawing/2014/main" id="{0384B6C4-C647-59C0-D7A5-8598334F4A2F}"/>
              </a:ext>
            </a:extLst>
          </p:cNvPr>
          <p:cNvSpPr txBox="1"/>
          <p:nvPr/>
        </p:nvSpPr>
        <p:spPr>
          <a:xfrm>
            <a:off x="360000" y="2594251"/>
            <a:ext cx="3564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IN" sz="1600" b="1" i="0" u="none" strike="noStrike" baseline="0">
                <a:solidFill>
                  <a:schemeClr val="accent2"/>
                </a:solidFill>
                <a:latin typeface="+mj-lt"/>
              </a:rPr>
              <a:t>CLIENTS</a:t>
            </a:r>
            <a:endParaRPr lang="en-US" sz="1600" b="0" i="0" u="none" strike="noStrike" baseline="0">
              <a:solidFill>
                <a:schemeClr val="accent2"/>
              </a:solidFill>
              <a:latin typeface="+mj-lt"/>
            </a:endParaRPr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6C2F482E-725C-72E9-0DA8-CF04B550CB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907448" y="2916545"/>
            <a:ext cx="469105" cy="0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2A80F077-2354-E57C-C07C-F80A13D74650}"/>
              </a:ext>
            </a:extLst>
          </p:cNvPr>
          <p:cNvSpPr txBox="1"/>
          <p:nvPr/>
        </p:nvSpPr>
        <p:spPr>
          <a:xfrm>
            <a:off x="360000" y="3019491"/>
            <a:ext cx="3564000" cy="3952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180000" indent="-18000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200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/>
              <a:t>Accessibility workshop conducted for 40 senior engineers</a:t>
            </a:r>
          </a:p>
        </p:txBody>
      </p:sp>
      <p:cxnSp>
        <p:nvCxnSpPr>
          <p:cNvPr id="20" name="Straight Connector 19" descr="Line dividing Clients and Tasks information in this slide">
            <a:extLst>
              <a:ext uri="{FF2B5EF4-FFF2-40B4-BE49-F238E27FC236}">
                <a16:creationId xmlns:a16="http://schemas.microsoft.com/office/drawing/2014/main" id="{C3E879FD-D439-BAAD-B877-6FD572BF089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>
            <a:cxnSpLocks/>
          </p:cNvCxnSpPr>
          <p:nvPr/>
        </p:nvCxnSpPr>
        <p:spPr>
          <a:xfrm flipV="1">
            <a:off x="4133412" y="3019491"/>
            <a:ext cx="0" cy="2419445"/>
          </a:xfrm>
          <a:prstGeom prst="line">
            <a:avLst/>
          </a:prstGeom>
          <a:ln>
            <a:gradFill>
              <a:gsLst>
                <a:gs pos="0">
                  <a:schemeClr val="bg1"/>
                </a:gs>
                <a:gs pos="87000">
                  <a:schemeClr val="bg1">
                    <a:lumMod val="7500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E08E22E6-2CDE-44F2-6B33-08D331AA0D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729525" y="1737073"/>
            <a:ext cx="732950" cy="732950"/>
            <a:chOff x="5729525" y="1737073"/>
            <a:chExt cx="732950" cy="732950"/>
          </a:xfrm>
        </p:grpSpPr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75D7A89C-EC85-24BE-852F-1989759387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729525" y="1737073"/>
              <a:ext cx="732950" cy="732950"/>
            </a:xfrm>
            <a:prstGeom prst="ellipse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584E3675-351F-B099-F911-FE95138DEA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5889437" y="1896985"/>
              <a:ext cx="413126" cy="413126"/>
              <a:chOff x="15086986" y="891710"/>
              <a:chExt cx="5143500" cy="5143500"/>
            </a:xfrm>
            <a:solidFill>
              <a:schemeClr val="bg1"/>
            </a:solidFill>
          </p:grpSpPr>
          <p:sp>
            <p:nvSpPr>
              <p:cNvPr id="107" name="Freeform: Shape 24">
                <a:extLst>
                  <a:ext uri="{FF2B5EF4-FFF2-40B4-BE49-F238E27FC236}">
                    <a16:creationId xmlns:a16="http://schemas.microsoft.com/office/drawing/2014/main" id="{919EB3FD-848A-C9AD-A72C-F72D02C38F83}"/>
                  </a:ext>
                </a:extLst>
              </p:cNvPr>
              <p:cNvSpPr/>
              <p:nvPr/>
            </p:nvSpPr>
            <p:spPr>
              <a:xfrm>
                <a:off x="16887211" y="2349035"/>
                <a:ext cx="3343275" cy="3686175"/>
              </a:xfrm>
              <a:custGeom>
                <a:avLst/>
                <a:gdLst>
                  <a:gd name="connsiteX0" fmla="*/ 3343275 w 3343275"/>
                  <a:gd name="connsiteY0" fmla="*/ 3257550 h 3686175"/>
                  <a:gd name="connsiteX1" fmla="*/ 3343275 w 3343275"/>
                  <a:gd name="connsiteY1" fmla="*/ 1800225 h 3686175"/>
                  <a:gd name="connsiteX2" fmla="*/ 3257550 w 3343275"/>
                  <a:gd name="connsiteY2" fmla="*/ 1714500 h 3686175"/>
                  <a:gd name="connsiteX3" fmla="*/ 2657475 w 3343275"/>
                  <a:gd name="connsiteY3" fmla="*/ 1714500 h 3686175"/>
                  <a:gd name="connsiteX4" fmla="*/ 2657475 w 3343275"/>
                  <a:gd name="connsiteY4" fmla="*/ 85725 h 3686175"/>
                  <a:gd name="connsiteX5" fmla="*/ 2571750 w 3343275"/>
                  <a:gd name="connsiteY5" fmla="*/ 0 h 3686175"/>
                  <a:gd name="connsiteX6" fmla="*/ 85725 w 3343275"/>
                  <a:gd name="connsiteY6" fmla="*/ 0 h 3686175"/>
                  <a:gd name="connsiteX7" fmla="*/ 0 w 3343275"/>
                  <a:gd name="connsiteY7" fmla="*/ 85725 h 3686175"/>
                  <a:gd name="connsiteX8" fmla="*/ 0 w 3343275"/>
                  <a:gd name="connsiteY8" fmla="*/ 3600450 h 3686175"/>
                  <a:gd name="connsiteX9" fmla="*/ 85725 w 3343275"/>
                  <a:gd name="connsiteY9" fmla="*/ 3686175 h 3686175"/>
                  <a:gd name="connsiteX10" fmla="*/ 2914650 w 3343275"/>
                  <a:gd name="connsiteY10" fmla="*/ 3686175 h 3686175"/>
                  <a:gd name="connsiteX11" fmla="*/ 3343275 w 3343275"/>
                  <a:gd name="connsiteY11" fmla="*/ 3257550 h 3686175"/>
                  <a:gd name="connsiteX12" fmla="*/ 171450 w 3343275"/>
                  <a:gd name="connsiteY12" fmla="*/ 3514725 h 3686175"/>
                  <a:gd name="connsiteX13" fmla="*/ 171450 w 3343275"/>
                  <a:gd name="connsiteY13" fmla="*/ 171450 h 3686175"/>
                  <a:gd name="connsiteX14" fmla="*/ 2486025 w 3343275"/>
                  <a:gd name="connsiteY14" fmla="*/ 171450 h 3686175"/>
                  <a:gd name="connsiteX15" fmla="*/ 2486025 w 3343275"/>
                  <a:gd name="connsiteY15" fmla="*/ 3257550 h 3686175"/>
                  <a:gd name="connsiteX16" fmla="*/ 2573970 w 3343275"/>
                  <a:gd name="connsiteY16" fmla="*/ 3514725 h 3686175"/>
                  <a:gd name="connsiteX17" fmla="*/ 2657475 w 3343275"/>
                  <a:gd name="connsiteY17" fmla="*/ 3257550 h 3686175"/>
                  <a:gd name="connsiteX18" fmla="*/ 2657475 w 3343275"/>
                  <a:gd name="connsiteY18" fmla="*/ 1885950 h 3686175"/>
                  <a:gd name="connsiteX19" fmla="*/ 3171825 w 3343275"/>
                  <a:gd name="connsiteY19" fmla="*/ 1885950 h 3686175"/>
                  <a:gd name="connsiteX20" fmla="*/ 3171825 w 3343275"/>
                  <a:gd name="connsiteY20" fmla="*/ 3257550 h 3686175"/>
                  <a:gd name="connsiteX21" fmla="*/ 2914650 w 3343275"/>
                  <a:gd name="connsiteY21" fmla="*/ 3514725 h 3686175"/>
                  <a:gd name="connsiteX22" fmla="*/ 2657475 w 3343275"/>
                  <a:gd name="connsiteY22" fmla="*/ 3257550 h 3686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3343275" h="3686175">
                    <a:moveTo>
                      <a:pt x="3343275" y="3257550"/>
                    </a:moveTo>
                    <a:lnTo>
                      <a:pt x="3343275" y="1800225"/>
                    </a:lnTo>
                    <a:cubicBezTo>
                      <a:pt x="3343275" y="1752924"/>
                      <a:pt x="3304966" y="1714500"/>
                      <a:pt x="3257550" y="1714500"/>
                    </a:cubicBezTo>
                    <a:lnTo>
                      <a:pt x="2657475" y="1714500"/>
                    </a:lnTo>
                    <a:lnTo>
                      <a:pt x="2657475" y="85725"/>
                    </a:lnTo>
                    <a:cubicBezTo>
                      <a:pt x="2657475" y="38423"/>
                      <a:pt x="2619166" y="0"/>
                      <a:pt x="2571750" y="0"/>
                    </a:cubicBezTo>
                    <a:lnTo>
                      <a:pt x="85725" y="0"/>
                    </a:lnTo>
                    <a:cubicBezTo>
                      <a:pt x="38309" y="0"/>
                      <a:pt x="0" y="38423"/>
                      <a:pt x="0" y="85725"/>
                    </a:cubicBezTo>
                    <a:lnTo>
                      <a:pt x="0" y="3600450"/>
                    </a:lnTo>
                    <a:cubicBezTo>
                      <a:pt x="0" y="3647752"/>
                      <a:pt x="38309" y="3686175"/>
                      <a:pt x="85725" y="3686175"/>
                    </a:cubicBezTo>
                    <a:lnTo>
                      <a:pt x="2914650" y="3686175"/>
                    </a:lnTo>
                    <a:cubicBezTo>
                      <a:pt x="3151006" y="3686175"/>
                      <a:pt x="3343275" y="3493906"/>
                      <a:pt x="3343275" y="3257550"/>
                    </a:cubicBezTo>
                    <a:close/>
                    <a:moveTo>
                      <a:pt x="171450" y="3514725"/>
                    </a:moveTo>
                    <a:lnTo>
                      <a:pt x="171450" y="171450"/>
                    </a:lnTo>
                    <a:lnTo>
                      <a:pt x="2486025" y="171450"/>
                    </a:lnTo>
                    <a:lnTo>
                      <a:pt x="2486025" y="3257550"/>
                    </a:lnTo>
                    <a:cubicBezTo>
                      <a:pt x="2486025" y="3354411"/>
                      <a:pt x="2519550" y="3442893"/>
                      <a:pt x="2573970" y="3514725"/>
                    </a:cubicBezTo>
                    <a:close/>
                    <a:moveTo>
                      <a:pt x="2657475" y="3257550"/>
                    </a:moveTo>
                    <a:lnTo>
                      <a:pt x="2657475" y="1885950"/>
                    </a:lnTo>
                    <a:lnTo>
                      <a:pt x="3171825" y="1885950"/>
                    </a:lnTo>
                    <a:lnTo>
                      <a:pt x="3171825" y="3257550"/>
                    </a:lnTo>
                    <a:cubicBezTo>
                      <a:pt x="3171825" y="3399344"/>
                      <a:pt x="3056444" y="3514725"/>
                      <a:pt x="2914650" y="3514725"/>
                    </a:cubicBezTo>
                    <a:cubicBezTo>
                      <a:pt x="2772856" y="3514725"/>
                      <a:pt x="2657475" y="3399344"/>
                      <a:pt x="2657475" y="3257550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08" name="Freeform: Shape 26">
                <a:extLst>
                  <a:ext uri="{FF2B5EF4-FFF2-40B4-BE49-F238E27FC236}">
                    <a16:creationId xmlns:a16="http://schemas.microsoft.com/office/drawing/2014/main" id="{6318AF33-1EDB-746B-E28D-DF77FB42BCE6}"/>
                  </a:ext>
                </a:extLst>
              </p:cNvPr>
              <p:cNvSpPr/>
              <p:nvPr/>
            </p:nvSpPr>
            <p:spPr>
              <a:xfrm>
                <a:off x="18173086" y="3720635"/>
                <a:ext cx="942975" cy="171450"/>
              </a:xfrm>
              <a:custGeom>
                <a:avLst/>
                <a:gdLst>
                  <a:gd name="connsiteX0" fmla="*/ 0 w 942975"/>
                  <a:gd name="connsiteY0" fmla="*/ 0 h 171450"/>
                  <a:gd name="connsiteX1" fmla="*/ 942975 w 942975"/>
                  <a:gd name="connsiteY1" fmla="*/ 0 h 171450"/>
                  <a:gd name="connsiteX2" fmla="*/ 942975 w 942975"/>
                  <a:gd name="connsiteY2" fmla="*/ 171450 h 171450"/>
                  <a:gd name="connsiteX3" fmla="*/ 0 w 942975"/>
                  <a:gd name="connsiteY3" fmla="*/ 171450 h 171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42975" h="171450">
                    <a:moveTo>
                      <a:pt x="0" y="0"/>
                    </a:moveTo>
                    <a:lnTo>
                      <a:pt x="942975" y="0"/>
                    </a:lnTo>
                    <a:lnTo>
                      <a:pt x="942975" y="171450"/>
                    </a:lnTo>
                    <a:lnTo>
                      <a:pt x="0" y="171450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09" name="Freeform: Shape 28">
                <a:extLst>
                  <a:ext uri="{FF2B5EF4-FFF2-40B4-BE49-F238E27FC236}">
                    <a16:creationId xmlns:a16="http://schemas.microsoft.com/office/drawing/2014/main" id="{8A54A95F-34D6-0483-FE1F-9F34529D88EC}"/>
                  </a:ext>
                </a:extLst>
              </p:cNvPr>
              <p:cNvSpPr/>
              <p:nvPr/>
            </p:nvSpPr>
            <p:spPr>
              <a:xfrm>
                <a:off x="18515986" y="4149260"/>
                <a:ext cx="600075" cy="171450"/>
              </a:xfrm>
              <a:custGeom>
                <a:avLst/>
                <a:gdLst>
                  <a:gd name="connsiteX0" fmla="*/ 0 w 600075"/>
                  <a:gd name="connsiteY0" fmla="*/ 0 h 171450"/>
                  <a:gd name="connsiteX1" fmla="*/ 600075 w 600075"/>
                  <a:gd name="connsiteY1" fmla="*/ 0 h 171450"/>
                  <a:gd name="connsiteX2" fmla="*/ 600075 w 600075"/>
                  <a:gd name="connsiteY2" fmla="*/ 171450 h 171450"/>
                  <a:gd name="connsiteX3" fmla="*/ 0 w 600075"/>
                  <a:gd name="connsiteY3" fmla="*/ 171450 h 171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00075" h="171450">
                    <a:moveTo>
                      <a:pt x="0" y="0"/>
                    </a:moveTo>
                    <a:lnTo>
                      <a:pt x="600075" y="0"/>
                    </a:lnTo>
                    <a:lnTo>
                      <a:pt x="600075" y="171450"/>
                    </a:lnTo>
                    <a:lnTo>
                      <a:pt x="0" y="171450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10" name="Freeform: Shape 29">
                <a:extLst>
                  <a:ext uri="{FF2B5EF4-FFF2-40B4-BE49-F238E27FC236}">
                    <a16:creationId xmlns:a16="http://schemas.microsoft.com/office/drawing/2014/main" id="{00234C05-67CA-DFEF-F480-D4C88B95B82A}"/>
                  </a:ext>
                </a:extLst>
              </p:cNvPr>
              <p:cNvSpPr/>
              <p:nvPr/>
            </p:nvSpPr>
            <p:spPr>
              <a:xfrm>
                <a:off x="17315836" y="5006510"/>
                <a:ext cx="1800225" cy="171450"/>
              </a:xfrm>
              <a:custGeom>
                <a:avLst/>
                <a:gdLst>
                  <a:gd name="connsiteX0" fmla="*/ 0 w 1800225"/>
                  <a:gd name="connsiteY0" fmla="*/ 0 h 171450"/>
                  <a:gd name="connsiteX1" fmla="*/ 1800225 w 1800225"/>
                  <a:gd name="connsiteY1" fmla="*/ 0 h 171450"/>
                  <a:gd name="connsiteX2" fmla="*/ 1800225 w 1800225"/>
                  <a:gd name="connsiteY2" fmla="*/ 171450 h 171450"/>
                  <a:gd name="connsiteX3" fmla="*/ 0 w 1800225"/>
                  <a:gd name="connsiteY3" fmla="*/ 171450 h 171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00225" h="171450">
                    <a:moveTo>
                      <a:pt x="0" y="0"/>
                    </a:moveTo>
                    <a:lnTo>
                      <a:pt x="1800225" y="0"/>
                    </a:lnTo>
                    <a:lnTo>
                      <a:pt x="1800225" y="171450"/>
                    </a:lnTo>
                    <a:lnTo>
                      <a:pt x="0" y="171450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11" name="Freeform: Shape 30">
                <a:extLst>
                  <a:ext uri="{FF2B5EF4-FFF2-40B4-BE49-F238E27FC236}">
                    <a16:creationId xmlns:a16="http://schemas.microsoft.com/office/drawing/2014/main" id="{9B5D40AF-2D13-FDF0-8AD7-DEAC2939F2D8}"/>
                  </a:ext>
                </a:extLst>
              </p:cNvPr>
              <p:cNvSpPr/>
              <p:nvPr/>
            </p:nvSpPr>
            <p:spPr>
              <a:xfrm>
                <a:off x="17315836" y="5435135"/>
                <a:ext cx="514350" cy="171450"/>
              </a:xfrm>
              <a:custGeom>
                <a:avLst/>
                <a:gdLst>
                  <a:gd name="connsiteX0" fmla="*/ 0 w 514350"/>
                  <a:gd name="connsiteY0" fmla="*/ 0 h 171450"/>
                  <a:gd name="connsiteX1" fmla="*/ 514350 w 514350"/>
                  <a:gd name="connsiteY1" fmla="*/ 0 h 171450"/>
                  <a:gd name="connsiteX2" fmla="*/ 514350 w 514350"/>
                  <a:gd name="connsiteY2" fmla="*/ 171450 h 171450"/>
                  <a:gd name="connsiteX3" fmla="*/ 0 w 514350"/>
                  <a:gd name="connsiteY3" fmla="*/ 171450 h 171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14350" h="171450">
                    <a:moveTo>
                      <a:pt x="0" y="0"/>
                    </a:moveTo>
                    <a:lnTo>
                      <a:pt x="514350" y="0"/>
                    </a:lnTo>
                    <a:lnTo>
                      <a:pt x="514350" y="171450"/>
                    </a:lnTo>
                    <a:lnTo>
                      <a:pt x="0" y="171450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12" name="Freeform: Shape 31">
                <a:extLst>
                  <a:ext uri="{FF2B5EF4-FFF2-40B4-BE49-F238E27FC236}">
                    <a16:creationId xmlns:a16="http://schemas.microsoft.com/office/drawing/2014/main" id="{F2690999-F9AE-1798-69B3-5CB94E33F067}"/>
                  </a:ext>
                </a:extLst>
              </p:cNvPr>
              <p:cNvSpPr/>
              <p:nvPr/>
            </p:nvSpPr>
            <p:spPr>
              <a:xfrm>
                <a:off x="18001636" y="5435135"/>
                <a:ext cx="1114425" cy="171450"/>
              </a:xfrm>
              <a:custGeom>
                <a:avLst/>
                <a:gdLst>
                  <a:gd name="connsiteX0" fmla="*/ 0 w 1114425"/>
                  <a:gd name="connsiteY0" fmla="*/ 0 h 171450"/>
                  <a:gd name="connsiteX1" fmla="*/ 1114425 w 1114425"/>
                  <a:gd name="connsiteY1" fmla="*/ 0 h 171450"/>
                  <a:gd name="connsiteX2" fmla="*/ 1114425 w 1114425"/>
                  <a:gd name="connsiteY2" fmla="*/ 171450 h 171450"/>
                  <a:gd name="connsiteX3" fmla="*/ 0 w 1114425"/>
                  <a:gd name="connsiteY3" fmla="*/ 171450 h 171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14425" h="171450">
                    <a:moveTo>
                      <a:pt x="0" y="0"/>
                    </a:moveTo>
                    <a:lnTo>
                      <a:pt x="1114425" y="0"/>
                    </a:lnTo>
                    <a:lnTo>
                      <a:pt x="1114425" y="171450"/>
                    </a:lnTo>
                    <a:lnTo>
                      <a:pt x="0" y="171450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13" name="Freeform: Shape 32">
                <a:extLst>
                  <a:ext uri="{FF2B5EF4-FFF2-40B4-BE49-F238E27FC236}">
                    <a16:creationId xmlns:a16="http://schemas.microsoft.com/office/drawing/2014/main" id="{408C017F-5F99-2924-F76F-85B80DE513A4}"/>
                  </a:ext>
                </a:extLst>
              </p:cNvPr>
              <p:cNvSpPr/>
              <p:nvPr/>
            </p:nvSpPr>
            <p:spPr>
              <a:xfrm>
                <a:off x="17315836" y="4577885"/>
                <a:ext cx="1800225" cy="171450"/>
              </a:xfrm>
              <a:custGeom>
                <a:avLst/>
                <a:gdLst>
                  <a:gd name="connsiteX0" fmla="*/ 0 w 1800225"/>
                  <a:gd name="connsiteY0" fmla="*/ 0 h 171450"/>
                  <a:gd name="connsiteX1" fmla="*/ 1800225 w 1800225"/>
                  <a:gd name="connsiteY1" fmla="*/ 0 h 171450"/>
                  <a:gd name="connsiteX2" fmla="*/ 1800225 w 1800225"/>
                  <a:gd name="connsiteY2" fmla="*/ 171450 h 171450"/>
                  <a:gd name="connsiteX3" fmla="*/ 0 w 1800225"/>
                  <a:gd name="connsiteY3" fmla="*/ 171450 h 171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00225" h="171450">
                    <a:moveTo>
                      <a:pt x="0" y="0"/>
                    </a:moveTo>
                    <a:lnTo>
                      <a:pt x="1800225" y="0"/>
                    </a:lnTo>
                    <a:lnTo>
                      <a:pt x="1800225" y="171450"/>
                    </a:lnTo>
                    <a:lnTo>
                      <a:pt x="0" y="171450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14" name="Freeform: Shape 33">
                <a:extLst>
                  <a:ext uri="{FF2B5EF4-FFF2-40B4-BE49-F238E27FC236}">
                    <a16:creationId xmlns:a16="http://schemas.microsoft.com/office/drawing/2014/main" id="{DED5E8CB-B9B0-BEDF-B023-B9E09E874C1F}"/>
                  </a:ext>
                </a:extLst>
              </p:cNvPr>
              <p:cNvSpPr/>
              <p:nvPr/>
            </p:nvSpPr>
            <p:spPr>
              <a:xfrm>
                <a:off x="17315836" y="3720635"/>
                <a:ext cx="685800" cy="171450"/>
              </a:xfrm>
              <a:custGeom>
                <a:avLst/>
                <a:gdLst>
                  <a:gd name="connsiteX0" fmla="*/ 0 w 685800"/>
                  <a:gd name="connsiteY0" fmla="*/ 0 h 171450"/>
                  <a:gd name="connsiteX1" fmla="*/ 685800 w 685800"/>
                  <a:gd name="connsiteY1" fmla="*/ 0 h 171450"/>
                  <a:gd name="connsiteX2" fmla="*/ 685800 w 685800"/>
                  <a:gd name="connsiteY2" fmla="*/ 171450 h 171450"/>
                  <a:gd name="connsiteX3" fmla="*/ 0 w 685800"/>
                  <a:gd name="connsiteY3" fmla="*/ 171450 h 171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85800" h="171450">
                    <a:moveTo>
                      <a:pt x="0" y="0"/>
                    </a:moveTo>
                    <a:lnTo>
                      <a:pt x="685800" y="0"/>
                    </a:lnTo>
                    <a:lnTo>
                      <a:pt x="685800" y="171450"/>
                    </a:lnTo>
                    <a:lnTo>
                      <a:pt x="0" y="171450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15" name="Freeform: Shape 34">
                <a:extLst>
                  <a:ext uri="{FF2B5EF4-FFF2-40B4-BE49-F238E27FC236}">
                    <a16:creationId xmlns:a16="http://schemas.microsoft.com/office/drawing/2014/main" id="{638C4A40-2143-4586-BED1-68DA03222ECD}"/>
                  </a:ext>
                </a:extLst>
              </p:cNvPr>
              <p:cNvSpPr/>
              <p:nvPr/>
            </p:nvSpPr>
            <p:spPr>
              <a:xfrm>
                <a:off x="17315836" y="4149260"/>
                <a:ext cx="1028700" cy="171450"/>
              </a:xfrm>
              <a:custGeom>
                <a:avLst/>
                <a:gdLst>
                  <a:gd name="connsiteX0" fmla="*/ 0 w 1028700"/>
                  <a:gd name="connsiteY0" fmla="*/ 0 h 171450"/>
                  <a:gd name="connsiteX1" fmla="*/ 1028700 w 1028700"/>
                  <a:gd name="connsiteY1" fmla="*/ 0 h 171450"/>
                  <a:gd name="connsiteX2" fmla="*/ 1028700 w 1028700"/>
                  <a:gd name="connsiteY2" fmla="*/ 171450 h 171450"/>
                  <a:gd name="connsiteX3" fmla="*/ 0 w 1028700"/>
                  <a:gd name="connsiteY3" fmla="*/ 171450 h 171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8700" h="171450">
                    <a:moveTo>
                      <a:pt x="0" y="0"/>
                    </a:moveTo>
                    <a:lnTo>
                      <a:pt x="1028700" y="0"/>
                    </a:lnTo>
                    <a:lnTo>
                      <a:pt x="1028700" y="171450"/>
                    </a:lnTo>
                    <a:lnTo>
                      <a:pt x="0" y="171450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16" name="Freeform: Shape 35">
                <a:extLst>
                  <a:ext uri="{FF2B5EF4-FFF2-40B4-BE49-F238E27FC236}">
                    <a16:creationId xmlns:a16="http://schemas.microsoft.com/office/drawing/2014/main" id="{ACBD667C-5801-060B-3BC1-E2F5C26DE2FC}"/>
                  </a:ext>
                </a:extLst>
              </p:cNvPr>
              <p:cNvSpPr/>
              <p:nvPr/>
            </p:nvSpPr>
            <p:spPr>
              <a:xfrm>
                <a:off x="17315836" y="2777660"/>
                <a:ext cx="1800225" cy="685800"/>
              </a:xfrm>
              <a:custGeom>
                <a:avLst/>
                <a:gdLst>
                  <a:gd name="connsiteX0" fmla="*/ 1714500 w 1800225"/>
                  <a:gd name="connsiteY0" fmla="*/ 0 h 685800"/>
                  <a:gd name="connsiteX1" fmla="*/ 85725 w 1800225"/>
                  <a:gd name="connsiteY1" fmla="*/ 0 h 685800"/>
                  <a:gd name="connsiteX2" fmla="*/ 0 w 1800225"/>
                  <a:gd name="connsiteY2" fmla="*/ 85725 h 685800"/>
                  <a:gd name="connsiteX3" fmla="*/ 0 w 1800225"/>
                  <a:gd name="connsiteY3" fmla="*/ 600075 h 685800"/>
                  <a:gd name="connsiteX4" fmla="*/ 85725 w 1800225"/>
                  <a:gd name="connsiteY4" fmla="*/ 685800 h 685800"/>
                  <a:gd name="connsiteX5" fmla="*/ 1714500 w 1800225"/>
                  <a:gd name="connsiteY5" fmla="*/ 685800 h 685800"/>
                  <a:gd name="connsiteX6" fmla="*/ 1800225 w 1800225"/>
                  <a:gd name="connsiteY6" fmla="*/ 600075 h 685800"/>
                  <a:gd name="connsiteX7" fmla="*/ 1800225 w 1800225"/>
                  <a:gd name="connsiteY7" fmla="*/ 85725 h 685800"/>
                  <a:gd name="connsiteX8" fmla="*/ 1714500 w 1800225"/>
                  <a:gd name="connsiteY8" fmla="*/ 0 h 685800"/>
                  <a:gd name="connsiteX9" fmla="*/ 1628775 w 1800225"/>
                  <a:gd name="connsiteY9" fmla="*/ 514350 h 685800"/>
                  <a:gd name="connsiteX10" fmla="*/ 171450 w 1800225"/>
                  <a:gd name="connsiteY10" fmla="*/ 514350 h 685800"/>
                  <a:gd name="connsiteX11" fmla="*/ 171450 w 1800225"/>
                  <a:gd name="connsiteY11" fmla="*/ 171450 h 685800"/>
                  <a:gd name="connsiteX12" fmla="*/ 1628775 w 1800225"/>
                  <a:gd name="connsiteY12" fmla="*/ 171450 h 685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800225" h="685800">
                    <a:moveTo>
                      <a:pt x="1714500" y="0"/>
                    </a:moveTo>
                    <a:lnTo>
                      <a:pt x="85725" y="0"/>
                    </a:lnTo>
                    <a:cubicBezTo>
                      <a:pt x="38309" y="0"/>
                      <a:pt x="0" y="38423"/>
                      <a:pt x="0" y="85725"/>
                    </a:cubicBezTo>
                    <a:lnTo>
                      <a:pt x="0" y="600075"/>
                    </a:lnTo>
                    <a:cubicBezTo>
                      <a:pt x="0" y="647377"/>
                      <a:pt x="38309" y="685800"/>
                      <a:pt x="85725" y="685800"/>
                    </a:cubicBezTo>
                    <a:lnTo>
                      <a:pt x="1714500" y="685800"/>
                    </a:lnTo>
                    <a:cubicBezTo>
                      <a:pt x="1761916" y="685800"/>
                      <a:pt x="1800225" y="647377"/>
                      <a:pt x="1800225" y="600075"/>
                    </a:cubicBezTo>
                    <a:lnTo>
                      <a:pt x="1800225" y="85725"/>
                    </a:lnTo>
                    <a:cubicBezTo>
                      <a:pt x="1800225" y="38423"/>
                      <a:pt x="1761916" y="0"/>
                      <a:pt x="1714500" y="0"/>
                    </a:cubicBezTo>
                    <a:close/>
                    <a:moveTo>
                      <a:pt x="1628775" y="514350"/>
                    </a:moveTo>
                    <a:lnTo>
                      <a:pt x="171450" y="514350"/>
                    </a:lnTo>
                    <a:lnTo>
                      <a:pt x="171450" y="171450"/>
                    </a:lnTo>
                    <a:lnTo>
                      <a:pt x="1628775" y="171450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17" name="Freeform: Shape 36">
                <a:extLst>
                  <a:ext uri="{FF2B5EF4-FFF2-40B4-BE49-F238E27FC236}">
                    <a16:creationId xmlns:a16="http://schemas.microsoft.com/office/drawing/2014/main" id="{1099646F-403A-1899-24E0-19F1FF462CF0}"/>
                  </a:ext>
                </a:extLst>
              </p:cNvPr>
              <p:cNvSpPr/>
              <p:nvPr/>
            </p:nvSpPr>
            <p:spPr>
              <a:xfrm>
                <a:off x="18173086" y="891710"/>
                <a:ext cx="171450" cy="514350"/>
              </a:xfrm>
              <a:custGeom>
                <a:avLst/>
                <a:gdLst>
                  <a:gd name="connsiteX0" fmla="*/ 0 w 171450"/>
                  <a:gd name="connsiteY0" fmla="*/ 0 h 514350"/>
                  <a:gd name="connsiteX1" fmla="*/ 171450 w 171450"/>
                  <a:gd name="connsiteY1" fmla="*/ 0 h 514350"/>
                  <a:gd name="connsiteX2" fmla="*/ 171450 w 171450"/>
                  <a:gd name="connsiteY2" fmla="*/ 514350 h 514350"/>
                  <a:gd name="connsiteX3" fmla="*/ 0 w 171450"/>
                  <a:gd name="connsiteY3" fmla="*/ 514350 h 5143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1450" h="514350">
                    <a:moveTo>
                      <a:pt x="0" y="0"/>
                    </a:moveTo>
                    <a:lnTo>
                      <a:pt x="171450" y="0"/>
                    </a:lnTo>
                    <a:lnTo>
                      <a:pt x="171450" y="514350"/>
                    </a:lnTo>
                    <a:lnTo>
                      <a:pt x="0" y="514350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18" name="Freeform: Shape 45">
                <a:extLst>
                  <a:ext uri="{FF2B5EF4-FFF2-40B4-BE49-F238E27FC236}">
                    <a16:creationId xmlns:a16="http://schemas.microsoft.com/office/drawing/2014/main" id="{9EB91CC7-B432-535B-CDCF-E17A1DE38049}"/>
                  </a:ext>
                </a:extLst>
              </p:cNvPr>
              <p:cNvSpPr/>
              <p:nvPr/>
            </p:nvSpPr>
            <p:spPr>
              <a:xfrm>
                <a:off x="19201786" y="1920410"/>
                <a:ext cx="514350" cy="171450"/>
              </a:xfrm>
              <a:custGeom>
                <a:avLst/>
                <a:gdLst>
                  <a:gd name="connsiteX0" fmla="*/ 0 w 514350"/>
                  <a:gd name="connsiteY0" fmla="*/ 0 h 171450"/>
                  <a:gd name="connsiteX1" fmla="*/ 514350 w 514350"/>
                  <a:gd name="connsiteY1" fmla="*/ 0 h 171450"/>
                  <a:gd name="connsiteX2" fmla="*/ 514350 w 514350"/>
                  <a:gd name="connsiteY2" fmla="*/ 171450 h 171450"/>
                  <a:gd name="connsiteX3" fmla="*/ 0 w 514350"/>
                  <a:gd name="connsiteY3" fmla="*/ 171450 h 171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14350" h="171450">
                    <a:moveTo>
                      <a:pt x="0" y="0"/>
                    </a:moveTo>
                    <a:lnTo>
                      <a:pt x="514350" y="0"/>
                    </a:lnTo>
                    <a:lnTo>
                      <a:pt x="514350" y="171450"/>
                    </a:lnTo>
                    <a:lnTo>
                      <a:pt x="0" y="171450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19" name="Freeform: Shape 46">
                <a:extLst>
                  <a:ext uri="{FF2B5EF4-FFF2-40B4-BE49-F238E27FC236}">
                    <a16:creationId xmlns:a16="http://schemas.microsoft.com/office/drawing/2014/main" id="{86221569-30C2-13A2-340B-B9D35A7B1660}"/>
                  </a:ext>
                </a:extLst>
              </p:cNvPr>
              <p:cNvSpPr/>
              <p:nvPr/>
            </p:nvSpPr>
            <p:spPr>
              <a:xfrm>
                <a:off x="16801486" y="1920410"/>
                <a:ext cx="514350" cy="171450"/>
              </a:xfrm>
              <a:custGeom>
                <a:avLst/>
                <a:gdLst>
                  <a:gd name="connsiteX0" fmla="*/ 0 w 514350"/>
                  <a:gd name="connsiteY0" fmla="*/ 0 h 171450"/>
                  <a:gd name="connsiteX1" fmla="*/ 514350 w 514350"/>
                  <a:gd name="connsiteY1" fmla="*/ 0 h 171450"/>
                  <a:gd name="connsiteX2" fmla="*/ 514350 w 514350"/>
                  <a:gd name="connsiteY2" fmla="*/ 171450 h 171450"/>
                  <a:gd name="connsiteX3" fmla="*/ 0 w 514350"/>
                  <a:gd name="connsiteY3" fmla="*/ 171450 h 171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14350" h="171450">
                    <a:moveTo>
                      <a:pt x="0" y="0"/>
                    </a:moveTo>
                    <a:lnTo>
                      <a:pt x="514350" y="0"/>
                    </a:lnTo>
                    <a:lnTo>
                      <a:pt x="514350" y="171450"/>
                    </a:lnTo>
                    <a:lnTo>
                      <a:pt x="0" y="171450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20" name="Freeform: Shape 47">
                <a:extLst>
                  <a:ext uri="{FF2B5EF4-FFF2-40B4-BE49-F238E27FC236}">
                    <a16:creationId xmlns:a16="http://schemas.microsoft.com/office/drawing/2014/main" id="{6ECFF19D-03BA-20C6-D895-3EBAACC7D1DC}"/>
                  </a:ext>
                </a:extLst>
              </p:cNvPr>
              <p:cNvSpPr/>
              <p:nvPr/>
            </p:nvSpPr>
            <p:spPr>
              <a:xfrm>
                <a:off x="17253330" y="1172035"/>
                <a:ext cx="484919" cy="484919"/>
              </a:xfrm>
              <a:custGeom>
                <a:avLst/>
                <a:gdLst>
                  <a:gd name="connsiteX0" fmla="*/ 0 w 484919"/>
                  <a:gd name="connsiteY0" fmla="*/ 121240 h 484919"/>
                  <a:gd name="connsiteX1" fmla="*/ 121240 w 484919"/>
                  <a:gd name="connsiteY1" fmla="*/ 0 h 484919"/>
                  <a:gd name="connsiteX2" fmla="*/ 484919 w 484919"/>
                  <a:gd name="connsiteY2" fmla="*/ 363680 h 484919"/>
                  <a:gd name="connsiteX3" fmla="*/ 363680 w 484919"/>
                  <a:gd name="connsiteY3" fmla="*/ 484919 h 484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84919" h="484919">
                    <a:moveTo>
                      <a:pt x="0" y="121240"/>
                    </a:moveTo>
                    <a:lnTo>
                      <a:pt x="121240" y="0"/>
                    </a:lnTo>
                    <a:lnTo>
                      <a:pt x="484919" y="363680"/>
                    </a:lnTo>
                    <a:lnTo>
                      <a:pt x="363680" y="484919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21" name="Freeform: Shape 48">
                <a:extLst>
                  <a:ext uri="{FF2B5EF4-FFF2-40B4-BE49-F238E27FC236}">
                    <a16:creationId xmlns:a16="http://schemas.microsoft.com/office/drawing/2014/main" id="{B87D53FA-00A9-028F-3C58-239127CE2BF3}"/>
                  </a:ext>
                </a:extLst>
              </p:cNvPr>
              <p:cNvSpPr/>
              <p:nvPr/>
            </p:nvSpPr>
            <p:spPr>
              <a:xfrm>
                <a:off x="18796478" y="1172192"/>
                <a:ext cx="484919" cy="484919"/>
              </a:xfrm>
              <a:custGeom>
                <a:avLst/>
                <a:gdLst>
                  <a:gd name="connsiteX0" fmla="*/ 0 w 484919"/>
                  <a:gd name="connsiteY0" fmla="*/ 363680 h 484919"/>
                  <a:gd name="connsiteX1" fmla="*/ 363680 w 484919"/>
                  <a:gd name="connsiteY1" fmla="*/ 0 h 484919"/>
                  <a:gd name="connsiteX2" fmla="*/ 484919 w 484919"/>
                  <a:gd name="connsiteY2" fmla="*/ 121240 h 484919"/>
                  <a:gd name="connsiteX3" fmla="*/ 121240 w 484919"/>
                  <a:gd name="connsiteY3" fmla="*/ 484919 h 484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84919" h="484919">
                    <a:moveTo>
                      <a:pt x="0" y="363680"/>
                    </a:moveTo>
                    <a:lnTo>
                      <a:pt x="363680" y="0"/>
                    </a:lnTo>
                    <a:lnTo>
                      <a:pt x="484919" y="121240"/>
                    </a:lnTo>
                    <a:lnTo>
                      <a:pt x="121240" y="484919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22" name="Freeform: Shape 49">
                <a:extLst>
                  <a:ext uri="{FF2B5EF4-FFF2-40B4-BE49-F238E27FC236}">
                    <a16:creationId xmlns:a16="http://schemas.microsoft.com/office/drawing/2014/main" id="{B0C413A5-AEDD-1D4D-2DF7-4FB202C26908}"/>
                  </a:ext>
                </a:extLst>
              </p:cNvPr>
              <p:cNvSpPr/>
              <p:nvPr/>
            </p:nvSpPr>
            <p:spPr>
              <a:xfrm>
                <a:off x="15086986" y="2606272"/>
                <a:ext cx="1628775" cy="1028637"/>
              </a:xfrm>
              <a:custGeom>
                <a:avLst/>
                <a:gdLst>
                  <a:gd name="connsiteX0" fmla="*/ 85725 w 1628775"/>
                  <a:gd name="connsiteY0" fmla="*/ 771463 h 1028637"/>
                  <a:gd name="connsiteX1" fmla="*/ 942975 w 1628775"/>
                  <a:gd name="connsiteY1" fmla="*/ 771463 h 1028637"/>
                  <a:gd name="connsiteX2" fmla="*/ 942975 w 1628775"/>
                  <a:gd name="connsiteY2" fmla="*/ 942913 h 1028637"/>
                  <a:gd name="connsiteX3" fmla="*/ 992344 w 1628775"/>
                  <a:gd name="connsiteY3" fmla="*/ 1020563 h 1028637"/>
                  <a:gd name="connsiteX4" fmla="*/ 1028700 w 1628775"/>
                  <a:gd name="connsiteY4" fmla="*/ 1028638 h 1028637"/>
                  <a:gd name="connsiteX5" fmla="*/ 1083656 w 1628775"/>
                  <a:gd name="connsiteY5" fmla="*/ 1008738 h 1028637"/>
                  <a:gd name="connsiteX6" fmla="*/ 1598006 w 1628775"/>
                  <a:gd name="connsiteY6" fmla="*/ 580113 h 1028637"/>
                  <a:gd name="connsiteX7" fmla="*/ 1628775 w 1628775"/>
                  <a:gd name="connsiteY7" fmla="*/ 514288 h 1028637"/>
                  <a:gd name="connsiteX8" fmla="*/ 1598006 w 1628775"/>
                  <a:gd name="connsiteY8" fmla="*/ 448463 h 1028637"/>
                  <a:gd name="connsiteX9" fmla="*/ 1083656 w 1628775"/>
                  <a:gd name="connsiteY9" fmla="*/ 19838 h 1028637"/>
                  <a:gd name="connsiteX10" fmla="*/ 992458 w 1628775"/>
                  <a:gd name="connsiteY10" fmla="*/ 8013 h 1028637"/>
                  <a:gd name="connsiteX11" fmla="*/ 942975 w 1628775"/>
                  <a:gd name="connsiteY11" fmla="*/ 85663 h 1028637"/>
                  <a:gd name="connsiteX12" fmla="*/ 942975 w 1628775"/>
                  <a:gd name="connsiteY12" fmla="*/ 257113 h 1028637"/>
                  <a:gd name="connsiteX13" fmla="*/ 85725 w 1628775"/>
                  <a:gd name="connsiteY13" fmla="*/ 257113 h 1028637"/>
                  <a:gd name="connsiteX14" fmla="*/ 0 w 1628775"/>
                  <a:gd name="connsiteY14" fmla="*/ 342838 h 1028637"/>
                  <a:gd name="connsiteX15" fmla="*/ 0 w 1628775"/>
                  <a:gd name="connsiteY15" fmla="*/ 685738 h 1028637"/>
                  <a:gd name="connsiteX16" fmla="*/ 85725 w 1628775"/>
                  <a:gd name="connsiteY16" fmla="*/ 771463 h 1028637"/>
                  <a:gd name="connsiteX17" fmla="*/ 171450 w 1628775"/>
                  <a:gd name="connsiteY17" fmla="*/ 428563 h 1028637"/>
                  <a:gd name="connsiteX18" fmla="*/ 1028700 w 1628775"/>
                  <a:gd name="connsiteY18" fmla="*/ 428563 h 1028637"/>
                  <a:gd name="connsiteX19" fmla="*/ 1114425 w 1628775"/>
                  <a:gd name="connsiteY19" fmla="*/ 342838 h 1028637"/>
                  <a:gd name="connsiteX20" fmla="*/ 1114425 w 1628775"/>
                  <a:gd name="connsiteY20" fmla="*/ 268670 h 1028637"/>
                  <a:gd name="connsiteX21" fmla="*/ 1409143 w 1628775"/>
                  <a:gd name="connsiteY21" fmla="*/ 514285 h 1028637"/>
                  <a:gd name="connsiteX22" fmla="*/ 1114425 w 1628775"/>
                  <a:gd name="connsiteY22" fmla="*/ 759899 h 1028637"/>
                  <a:gd name="connsiteX23" fmla="*/ 1114425 w 1628775"/>
                  <a:gd name="connsiteY23" fmla="*/ 685732 h 1028637"/>
                  <a:gd name="connsiteX24" fmla="*/ 1028700 w 1628775"/>
                  <a:gd name="connsiteY24" fmla="*/ 600007 h 1028637"/>
                  <a:gd name="connsiteX25" fmla="*/ 171450 w 1628775"/>
                  <a:gd name="connsiteY25" fmla="*/ 600007 h 10286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1628775" h="1028637">
                    <a:moveTo>
                      <a:pt x="85725" y="771463"/>
                    </a:moveTo>
                    <a:lnTo>
                      <a:pt x="942975" y="771463"/>
                    </a:lnTo>
                    <a:lnTo>
                      <a:pt x="942975" y="942913"/>
                    </a:lnTo>
                    <a:cubicBezTo>
                      <a:pt x="942975" y="976169"/>
                      <a:pt x="962264" y="1006441"/>
                      <a:pt x="992344" y="1020563"/>
                    </a:cubicBezTo>
                    <a:cubicBezTo>
                      <a:pt x="1003940" y="1025997"/>
                      <a:pt x="1016263" y="1028638"/>
                      <a:pt x="1028700" y="1028638"/>
                    </a:cubicBezTo>
                    <a:cubicBezTo>
                      <a:pt x="1048333" y="1028638"/>
                      <a:pt x="1067889" y="1021864"/>
                      <a:pt x="1083656" y="1008738"/>
                    </a:cubicBezTo>
                    <a:lnTo>
                      <a:pt x="1598006" y="580113"/>
                    </a:lnTo>
                    <a:cubicBezTo>
                      <a:pt x="1617448" y="563848"/>
                      <a:pt x="1628775" y="539738"/>
                      <a:pt x="1628775" y="514288"/>
                    </a:cubicBezTo>
                    <a:cubicBezTo>
                      <a:pt x="1628775" y="488838"/>
                      <a:pt x="1617448" y="464728"/>
                      <a:pt x="1598006" y="448463"/>
                    </a:cubicBezTo>
                    <a:lnTo>
                      <a:pt x="1083656" y="19838"/>
                    </a:lnTo>
                    <a:cubicBezTo>
                      <a:pt x="1058015" y="-1441"/>
                      <a:pt x="1022462" y="-5956"/>
                      <a:pt x="992458" y="8013"/>
                    </a:cubicBezTo>
                    <a:cubicBezTo>
                      <a:pt x="962264" y="22134"/>
                      <a:pt x="942975" y="52406"/>
                      <a:pt x="942975" y="85663"/>
                    </a:cubicBezTo>
                    <a:lnTo>
                      <a:pt x="942975" y="257113"/>
                    </a:lnTo>
                    <a:lnTo>
                      <a:pt x="85725" y="257113"/>
                    </a:lnTo>
                    <a:cubicBezTo>
                      <a:pt x="38309" y="257113"/>
                      <a:pt x="0" y="295536"/>
                      <a:pt x="0" y="342838"/>
                    </a:cubicBezTo>
                    <a:lnTo>
                      <a:pt x="0" y="685738"/>
                    </a:lnTo>
                    <a:cubicBezTo>
                      <a:pt x="0" y="733040"/>
                      <a:pt x="38309" y="771463"/>
                      <a:pt x="85725" y="771463"/>
                    </a:cubicBezTo>
                    <a:close/>
                    <a:moveTo>
                      <a:pt x="171450" y="428563"/>
                    </a:moveTo>
                    <a:lnTo>
                      <a:pt x="1028700" y="428563"/>
                    </a:lnTo>
                    <a:cubicBezTo>
                      <a:pt x="1076116" y="428563"/>
                      <a:pt x="1114425" y="390139"/>
                      <a:pt x="1114425" y="342838"/>
                    </a:cubicBezTo>
                    <a:lnTo>
                      <a:pt x="1114425" y="268670"/>
                    </a:lnTo>
                    <a:lnTo>
                      <a:pt x="1409143" y="514285"/>
                    </a:lnTo>
                    <a:lnTo>
                      <a:pt x="1114425" y="759899"/>
                    </a:lnTo>
                    <a:lnTo>
                      <a:pt x="1114425" y="685732"/>
                    </a:lnTo>
                    <a:cubicBezTo>
                      <a:pt x="1114425" y="638430"/>
                      <a:pt x="1076116" y="600007"/>
                      <a:pt x="1028700" y="600007"/>
                    </a:cubicBezTo>
                    <a:lnTo>
                      <a:pt x="171450" y="600007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B4EB01C8-FB3B-0265-7383-649D91ACBF36}"/>
              </a:ext>
            </a:extLst>
          </p:cNvPr>
          <p:cNvSpPr txBox="1"/>
          <p:nvPr/>
        </p:nvSpPr>
        <p:spPr>
          <a:xfrm>
            <a:off x="4324886" y="2594251"/>
            <a:ext cx="3542228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IN" sz="1600" b="1" i="0" u="none" strike="noStrike" baseline="0">
                <a:solidFill>
                  <a:schemeClr val="accent3">
                    <a:lumMod val="75000"/>
                  </a:schemeClr>
                </a:solidFill>
                <a:latin typeface="+mj-lt"/>
              </a:rPr>
              <a:t>TOPICS</a:t>
            </a:r>
            <a:endParaRPr lang="en-US" sz="1600" b="0" i="0" u="none" strike="noStrike" baseline="0">
              <a:solidFill>
                <a:schemeClr val="accent3">
                  <a:lumMod val="75000"/>
                </a:schemeClr>
              </a:solidFill>
              <a:latin typeface="+mj-lt"/>
            </a:endParaRPr>
          </a:p>
        </p:txBody>
      </p: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5CE612DA-3A09-9CC0-A6D5-216F050AF8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861448" y="2916545"/>
            <a:ext cx="469105" cy="0"/>
          </a:xfrm>
          <a:prstGeom prst="line">
            <a:avLst/>
          </a:prstGeom>
          <a:ln w="381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CCC50BE-F4CE-8BDC-7E4F-EFB31FED204B}"/>
              </a:ext>
            </a:extLst>
          </p:cNvPr>
          <p:cNvSpPr txBox="1"/>
          <p:nvPr/>
        </p:nvSpPr>
        <p:spPr>
          <a:xfrm>
            <a:off x="4314000" y="3019491"/>
            <a:ext cx="3564000" cy="223420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180000" indent="-18000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200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/>
              <a:t>Accessibility fundamentals: What, why, and how</a:t>
            </a:r>
          </a:p>
          <a:p>
            <a:r>
              <a:rPr lang="en-US"/>
              <a:t>Common problems faced by users because of accessibility barriers</a:t>
            </a:r>
          </a:p>
          <a:p>
            <a:r>
              <a:rPr lang="en-US"/>
              <a:t>WCAG 2.1 guidelines and section 508</a:t>
            </a:r>
          </a:p>
          <a:p>
            <a:r>
              <a:rPr lang="en-US"/>
              <a:t>POUR principles</a:t>
            </a:r>
          </a:p>
          <a:p>
            <a:r>
              <a:rPr lang="en-US"/>
              <a:t>Automated testing tools, like the </a:t>
            </a:r>
            <a:r>
              <a:rPr lang="en-US" err="1"/>
              <a:t>WebAIM</a:t>
            </a:r>
            <a:r>
              <a:rPr lang="en-US"/>
              <a:t> toolbar</a:t>
            </a:r>
          </a:p>
          <a:p>
            <a:r>
              <a:rPr lang="en-US"/>
              <a:t>ARIA basics and custom controls vs native HTML</a:t>
            </a:r>
          </a:p>
        </p:txBody>
      </p:sp>
      <p:cxnSp>
        <p:nvCxnSpPr>
          <p:cNvPr id="125" name="Straight Connector 124" descr="Line dividing Tasks and Deliverables information in this slide">
            <a:extLst>
              <a:ext uri="{FF2B5EF4-FFF2-40B4-BE49-F238E27FC236}">
                <a16:creationId xmlns:a16="http://schemas.microsoft.com/office/drawing/2014/main" id="{F645A9F2-681E-BC95-EDDC-41AE5E6B1801}"/>
              </a:ext>
            </a:extLst>
          </p:cNvPr>
          <p:cNvCxnSpPr>
            <a:cxnSpLocks/>
          </p:cNvCxnSpPr>
          <p:nvPr/>
        </p:nvCxnSpPr>
        <p:spPr>
          <a:xfrm flipV="1">
            <a:off x="8058588" y="3019491"/>
            <a:ext cx="0" cy="2419445"/>
          </a:xfrm>
          <a:prstGeom prst="line">
            <a:avLst/>
          </a:prstGeom>
          <a:ln>
            <a:gradFill>
              <a:gsLst>
                <a:gs pos="0">
                  <a:schemeClr val="bg1"/>
                </a:gs>
                <a:gs pos="87000">
                  <a:schemeClr val="bg1">
                    <a:lumMod val="7500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8DD811A1-5ECD-E374-A61B-0B47F5B3D9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9679414" y="1737073"/>
            <a:ext cx="732950" cy="732950"/>
            <a:chOff x="9679414" y="1737073"/>
            <a:chExt cx="732950" cy="732950"/>
          </a:xfrm>
        </p:grpSpPr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30DB959D-FA61-88A2-B6B8-6045DFF2C8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679414" y="1737073"/>
              <a:ext cx="732950" cy="732950"/>
            </a:xfrm>
            <a:prstGeom prst="ellipse">
              <a:avLst/>
            </a:prstGeom>
            <a:solidFill>
              <a:srgbClr val="83C93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B0575F76-B703-06B6-4831-FFD564AFD7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9841329" y="1898991"/>
              <a:ext cx="409120" cy="409114"/>
              <a:chOff x="11486527" y="7685671"/>
              <a:chExt cx="5486399" cy="5486308"/>
            </a:xfrm>
            <a:solidFill>
              <a:schemeClr val="bg1"/>
            </a:solidFill>
          </p:grpSpPr>
          <p:sp>
            <p:nvSpPr>
              <p:cNvPr id="129" name="Freeform: Shape 114">
                <a:extLst>
                  <a:ext uri="{FF2B5EF4-FFF2-40B4-BE49-F238E27FC236}">
                    <a16:creationId xmlns:a16="http://schemas.microsoft.com/office/drawing/2014/main" id="{346CBC32-3856-136F-83B0-8303A525E8A1}"/>
                  </a:ext>
                </a:extLst>
              </p:cNvPr>
              <p:cNvSpPr/>
              <p:nvPr/>
            </p:nvSpPr>
            <p:spPr>
              <a:xfrm>
                <a:off x="13700994" y="12758011"/>
                <a:ext cx="1057395" cy="413968"/>
              </a:xfrm>
              <a:custGeom>
                <a:avLst/>
                <a:gdLst>
                  <a:gd name="connsiteX0" fmla="*/ 885946 w 1057395"/>
                  <a:gd name="connsiteY0" fmla="*/ 28206 h 413968"/>
                  <a:gd name="connsiteX1" fmla="*/ 885946 w 1057395"/>
                  <a:gd name="connsiteY1" fmla="*/ 65749 h 413968"/>
                  <a:gd name="connsiteX2" fmla="*/ 725478 w 1057395"/>
                  <a:gd name="connsiteY2" fmla="*/ 242518 h 413968"/>
                  <a:gd name="connsiteX3" fmla="*/ 331682 w 1057395"/>
                  <a:gd name="connsiteY3" fmla="*/ 242518 h 413968"/>
                  <a:gd name="connsiteX4" fmla="*/ 171450 w 1057395"/>
                  <a:gd name="connsiteY4" fmla="*/ 65749 h 413968"/>
                  <a:gd name="connsiteX5" fmla="*/ 171450 w 1057395"/>
                  <a:gd name="connsiteY5" fmla="*/ 28206 h 413968"/>
                  <a:gd name="connsiteX6" fmla="*/ 136739 w 1057395"/>
                  <a:gd name="connsiteY6" fmla="*/ 28206 h 413968"/>
                  <a:gd name="connsiteX7" fmla="*/ 0 w 1057395"/>
                  <a:gd name="connsiteY7" fmla="*/ 0 h 413968"/>
                  <a:gd name="connsiteX8" fmla="*/ 0 w 1057395"/>
                  <a:gd name="connsiteY8" fmla="*/ 65749 h 413968"/>
                  <a:gd name="connsiteX9" fmla="*/ 331682 w 1057395"/>
                  <a:gd name="connsiteY9" fmla="*/ 413968 h 413968"/>
                  <a:gd name="connsiteX10" fmla="*/ 725478 w 1057395"/>
                  <a:gd name="connsiteY10" fmla="*/ 413968 h 413968"/>
                  <a:gd name="connsiteX11" fmla="*/ 1057396 w 1057395"/>
                  <a:gd name="connsiteY11" fmla="*/ 65749 h 413968"/>
                  <a:gd name="connsiteX12" fmla="*/ 1057396 w 1057395"/>
                  <a:gd name="connsiteY12" fmla="*/ 5437 h 413968"/>
                  <a:gd name="connsiteX13" fmla="*/ 934206 w 1057395"/>
                  <a:gd name="connsiteY13" fmla="*/ 28206 h 4139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057395" h="413968">
                    <a:moveTo>
                      <a:pt x="885946" y="28206"/>
                    </a:moveTo>
                    <a:lnTo>
                      <a:pt x="885946" y="65749"/>
                    </a:lnTo>
                    <a:cubicBezTo>
                      <a:pt x="885946" y="118908"/>
                      <a:pt x="870290" y="242518"/>
                      <a:pt x="725478" y="242518"/>
                    </a:cubicBezTo>
                    <a:lnTo>
                      <a:pt x="331682" y="242518"/>
                    </a:lnTo>
                    <a:cubicBezTo>
                      <a:pt x="187057" y="242518"/>
                      <a:pt x="171450" y="118908"/>
                      <a:pt x="171450" y="65749"/>
                    </a:cubicBezTo>
                    <a:lnTo>
                      <a:pt x="171450" y="28206"/>
                    </a:lnTo>
                    <a:lnTo>
                      <a:pt x="136739" y="28206"/>
                    </a:lnTo>
                    <a:cubicBezTo>
                      <a:pt x="89703" y="28167"/>
                      <a:pt x="43205" y="18565"/>
                      <a:pt x="0" y="0"/>
                    </a:cubicBezTo>
                    <a:lnTo>
                      <a:pt x="0" y="65749"/>
                    </a:lnTo>
                    <a:cubicBezTo>
                      <a:pt x="0" y="274055"/>
                      <a:pt x="133290" y="413968"/>
                      <a:pt x="331682" y="413968"/>
                    </a:cubicBezTo>
                    <a:lnTo>
                      <a:pt x="725478" y="413968"/>
                    </a:lnTo>
                    <a:cubicBezTo>
                      <a:pt x="924027" y="413968"/>
                      <a:pt x="1057396" y="274055"/>
                      <a:pt x="1057396" y="65749"/>
                    </a:cubicBezTo>
                    <a:lnTo>
                      <a:pt x="1057396" y="5437"/>
                    </a:lnTo>
                    <a:cubicBezTo>
                      <a:pt x="1018050" y="20476"/>
                      <a:pt x="976305" y="28206"/>
                      <a:pt x="934206" y="28206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30" name="Freeform: Shape 115">
                <a:extLst>
                  <a:ext uri="{FF2B5EF4-FFF2-40B4-BE49-F238E27FC236}">
                    <a16:creationId xmlns:a16="http://schemas.microsoft.com/office/drawing/2014/main" id="{2CCC3E1C-4FEC-39B5-DC9F-EC9969C9FF78}"/>
                  </a:ext>
                </a:extLst>
              </p:cNvPr>
              <p:cNvSpPr/>
              <p:nvPr/>
            </p:nvSpPr>
            <p:spPr>
              <a:xfrm>
                <a:off x="11486527" y="7685671"/>
                <a:ext cx="5486399" cy="4905865"/>
              </a:xfrm>
              <a:custGeom>
                <a:avLst/>
                <a:gdLst>
                  <a:gd name="connsiteX0" fmla="*/ 5137925 w 5486399"/>
                  <a:gd name="connsiteY0" fmla="*/ 2214504 h 4905865"/>
                  <a:gd name="connsiteX1" fmla="*/ 4829922 w 5486399"/>
                  <a:gd name="connsiteY1" fmla="*/ 2214504 h 4905865"/>
                  <a:gd name="connsiteX2" fmla="*/ 4592224 w 5486399"/>
                  <a:gd name="connsiteY2" fmla="*/ 1641675 h 4905865"/>
                  <a:gd name="connsiteX3" fmla="*/ 4810514 w 5486399"/>
                  <a:gd name="connsiteY3" fmla="*/ 1423492 h 4905865"/>
                  <a:gd name="connsiteX4" fmla="*/ 4905576 w 5486399"/>
                  <a:gd name="connsiteY4" fmla="*/ 1165397 h 4905865"/>
                  <a:gd name="connsiteX5" fmla="*/ 4787363 w 5486399"/>
                  <a:gd name="connsiteY5" fmla="*/ 907879 h 4905865"/>
                  <a:gd name="connsiteX6" fmla="*/ 4578567 w 5486399"/>
                  <a:gd name="connsiteY6" fmla="*/ 698768 h 4905865"/>
                  <a:gd name="connsiteX7" fmla="*/ 4062992 w 5486399"/>
                  <a:gd name="connsiteY7" fmla="*/ 675730 h 4905865"/>
                  <a:gd name="connsiteX8" fmla="*/ 3844662 w 5486399"/>
                  <a:gd name="connsiteY8" fmla="*/ 894137 h 4905865"/>
                  <a:gd name="connsiteX9" fmla="*/ 3844702 w 5486399"/>
                  <a:gd name="connsiteY9" fmla="*/ 894175 h 4905865"/>
                  <a:gd name="connsiteX10" fmla="*/ 3271873 w 5486399"/>
                  <a:gd name="connsiteY10" fmla="*/ 656634 h 4905865"/>
                  <a:gd name="connsiteX11" fmla="*/ 3271873 w 5486399"/>
                  <a:gd name="connsiteY11" fmla="*/ 348141 h 4905865"/>
                  <a:gd name="connsiteX12" fmla="*/ 2890470 w 5486399"/>
                  <a:gd name="connsiteY12" fmla="*/ 0 h 4905865"/>
                  <a:gd name="connsiteX13" fmla="*/ 2595596 w 5486399"/>
                  <a:gd name="connsiteY13" fmla="*/ 0 h 4905865"/>
                  <a:gd name="connsiteX14" fmla="*/ 2214428 w 5486399"/>
                  <a:gd name="connsiteY14" fmla="*/ 348141 h 4905865"/>
                  <a:gd name="connsiteX15" fmla="*/ 2214428 w 5486399"/>
                  <a:gd name="connsiteY15" fmla="*/ 656595 h 4905865"/>
                  <a:gd name="connsiteX16" fmla="*/ 2214467 w 5486399"/>
                  <a:gd name="connsiteY16" fmla="*/ 656633 h 4905865"/>
                  <a:gd name="connsiteX17" fmla="*/ 1641638 w 5486399"/>
                  <a:gd name="connsiteY17" fmla="*/ 894174 h 4905865"/>
                  <a:gd name="connsiteX18" fmla="*/ 1423455 w 5486399"/>
                  <a:gd name="connsiteY18" fmla="*/ 675845 h 4905865"/>
                  <a:gd name="connsiteX19" fmla="*/ 907616 w 5486399"/>
                  <a:gd name="connsiteY19" fmla="*/ 698999 h 4905865"/>
                  <a:gd name="connsiteX20" fmla="*/ 699162 w 5486399"/>
                  <a:gd name="connsiteY20" fmla="*/ 907795 h 4905865"/>
                  <a:gd name="connsiteX21" fmla="*/ 580676 w 5486399"/>
                  <a:gd name="connsiteY21" fmla="*/ 1165397 h 4905865"/>
                  <a:gd name="connsiteX22" fmla="*/ 675659 w 5486399"/>
                  <a:gd name="connsiteY22" fmla="*/ 1423492 h 4905865"/>
                  <a:gd name="connsiteX23" fmla="*/ 894106 w 5486399"/>
                  <a:gd name="connsiteY23" fmla="*/ 1641675 h 4905865"/>
                  <a:gd name="connsiteX24" fmla="*/ 894145 w 5486399"/>
                  <a:gd name="connsiteY24" fmla="*/ 1641675 h 4905865"/>
                  <a:gd name="connsiteX25" fmla="*/ 656486 w 5486399"/>
                  <a:gd name="connsiteY25" fmla="*/ 2214504 h 4905865"/>
                  <a:gd name="connsiteX26" fmla="*/ 348140 w 5486399"/>
                  <a:gd name="connsiteY26" fmla="*/ 2214504 h 4905865"/>
                  <a:gd name="connsiteX27" fmla="*/ 0 w 5486399"/>
                  <a:gd name="connsiteY27" fmla="*/ 2595672 h 4905865"/>
                  <a:gd name="connsiteX28" fmla="*/ 0 w 5486399"/>
                  <a:gd name="connsiteY28" fmla="*/ 2890762 h 4905865"/>
                  <a:gd name="connsiteX29" fmla="*/ 348140 w 5486399"/>
                  <a:gd name="connsiteY29" fmla="*/ 3271978 h 4905865"/>
                  <a:gd name="connsiteX30" fmla="*/ 656486 w 5486399"/>
                  <a:gd name="connsiteY30" fmla="*/ 3271978 h 4905865"/>
                  <a:gd name="connsiteX31" fmla="*/ 656486 w 5486399"/>
                  <a:gd name="connsiteY31" fmla="*/ 3271939 h 4905865"/>
                  <a:gd name="connsiteX32" fmla="*/ 894145 w 5486399"/>
                  <a:gd name="connsiteY32" fmla="*/ 3844651 h 4905865"/>
                  <a:gd name="connsiteX33" fmla="*/ 675512 w 5486399"/>
                  <a:gd name="connsiteY33" fmla="*/ 4062980 h 4905865"/>
                  <a:gd name="connsiteX34" fmla="*/ 580676 w 5486399"/>
                  <a:gd name="connsiteY34" fmla="*/ 4321115 h 4905865"/>
                  <a:gd name="connsiteX35" fmla="*/ 699084 w 5486399"/>
                  <a:gd name="connsiteY35" fmla="*/ 4578516 h 4905865"/>
                  <a:gd name="connsiteX36" fmla="*/ 907773 w 5486399"/>
                  <a:gd name="connsiteY36" fmla="*/ 4787352 h 4905865"/>
                  <a:gd name="connsiteX37" fmla="*/ 1423426 w 5486399"/>
                  <a:gd name="connsiteY37" fmla="*/ 4810620 h 4905865"/>
                  <a:gd name="connsiteX38" fmla="*/ 1641608 w 5486399"/>
                  <a:gd name="connsiteY38" fmla="*/ 4592173 h 4905865"/>
                  <a:gd name="connsiteX39" fmla="*/ 1641608 w 5486399"/>
                  <a:gd name="connsiteY39" fmla="*/ 4592134 h 4905865"/>
                  <a:gd name="connsiteX40" fmla="*/ 1999586 w 5486399"/>
                  <a:gd name="connsiteY40" fmla="*/ 4763241 h 4905865"/>
                  <a:gd name="connsiteX41" fmla="*/ 1984744 w 5486399"/>
                  <a:gd name="connsiteY41" fmla="*/ 4690066 h 4905865"/>
                  <a:gd name="connsiteX42" fmla="*/ 1984744 w 5486399"/>
                  <a:gd name="connsiteY42" fmla="*/ 4690027 h 4905865"/>
                  <a:gd name="connsiteX43" fmla="*/ 1936747 w 5486399"/>
                  <a:gd name="connsiteY43" fmla="*/ 4552289 h 4905865"/>
                  <a:gd name="connsiteX44" fmla="*/ 1675399 w 5486399"/>
                  <a:gd name="connsiteY44" fmla="*/ 4411337 h 4905865"/>
                  <a:gd name="connsiteX45" fmla="*/ 1568355 w 5486399"/>
                  <a:gd name="connsiteY45" fmla="*/ 4422859 h 4905865"/>
                  <a:gd name="connsiteX46" fmla="*/ 1302147 w 5486399"/>
                  <a:gd name="connsiteY46" fmla="*/ 4689409 h 4905865"/>
                  <a:gd name="connsiteX47" fmla="*/ 1028934 w 5486399"/>
                  <a:gd name="connsiteY47" fmla="*/ 4666024 h 4905865"/>
                  <a:gd name="connsiteX48" fmla="*/ 820206 w 5486399"/>
                  <a:gd name="connsiteY48" fmla="*/ 4457149 h 4905865"/>
                  <a:gd name="connsiteX49" fmla="*/ 751822 w 5486399"/>
                  <a:gd name="connsiteY49" fmla="*/ 4310956 h 4905865"/>
                  <a:gd name="connsiteX50" fmla="*/ 796830 w 5486399"/>
                  <a:gd name="connsiteY50" fmla="*/ 4184092 h 4905865"/>
                  <a:gd name="connsiteX51" fmla="*/ 1063342 w 5486399"/>
                  <a:gd name="connsiteY51" fmla="*/ 3917924 h 4905865"/>
                  <a:gd name="connsiteX52" fmla="*/ 1063381 w 5486399"/>
                  <a:gd name="connsiteY52" fmla="*/ 3917924 h 4905865"/>
                  <a:gd name="connsiteX53" fmla="*/ 1074932 w 5486399"/>
                  <a:gd name="connsiteY53" fmla="*/ 3810997 h 4905865"/>
                  <a:gd name="connsiteX54" fmla="*/ 808077 w 5486399"/>
                  <a:gd name="connsiteY54" fmla="*/ 3167903 h 4905865"/>
                  <a:gd name="connsiteX55" fmla="*/ 724341 w 5486399"/>
                  <a:gd name="connsiteY55" fmla="*/ 3100470 h 4905865"/>
                  <a:gd name="connsiteX56" fmla="*/ 348150 w 5486399"/>
                  <a:gd name="connsiteY56" fmla="*/ 3100470 h 4905865"/>
                  <a:gd name="connsiteX57" fmla="*/ 171463 w 5486399"/>
                  <a:gd name="connsiteY57" fmla="*/ 2890713 h 4905865"/>
                  <a:gd name="connsiteX58" fmla="*/ 171463 w 5486399"/>
                  <a:gd name="connsiteY58" fmla="*/ 2595652 h 4905865"/>
                  <a:gd name="connsiteX59" fmla="*/ 348150 w 5486399"/>
                  <a:gd name="connsiteY59" fmla="*/ 2385974 h 4905865"/>
                  <a:gd name="connsiteX60" fmla="*/ 724341 w 5486399"/>
                  <a:gd name="connsiteY60" fmla="*/ 2385974 h 4905865"/>
                  <a:gd name="connsiteX61" fmla="*/ 724341 w 5486399"/>
                  <a:gd name="connsiteY61" fmla="*/ 2385934 h 4905865"/>
                  <a:gd name="connsiteX62" fmla="*/ 808116 w 5486399"/>
                  <a:gd name="connsiteY62" fmla="*/ 2318511 h 4905865"/>
                  <a:gd name="connsiteX63" fmla="*/ 1074932 w 5486399"/>
                  <a:gd name="connsiteY63" fmla="*/ 1675348 h 4905865"/>
                  <a:gd name="connsiteX64" fmla="*/ 1063381 w 5486399"/>
                  <a:gd name="connsiteY64" fmla="*/ 1568382 h 4905865"/>
                  <a:gd name="connsiteX65" fmla="*/ 796908 w 5486399"/>
                  <a:gd name="connsiteY65" fmla="*/ 1302214 h 4905865"/>
                  <a:gd name="connsiteX66" fmla="*/ 796908 w 5486399"/>
                  <a:gd name="connsiteY66" fmla="*/ 1302243 h 4905865"/>
                  <a:gd name="connsiteX67" fmla="*/ 751822 w 5486399"/>
                  <a:gd name="connsiteY67" fmla="*/ 1175527 h 4905865"/>
                  <a:gd name="connsiteX68" fmla="*/ 820402 w 5486399"/>
                  <a:gd name="connsiteY68" fmla="*/ 1029030 h 4905865"/>
                  <a:gd name="connsiteX69" fmla="*/ 1028787 w 5486399"/>
                  <a:gd name="connsiteY69" fmla="*/ 820268 h 4905865"/>
                  <a:gd name="connsiteX70" fmla="*/ 1302147 w 5486399"/>
                  <a:gd name="connsiteY70" fmla="*/ 796923 h 4905865"/>
                  <a:gd name="connsiteX71" fmla="*/ 1568394 w 5486399"/>
                  <a:gd name="connsiteY71" fmla="*/ 1063359 h 4905865"/>
                  <a:gd name="connsiteX72" fmla="*/ 1675281 w 5486399"/>
                  <a:gd name="connsiteY72" fmla="*/ 1074949 h 4905865"/>
                  <a:gd name="connsiteX73" fmla="*/ 2318444 w 5486399"/>
                  <a:gd name="connsiteY73" fmla="*/ 808245 h 4905865"/>
                  <a:gd name="connsiteX74" fmla="*/ 2385917 w 5486399"/>
                  <a:gd name="connsiteY74" fmla="*/ 724509 h 4905865"/>
                  <a:gd name="connsiteX75" fmla="*/ 2385917 w 5486399"/>
                  <a:gd name="connsiteY75" fmla="*/ 348123 h 4905865"/>
                  <a:gd name="connsiteX76" fmla="*/ 2595596 w 5486399"/>
                  <a:gd name="connsiteY76" fmla="*/ 171431 h 4905865"/>
                  <a:gd name="connsiteX77" fmla="*/ 2890470 w 5486399"/>
                  <a:gd name="connsiteY77" fmla="*/ 171431 h 4905865"/>
                  <a:gd name="connsiteX78" fmla="*/ 3100383 w 5486399"/>
                  <a:gd name="connsiteY78" fmla="*/ 348123 h 4905865"/>
                  <a:gd name="connsiteX79" fmla="*/ 3100383 w 5486399"/>
                  <a:gd name="connsiteY79" fmla="*/ 724509 h 4905865"/>
                  <a:gd name="connsiteX80" fmla="*/ 3167846 w 5486399"/>
                  <a:gd name="connsiteY80" fmla="*/ 808245 h 4905865"/>
                  <a:gd name="connsiteX81" fmla="*/ 3811009 w 5486399"/>
                  <a:gd name="connsiteY81" fmla="*/ 1074949 h 4905865"/>
                  <a:gd name="connsiteX82" fmla="*/ 3917935 w 5486399"/>
                  <a:gd name="connsiteY82" fmla="*/ 1063399 h 4905865"/>
                  <a:gd name="connsiteX83" fmla="*/ 4184369 w 5486399"/>
                  <a:gd name="connsiteY83" fmla="*/ 796844 h 4905865"/>
                  <a:gd name="connsiteX84" fmla="*/ 4457425 w 5486399"/>
                  <a:gd name="connsiteY84" fmla="*/ 820112 h 4905865"/>
                  <a:gd name="connsiteX85" fmla="*/ 4666035 w 5486399"/>
                  <a:gd name="connsiteY85" fmla="*/ 1029030 h 4905865"/>
                  <a:gd name="connsiteX86" fmla="*/ 4734429 w 5486399"/>
                  <a:gd name="connsiteY86" fmla="*/ 1175527 h 4905865"/>
                  <a:gd name="connsiteX87" fmla="*/ 4689304 w 5486399"/>
                  <a:gd name="connsiteY87" fmla="*/ 1302204 h 4905865"/>
                  <a:gd name="connsiteX88" fmla="*/ 4422978 w 5486399"/>
                  <a:gd name="connsiteY88" fmla="*/ 1568412 h 4905865"/>
                  <a:gd name="connsiteX89" fmla="*/ 4411427 w 5486399"/>
                  <a:gd name="connsiteY89" fmla="*/ 1675299 h 4905865"/>
                  <a:gd name="connsiteX90" fmla="*/ 4678243 w 5486399"/>
                  <a:gd name="connsiteY90" fmla="*/ 2318501 h 4905865"/>
                  <a:gd name="connsiteX91" fmla="*/ 4762008 w 5486399"/>
                  <a:gd name="connsiteY91" fmla="*/ 2385925 h 4905865"/>
                  <a:gd name="connsiteX92" fmla="*/ 5137895 w 5486399"/>
                  <a:gd name="connsiteY92" fmla="*/ 2385925 h 4905865"/>
                  <a:gd name="connsiteX93" fmla="*/ 5314930 w 5486399"/>
                  <a:gd name="connsiteY93" fmla="*/ 2595603 h 4905865"/>
                  <a:gd name="connsiteX94" fmla="*/ 5314930 w 5486399"/>
                  <a:gd name="connsiteY94" fmla="*/ 2890703 h 4905865"/>
                  <a:gd name="connsiteX95" fmla="*/ 5137895 w 5486399"/>
                  <a:gd name="connsiteY95" fmla="*/ 3100460 h 4905865"/>
                  <a:gd name="connsiteX96" fmla="*/ 4762008 w 5486399"/>
                  <a:gd name="connsiteY96" fmla="*/ 3100460 h 4905865"/>
                  <a:gd name="connsiteX97" fmla="*/ 4678282 w 5486399"/>
                  <a:gd name="connsiteY97" fmla="*/ 3167893 h 4905865"/>
                  <a:gd name="connsiteX98" fmla="*/ 4411427 w 5486399"/>
                  <a:gd name="connsiteY98" fmla="*/ 3811027 h 4905865"/>
                  <a:gd name="connsiteX99" fmla="*/ 4422978 w 5486399"/>
                  <a:gd name="connsiteY99" fmla="*/ 3917914 h 4905865"/>
                  <a:gd name="connsiteX100" fmla="*/ 4689225 w 5486399"/>
                  <a:gd name="connsiteY100" fmla="*/ 4184004 h 4905865"/>
                  <a:gd name="connsiteX101" fmla="*/ 4666035 w 5486399"/>
                  <a:gd name="connsiteY101" fmla="*/ 4457257 h 4905865"/>
                  <a:gd name="connsiteX102" fmla="*/ 4457582 w 5486399"/>
                  <a:gd name="connsiteY102" fmla="*/ 4665867 h 4905865"/>
                  <a:gd name="connsiteX103" fmla="*/ 4184261 w 5486399"/>
                  <a:gd name="connsiteY103" fmla="*/ 4689439 h 4905865"/>
                  <a:gd name="connsiteX104" fmla="*/ 3917896 w 5486399"/>
                  <a:gd name="connsiteY104" fmla="*/ 4422849 h 4905865"/>
                  <a:gd name="connsiteX105" fmla="*/ 3917935 w 5486399"/>
                  <a:gd name="connsiteY105" fmla="*/ 4422849 h 4905865"/>
                  <a:gd name="connsiteX106" fmla="*/ 3810892 w 5486399"/>
                  <a:gd name="connsiteY106" fmla="*/ 4411337 h 4905865"/>
                  <a:gd name="connsiteX107" fmla="*/ 3569020 w 5486399"/>
                  <a:gd name="connsiteY107" fmla="*/ 4543716 h 4905865"/>
                  <a:gd name="connsiteX108" fmla="*/ 3498912 w 5486399"/>
                  <a:gd name="connsiteY108" fmla="*/ 4758754 h 4905865"/>
                  <a:gd name="connsiteX109" fmla="*/ 3844721 w 5486399"/>
                  <a:gd name="connsiteY109" fmla="*/ 4592124 h 4905865"/>
                  <a:gd name="connsiteX110" fmla="*/ 4062972 w 5486399"/>
                  <a:gd name="connsiteY110" fmla="*/ 4810571 h 4905865"/>
                  <a:gd name="connsiteX111" fmla="*/ 4578743 w 5486399"/>
                  <a:gd name="connsiteY111" fmla="*/ 4787224 h 4905865"/>
                  <a:gd name="connsiteX112" fmla="*/ 4787275 w 5486399"/>
                  <a:gd name="connsiteY112" fmla="*/ 4578535 h 4905865"/>
                  <a:gd name="connsiteX113" fmla="*/ 4810583 w 5486399"/>
                  <a:gd name="connsiteY113" fmla="*/ 4062804 h 4905865"/>
                  <a:gd name="connsiteX114" fmla="*/ 4592253 w 5486399"/>
                  <a:gd name="connsiteY114" fmla="*/ 3844621 h 4905865"/>
                  <a:gd name="connsiteX115" fmla="*/ 4592214 w 5486399"/>
                  <a:gd name="connsiteY115" fmla="*/ 3844621 h 4905865"/>
                  <a:gd name="connsiteX116" fmla="*/ 4829913 w 5486399"/>
                  <a:gd name="connsiteY116" fmla="*/ 3271910 h 4905865"/>
                  <a:gd name="connsiteX117" fmla="*/ 5137915 w 5486399"/>
                  <a:gd name="connsiteY117" fmla="*/ 3271910 h 4905865"/>
                  <a:gd name="connsiteX118" fmla="*/ 5486400 w 5486399"/>
                  <a:gd name="connsiteY118" fmla="*/ 2890703 h 4905865"/>
                  <a:gd name="connsiteX119" fmla="*/ 5486400 w 5486399"/>
                  <a:gd name="connsiteY119" fmla="*/ 2595642 h 4905865"/>
                  <a:gd name="connsiteX120" fmla="*/ 5137915 w 5486399"/>
                  <a:gd name="connsiteY120" fmla="*/ 2214475 h 49058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</a:cxnLst>
                <a:rect l="l" t="t" r="r" b="b"/>
                <a:pathLst>
                  <a:path w="5486399" h="4905865">
                    <a:moveTo>
                      <a:pt x="5137925" y="2214504"/>
                    </a:moveTo>
                    <a:lnTo>
                      <a:pt x="4829922" y="2214504"/>
                    </a:lnTo>
                    <a:cubicBezTo>
                      <a:pt x="4779026" y="2013016"/>
                      <a:pt x="4698924" y="1820012"/>
                      <a:pt x="4592224" y="1641675"/>
                    </a:cubicBezTo>
                    <a:lnTo>
                      <a:pt x="4810514" y="1423492"/>
                    </a:lnTo>
                    <a:cubicBezTo>
                      <a:pt x="4878095" y="1355295"/>
                      <a:pt x="4912776" y="1261154"/>
                      <a:pt x="4905576" y="1165397"/>
                    </a:cubicBezTo>
                    <a:cubicBezTo>
                      <a:pt x="4898992" y="1068003"/>
                      <a:pt x="4856933" y="976380"/>
                      <a:pt x="4787363" y="907879"/>
                    </a:cubicBezTo>
                    <a:lnTo>
                      <a:pt x="4578567" y="698768"/>
                    </a:lnTo>
                    <a:cubicBezTo>
                      <a:pt x="4429386" y="550391"/>
                      <a:pt x="4198046" y="540104"/>
                      <a:pt x="4062992" y="675730"/>
                    </a:cubicBezTo>
                    <a:lnTo>
                      <a:pt x="3844662" y="894137"/>
                    </a:lnTo>
                    <a:lnTo>
                      <a:pt x="3844702" y="894175"/>
                    </a:lnTo>
                    <a:cubicBezTo>
                      <a:pt x="3666325" y="787475"/>
                      <a:pt x="3473371" y="707452"/>
                      <a:pt x="3271873" y="656634"/>
                    </a:cubicBezTo>
                    <a:lnTo>
                      <a:pt x="3271873" y="348141"/>
                    </a:lnTo>
                    <a:cubicBezTo>
                      <a:pt x="3271873" y="156176"/>
                      <a:pt x="3100765" y="0"/>
                      <a:pt x="2890470" y="0"/>
                    </a:cubicBezTo>
                    <a:lnTo>
                      <a:pt x="2595596" y="0"/>
                    </a:lnTo>
                    <a:cubicBezTo>
                      <a:pt x="2385417" y="0"/>
                      <a:pt x="2214428" y="156176"/>
                      <a:pt x="2214428" y="348141"/>
                    </a:cubicBezTo>
                    <a:lnTo>
                      <a:pt x="2214428" y="656595"/>
                    </a:lnTo>
                    <a:lnTo>
                      <a:pt x="2214467" y="656633"/>
                    </a:lnTo>
                    <a:cubicBezTo>
                      <a:pt x="2012979" y="707456"/>
                      <a:pt x="1819975" y="787474"/>
                      <a:pt x="1641638" y="894174"/>
                    </a:cubicBezTo>
                    <a:lnTo>
                      <a:pt x="1423455" y="675845"/>
                    </a:lnTo>
                    <a:cubicBezTo>
                      <a:pt x="1288137" y="540174"/>
                      <a:pt x="1056827" y="550471"/>
                      <a:pt x="907616" y="698999"/>
                    </a:cubicBezTo>
                    <a:lnTo>
                      <a:pt x="699162" y="907795"/>
                    </a:lnTo>
                    <a:cubicBezTo>
                      <a:pt x="629397" y="976223"/>
                      <a:pt x="587220" y="1067925"/>
                      <a:pt x="580676" y="1165397"/>
                    </a:cubicBezTo>
                    <a:cubicBezTo>
                      <a:pt x="573514" y="1261105"/>
                      <a:pt x="608157" y="1355255"/>
                      <a:pt x="675659" y="1423492"/>
                    </a:cubicBezTo>
                    <a:lnTo>
                      <a:pt x="894106" y="1641675"/>
                    </a:lnTo>
                    <a:lnTo>
                      <a:pt x="894145" y="1641675"/>
                    </a:lnTo>
                    <a:cubicBezTo>
                      <a:pt x="787376" y="1820012"/>
                      <a:pt x="707314" y="2013006"/>
                      <a:pt x="656486" y="2214504"/>
                    </a:cubicBezTo>
                    <a:lnTo>
                      <a:pt x="348140" y="2214504"/>
                    </a:lnTo>
                    <a:cubicBezTo>
                      <a:pt x="156176" y="2214504"/>
                      <a:pt x="0" y="2385494"/>
                      <a:pt x="0" y="2595672"/>
                    </a:cubicBezTo>
                    <a:lnTo>
                      <a:pt x="0" y="2890762"/>
                    </a:lnTo>
                    <a:cubicBezTo>
                      <a:pt x="0" y="3100979"/>
                      <a:pt x="156176" y="3271978"/>
                      <a:pt x="348140" y="3271978"/>
                    </a:cubicBezTo>
                    <a:lnTo>
                      <a:pt x="656486" y="3271978"/>
                    </a:lnTo>
                    <a:lnTo>
                      <a:pt x="656486" y="3271939"/>
                    </a:lnTo>
                    <a:cubicBezTo>
                      <a:pt x="707382" y="3473388"/>
                      <a:pt x="787444" y="3666352"/>
                      <a:pt x="894145" y="3844651"/>
                    </a:cubicBezTo>
                    <a:lnTo>
                      <a:pt x="675512" y="4062980"/>
                    </a:lnTo>
                    <a:cubicBezTo>
                      <a:pt x="608118" y="4131286"/>
                      <a:pt x="573524" y="4225397"/>
                      <a:pt x="580676" y="4321115"/>
                    </a:cubicBezTo>
                    <a:cubicBezTo>
                      <a:pt x="587181" y="4418548"/>
                      <a:pt x="629358" y="4510171"/>
                      <a:pt x="699084" y="4578516"/>
                    </a:cubicBezTo>
                    <a:lnTo>
                      <a:pt x="907773" y="4787352"/>
                    </a:lnTo>
                    <a:cubicBezTo>
                      <a:pt x="1056572" y="4935729"/>
                      <a:pt x="1287912" y="4946251"/>
                      <a:pt x="1423426" y="4810620"/>
                    </a:cubicBezTo>
                    <a:lnTo>
                      <a:pt x="1641608" y="4592173"/>
                    </a:lnTo>
                    <a:lnTo>
                      <a:pt x="1641608" y="4592134"/>
                    </a:lnTo>
                    <a:cubicBezTo>
                      <a:pt x="1755343" y="4660214"/>
                      <a:pt x="1875172" y="4717508"/>
                      <a:pt x="1999586" y="4763241"/>
                    </a:cubicBezTo>
                    <a:cubicBezTo>
                      <a:pt x="1992816" y="4727765"/>
                      <a:pt x="1986115" y="4696111"/>
                      <a:pt x="1984744" y="4690066"/>
                    </a:cubicBezTo>
                    <a:lnTo>
                      <a:pt x="1984744" y="4690027"/>
                    </a:lnTo>
                    <a:cubicBezTo>
                      <a:pt x="1972879" y="4642805"/>
                      <a:pt x="1956802" y="4596689"/>
                      <a:pt x="1936747" y="4552289"/>
                    </a:cubicBezTo>
                    <a:cubicBezTo>
                      <a:pt x="1846202" y="4511993"/>
                      <a:pt x="1758831" y="4464839"/>
                      <a:pt x="1675399" y="4411337"/>
                    </a:cubicBezTo>
                    <a:cubicBezTo>
                      <a:pt x="1641461" y="4389489"/>
                      <a:pt x="1596875" y="4394271"/>
                      <a:pt x="1568355" y="4422859"/>
                    </a:cubicBezTo>
                    <a:lnTo>
                      <a:pt x="1302147" y="4689409"/>
                    </a:lnTo>
                    <a:cubicBezTo>
                      <a:pt x="1233342" y="4758137"/>
                      <a:pt x="1110760" y="4747614"/>
                      <a:pt x="1028934" y="4666024"/>
                    </a:cubicBezTo>
                    <a:lnTo>
                      <a:pt x="820206" y="4457149"/>
                    </a:lnTo>
                    <a:cubicBezTo>
                      <a:pt x="780253" y="4418460"/>
                      <a:pt x="755878" y="4366447"/>
                      <a:pt x="751822" y="4310956"/>
                    </a:cubicBezTo>
                    <a:cubicBezTo>
                      <a:pt x="747844" y="4264194"/>
                      <a:pt x="764255" y="4217922"/>
                      <a:pt x="796830" y="4184092"/>
                    </a:cubicBezTo>
                    <a:lnTo>
                      <a:pt x="1063342" y="3917924"/>
                    </a:lnTo>
                    <a:lnTo>
                      <a:pt x="1063381" y="3917924"/>
                    </a:lnTo>
                    <a:cubicBezTo>
                      <a:pt x="1091891" y="3889453"/>
                      <a:pt x="1096711" y="3844905"/>
                      <a:pt x="1074932" y="3810997"/>
                    </a:cubicBezTo>
                    <a:cubicBezTo>
                      <a:pt x="948411" y="3614212"/>
                      <a:pt x="858052" y="3396461"/>
                      <a:pt x="808077" y="3167903"/>
                    </a:cubicBezTo>
                    <a:cubicBezTo>
                      <a:pt x="799505" y="3128568"/>
                      <a:pt x="764646" y="3100470"/>
                      <a:pt x="724341" y="3100470"/>
                    </a:cubicBezTo>
                    <a:lnTo>
                      <a:pt x="348150" y="3100470"/>
                    </a:lnTo>
                    <a:cubicBezTo>
                      <a:pt x="250757" y="3100470"/>
                      <a:pt x="171463" y="3006407"/>
                      <a:pt x="171463" y="2890713"/>
                    </a:cubicBezTo>
                    <a:lnTo>
                      <a:pt x="171463" y="2595652"/>
                    </a:lnTo>
                    <a:cubicBezTo>
                      <a:pt x="171463" y="2480036"/>
                      <a:pt x="250759" y="2385974"/>
                      <a:pt x="348150" y="2385974"/>
                    </a:cubicBezTo>
                    <a:lnTo>
                      <a:pt x="724341" y="2385974"/>
                    </a:lnTo>
                    <a:lnTo>
                      <a:pt x="724341" y="2385934"/>
                    </a:lnTo>
                    <a:cubicBezTo>
                      <a:pt x="764646" y="2385934"/>
                      <a:pt x="799505" y="2357885"/>
                      <a:pt x="808116" y="2318511"/>
                    </a:cubicBezTo>
                    <a:cubicBezTo>
                      <a:pt x="857984" y="2089924"/>
                      <a:pt x="948333" y="1872133"/>
                      <a:pt x="1074932" y="1675348"/>
                    </a:cubicBezTo>
                    <a:cubicBezTo>
                      <a:pt x="1096711" y="1641440"/>
                      <a:pt x="1091930" y="1596892"/>
                      <a:pt x="1063381" y="1568382"/>
                    </a:cubicBezTo>
                    <a:lnTo>
                      <a:pt x="796908" y="1302214"/>
                    </a:lnTo>
                    <a:lnTo>
                      <a:pt x="796908" y="1302243"/>
                    </a:lnTo>
                    <a:cubicBezTo>
                      <a:pt x="764294" y="1268492"/>
                      <a:pt x="747844" y="1222298"/>
                      <a:pt x="751822" y="1175527"/>
                    </a:cubicBezTo>
                    <a:cubicBezTo>
                      <a:pt x="755956" y="1119928"/>
                      <a:pt x="780332" y="1067797"/>
                      <a:pt x="820402" y="1029030"/>
                    </a:cubicBezTo>
                    <a:lnTo>
                      <a:pt x="1028787" y="820268"/>
                    </a:lnTo>
                    <a:cubicBezTo>
                      <a:pt x="1110838" y="738522"/>
                      <a:pt x="1233420" y="727998"/>
                      <a:pt x="1302147" y="796923"/>
                    </a:cubicBezTo>
                    <a:lnTo>
                      <a:pt x="1568394" y="1063359"/>
                    </a:lnTo>
                    <a:cubicBezTo>
                      <a:pt x="1596865" y="1091869"/>
                      <a:pt x="1641373" y="1096689"/>
                      <a:pt x="1675281" y="1074949"/>
                    </a:cubicBezTo>
                    <a:cubicBezTo>
                      <a:pt x="1872067" y="948432"/>
                      <a:pt x="2089896" y="858112"/>
                      <a:pt x="2318444" y="808245"/>
                    </a:cubicBezTo>
                    <a:cubicBezTo>
                      <a:pt x="2357819" y="799672"/>
                      <a:pt x="2385917" y="764808"/>
                      <a:pt x="2385917" y="724509"/>
                    </a:cubicBezTo>
                    <a:lnTo>
                      <a:pt x="2385917" y="348123"/>
                    </a:lnTo>
                    <a:cubicBezTo>
                      <a:pt x="2385917" y="250725"/>
                      <a:pt x="2479979" y="171431"/>
                      <a:pt x="2595596" y="171431"/>
                    </a:cubicBezTo>
                    <a:lnTo>
                      <a:pt x="2890470" y="171431"/>
                    </a:lnTo>
                    <a:cubicBezTo>
                      <a:pt x="3006233" y="171431"/>
                      <a:pt x="3100383" y="250727"/>
                      <a:pt x="3100383" y="348123"/>
                    </a:cubicBezTo>
                    <a:lnTo>
                      <a:pt x="3100383" y="724509"/>
                    </a:lnTo>
                    <a:cubicBezTo>
                      <a:pt x="3100383" y="764808"/>
                      <a:pt x="3128472" y="799672"/>
                      <a:pt x="3167846" y="808245"/>
                    </a:cubicBezTo>
                    <a:cubicBezTo>
                      <a:pt x="3396394" y="858110"/>
                      <a:pt x="3614224" y="948432"/>
                      <a:pt x="3811009" y="1074949"/>
                    </a:cubicBezTo>
                    <a:cubicBezTo>
                      <a:pt x="3844917" y="1096689"/>
                      <a:pt x="3889426" y="1091908"/>
                      <a:pt x="3917935" y="1063399"/>
                    </a:cubicBezTo>
                    <a:lnTo>
                      <a:pt x="4184369" y="796844"/>
                    </a:lnTo>
                    <a:cubicBezTo>
                      <a:pt x="4252841" y="728034"/>
                      <a:pt x="4375491" y="738482"/>
                      <a:pt x="4457425" y="820112"/>
                    </a:cubicBezTo>
                    <a:lnTo>
                      <a:pt x="4666035" y="1029030"/>
                    </a:lnTo>
                    <a:cubicBezTo>
                      <a:pt x="4705988" y="1067866"/>
                      <a:pt x="4730334" y="1119997"/>
                      <a:pt x="4734429" y="1175527"/>
                    </a:cubicBezTo>
                    <a:cubicBezTo>
                      <a:pt x="4738446" y="1222289"/>
                      <a:pt x="4721948" y="1268482"/>
                      <a:pt x="4689304" y="1302204"/>
                    </a:cubicBezTo>
                    <a:lnTo>
                      <a:pt x="4422978" y="1568412"/>
                    </a:lnTo>
                    <a:cubicBezTo>
                      <a:pt x="4394508" y="1596882"/>
                      <a:pt x="4389688" y="1641391"/>
                      <a:pt x="4411427" y="1675299"/>
                    </a:cubicBezTo>
                    <a:cubicBezTo>
                      <a:pt x="4537948" y="1872123"/>
                      <a:pt x="4628346" y="2089953"/>
                      <a:pt x="4678243" y="2318501"/>
                    </a:cubicBezTo>
                    <a:cubicBezTo>
                      <a:pt x="4686854" y="2357875"/>
                      <a:pt x="4721713" y="2385925"/>
                      <a:pt x="4762008" y="2385925"/>
                    </a:cubicBezTo>
                    <a:lnTo>
                      <a:pt x="5137895" y="2385925"/>
                    </a:lnTo>
                    <a:cubicBezTo>
                      <a:pt x="5235524" y="2385925"/>
                      <a:pt x="5314930" y="2479997"/>
                      <a:pt x="5314930" y="2595603"/>
                    </a:cubicBezTo>
                    <a:lnTo>
                      <a:pt x="5314930" y="2890703"/>
                    </a:lnTo>
                    <a:cubicBezTo>
                      <a:pt x="5314930" y="3006358"/>
                      <a:pt x="5235524" y="3100460"/>
                      <a:pt x="5137895" y="3100460"/>
                    </a:cubicBezTo>
                    <a:lnTo>
                      <a:pt x="4762008" y="3100460"/>
                    </a:lnTo>
                    <a:cubicBezTo>
                      <a:pt x="4721713" y="3100460"/>
                      <a:pt x="4686854" y="3128558"/>
                      <a:pt x="4678282" y="3167893"/>
                    </a:cubicBezTo>
                    <a:cubicBezTo>
                      <a:pt x="4628258" y="3396441"/>
                      <a:pt x="4537869" y="3614202"/>
                      <a:pt x="4411427" y="3811027"/>
                    </a:cubicBezTo>
                    <a:cubicBezTo>
                      <a:pt x="4389688" y="3844935"/>
                      <a:pt x="4394508" y="3889443"/>
                      <a:pt x="4422978" y="3917914"/>
                    </a:cubicBezTo>
                    <a:lnTo>
                      <a:pt x="4689225" y="4184004"/>
                    </a:lnTo>
                    <a:cubicBezTo>
                      <a:pt x="4758148" y="4253084"/>
                      <a:pt x="4747783" y="4375627"/>
                      <a:pt x="4666035" y="4457257"/>
                    </a:cubicBezTo>
                    <a:lnTo>
                      <a:pt x="4457582" y="4665867"/>
                    </a:lnTo>
                    <a:cubicBezTo>
                      <a:pt x="4375531" y="4747654"/>
                      <a:pt x="4252949" y="4758176"/>
                      <a:pt x="4184261" y="4689439"/>
                    </a:cubicBezTo>
                    <a:lnTo>
                      <a:pt x="3917896" y="4422849"/>
                    </a:lnTo>
                    <a:lnTo>
                      <a:pt x="3917935" y="4422849"/>
                    </a:lnTo>
                    <a:cubicBezTo>
                      <a:pt x="3889426" y="4394300"/>
                      <a:pt x="3844839" y="4389519"/>
                      <a:pt x="3810892" y="4411337"/>
                    </a:cubicBezTo>
                    <a:cubicBezTo>
                      <a:pt x="3733475" y="4461087"/>
                      <a:pt x="3652648" y="4505282"/>
                      <a:pt x="3569020" y="4543716"/>
                    </a:cubicBezTo>
                    <a:cubicBezTo>
                      <a:pt x="3535915" y="4611836"/>
                      <a:pt x="3512344" y="4684207"/>
                      <a:pt x="3498912" y="4758754"/>
                    </a:cubicBezTo>
                    <a:cubicBezTo>
                      <a:pt x="3618966" y="4713746"/>
                      <a:pt x="3734689" y="4657990"/>
                      <a:pt x="3844721" y="4592124"/>
                    </a:cubicBezTo>
                    <a:lnTo>
                      <a:pt x="4062972" y="4810571"/>
                    </a:lnTo>
                    <a:cubicBezTo>
                      <a:pt x="4198330" y="4946124"/>
                      <a:pt x="4429679" y="4935749"/>
                      <a:pt x="4578743" y="4787224"/>
                    </a:cubicBezTo>
                    <a:lnTo>
                      <a:pt x="4787275" y="4578535"/>
                    </a:lnTo>
                    <a:cubicBezTo>
                      <a:pt x="4935878" y="4430197"/>
                      <a:pt x="4946322" y="4198857"/>
                      <a:pt x="4810583" y="4062804"/>
                    </a:cubicBezTo>
                    <a:lnTo>
                      <a:pt x="4592253" y="3844621"/>
                    </a:lnTo>
                    <a:lnTo>
                      <a:pt x="4592214" y="3844621"/>
                    </a:lnTo>
                    <a:cubicBezTo>
                      <a:pt x="4698876" y="3666284"/>
                      <a:pt x="4778938" y="3473359"/>
                      <a:pt x="4829913" y="3271910"/>
                    </a:cubicBezTo>
                    <a:lnTo>
                      <a:pt x="5137915" y="3271910"/>
                    </a:lnTo>
                    <a:cubicBezTo>
                      <a:pt x="5330066" y="3271910"/>
                      <a:pt x="5486400" y="3100920"/>
                      <a:pt x="5486400" y="2890703"/>
                    </a:cubicBezTo>
                    <a:lnTo>
                      <a:pt x="5486400" y="2595642"/>
                    </a:lnTo>
                    <a:cubicBezTo>
                      <a:pt x="5486400" y="2385464"/>
                      <a:pt x="5330066" y="2214475"/>
                      <a:pt x="5137915" y="2214475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31" name="Freeform: Shape 116">
                <a:extLst>
                  <a:ext uri="{FF2B5EF4-FFF2-40B4-BE49-F238E27FC236}">
                    <a16:creationId xmlns:a16="http://schemas.microsoft.com/office/drawing/2014/main" id="{CBBE90AD-B08B-8CD5-45A8-BAC470BD57C4}"/>
                  </a:ext>
                </a:extLst>
              </p:cNvPr>
              <p:cNvSpPr/>
              <p:nvPr/>
            </p:nvSpPr>
            <p:spPr>
              <a:xfrm>
                <a:off x="12643797" y="8842847"/>
                <a:ext cx="3171886" cy="3771909"/>
              </a:xfrm>
              <a:custGeom>
                <a:avLst/>
                <a:gdLst>
                  <a:gd name="connsiteX0" fmla="*/ 2642756 w 3171886"/>
                  <a:gd name="connsiteY0" fmla="*/ 2790148 h 3771909"/>
                  <a:gd name="connsiteX1" fmla="*/ 2807201 w 3171886"/>
                  <a:gd name="connsiteY1" fmla="*/ 2616856 h 3771909"/>
                  <a:gd name="connsiteX2" fmla="*/ 3168853 w 3171886"/>
                  <a:gd name="connsiteY2" fmla="*/ 1501549 h 3771909"/>
                  <a:gd name="connsiteX3" fmla="*/ 2673029 w 3171886"/>
                  <a:gd name="connsiteY3" fmla="*/ 439147 h 3771909"/>
                  <a:gd name="connsiteX4" fmla="*/ 1585939 w 3171886"/>
                  <a:gd name="connsiteY4" fmla="*/ 0 h 3771909"/>
                  <a:gd name="connsiteX5" fmla="*/ 446629 w 3171886"/>
                  <a:gd name="connsiteY5" fmla="*/ 491199 h 3771909"/>
                  <a:gd name="connsiteX6" fmla="*/ 741 w 3171886"/>
                  <a:gd name="connsiteY6" fmla="*/ 1648928 h 3771909"/>
                  <a:gd name="connsiteX7" fmla="*/ 516237 w 3171886"/>
                  <a:gd name="connsiteY7" fmla="*/ 2777461 h 3771909"/>
                  <a:gd name="connsiteX8" fmla="*/ 893888 w 3171886"/>
                  <a:gd name="connsiteY8" fmla="*/ 3238955 h 3771909"/>
                  <a:gd name="connsiteX9" fmla="*/ 994426 w 3171886"/>
                  <a:gd name="connsiteY9" fmla="*/ 3493877 h 3771909"/>
                  <a:gd name="connsiteX10" fmla="*/ 1019840 w 3171886"/>
                  <a:gd name="connsiteY10" fmla="*/ 3623993 h 3771909"/>
                  <a:gd name="connsiteX11" fmla="*/ 1019840 w 3171886"/>
                  <a:gd name="connsiteY11" fmla="*/ 3624032 h 3771909"/>
                  <a:gd name="connsiteX12" fmla="*/ 1079730 w 3171886"/>
                  <a:gd name="connsiteY12" fmla="*/ 3729929 h 3771909"/>
                  <a:gd name="connsiteX13" fmla="*/ 1193925 w 3171886"/>
                  <a:gd name="connsiteY13" fmla="*/ 3771910 h 3771909"/>
                  <a:gd name="connsiteX14" fmla="*/ 1991393 w 3171886"/>
                  <a:gd name="connsiteY14" fmla="*/ 3771910 h 3771909"/>
                  <a:gd name="connsiteX15" fmla="*/ 2109566 w 3171886"/>
                  <a:gd name="connsiteY15" fmla="*/ 3725677 h 3771909"/>
                  <a:gd name="connsiteX16" fmla="*/ 2166782 w 3171886"/>
                  <a:gd name="connsiteY16" fmla="*/ 3612364 h 3771909"/>
                  <a:gd name="connsiteX17" fmla="*/ 2505244 w 3171886"/>
                  <a:gd name="connsiteY17" fmla="*/ 2933911 h 3771909"/>
                  <a:gd name="connsiteX18" fmla="*/ 2642707 w 3171886"/>
                  <a:gd name="connsiteY18" fmla="*/ 2790128 h 3771909"/>
                  <a:gd name="connsiteX19" fmla="*/ 1996409 w 3171886"/>
                  <a:gd name="connsiteY19" fmla="*/ 3593357 h 3771909"/>
                  <a:gd name="connsiteX20" fmla="*/ 1991393 w 3171886"/>
                  <a:gd name="connsiteY20" fmla="*/ 3600480 h 3771909"/>
                  <a:gd name="connsiteX21" fmla="*/ 1193925 w 3171886"/>
                  <a:gd name="connsiteY21" fmla="*/ 3600480 h 3771909"/>
                  <a:gd name="connsiteX22" fmla="*/ 1193965 w 3171886"/>
                  <a:gd name="connsiteY22" fmla="*/ 3600480 h 3771909"/>
                  <a:gd name="connsiteX23" fmla="*/ 1188919 w 3171886"/>
                  <a:gd name="connsiteY23" fmla="*/ 3595385 h 3771909"/>
                  <a:gd name="connsiteX24" fmla="*/ 1161095 w 3171886"/>
                  <a:gd name="connsiteY24" fmla="*/ 3453552 h 3771909"/>
                  <a:gd name="connsiteX25" fmla="*/ 1044529 w 3171886"/>
                  <a:gd name="connsiteY25" fmla="*/ 3157031 h 3771909"/>
                  <a:gd name="connsiteX26" fmla="*/ 632441 w 3171886"/>
                  <a:gd name="connsiteY26" fmla="*/ 2651371 h 3771909"/>
                  <a:gd name="connsiteX27" fmla="*/ 172201 w 3171886"/>
                  <a:gd name="connsiteY27" fmla="*/ 1644323 h 3771909"/>
                  <a:gd name="connsiteX28" fmla="*/ 569563 w 3171886"/>
                  <a:gd name="connsiteY28" fmla="*/ 610822 h 3771909"/>
                  <a:gd name="connsiteX29" fmla="*/ 1586017 w 3171886"/>
                  <a:gd name="connsiteY29" fmla="*/ 171519 h 3771909"/>
                  <a:gd name="connsiteX30" fmla="*/ 2555817 w 3171886"/>
                  <a:gd name="connsiteY30" fmla="*/ 564286 h 3771909"/>
                  <a:gd name="connsiteX31" fmla="*/ 2997795 w 3171886"/>
                  <a:gd name="connsiteY31" fmla="*/ 1512659 h 3771909"/>
                  <a:gd name="connsiteX32" fmla="*/ 2674911 w 3171886"/>
                  <a:gd name="connsiteY32" fmla="*/ 2507951 h 3771909"/>
                  <a:gd name="connsiteX33" fmla="*/ 2520645 w 3171886"/>
                  <a:gd name="connsiteY33" fmla="*/ 2669986 h 3771909"/>
                  <a:gd name="connsiteX34" fmla="*/ 2373913 w 3171886"/>
                  <a:gd name="connsiteY34" fmla="*/ 2823909 h 3771909"/>
                  <a:gd name="connsiteX35" fmla="*/ 1996458 w 3171886"/>
                  <a:gd name="connsiteY35" fmla="*/ 3593445 h 3771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3171886" h="3771909">
                    <a:moveTo>
                      <a:pt x="2642756" y="2790148"/>
                    </a:moveTo>
                    <a:cubicBezTo>
                      <a:pt x="2711111" y="2720686"/>
                      <a:pt x="2775664" y="2655134"/>
                      <a:pt x="2807201" y="2616856"/>
                    </a:cubicBezTo>
                    <a:cubicBezTo>
                      <a:pt x="3064533" y="2304269"/>
                      <a:pt x="3193767" y="1905721"/>
                      <a:pt x="3168853" y="1501549"/>
                    </a:cubicBezTo>
                    <a:cubicBezTo>
                      <a:pt x="3143939" y="1097456"/>
                      <a:pt x="2966787" y="717778"/>
                      <a:pt x="2673029" y="439147"/>
                    </a:cubicBezTo>
                    <a:cubicBezTo>
                      <a:pt x="2379311" y="160507"/>
                      <a:pt x="1990825" y="3556"/>
                      <a:pt x="1585939" y="0"/>
                    </a:cubicBezTo>
                    <a:cubicBezTo>
                      <a:pt x="1155589" y="3870"/>
                      <a:pt x="744913" y="180944"/>
                      <a:pt x="446629" y="491199"/>
                    </a:cubicBezTo>
                    <a:cubicBezTo>
                      <a:pt x="148394" y="801455"/>
                      <a:pt x="-12348" y="1218794"/>
                      <a:pt x="741" y="1648928"/>
                    </a:cubicBezTo>
                    <a:cubicBezTo>
                      <a:pt x="13869" y="2079120"/>
                      <a:pt x="199672" y="2485898"/>
                      <a:pt x="516237" y="2777461"/>
                    </a:cubicBezTo>
                    <a:cubicBezTo>
                      <a:pt x="666565" y="2909526"/>
                      <a:pt x="794153" y="3065477"/>
                      <a:pt x="893888" y="3238955"/>
                    </a:cubicBezTo>
                    <a:cubicBezTo>
                      <a:pt x="938318" y="3319204"/>
                      <a:pt x="972148" y="3404899"/>
                      <a:pt x="994426" y="3493877"/>
                    </a:cubicBezTo>
                    <a:cubicBezTo>
                      <a:pt x="996337" y="3501989"/>
                      <a:pt x="1010572" y="3569423"/>
                      <a:pt x="1019840" y="3623993"/>
                    </a:cubicBezTo>
                    <a:lnTo>
                      <a:pt x="1019840" y="3624032"/>
                    </a:lnTo>
                    <a:cubicBezTo>
                      <a:pt x="1026649" y="3665288"/>
                      <a:pt x="1047850" y="3702830"/>
                      <a:pt x="1079730" y="3729929"/>
                    </a:cubicBezTo>
                    <a:cubicBezTo>
                      <a:pt x="1111649" y="3756989"/>
                      <a:pt x="1152101" y="3771871"/>
                      <a:pt x="1193925" y="3771910"/>
                    </a:cubicBezTo>
                    <a:lnTo>
                      <a:pt x="1991393" y="3771910"/>
                    </a:lnTo>
                    <a:cubicBezTo>
                      <a:pt x="2035138" y="3771567"/>
                      <a:pt x="2077236" y="3755108"/>
                      <a:pt x="2109566" y="3725677"/>
                    </a:cubicBezTo>
                    <a:cubicBezTo>
                      <a:pt x="2141946" y="3696217"/>
                      <a:pt x="2162304" y="3655873"/>
                      <a:pt x="2166782" y="3612364"/>
                    </a:cubicBezTo>
                    <a:cubicBezTo>
                      <a:pt x="2197516" y="3336701"/>
                      <a:pt x="2391998" y="3069004"/>
                      <a:pt x="2505244" y="2933911"/>
                    </a:cubicBezTo>
                    <a:cubicBezTo>
                      <a:pt x="2528473" y="2906205"/>
                      <a:pt x="2586570" y="2847197"/>
                      <a:pt x="2642707" y="2790128"/>
                    </a:cubicBezTo>
                    <a:close/>
                    <a:moveTo>
                      <a:pt x="1996409" y="3593357"/>
                    </a:moveTo>
                    <a:cubicBezTo>
                      <a:pt x="1995988" y="3597295"/>
                      <a:pt x="1993735" y="3600480"/>
                      <a:pt x="1991393" y="3600480"/>
                    </a:cubicBezTo>
                    <a:lnTo>
                      <a:pt x="1193925" y="3600480"/>
                    </a:lnTo>
                    <a:lnTo>
                      <a:pt x="1193965" y="3600480"/>
                    </a:lnTo>
                    <a:cubicBezTo>
                      <a:pt x="1191290" y="3600205"/>
                      <a:pt x="1189144" y="3598060"/>
                      <a:pt x="1188919" y="3595385"/>
                    </a:cubicBezTo>
                    <a:cubicBezTo>
                      <a:pt x="1179191" y="3537944"/>
                      <a:pt x="1164074" y="3465837"/>
                      <a:pt x="1161095" y="3453552"/>
                    </a:cubicBezTo>
                    <a:cubicBezTo>
                      <a:pt x="1135299" y="3350074"/>
                      <a:pt x="1096111" y="3250379"/>
                      <a:pt x="1044529" y="3157031"/>
                    </a:cubicBezTo>
                    <a:cubicBezTo>
                      <a:pt x="935879" y="2966986"/>
                      <a:pt x="796651" y="2796144"/>
                      <a:pt x="632441" y="2651371"/>
                    </a:cubicBezTo>
                    <a:cubicBezTo>
                      <a:pt x="349931" y="2391169"/>
                      <a:pt x="184026" y="2028224"/>
                      <a:pt x="172201" y="1644323"/>
                    </a:cubicBezTo>
                    <a:cubicBezTo>
                      <a:pt x="160376" y="1260393"/>
                      <a:pt x="303581" y="887915"/>
                      <a:pt x="569563" y="610822"/>
                    </a:cubicBezTo>
                    <a:cubicBezTo>
                      <a:pt x="835575" y="333750"/>
                      <a:pt x="1201900" y="175389"/>
                      <a:pt x="1586017" y="171519"/>
                    </a:cubicBezTo>
                    <a:cubicBezTo>
                      <a:pt x="1947326" y="175075"/>
                      <a:pt x="2293860" y="315448"/>
                      <a:pt x="2555817" y="564286"/>
                    </a:cubicBezTo>
                    <a:cubicBezTo>
                      <a:pt x="2817773" y="813153"/>
                      <a:pt x="2975712" y="1151997"/>
                      <a:pt x="2997795" y="1512659"/>
                    </a:cubicBezTo>
                    <a:cubicBezTo>
                      <a:pt x="3019917" y="1873312"/>
                      <a:pt x="2904526" y="2228919"/>
                      <a:pt x="2674911" y="2507951"/>
                    </a:cubicBezTo>
                    <a:cubicBezTo>
                      <a:pt x="2648233" y="2540370"/>
                      <a:pt x="2580417" y="2609214"/>
                      <a:pt x="2520645" y="2669986"/>
                    </a:cubicBezTo>
                    <a:cubicBezTo>
                      <a:pt x="2459413" y="2732178"/>
                      <a:pt x="2401590" y="2790922"/>
                      <a:pt x="2373913" y="2823909"/>
                    </a:cubicBezTo>
                    <a:cubicBezTo>
                      <a:pt x="2220490" y="3006920"/>
                      <a:pt x="2030435" y="3289009"/>
                      <a:pt x="1996458" y="3593445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32" name="Freeform: Shape 117">
                <a:extLst>
                  <a:ext uri="{FF2B5EF4-FFF2-40B4-BE49-F238E27FC236}">
                    <a16:creationId xmlns:a16="http://schemas.microsoft.com/office/drawing/2014/main" id="{CFD17EF1-5A05-3B09-050E-812BC505EC7D}"/>
                  </a:ext>
                </a:extLst>
              </p:cNvPr>
              <p:cNvSpPr/>
              <p:nvPr/>
            </p:nvSpPr>
            <p:spPr>
              <a:xfrm>
                <a:off x="13372486" y="10343104"/>
                <a:ext cx="171450" cy="171450"/>
              </a:xfrm>
              <a:custGeom>
                <a:avLst/>
                <a:gdLst>
                  <a:gd name="connsiteX0" fmla="*/ 171450 w 171450"/>
                  <a:gd name="connsiteY0" fmla="*/ 85725 h 171450"/>
                  <a:gd name="connsiteX1" fmla="*/ 85725 w 171450"/>
                  <a:gd name="connsiteY1" fmla="*/ 171450 h 171450"/>
                  <a:gd name="connsiteX2" fmla="*/ 0 w 171450"/>
                  <a:gd name="connsiteY2" fmla="*/ 85725 h 171450"/>
                  <a:gd name="connsiteX3" fmla="*/ 85725 w 171450"/>
                  <a:gd name="connsiteY3" fmla="*/ 0 h 171450"/>
                  <a:gd name="connsiteX4" fmla="*/ 171450 w 171450"/>
                  <a:gd name="connsiteY4" fmla="*/ 85725 h 171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50" h="171450">
                    <a:moveTo>
                      <a:pt x="171450" y="85725"/>
                    </a:moveTo>
                    <a:cubicBezTo>
                      <a:pt x="171450" y="133065"/>
                      <a:pt x="133065" y="171450"/>
                      <a:pt x="85725" y="171450"/>
                    </a:cubicBezTo>
                    <a:cubicBezTo>
                      <a:pt x="38385" y="171450"/>
                      <a:pt x="0" y="133065"/>
                      <a:pt x="0" y="85725"/>
                    </a:cubicBezTo>
                    <a:cubicBezTo>
                      <a:pt x="0" y="38385"/>
                      <a:pt x="38385" y="0"/>
                      <a:pt x="85725" y="0"/>
                    </a:cubicBezTo>
                    <a:cubicBezTo>
                      <a:pt x="133065" y="0"/>
                      <a:pt x="171450" y="38385"/>
                      <a:pt x="171450" y="85725"/>
                    </a:cubicBezTo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33" name="Freeform: Shape 118">
                <a:extLst>
                  <a:ext uri="{FF2B5EF4-FFF2-40B4-BE49-F238E27FC236}">
                    <a16:creationId xmlns:a16="http://schemas.microsoft.com/office/drawing/2014/main" id="{60BCE0C5-2230-1A2E-1873-26BE4E26DC3A}"/>
                  </a:ext>
                </a:extLst>
              </p:cNvPr>
              <p:cNvSpPr/>
              <p:nvPr/>
            </p:nvSpPr>
            <p:spPr>
              <a:xfrm>
                <a:off x="13972561" y="12100417"/>
                <a:ext cx="514350" cy="171450"/>
              </a:xfrm>
              <a:custGeom>
                <a:avLst/>
                <a:gdLst>
                  <a:gd name="connsiteX0" fmla="*/ 428625 w 514350"/>
                  <a:gd name="connsiteY0" fmla="*/ 0 h 171450"/>
                  <a:gd name="connsiteX1" fmla="*/ 85725 w 514350"/>
                  <a:gd name="connsiteY1" fmla="*/ 0 h 171450"/>
                  <a:gd name="connsiteX2" fmla="*/ 0 w 514350"/>
                  <a:gd name="connsiteY2" fmla="*/ 85725 h 171450"/>
                  <a:gd name="connsiteX3" fmla="*/ 85725 w 514350"/>
                  <a:gd name="connsiteY3" fmla="*/ 171450 h 171450"/>
                  <a:gd name="connsiteX4" fmla="*/ 428625 w 514350"/>
                  <a:gd name="connsiteY4" fmla="*/ 171450 h 171450"/>
                  <a:gd name="connsiteX5" fmla="*/ 514350 w 514350"/>
                  <a:gd name="connsiteY5" fmla="*/ 85725 h 171450"/>
                  <a:gd name="connsiteX6" fmla="*/ 428625 w 514350"/>
                  <a:gd name="connsiteY6" fmla="*/ 0 h 171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14350" h="171450">
                    <a:moveTo>
                      <a:pt x="428625" y="0"/>
                    </a:moveTo>
                    <a:lnTo>
                      <a:pt x="85725" y="0"/>
                    </a:lnTo>
                    <a:cubicBezTo>
                      <a:pt x="38385" y="0"/>
                      <a:pt x="0" y="38385"/>
                      <a:pt x="0" y="85725"/>
                    </a:cubicBezTo>
                    <a:cubicBezTo>
                      <a:pt x="0" y="133065"/>
                      <a:pt x="38385" y="171450"/>
                      <a:pt x="85725" y="171450"/>
                    </a:cubicBezTo>
                    <a:lnTo>
                      <a:pt x="428625" y="171450"/>
                    </a:lnTo>
                    <a:cubicBezTo>
                      <a:pt x="475965" y="171450"/>
                      <a:pt x="514350" y="133065"/>
                      <a:pt x="514350" y="85725"/>
                    </a:cubicBezTo>
                    <a:cubicBezTo>
                      <a:pt x="514350" y="38385"/>
                      <a:pt x="475965" y="0"/>
                      <a:pt x="428625" y="0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34" name="Freeform: Shape 119">
                <a:extLst>
                  <a:ext uri="{FF2B5EF4-FFF2-40B4-BE49-F238E27FC236}">
                    <a16:creationId xmlns:a16="http://schemas.microsoft.com/office/drawing/2014/main" id="{2F4B7D08-65C7-4E90-24A1-63C4B1E3A855}"/>
                  </a:ext>
                </a:extLst>
              </p:cNvPr>
              <p:cNvSpPr/>
              <p:nvPr/>
            </p:nvSpPr>
            <p:spPr>
              <a:xfrm>
                <a:off x="13458211" y="9485854"/>
                <a:ext cx="942974" cy="685799"/>
              </a:xfrm>
              <a:custGeom>
                <a:avLst/>
                <a:gdLst>
                  <a:gd name="connsiteX0" fmla="*/ 942975 w 942974"/>
                  <a:gd name="connsiteY0" fmla="*/ 85725 h 685799"/>
                  <a:gd name="connsiteX1" fmla="*/ 857250 w 942974"/>
                  <a:gd name="connsiteY1" fmla="*/ 0 h 685799"/>
                  <a:gd name="connsiteX2" fmla="*/ 7926 w 942974"/>
                  <a:gd name="connsiteY2" fmla="*/ 564100 h 685799"/>
                  <a:gd name="connsiteX3" fmla="*/ 49750 w 942974"/>
                  <a:gd name="connsiteY3" fmla="*/ 677874 h 685799"/>
                  <a:gd name="connsiteX4" fmla="*/ 163524 w 942974"/>
                  <a:gd name="connsiteY4" fmla="*/ 636040 h 685799"/>
                  <a:gd name="connsiteX5" fmla="*/ 857250 w 942974"/>
                  <a:gd name="connsiteY5" fmla="*/ 171440 h 685799"/>
                  <a:gd name="connsiteX6" fmla="*/ 942975 w 942974"/>
                  <a:gd name="connsiteY6" fmla="*/ 85715 h 6857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42974" h="685799">
                    <a:moveTo>
                      <a:pt x="942975" y="85725"/>
                    </a:moveTo>
                    <a:cubicBezTo>
                      <a:pt x="942975" y="38385"/>
                      <a:pt x="904590" y="0"/>
                      <a:pt x="857250" y="0"/>
                    </a:cubicBezTo>
                    <a:cubicBezTo>
                      <a:pt x="494178" y="0"/>
                      <a:pt x="168736" y="216145"/>
                      <a:pt x="7926" y="564100"/>
                    </a:cubicBezTo>
                    <a:cubicBezTo>
                      <a:pt x="-11933" y="607080"/>
                      <a:pt x="6819" y="658015"/>
                      <a:pt x="49750" y="677874"/>
                    </a:cubicBezTo>
                    <a:cubicBezTo>
                      <a:pt x="92730" y="697733"/>
                      <a:pt x="143665" y="678981"/>
                      <a:pt x="163524" y="636040"/>
                    </a:cubicBezTo>
                    <a:cubicBezTo>
                      <a:pt x="295981" y="349474"/>
                      <a:pt x="561807" y="171440"/>
                      <a:pt x="857250" y="171440"/>
                    </a:cubicBezTo>
                    <a:cubicBezTo>
                      <a:pt x="904590" y="171440"/>
                      <a:pt x="942975" y="133055"/>
                      <a:pt x="942975" y="85715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</p:grpSp>
      <p:sp>
        <p:nvSpPr>
          <p:cNvPr id="135" name="TextBox 134">
            <a:extLst>
              <a:ext uri="{FF2B5EF4-FFF2-40B4-BE49-F238E27FC236}">
                <a16:creationId xmlns:a16="http://schemas.microsoft.com/office/drawing/2014/main" id="{758A96B8-0440-7C01-451F-00469108360D}"/>
              </a:ext>
            </a:extLst>
          </p:cNvPr>
          <p:cNvSpPr txBox="1"/>
          <p:nvPr/>
        </p:nvSpPr>
        <p:spPr>
          <a:xfrm>
            <a:off x="8263889" y="2594251"/>
            <a:ext cx="356400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kumimoji="0" lang="en-IN" sz="1600" b="1" i="0" u="none" strike="noStrike" kern="1200" cap="none" spc="0" normalizeH="0" baseline="0" noProof="0">
                <a:ln>
                  <a:noFill/>
                </a:ln>
                <a:solidFill>
                  <a:srgbClr val="83C937"/>
                </a:solidFill>
                <a:effectLst/>
                <a:uLnTx/>
                <a:uFillTx/>
                <a:latin typeface="Open Sans"/>
                <a:ea typeface="+mn-ea"/>
                <a:cs typeface="+mn-cs"/>
              </a:rPr>
              <a:t>METHODOLOGY</a:t>
            </a:r>
            <a:endParaRPr lang="en-US" sz="1600" b="0" i="0" u="none" strike="noStrike" baseline="0">
              <a:solidFill>
                <a:srgbClr val="83C937"/>
              </a:solidFill>
              <a:latin typeface="+mj-lt"/>
            </a:endParaRPr>
          </a:p>
        </p:txBody>
      </p: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ED013309-1DD1-0C73-C913-1204AF9B3C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811337" y="2916545"/>
            <a:ext cx="469105" cy="0"/>
          </a:xfrm>
          <a:prstGeom prst="line">
            <a:avLst/>
          </a:prstGeom>
          <a:ln w="38100">
            <a:solidFill>
              <a:srgbClr val="83C93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783BACD1-8074-BFFD-5A04-64555DEFFC0E}"/>
              </a:ext>
            </a:extLst>
          </p:cNvPr>
          <p:cNvSpPr txBox="1"/>
          <p:nvPr/>
        </p:nvSpPr>
        <p:spPr>
          <a:xfrm>
            <a:off x="8263889" y="3019491"/>
            <a:ext cx="3564000" cy="9553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180000" indent="-18000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200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/>
              <a:t>Instructor lead in person sessions with experts</a:t>
            </a:r>
          </a:p>
          <a:p>
            <a:r>
              <a:rPr lang="en-US"/>
              <a:t>Workshop style hand on exercises for participants</a:t>
            </a:r>
          </a:p>
          <a:p>
            <a:r>
              <a:rPr lang="en-US"/>
              <a:t>Post workshop follow up on email groups</a:t>
            </a:r>
          </a:p>
        </p:txBody>
      </p:sp>
    </p:spTree>
    <p:extLst>
      <p:ext uri="{BB962C8B-B14F-4D97-AF65-F5344CB8AC3E}">
        <p14:creationId xmlns:p14="http://schemas.microsoft.com/office/powerpoint/2010/main" val="40523024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37A68DA-3F9F-41AD-B06C-111243E38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DB023-C1A5-4ABF-B6D8-70426759D17D}" type="slidenum">
              <a:rPr lang="en-IN" smtClean="0"/>
              <a:pPr/>
              <a:t>20</a:t>
            </a:fld>
            <a:endParaRPr lang="en-IN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5E80926-CA19-4B47-A0EB-42101A1F1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999" y="360000"/>
            <a:ext cx="11460525" cy="707886"/>
          </a:xfrm>
        </p:spPr>
        <p:txBody>
          <a:bodyPr/>
          <a:lstStyle/>
          <a:p>
            <a:r>
              <a:rPr lang="en-US" sz="1400">
                <a:solidFill>
                  <a:schemeClr val="tx1">
                    <a:lumMod val="50000"/>
                    <a:lumOff val="50000"/>
                  </a:schemeClr>
                </a:solidFill>
              </a:rPr>
              <a:t>Case Study</a:t>
            </a:r>
            <a:br>
              <a:rPr lang="en-US"/>
            </a:br>
            <a:r>
              <a:rPr lang="en-US"/>
              <a:t>Product development for Saksham</a:t>
            </a:r>
            <a:endParaRPr lang="en-IN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55C8C23-B928-332A-FF3B-5C7066E422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71475" y="1737073"/>
            <a:ext cx="763488" cy="763488"/>
            <a:chOff x="371475" y="1737073"/>
            <a:chExt cx="763488" cy="763488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EC31D38-9C0F-6B64-03D8-A0357B8C4F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71475" y="1737073"/>
              <a:ext cx="763488" cy="76348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08A435A4-7297-0DA9-E779-E7ABC6D86B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538563" y="1918979"/>
              <a:ext cx="429312" cy="399677"/>
              <a:chOff x="-8464515" y="1634432"/>
              <a:chExt cx="4787141" cy="4456689"/>
            </a:xfrm>
            <a:solidFill>
              <a:schemeClr val="bg1"/>
            </a:solidFill>
          </p:grpSpPr>
          <p:sp>
            <p:nvSpPr>
              <p:cNvPr id="39" name="Freeform: Shape 79">
                <a:extLst>
                  <a:ext uri="{FF2B5EF4-FFF2-40B4-BE49-F238E27FC236}">
                    <a16:creationId xmlns:a16="http://schemas.microsoft.com/office/drawing/2014/main" id="{97D2BC70-E0A1-195F-C751-669EB0148FEC}"/>
                  </a:ext>
                </a:extLst>
              </p:cNvPr>
              <p:cNvSpPr/>
              <p:nvPr/>
            </p:nvSpPr>
            <p:spPr>
              <a:xfrm>
                <a:off x="-6119824" y="4230354"/>
                <a:ext cx="99731" cy="1366600"/>
              </a:xfrm>
              <a:custGeom>
                <a:avLst/>
                <a:gdLst>
                  <a:gd name="connsiteX0" fmla="*/ 49866 w 99731"/>
                  <a:gd name="connsiteY0" fmla="*/ 1366600 h 1366600"/>
                  <a:gd name="connsiteX1" fmla="*/ 0 w 99731"/>
                  <a:gd name="connsiteY1" fmla="*/ 1316734 h 1366600"/>
                  <a:gd name="connsiteX2" fmla="*/ 0 w 99731"/>
                  <a:gd name="connsiteY2" fmla="*/ 49865 h 1366600"/>
                  <a:gd name="connsiteX3" fmla="*/ 49866 w 99731"/>
                  <a:gd name="connsiteY3" fmla="*/ 0 h 1366600"/>
                  <a:gd name="connsiteX4" fmla="*/ 99731 w 99731"/>
                  <a:gd name="connsiteY4" fmla="*/ 49865 h 1366600"/>
                  <a:gd name="connsiteX5" fmla="*/ 99731 w 99731"/>
                  <a:gd name="connsiteY5" fmla="*/ 1316734 h 1366600"/>
                  <a:gd name="connsiteX6" fmla="*/ 85150 w 99731"/>
                  <a:gd name="connsiteY6" fmla="*/ 1351981 h 1366600"/>
                  <a:gd name="connsiteX7" fmla="*/ 49865 w 99731"/>
                  <a:gd name="connsiteY7" fmla="*/ 1366600 h 1366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9731" h="1366600">
                    <a:moveTo>
                      <a:pt x="49866" y="1366600"/>
                    </a:moveTo>
                    <a:cubicBezTo>
                      <a:pt x="22311" y="1366600"/>
                      <a:pt x="0" y="1344250"/>
                      <a:pt x="0" y="1316734"/>
                    </a:cubicBezTo>
                    <a:lnTo>
                      <a:pt x="0" y="49865"/>
                    </a:lnTo>
                    <a:cubicBezTo>
                      <a:pt x="0" y="22349"/>
                      <a:pt x="22311" y="0"/>
                      <a:pt x="49866" y="0"/>
                    </a:cubicBezTo>
                    <a:cubicBezTo>
                      <a:pt x="77420" y="0"/>
                      <a:pt x="99731" y="22349"/>
                      <a:pt x="99731" y="49865"/>
                    </a:cubicBezTo>
                    <a:lnTo>
                      <a:pt x="99731" y="1316734"/>
                    </a:lnTo>
                    <a:cubicBezTo>
                      <a:pt x="99731" y="1329938"/>
                      <a:pt x="94488" y="1342642"/>
                      <a:pt x="85150" y="1351981"/>
                    </a:cubicBezTo>
                    <a:cubicBezTo>
                      <a:pt x="75774" y="1361357"/>
                      <a:pt x="63106" y="1366600"/>
                      <a:pt x="49865" y="1366600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0" name="Freeform: Shape 80">
                <a:extLst>
                  <a:ext uri="{FF2B5EF4-FFF2-40B4-BE49-F238E27FC236}">
                    <a16:creationId xmlns:a16="http://schemas.microsoft.com/office/drawing/2014/main" id="{FFA5E8F8-9572-55E5-24EA-D5D3B1D219F1}"/>
                  </a:ext>
                </a:extLst>
              </p:cNvPr>
              <p:cNvSpPr/>
              <p:nvPr/>
            </p:nvSpPr>
            <p:spPr>
              <a:xfrm>
                <a:off x="-6342938" y="5495782"/>
                <a:ext cx="547031" cy="547040"/>
              </a:xfrm>
              <a:custGeom>
                <a:avLst/>
                <a:gdLst>
                  <a:gd name="connsiteX0" fmla="*/ 272980 w 547031"/>
                  <a:gd name="connsiteY0" fmla="*/ 547040 h 547040"/>
                  <a:gd name="connsiteX1" fmla="*/ 79907 w 547031"/>
                  <a:gd name="connsiteY1" fmla="*/ 466711 h 547040"/>
                  <a:gd name="connsiteX2" fmla="*/ 0 w 547031"/>
                  <a:gd name="connsiteY2" fmla="*/ 273443 h 547040"/>
                  <a:gd name="connsiteX3" fmla="*/ 80023 w 547031"/>
                  <a:gd name="connsiteY3" fmla="*/ 80214 h 547040"/>
                  <a:gd name="connsiteX4" fmla="*/ 273174 w 547031"/>
                  <a:gd name="connsiteY4" fmla="*/ 0 h 547040"/>
                  <a:gd name="connsiteX5" fmla="*/ 466550 w 547031"/>
                  <a:gd name="connsiteY5" fmla="*/ 79716 h 547040"/>
                  <a:gd name="connsiteX6" fmla="*/ 547031 w 547031"/>
                  <a:gd name="connsiteY6" fmla="*/ 272710 h 547040"/>
                  <a:gd name="connsiteX7" fmla="*/ 466779 w 547031"/>
                  <a:gd name="connsiteY7" fmla="*/ 466625 h 547040"/>
                  <a:gd name="connsiteX8" fmla="*/ 272982 w 547031"/>
                  <a:gd name="connsiteY8" fmla="*/ 547030 h 547040"/>
                  <a:gd name="connsiteX9" fmla="*/ 272980 w 547031"/>
                  <a:gd name="connsiteY9" fmla="*/ 99820 h 547040"/>
                  <a:gd name="connsiteX10" fmla="*/ 150359 w 547031"/>
                  <a:gd name="connsiteY10" fmla="*/ 151255 h 547040"/>
                  <a:gd name="connsiteX11" fmla="*/ 99996 w 547031"/>
                  <a:gd name="connsiteY11" fmla="*/ 274327 h 547040"/>
                  <a:gd name="connsiteX12" fmla="*/ 151431 w 547031"/>
                  <a:gd name="connsiteY12" fmla="*/ 396987 h 547040"/>
                  <a:gd name="connsiteX13" fmla="*/ 274473 w 547031"/>
                  <a:gd name="connsiteY13" fmla="*/ 447350 h 547040"/>
                  <a:gd name="connsiteX14" fmla="*/ 397133 w 547031"/>
                  <a:gd name="connsiteY14" fmla="*/ 395992 h 547040"/>
                  <a:gd name="connsiteX15" fmla="*/ 447534 w 547031"/>
                  <a:gd name="connsiteY15" fmla="*/ 272949 h 547040"/>
                  <a:gd name="connsiteX16" fmla="*/ 396099 w 547031"/>
                  <a:gd name="connsiteY16" fmla="*/ 150260 h 547040"/>
                  <a:gd name="connsiteX17" fmla="*/ 272988 w 547031"/>
                  <a:gd name="connsiteY17" fmla="*/ 99820 h 5470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547031" h="547040">
                    <a:moveTo>
                      <a:pt x="272980" y="547040"/>
                    </a:moveTo>
                    <a:cubicBezTo>
                      <a:pt x="200496" y="546926"/>
                      <a:pt x="131078" y="518032"/>
                      <a:pt x="79907" y="466711"/>
                    </a:cubicBezTo>
                    <a:cubicBezTo>
                      <a:pt x="28702" y="415429"/>
                      <a:pt x="0" y="345893"/>
                      <a:pt x="0" y="273443"/>
                    </a:cubicBezTo>
                    <a:cubicBezTo>
                      <a:pt x="38" y="200960"/>
                      <a:pt x="28817" y="131463"/>
                      <a:pt x="80023" y="80214"/>
                    </a:cubicBezTo>
                    <a:cubicBezTo>
                      <a:pt x="131267" y="28932"/>
                      <a:pt x="200724" y="115"/>
                      <a:pt x="273174" y="0"/>
                    </a:cubicBezTo>
                    <a:cubicBezTo>
                      <a:pt x="345657" y="-76"/>
                      <a:pt x="415193" y="28588"/>
                      <a:pt x="466550" y="79716"/>
                    </a:cubicBezTo>
                    <a:cubicBezTo>
                      <a:pt x="517870" y="130846"/>
                      <a:pt x="546840" y="200270"/>
                      <a:pt x="547031" y="272710"/>
                    </a:cubicBezTo>
                    <a:cubicBezTo>
                      <a:pt x="547031" y="345424"/>
                      <a:pt x="518176" y="415190"/>
                      <a:pt x="466779" y="466625"/>
                    </a:cubicBezTo>
                    <a:cubicBezTo>
                      <a:pt x="415382" y="518060"/>
                      <a:pt x="345696" y="546992"/>
                      <a:pt x="272982" y="547030"/>
                    </a:cubicBezTo>
                    <a:close/>
                    <a:moveTo>
                      <a:pt x="272980" y="99820"/>
                    </a:moveTo>
                    <a:cubicBezTo>
                      <a:pt x="226903" y="100050"/>
                      <a:pt x="182777" y="118535"/>
                      <a:pt x="150359" y="151255"/>
                    </a:cubicBezTo>
                    <a:cubicBezTo>
                      <a:pt x="117906" y="183976"/>
                      <a:pt x="99803" y="228255"/>
                      <a:pt x="99996" y="274327"/>
                    </a:cubicBezTo>
                    <a:cubicBezTo>
                      <a:pt x="100225" y="320404"/>
                      <a:pt x="118710" y="364529"/>
                      <a:pt x="151431" y="396987"/>
                    </a:cubicBezTo>
                    <a:cubicBezTo>
                      <a:pt x="184113" y="429402"/>
                      <a:pt x="228392" y="447542"/>
                      <a:pt x="274473" y="447350"/>
                    </a:cubicBezTo>
                    <a:cubicBezTo>
                      <a:pt x="320550" y="447159"/>
                      <a:pt x="364675" y="428675"/>
                      <a:pt x="397133" y="395992"/>
                    </a:cubicBezTo>
                    <a:cubicBezTo>
                      <a:pt x="429586" y="363271"/>
                      <a:pt x="447726" y="319030"/>
                      <a:pt x="447534" y="272949"/>
                    </a:cubicBezTo>
                    <a:cubicBezTo>
                      <a:pt x="447343" y="226834"/>
                      <a:pt x="428820" y="182709"/>
                      <a:pt x="396099" y="150260"/>
                    </a:cubicBezTo>
                    <a:cubicBezTo>
                      <a:pt x="363379" y="117769"/>
                      <a:pt x="319100" y="99628"/>
                      <a:pt x="272988" y="99820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1" name="Freeform: Shape 81">
                <a:extLst>
                  <a:ext uri="{FF2B5EF4-FFF2-40B4-BE49-F238E27FC236}">
                    <a16:creationId xmlns:a16="http://schemas.microsoft.com/office/drawing/2014/main" id="{B58579D4-B70D-3BC0-0FF7-21AD337D12C9}"/>
                  </a:ext>
                </a:extLst>
              </p:cNvPr>
              <p:cNvSpPr/>
              <p:nvPr/>
            </p:nvSpPr>
            <p:spPr>
              <a:xfrm>
                <a:off x="-7180698" y="4228454"/>
                <a:ext cx="99770" cy="636164"/>
              </a:xfrm>
              <a:custGeom>
                <a:avLst/>
                <a:gdLst>
                  <a:gd name="connsiteX0" fmla="*/ 49905 w 99770"/>
                  <a:gd name="connsiteY0" fmla="*/ 636164 h 636164"/>
                  <a:gd name="connsiteX1" fmla="*/ 0 w 99770"/>
                  <a:gd name="connsiteY1" fmla="*/ 586298 h 636164"/>
                  <a:gd name="connsiteX2" fmla="*/ 0 w 99770"/>
                  <a:gd name="connsiteY2" fmla="*/ 49865 h 636164"/>
                  <a:gd name="connsiteX3" fmla="*/ 49905 w 99770"/>
                  <a:gd name="connsiteY3" fmla="*/ 0 h 636164"/>
                  <a:gd name="connsiteX4" fmla="*/ 99770 w 99770"/>
                  <a:gd name="connsiteY4" fmla="*/ 49865 h 636164"/>
                  <a:gd name="connsiteX5" fmla="*/ 99770 w 99770"/>
                  <a:gd name="connsiteY5" fmla="*/ 586298 h 636164"/>
                  <a:gd name="connsiteX6" fmla="*/ 85151 w 99770"/>
                  <a:gd name="connsiteY6" fmla="*/ 621584 h 636164"/>
                  <a:gd name="connsiteX7" fmla="*/ 49904 w 99770"/>
                  <a:gd name="connsiteY7" fmla="*/ 636165 h 6361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9770" h="636164">
                    <a:moveTo>
                      <a:pt x="49905" y="636164"/>
                    </a:moveTo>
                    <a:cubicBezTo>
                      <a:pt x="22350" y="636164"/>
                      <a:pt x="0" y="613853"/>
                      <a:pt x="0" y="586298"/>
                    </a:cubicBezTo>
                    <a:lnTo>
                      <a:pt x="0" y="49865"/>
                    </a:lnTo>
                    <a:cubicBezTo>
                      <a:pt x="0" y="22311"/>
                      <a:pt x="22349" y="0"/>
                      <a:pt x="49905" y="0"/>
                    </a:cubicBezTo>
                    <a:cubicBezTo>
                      <a:pt x="77421" y="0"/>
                      <a:pt x="99770" y="22311"/>
                      <a:pt x="99770" y="49865"/>
                    </a:cubicBezTo>
                    <a:lnTo>
                      <a:pt x="99770" y="586298"/>
                    </a:lnTo>
                    <a:cubicBezTo>
                      <a:pt x="99770" y="599540"/>
                      <a:pt x="94527" y="612207"/>
                      <a:pt x="85151" y="621584"/>
                    </a:cubicBezTo>
                    <a:cubicBezTo>
                      <a:pt x="75813" y="630921"/>
                      <a:pt x="63107" y="636165"/>
                      <a:pt x="49904" y="636165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" name="Freeform: Shape 82">
                <a:extLst>
                  <a:ext uri="{FF2B5EF4-FFF2-40B4-BE49-F238E27FC236}">
                    <a16:creationId xmlns:a16="http://schemas.microsoft.com/office/drawing/2014/main" id="{F9DDBEFE-74EC-CA4E-33DC-208B386A268F}"/>
                  </a:ext>
                </a:extLst>
              </p:cNvPr>
              <p:cNvSpPr/>
              <p:nvPr/>
            </p:nvSpPr>
            <p:spPr>
              <a:xfrm>
                <a:off x="-7151715" y="4225313"/>
                <a:ext cx="600738" cy="1525750"/>
              </a:xfrm>
              <a:custGeom>
                <a:avLst/>
                <a:gdLst>
                  <a:gd name="connsiteX0" fmla="*/ 49921 w 600738"/>
                  <a:gd name="connsiteY0" fmla="*/ 1525750 h 1525750"/>
                  <a:gd name="connsiteX1" fmla="*/ 2275 w 600738"/>
                  <a:gd name="connsiteY1" fmla="*/ 1490772 h 1525750"/>
                  <a:gd name="connsiteX2" fmla="*/ 21486 w 600738"/>
                  <a:gd name="connsiteY2" fmla="*/ 1434898 h 1525750"/>
                  <a:gd name="connsiteX3" fmla="*/ 501007 w 600738"/>
                  <a:gd name="connsiteY3" fmla="*/ 1102863 h 1525750"/>
                  <a:gd name="connsiteX4" fmla="*/ 501007 w 600738"/>
                  <a:gd name="connsiteY4" fmla="*/ 49866 h 1525750"/>
                  <a:gd name="connsiteX5" fmla="*/ 550873 w 600738"/>
                  <a:gd name="connsiteY5" fmla="*/ 0 h 1525750"/>
                  <a:gd name="connsiteX6" fmla="*/ 600738 w 600738"/>
                  <a:gd name="connsiteY6" fmla="*/ 49866 h 1525750"/>
                  <a:gd name="connsiteX7" fmla="*/ 600738 w 600738"/>
                  <a:gd name="connsiteY7" fmla="*/ 1128825 h 1525750"/>
                  <a:gd name="connsiteX8" fmla="*/ 579307 w 600738"/>
                  <a:gd name="connsiteY8" fmla="*/ 1169812 h 1525750"/>
                  <a:gd name="connsiteX9" fmla="*/ 78271 w 600738"/>
                  <a:gd name="connsiteY9" fmla="*/ 1516847 h 1525750"/>
                  <a:gd name="connsiteX10" fmla="*/ 49914 w 600738"/>
                  <a:gd name="connsiteY10" fmla="*/ 1525725 h 15257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600738" h="1525750">
                    <a:moveTo>
                      <a:pt x="49921" y="1525750"/>
                    </a:moveTo>
                    <a:cubicBezTo>
                      <a:pt x="28107" y="1525789"/>
                      <a:pt x="8819" y="1511591"/>
                      <a:pt x="2275" y="1490772"/>
                    </a:cubicBezTo>
                    <a:cubicBezTo>
                      <a:pt x="-4231" y="1469953"/>
                      <a:pt x="3538" y="1447297"/>
                      <a:pt x="21486" y="1434898"/>
                    </a:cubicBezTo>
                    <a:lnTo>
                      <a:pt x="501007" y="1102863"/>
                    </a:lnTo>
                    <a:lnTo>
                      <a:pt x="501007" y="49866"/>
                    </a:lnTo>
                    <a:cubicBezTo>
                      <a:pt x="501007" y="22311"/>
                      <a:pt x="523318" y="0"/>
                      <a:pt x="550873" y="0"/>
                    </a:cubicBezTo>
                    <a:cubicBezTo>
                      <a:pt x="578427" y="0"/>
                      <a:pt x="600738" y="22311"/>
                      <a:pt x="600738" y="49866"/>
                    </a:cubicBezTo>
                    <a:lnTo>
                      <a:pt x="600738" y="1128825"/>
                    </a:lnTo>
                    <a:cubicBezTo>
                      <a:pt x="600738" y="1145167"/>
                      <a:pt x="592740" y="1160513"/>
                      <a:pt x="579307" y="1169812"/>
                    </a:cubicBezTo>
                    <a:lnTo>
                      <a:pt x="78271" y="1516847"/>
                    </a:lnTo>
                    <a:cubicBezTo>
                      <a:pt x="69967" y="1522625"/>
                      <a:pt x="60054" y="1525725"/>
                      <a:pt x="49914" y="1525725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" name="Freeform: Shape 83">
                <a:extLst>
                  <a:ext uri="{FF2B5EF4-FFF2-40B4-BE49-F238E27FC236}">
                    <a16:creationId xmlns:a16="http://schemas.microsoft.com/office/drawing/2014/main" id="{6FA8BAE4-A7A5-D95B-1147-D47B6CFA6894}"/>
                  </a:ext>
                </a:extLst>
              </p:cNvPr>
              <p:cNvSpPr/>
              <p:nvPr/>
            </p:nvSpPr>
            <p:spPr>
              <a:xfrm>
                <a:off x="-7404166" y="4764629"/>
                <a:ext cx="547031" cy="547032"/>
              </a:xfrm>
              <a:custGeom>
                <a:avLst/>
                <a:gdLst>
                  <a:gd name="connsiteX0" fmla="*/ 272981 w 547031"/>
                  <a:gd name="connsiteY0" fmla="*/ 547032 h 547032"/>
                  <a:gd name="connsiteX1" fmla="*/ 79869 w 547031"/>
                  <a:gd name="connsiteY1" fmla="*/ 466666 h 547032"/>
                  <a:gd name="connsiteX2" fmla="*/ 0 w 547031"/>
                  <a:gd name="connsiteY2" fmla="*/ 273329 h 547032"/>
                  <a:gd name="connsiteX3" fmla="*/ 80138 w 547031"/>
                  <a:gd name="connsiteY3" fmla="*/ 80100 h 547032"/>
                  <a:gd name="connsiteX4" fmla="*/ 273367 w 547031"/>
                  <a:gd name="connsiteY4" fmla="*/ 0 h 547032"/>
                  <a:gd name="connsiteX5" fmla="*/ 466664 w 547031"/>
                  <a:gd name="connsiteY5" fmla="*/ 79831 h 547032"/>
                  <a:gd name="connsiteX6" fmla="*/ 547031 w 547031"/>
                  <a:gd name="connsiteY6" fmla="*/ 272982 h 547032"/>
                  <a:gd name="connsiteX7" fmla="*/ 466703 w 547031"/>
                  <a:gd name="connsiteY7" fmla="*/ 466701 h 547032"/>
                  <a:gd name="connsiteX8" fmla="*/ 272984 w 547031"/>
                  <a:gd name="connsiteY8" fmla="*/ 547029 h 547032"/>
                  <a:gd name="connsiteX9" fmla="*/ 272981 w 547031"/>
                  <a:gd name="connsiteY9" fmla="*/ 99812 h 547032"/>
                  <a:gd name="connsiteX10" fmla="*/ 150252 w 547031"/>
                  <a:gd name="connsiteY10" fmla="*/ 151095 h 547032"/>
                  <a:gd name="connsiteX11" fmla="*/ 99774 w 547031"/>
                  <a:gd name="connsiteY11" fmla="*/ 274137 h 547032"/>
                  <a:gd name="connsiteX12" fmla="*/ 151056 w 547031"/>
                  <a:gd name="connsiteY12" fmla="*/ 396866 h 547032"/>
                  <a:gd name="connsiteX13" fmla="*/ 274128 w 547031"/>
                  <a:gd name="connsiteY13" fmla="*/ 447344 h 547032"/>
                  <a:gd name="connsiteX14" fmla="*/ 396818 w 547031"/>
                  <a:gd name="connsiteY14" fmla="*/ 396023 h 547032"/>
                  <a:gd name="connsiteX15" fmla="*/ 447296 w 547031"/>
                  <a:gd name="connsiteY15" fmla="*/ 272981 h 547032"/>
                  <a:gd name="connsiteX16" fmla="*/ 395937 w 547031"/>
                  <a:gd name="connsiteY16" fmla="*/ 150320 h 547032"/>
                  <a:gd name="connsiteX17" fmla="*/ 272973 w 547031"/>
                  <a:gd name="connsiteY17" fmla="*/ 99805 h 5470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547031" h="547032">
                    <a:moveTo>
                      <a:pt x="272981" y="547032"/>
                    </a:moveTo>
                    <a:cubicBezTo>
                      <a:pt x="200498" y="546879"/>
                      <a:pt x="131040" y="517986"/>
                      <a:pt x="79869" y="466666"/>
                    </a:cubicBezTo>
                    <a:cubicBezTo>
                      <a:pt x="28664" y="415345"/>
                      <a:pt x="-38" y="345808"/>
                      <a:pt x="0" y="273329"/>
                    </a:cubicBezTo>
                    <a:cubicBezTo>
                      <a:pt x="38" y="200849"/>
                      <a:pt x="28856" y="131348"/>
                      <a:pt x="80138" y="80100"/>
                    </a:cubicBezTo>
                    <a:cubicBezTo>
                      <a:pt x="131382" y="28856"/>
                      <a:pt x="200878" y="38"/>
                      <a:pt x="273367" y="0"/>
                    </a:cubicBezTo>
                    <a:cubicBezTo>
                      <a:pt x="345812" y="-38"/>
                      <a:pt x="415347" y="28665"/>
                      <a:pt x="466664" y="79831"/>
                    </a:cubicBezTo>
                    <a:cubicBezTo>
                      <a:pt x="517985" y="131037"/>
                      <a:pt x="546917" y="200493"/>
                      <a:pt x="547031" y="272982"/>
                    </a:cubicBezTo>
                    <a:cubicBezTo>
                      <a:pt x="546993" y="345619"/>
                      <a:pt x="518099" y="415305"/>
                      <a:pt x="466703" y="466701"/>
                    </a:cubicBezTo>
                    <a:cubicBezTo>
                      <a:pt x="415306" y="518059"/>
                      <a:pt x="345659" y="546953"/>
                      <a:pt x="272984" y="547029"/>
                    </a:cubicBezTo>
                    <a:close/>
                    <a:moveTo>
                      <a:pt x="272981" y="99812"/>
                    </a:moveTo>
                    <a:cubicBezTo>
                      <a:pt x="226904" y="99965"/>
                      <a:pt x="182740" y="118411"/>
                      <a:pt x="150252" y="151095"/>
                    </a:cubicBezTo>
                    <a:cubicBezTo>
                      <a:pt x="117799" y="183777"/>
                      <a:pt x="99620" y="228056"/>
                      <a:pt x="99774" y="274137"/>
                    </a:cubicBezTo>
                    <a:cubicBezTo>
                      <a:pt x="99928" y="320218"/>
                      <a:pt x="118373" y="364377"/>
                      <a:pt x="151056" y="396866"/>
                    </a:cubicBezTo>
                    <a:cubicBezTo>
                      <a:pt x="183777" y="429319"/>
                      <a:pt x="228018" y="447497"/>
                      <a:pt x="274128" y="447344"/>
                    </a:cubicBezTo>
                    <a:cubicBezTo>
                      <a:pt x="320205" y="447191"/>
                      <a:pt x="364330" y="428745"/>
                      <a:pt x="396818" y="396023"/>
                    </a:cubicBezTo>
                    <a:cubicBezTo>
                      <a:pt x="429309" y="363341"/>
                      <a:pt x="447449" y="319062"/>
                      <a:pt x="447296" y="272981"/>
                    </a:cubicBezTo>
                    <a:cubicBezTo>
                      <a:pt x="447104" y="226904"/>
                      <a:pt x="428620" y="182817"/>
                      <a:pt x="395937" y="150320"/>
                    </a:cubicBezTo>
                    <a:cubicBezTo>
                      <a:pt x="363255" y="117867"/>
                      <a:pt x="319052" y="99689"/>
                      <a:pt x="272973" y="99805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" name="Freeform: Shape 84">
                <a:extLst>
                  <a:ext uri="{FF2B5EF4-FFF2-40B4-BE49-F238E27FC236}">
                    <a16:creationId xmlns:a16="http://schemas.microsoft.com/office/drawing/2014/main" id="{316B0851-021D-FC39-EB76-C14253C69BE1}"/>
                  </a:ext>
                </a:extLst>
              </p:cNvPr>
              <p:cNvSpPr/>
              <p:nvPr/>
            </p:nvSpPr>
            <p:spPr>
              <a:xfrm>
                <a:off x="-7569894" y="5544090"/>
                <a:ext cx="547031" cy="547031"/>
              </a:xfrm>
              <a:custGeom>
                <a:avLst/>
                <a:gdLst>
                  <a:gd name="connsiteX0" fmla="*/ 272942 w 547031"/>
                  <a:gd name="connsiteY0" fmla="*/ 547032 h 547031"/>
                  <a:gd name="connsiteX1" fmla="*/ 79869 w 547031"/>
                  <a:gd name="connsiteY1" fmla="*/ 466703 h 547031"/>
                  <a:gd name="connsiteX2" fmla="*/ 0 w 547031"/>
                  <a:gd name="connsiteY2" fmla="*/ 273405 h 547031"/>
                  <a:gd name="connsiteX3" fmla="*/ 80023 w 547031"/>
                  <a:gd name="connsiteY3" fmla="*/ 80176 h 547031"/>
                  <a:gd name="connsiteX4" fmla="*/ 273174 w 547031"/>
                  <a:gd name="connsiteY4" fmla="*/ 0 h 547031"/>
                  <a:gd name="connsiteX5" fmla="*/ 466511 w 547031"/>
                  <a:gd name="connsiteY5" fmla="*/ 79679 h 547031"/>
                  <a:gd name="connsiteX6" fmla="*/ 547031 w 547031"/>
                  <a:gd name="connsiteY6" fmla="*/ 272712 h 547031"/>
                  <a:gd name="connsiteX7" fmla="*/ 466779 w 547031"/>
                  <a:gd name="connsiteY7" fmla="*/ 466587 h 547031"/>
                  <a:gd name="connsiteX8" fmla="*/ 272943 w 547031"/>
                  <a:gd name="connsiteY8" fmla="*/ 547031 h 547031"/>
                  <a:gd name="connsiteX9" fmla="*/ 272942 w 547031"/>
                  <a:gd name="connsiteY9" fmla="*/ 99733 h 547031"/>
                  <a:gd name="connsiteX10" fmla="*/ 150360 w 547031"/>
                  <a:gd name="connsiteY10" fmla="*/ 151168 h 547031"/>
                  <a:gd name="connsiteX11" fmla="*/ 99997 w 547031"/>
                  <a:gd name="connsiteY11" fmla="*/ 274211 h 547031"/>
                  <a:gd name="connsiteX12" fmla="*/ 151355 w 547031"/>
                  <a:gd name="connsiteY12" fmla="*/ 396871 h 547031"/>
                  <a:gd name="connsiteX13" fmla="*/ 274397 w 547031"/>
                  <a:gd name="connsiteY13" fmla="*/ 447272 h 547031"/>
                  <a:gd name="connsiteX14" fmla="*/ 397058 w 547031"/>
                  <a:gd name="connsiteY14" fmla="*/ 395990 h 547031"/>
                  <a:gd name="connsiteX15" fmla="*/ 447536 w 547031"/>
                  <a:gd name="connsiteY15" fmla="*/ 272987 h 547031"/>
                  <a:gd name="connsiteX16" fmla="*/ 396101 w 547031"/>
                  <a:gd name="connsiteY16" fmla="*/ 150258 h 547031"/>
                  <a:gd name="connsiteX17" fmla="*/ 272950 w 547031"/>
                  <a:gd name="connsiteY17" fmla="*/ 99742 h 5470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547031" h="547031">
                    <a:moveTo>
                      <a:pt x="272942" y="547032"/>
                    </a:moveTo>
                    <a:cubicBezTo>
                      <a:pt x="200497" y="546879"/>
                      <a:pt x="131040" y="517985"/>
                      <a:pt x="79869" y="466703"/>
                    </a:cubicBezTo>
                    <a:cubicBezTo>
                      <a:pt x="28702" y="415383"/>
                      <a:pt x="-38" y="345885"/>
                      <a:pt x="0" y="273405"/>
                    </a:cubicBezTo>
                    <a:cubicBezTo>
                      <a:pt x="0" y="200960"/>
                      <a:pt x="28779" y="131464"/>
                      <a:pt x="80023" y="80176"/>
                    </a:cubicBezTo>
                    <a:cubicBezTo>
                      <a:pt x="131229" y="28933"/>
                      <a:pt x="200685" y="77"/>
                      <a:pt x="273174" y="0"/>
                    </a:cubicBezTo>
                    <a:cubicBezTo>
                      <a:pt x="345619" y="-114"/>
                      <a:pt x="415154" y="28550"/>
                      <a:pt x="466511" y="79679"/>
                    </a:cubicBezTo>
                    <a:cubicBezTo>
                      <a:pt x="517869" y="130846"/>
                      <a:pt x="546801" y="200272"/>
                      <a:pt x="547031" y="272712"/>
                    </a:cubicBezTo>
                    <a:cubicBezTo>
                      <a:pt x="547031" y="345425"/>
                      <a:pt x="518176" y="415152"/>
                      <a:pt x="466779" y="466587"/>
                    </a:cubicBezTo>
                    <a:cubicBezTo>
                      <a:pt x="415382" y="518022"/>
                      <a:pt x="345657" y="546954"/>
                      <a:pt x="272943" y="547031"/>
                    </a:cubicBezTo>
                    <a:close/>
                    <a:moveTo>
                      <a:pt x="272942" y="99733"/>
                    </a:moveTo>
                    <a:cubicBezTo>
                      <a:pt x="226903" y="99963"/>
                      <a:pt x="182778" y="118448"/>
                      <a:pt x="150360" y="151168"/>
                    </a:cubicBezTo>
                    <a:cubicBezTo>
                      <a:pt x="117907" y="183889"/>
                      <a:pt x="99805" y="228168"/>
                      <a:pt x="99997" y="274211"/>
                    </a:cubicBezTo>
                    <a:cubicBezTo>
                      <a:pt x="100188" y="320288"/>
                      <a:pt x="118672" y="364413"/>
                      <a:pt x="151355" y="396871"/>
                    </a:cubicBezTo>
                    <a:cubicBezTo>
                      <a:pt x="184076" y="429324"/>
                      <a:pt x="228317" y="447464"/>
                      <a:pt x="274397" y="447272"/>
                    </a:cubicBezTo>
                    <a:cubicBezTo>
                      <a:pt x="320474" y="447119"/>
                      <a:pt x="364600" y="428673"/>
                      <a:pt x="397058" y="395990"/>
                    </a:cubicBezTo>
                    <a:cubicBezTo>
                      <a:pt x="429511" y="363270"/>
                      <a:pt x="447689" y="319029"/>
                      <a:pt x="447536" y="272987"/>
                    </a:cubicBezTo>
                    <a:cubicBezTo>
                      <a:pt x="447306" y="226872"/>
                      <a:pt x="428821" y="182708"/>
                      <a:pt x="396101" y="150258"/>
                    </a:cubicBezTo>
                    <a:cubicBezTo>
                      <a:pt x="363341" y="117767"/>
                      <a:pt x="319063" y="99588"/>
                      <a:pt x="272950" y="99742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" name="Freeform: Shape 85">
                <a:extLst>
                  <a:ext uri="{FF2B5EF4-FFF2-40B4-BE49-F238E27FC236}">
                    <a16:creationId xmlns:a16="http://schemas.microsoft.com/office/drawing/2014/main" id="{2C39A6E3-A019-DA25-58E3-3B01D34B7F82}"/>
                  </a:ext>
                </a:extLst>
              </p:cNvPr>
              <p:cNvSpPr/>
              <p:nvPr/>
            </p:nvSpPr>
            <p:spPr>
              <a:xfrm>
                <a:off x="-5058990" y="4231207"/>
                <a:ext cx="99770" cy="633411"/>
              </a:xfrm>
              <a:custGeom>
                <a:avLst/>
                <a:gdLst>
                  <a:gd name="connsiteX0" fmla="*/ 49866 w 99770"/>
                  <a:gd name="connsiteY0" fmla="*/ 633411 h 633411"/>
                  <a:gd name="connsiteX1" fmla="*/ 0 w 99770"/>
                  <a:gd name="connsiteY1" fmla="*/ 583545 h 633411"/>
                  <a:gd name="connsiteX2" fmla="*/ 0 w 99770"/>
                  <a:gd name="connsiteY2" fmla="*/ 49865 h 633411"/>
                  <a:gd name="connsiteX3" fmla="*/ 49866 w 99770"/>
                  <a:gd name="connsiteY3" fmla="*/ 0 h 633411"/>
                  <a:gd name="connsiteX4" fmla="*/ 99770 w 99770"/>
                  <a:gd name="connsiteY4" fmla="*/ 49865 h 633411"/>
                  <a:gd name="connsiteX5" fmla="*/ 99770 w 99770"/>
                  <a:gd name="connsiteY5" fmla="*/ 583545 h 633411"/>
                  <a:gd name="connsiteX6" fmla="*/ 85151 w 99770"/>
                  <a:gd name="connsiteY6" fmla="*/ 618831 h 633411"/>
                  <a:gd name="connsiteX7" fmla="*/ 49866 w 99770"/>
                  <a:gd name="connsiteY7" fmla="*/ 633412 h 6334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9770" h="633411">
                    <a:moveTo>
                      <a:pt x="49866" y="633411"/>
                    </a:moveTo>
                    <a:cubicBezTo>
                      <a:pt x="22349" y="633411"/>
                      <a:pt x="0" y="611100"/>
                      <a:pt x="0" y="583545"/>
                    </a:cubicBezTo>
                    <a:lnTo>
                      <a:pt x="0" y="49865"/>
                    </a:lnTo>
                    <a:cubicBezTo>
                      <a:pt x="0" y="22311"/>
                      <a:pt x="22349" y="0"/>
                      <a:pt x="49866" y="0"/>
                    </a:cubicBezTo>
                    <a:cubicBezTo>
                      <a:pt x="77420" y="0"/>
                      <a:pt x="99770" y="22311"/>
                      <a:pt x="99770" y="49865"/>
                    </a:cubicBezTo>
                    <a:lnTo>
                      <a:pt x="99770" y="583545"/>
                    </a:lnTo>
                    <a:cubicBezTo>
                      <a:pt x="99770" y="596787"/>
                      <a:pt x="94489" y="609454"/>
                      <a:pt x="85151" y="618831"/>
                    </a:cubicBezTo>
                    <a:cubicBezTo>
                      <a:pt x="75775" y="628168"/>
                      <a:pt x="63107" y="633412"/>
                      <a:pt x="49866" y="633412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" name="Freeform: Shape 86">
                <a:extLst>
                  <a:ext uri="{FF2B5EF4-FFF2-40B4-BE49-F238E27FC236}">
                    <a16:creationId xmlns:a16="http://schemas.microsoft.com/office/drawing/2014/main" id="{DE1DB5B2-F705-9115-7540-60CE7230BFE1}"/>
                  </a:ext>
                </a:extLst>
              </p:cNvPr>
              <p:cNvSpPr/>
              <p:nvPr/>
            </p:nvSpPr>
            <p:spPr>
              <a:xfrm>
                <a:off x="-5588949" y="4225338"/>
                <a:ext cx="600777" cy="1525750"/>
              </a:xfrm>
              <a:custGeom>
                <a:avLst/>
                <a:gdLst>
                  <a:gd name="connsiteX0" fmla="*/ 550826 w 600777"/>
                  <a:gd name="connsiteY0" fmla="*/ 1525725 h 1525750"/>
                  <a:gd name="connsiteX1" fmla="*/ 522506 w 600777"/>
                  <a:gd name="connsiteY1" fmla="*/ 1516847 h 1525750"/>
                  <a:gd name="connsiteX2" fmla="*/ 21431 w 600777"/>
                  <a:gd name="connsiteY2" fmla="*/ 1170008 h 1525750"/>
                  <a:gd name="connsiteX3" fmla="*/ 0 w 600777"/>
                  <a:gd name="connsiteY3" fmla="*/ 1129021 h 1525750"/>
                  <a:gd name="connsiteX4" fmla="*/ 0 w 600777"/>
                  <a:gd name="connsiteY4" fmla="*/ 49865 h 1525750"/>
                  <a:gd name="connsiteX5" fmla="*/ 49866 w 600777"/>
                  <a:gd name="connsiteY5" fmla="*/ 0 h 1525750"/>
                  <a:gd name="connsiteX6" fmla="*/ 99731 w 600777"/>
                  <a:gd name="connsiteY6" fmla="*/ 49865 h 1525750"/>
                  <a:gd name="connsiteX7" fmla="*/ 99731 w 600777"/>
                  <a:gd name="connsiteY7" fmla="*/ 1102862 h 1525750"/>
                  <a:gd name="connsiteX8" fmla="*/ 579291 w 600777"/>
                  <a:gd name="connsiteY8" fmla="*/ 1434897 h 1525750"/>
                  <a:gd name="connsiteX9" fmla="*/ 598503 w 600777"/>
                  <a:gd name="connsiteY9" fmla="*/ 1490810 h 1525750"/>
                  <a:gd name="connsiteX10" fmla="*/ 550818 w 600777"/>
                  <a:gd name="connsiteY10" fmla="*/ 1525750 h 15257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600777" h="1525750">
                    <a:moveTo>
                      <a:pt x="550826" y="1525725"/>
                    </a:moveTo>
                    <a:cubicBezTo>
                      <a:pt x="540723" y="1525725"/>
                      <a:pt x="530810" y="1522625"/>
                      <a:pt x="522506" y="1516847"/>
                    </a:cubicBezTo>
                    <a:lnTo>
                      <a:pt x="21431" y="1170008"/>
                    </a:lnTo>
                    <a:cubicBezTo>
                      <a:pt x="7998" y="1160709"/>
                      <a:pt x="0" y="1145363"/>
                      <a:pt x="0" y="1129021"/>
                    </a:cubicBezTo>
                    <a:lnTo>
                      <a:pt x="0" y="49865"/>
                    </a:lnTo>
                    <a:cubicBezTo>
                      <a:pt x="0" y="22311"/>
                      <a:pt x="22311" y="0"/>
                      <a:pt x="49866" y="0"/>
                    </a:cubicBezTo>
                    <a:cubicBezTo>
                      <a:pt x="77420" y="0"/>
                      <a:pt x="99731" y="22311"/>
                      <a:pt x="99731" y="49865"/>
                    </a:cubicBezTo>
                    <a:lnTo>
                      <a:pt x="99731" y="1102862"/>
                    </a:lnTo>
                    <a:lnTo>
                      <a:pt x="579291" y="1434897"/>
                    </a:lnTo>
                    <a:cubicBezTo>
                      <a:pt x="597240" y="1447335"/>
                      <a:pt x="605009" y="1469991"/>
                      <a:pt x="598503" y="1490810"/>
                    </a:cubicBezTo>
                    <a:cubicBezTo>
                      <a:pt x="591958" y="1511629"/>
                      <a:pt x="572632" y="1525788"/>
                      <a:pt x="550818" y="1525750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" name="Freeform: Shape 87">
                <a:extLst>
                  <a:ext uri="{FF2B5EF4-FFF2-40B4-BE49-F238E27FC236}">
                    <a16:creationId xmlns:a16="http://schemas.microsoft.com/office/drawing/2014/main" id="{EF97BD42-77C3-C780-3F18-6BC8C9BFA981}"/>
                  </a:ext>
                </a:extLst>
              </p:cNvPr>
              <p:cNvSpPr/>
              <p:nvPr/>
            </p:nvSpPr>
            <p:spPr>
              <a:xfrm>
                <a:off x="-5281713" y="4764629"/>
                <a:ext cx="547069" cy="547032"/>
              </a:xfrm>
              <a:custGeom>
                <a:avLst/>
                <a:gdLst>
                  <a:gd name="connsiteX0" fmla="*/ 272981 w 547069"/>
                  <a:gd name="connsiteY0" fmla="*/ 547032 h 547032"/>
                  <a:gd name="connsiteX1" fmla="*/ 79869 w 547069"/>
                  <a:gd name="connsiteY1" fmla="*/ 466666 h 547032"/>
                  <a:gd name="connsiteX2" fmla="*/ 0 w 547069"/>
                  <a:gd name="connsiteY2" fmla="*/ 273329 h 547032"/>
                  <a:gd name="connsiteX3" fmla="*/ 80138 w 547069"/>
                  <a:gd name="connsiteY3" fmla="*/ 80100 h 547032"/>
                  <a:gd name="connsiteX4" fmla="*/ 273367 w 547069"/>
                  <a:gd name="connsiteY4" fmla="*/ 0 h 547032"/>
                  <a:gd name="connsiteX5" fmla="*/ 466664 w 547069"/>
                  <a:gd name="connsiteY5" fmla="*/ 79831 h 547032"/>
                  <a:gd name="connsiteX6" fmla="*/ 547070 w 547069"/>
                  <a:gd name="connsiteY6" fmla="*/ 272982 h 547032"/>
                  <a:gd name="connsiteX7" fmla="*/ 466703 w 547069"/>
                  <a:gd name="connsiteY7" fmla="*/ 466701 h 547032"/>
                  <a:gd name="connsiteX8" fmla="*/ 272984 w 547069"/>
                  <a:gd name="connsiteY8" fmla="*/ 547029 h 547032"/>
                  <a:gd name="connsiteX9" fmla="*/ 272981 w 547069"/>
                  <a:gd name="connsiteY9" fmla="*/ 99812 h 547032"/>
                  <a:gd name="connsiteX10" fmla="*/ 150252 w 547069"/>
                  <a:gd name="connsiteY10" fmla="*/ 151095 h 547032"/>
                  <a:gd name="connsiteX11" fmla="*/ 99774 w 547069"/>
                  <a:gd name="connsiteY11" fmla="*/ 274137 h 547032"/>
                  <a:gd name="connsiteX12" fmla="*/ 151056 w 547069"/>
                  <a:gd name="connsiteY12" fmla="*/ 396866 h 547032"/>
                  <a:gd name="connsiteX13" fmla="*/ 274128 w 547069"/>
                  <a:gd name="connsiteY13" fmla="*/ 447344 h 547032"/>
                  <a:gd name="connsiteX14" fmla="*/ 396818 w 547069"/>
                  <a:gd name="connsiteY14" fmla="*/ 396023 h 547032"/>
                  <a:gd name="connsiteX15" fmla="*/ 447295 w 547069"/>
                  <a:gd name="connsiteY15" fmla="*/ 272981 h 547032"/>
                  <a:gd name="connsiteX16" fmla="*/ 395937 w 547069"/>
                  <a:gd name="connsiteY16" fmla="*/ 150320 h 547032"/>
                  <a:gd name="connsiteX17" fmla="*/ 272973 w 547069"/>
                  <a:gd name="connsiteY17" fmla="*/ 99805 h 5470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547069" h="547032">
                    <a:moveTo>
                      <a:pt x="272981" y="547032"/>
                    </a:moveTo>
                    <a:cubicBezTo>
                      <a:pt x="200498" y="546879"/>
                      <a:pt x="131040" y="517986"/>
                      <a:pt x="79869" y="466666"/>
                    </a:cubicBezTo>
                    <a:cubicBezTo>
                      <a:pt x="28663" y="415345"/>
                      <a:pt x="-38" y="345808"/>
                      <a:pt x="0" y="273329"/>
                    </a:cubicBezTo>
                    <a:cubicBezTo>
                      <a:pt x="77" y="200845"/>
                      <a:pt x="28856" y="131348"/>
                      <a:pt x="80138" y="80100"/>
                    </a:cubicBezTo>
                    <a:cubicBezTo>
                      <a:pt x="131382" y="28856"/>
                      <a:pt x="200878" y="38"/>
                      <a:pt x="273367" y="0"/>
                    </a:cubicBezTo>
                    <a:cubicBezTo>
                      <a:pt x="345812" y="-38"/>
                      <a:pt x="415347" y="28665"/>
                      <a:pt x="466664" y="79831"/>
                    </a:cubicBezTo>
                    <a:cubicBezTo>
                      <a:pt x="517985" y="131037"/>
                      <a:pt x="546917" y="200493"/>
                      <a:pt x="547070" y="272982"/>
                    </a:cubicBezTo>
                    <a:cubicBezTo>
                      <a:pt x="546993" y="345619"/>
                      <a:pt x="518099" y="415305"/>
                      <a:pt x="466703" y="466701"/>
                    </a:cubicBezTo>
                    <a:cubicBezTo>
                      <a:pt x="415306" y="518059"/>
                      <a:pt x="345659" y="546953"/>
                      <a:pt x="272984" y="547029"/>
                    </a:cubicBezTo>
                    <a:close/>
                    <a:moveTo>
                      <a:pt x="272981" y="99812"/>
                    </a:moveTo>
                    <a:cubicBezTo>
                      <a:pt x="226904" y="99965"/>
                      <a:pt x="182740" y="118411"/>
                      <a:pt x="150252" y="151095"/>
                    </a:cubicBezTo>
                    <a:cubicBezTo>
                      <a:pt x="117799" y="183777"/>
                      <a:pt x="99620" y="228056"/>
                      <a:pt x="99774" y="274137"/>
                    </a:cubicBezTo>
                    <a:cubicBezTo>
                      <a:pt x="99928" y="320218"/>
                      <a:pt x="118373" y="364377"/>
                      <a:pt x="151056" y="396866"/>
                    </a:cubicBezTo>
                    <a:cubicBezTo>
                      <a:pt x="183777" y="429319"/>
                      <a:pt x="228018" y="447497"/>
                      <a:pt x="274128" y="447344"/>
                    </a:cubicBezTo>
                    <a:cubicBezTo>
                      <a:pt x="320205" y="447191"/>
                      <a:pt x="364330" y="428745"/>
                      <a:pt x="396818" y="396023"/>
                    </a:cubicBezTo>
                    <a:cubicBezTo>
                      <a:pt x="429309" y="363341"/>
                      <a:pt x="447449" y="319062"/>
                      <a:pt x="447295" y="272981"/>
                    </a:cubicBezTo>
                    <a:cubicBezTo>
                      <a:pt x="447104" y="226904"/>
                      <a:pt x="428620" y="182817"/>
                      <a:pt x="395937" y="150320"/>
                    </a:cubicBezTo>
                    <a:cubicBezTo>
                      <a:pt x="363255" y="117867"/>
                      <a:pt x="319052" y="99689"/>
                      <a:pt x="272973" y="99805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" name="Freeform: Shape 88">
                <a:extLst>
                  <a:ext uri="{FF2B5EF4-FFF2-40B4-BE49-F238E27FC236}">
                    <a16:creationId xmlns:a16="http://schemas.microsoft.com/office/drawing/2014/main" id="{0E50CA36-6D03-0E32-0979-DC46091E51BF}"/>
                  </a:ext>
                </a:extLst>
              </p:cNvPr>
              <p:cNvSpPr/>
              <p:nvPr/>
            </p:nvSpPr>
            <p:spPr>
              <a:xfrm>
                <a:off x="-5116022" y="5544081"/>
                <a:ext cx="547070" cy="547040"/>
              </a:xfrm>
              <a:custGeom>
                <a:avLst/>
                <a:gdLst>
                  <a:gd name="connsiteX0" fmla="*/ 273058 w 547070"/>
                  <a:gd name="connsiteY0" fmla="*/ 547041 h 547040"/>
                  <a:gd name="connsiteX1" fmla="*/ 79947 w 547070"/>
                  <a:gd name="connsiteY1" fmla="*/ 466712 h 547040"/>
                  <a:gd name="connsiteX2" fmla="*/ 0 w 547070"/>
                  <a:gd name="connsiteY2" fmla="*/ 273443 h 547040"/>
                  <a:gd name="connsiteX3" fmla="*/ 80023 w 547070"/>
                  <a:gd name="connsiteY3" fmla="*/ 80214 h 547040"/>
                  <a:gd name="connsiteX4" fmla="*/ 273174 w 547070"/>
                  <a:gd name="connsiteY4" fmla="*/ 0 h 547040"/>
                  <a:gd name="connsiteX5" fmla="*/ 466550 w 547070"/>
                  <a:gd name="connsiteY5" fmla="*/ 79679 h 547040"/>
                  <a:gd name="connsiteX6" fmla="*/ 547070 w 547070"/>
                  <a:gd name="connsiteY6" fmla="*/ 272712 h 547040"/>
                  <a:gd name="connsiteX7" fmla="*/ 466818 w 547070"/>
                  <a:gd name="connsiteY7" fmla="*/ 466587 h 547040"/>
                  <a:gd name="connsiteX8" fmla="*/ 273060 w 547070"/>
                  <a:gd name="connsiteY8" fmla="*/ 547031 h 547040"/>
                  <a:gd name="connsiteX9" fmla="*/ 273058 w 547070"/>
                  <a:gd name="connsiteY9" fmla="*/ 99742 h 547040"/>
                  <a:gd name="connsiteX10" fmla="*/ 150329 w 547070"/>
                  <a:gd name="connsiteY10" fmla="*/ 151024 h 547040"/>
                  <a:gd name="connsiteX11" fmla="*/ 99774 w 547070"/>
                  <a:gd name="connsiteY11" fmla="*/ 274027 h 547040"/>
                  <a:gd name="connsiteX12" fmla="*/ 151056 w 547070"/>
                  <a:gd name="connsiteY12" fmla="*/ 396756 h 547040"/>
                  <a:gd name="connsiteX13" fmla="*/ 274059 w 547070"/>
                  <a:gd name="connsiteY13" fmla="*/ 447272 h 547040"/>
                  <a:gd name="connsiteX14" fmla="*/ 396788 w 547070"/>
                  <a:gd name="connsiteY14" fmla="*/ 396028 h 547040"/>
                  <a:gd name="connsiteX15" fmla="*/ 447304 w 547070"/>
                  <a:gd name="connsiteY15" fmla="*/ 272986 h 547040"/>
                  <a:gd name="connsiteX16" fmla="*/ 395984 w 547070"/>
                  <a:gd name="connsiteY16" fmla="*/ 150326 h 547040"/>
                  <a:gd name="connsiteX17" fmla="*/ 273059 w 547070"/>
                  <a:gd name="connsiteY17" fmla="*/ 99732 h 5470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547070" h="547040">
                    <a:moveTo>
                      <a:pt x="273058" y="547041"/>
                    </a:moveTo>
                    <a:cubicBezTo>
                      <a:pt x="200575" y="546926"/>
                      <a:pt x="131117" y="518032"/>
                      <a:pt x="79947" y="466712"/>
                    </a:cubicBezTo>
                    <a:cubicBezTo>
                      <a:pt x="28741" y="415430"/>
                      <a:pt x="0" y="345933"/>
                      <a:pt x="0" y="273443"/>
                    </a:cubicBezTo>
                    <a:cubicBezTo>
                      <a:pt x="38" y="200998"/>
                      <a:pt x="28817" y="131502"/>
                      <a:pt x="80023" y="80214"/>
                    </a:cubicBezTo>
                    <a:cubicBezTo>
                      <a:pt x="131229" y="28932"/>
                      <a:pt x="200685" y="77"/>
                      <a:pt x="273174" y="0"/>
                    </a:cubicBezTo>
                    <a:cubicBezTo>
                      <a:pt x="345657" y="-114"/>
                      <a:pt x="415193" y="28550"/>
                      <a:pt x="466550" y="79679"/>
                    </a:cubicBezTo>
                    <a:cubicBezTo>
                      <a:pt x="517870" y="130808"/>
                      <a:pt x="546840" y="200232"/>
                      <a:pt x="547070" y="272712"/>
                    </a:cubicBezTo>
                    <a:cubicBezTo>
                      <a:pt x="547070" y="345425"/>
                      <a:pt x="518215" y="415152"/>
                      <a:pt x="466818" y="466587"/>
                    </a:cubicBezTo>
                    <a:cubicBezTo>
                      <a:pt x="415421" y="518022"/>
                      <a:pt x="345735" y="546954"/>
                      <a:pt x="273060" y="547031"/>
                    </a:cubicBezTo>
                    <a:close/>
                    <a:moveTo>
                      <a:pt x="273058" y="99742"/>
                    </a:moveTo>
                    <a:cubicBezTo>
                      <a:pt x="226943" y="99895"/>
                      <a:pt x="182818" y="118303"/>
                      <a:pt x="150329" y="151024"/>
                    </a:cubicBezTo>
                    <a:cubicBezTo>
                      <a:pt x="117800" y="183707"/>
                      <a:pt x="99621" y="227947"/>
                      <a:pt x="99774" y="274027"/>
                    </a:cubicBezTo>
                    <a:cubicBezTo>
                      <a:pt x="99927" y="320143"/>
                      <a:pt x="118335" y="364268"/>
                      <a:pt x="151056" y="396756"/>
                    </a:cubicBezTo>
                    <a:cubicBezTo>
                      <a:pt x="183739" y="429248"/>
                      <a:pt x="227979" y="447426"/>
                      <a:pt x="274059" y="447272"/>
                    </a:cubicBezTo>
                    <a:cubicBezTo>
                      <a:pt x="320174" y="447157"/>
                      <a:pt x="364300" y="428711"/>
                      <a:pt x="396788" y="396028"/>
                    </a:cubicBezTo>
                    <a:cubicBezTo>
                      <a:pt x="429279" y="363308"/>
                      <a:pt x="447458" y="319067"/>
                      <a:pt x="447304" y="272986"/>
                    </a:cubicBezTo>
                    <a:cubicBezTo>
                      <a:pt x="447113" y="226909"/>
                      <a:pt x="428667" y="182822"/>
                      <a:pt x="395984" y="150326"/>
                    </a:cubicBezTo>
                    <a:cubicBezTo>
                      <a:pt x="363302" y="117873"/>
                      <a:pt x="319099" y="99656"/>
                      <a:pt x="273059" y="99732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" name="Freeform: Shape 89">
                <a:extLst>
                  <a:ext uri="{FF2B5EF4-FFF2-40B4-BE49-F238E27FC236}">
                    <a16:creationId xmlns:a16="http://schemas.microsoft.com/office/drawing/2014/main" id="{F02D640E-46CC-F975-25D9-CFA5EBBF4974}"/>
                  </a:ext>
                </a:extLst>
              </p:cNvPr>
              <p:cNvSpPr/>
              <p:nvPr/>
            </p:nvSpPr>
            <p:spPr>
              <a:xfrm>
                <a:off x="-8464515" y="1634432"/>
                <a:ext cx="4787141" cy="2690461"/>
              </a:xfrm>
              <a:custGeom>
                <a:avLst/>
                <a:gdLst>
                  <a:gd name="connsiteX0" fmla="*/ 4029994 w 4787141"/>
                  <a:gd name="connsiteY0" fmla="*/ 2690461 h 2690461"/>
                  <a:gd name="connsiteX1" fmla="*/ 757160 w 4787141"/>
                  <a:gd name="connsiteY1" fmla="*/ 2690461 h 2690461"/>
                  <a:gd name="connsiteX2" fmla="*/ 101437 w 4787141"/>
                  <a:gd name="connsiteY2" fmla="*/ 2311890 h 2690461"/>
                  <a:gd name="connsiteX3" fmla="*/ 101437 w 4787141"/>
                  <a:gd name="connsiteY3" fmla="*/ 1554757 h 2690461"/>
                  <a:gd name="connsiteX4" fmla="*/ 757160 w 4787141"/>
                  <a:gd name="connsiteY4" fmla="*/ 1176185 h 2690461"/>
                  <a:gd name="connsiteX5" fmla="*/ 785786 w 4787141"/>
                  <a:gd name="connsiteY5" fmla="*/ 1176836 h 2690461"/>
                  <a:gd name="connsiteX6" fmla="*/ 751687 w 4787141"/>
                  <a:gd name="connsiteY6" fmla="*/ 927812 h 2690461"/>
                  <a:gd name="connsiteX7" fmla="*/ 1132473 w 4787141"/>
                  <a:gd name="connsiteY7" fmla="*/ 178174 h 2690461"/>
                  <a:gd name="connsiteX8" fmla="*/ 1962555 w 4787141"/>
                  <a:gd name="connsiteY8" fmla="*/ 44423 h 2690461"/>
                  <a:gd name="connsiteX9" fmla="*/ 2559534 w 4787141"/>
                  <a:gd name="connsiteY9" fmla="*/ 636465 h 2690461"/>
                  <a:gd name="connsiteX10" fmla="*/ 3054937 w 4787141"/>
                  <a:gd name="connsiteY10" fmla="*/ 492378 h 2690461"/>
                  <a:gd name="connsiteX11" fmla="*/ 3618919 w 4787141"/>
                  <a:gd name="connsiteY11" fmla="*/ 685607 h 2690461"/>
                  <a:gd name="connsiteX12" fmla="*/ 3950993 w 4787141"/>
                  <a:gd name="connsiteY12" fmla="*/ 1180667 h 2690461"/>
                  <a:gd name="connsiteX13" fmla="*/ 4030021 w 4787141"/>
                  <a:gd name="connsiteY13" fmla="*/ 1175998 h 2690461"/>
                  <a:gd name="connsiteX14" fmla="*/ 4685705 w 4787141"/>
                  <a:gd name="connsiteY14" fmla="*/ 1554569 h 2690461"/>
                  <a:gd name="connsiteX15" fmla="*/ 4685705 w 4787141"/>
                  <a:gd name="connsiteY15" fmla="*/ 2311663 h 2690461"/>
                  <a:gd name="connsiteX16" fmla="*/ 4030021 w 4787141"/>
                  <a:gd name="connsiteY16" fmla="*/ 2690234 h 2690461"/>
                  <a:gd name="connsiteX17" fmla="*/ 757160 w 4787141"/>
                  <a:gd name="connsiteY17" fmla="*/ 1275754 h 2690461"/>
                  <a:gd name="connsiteX18" fmla="*/ 187858 w 4787141"/>
                  <a:gd name="connsiteY18" fmla="*/ 1604458 h 2690461"/>
                  <a:gd name="connsiteX19" fmla="*/ 187858 w 4787141"/>
                  <a:gd name="connsiteY19" fmla="*/ 2261827 h 2690461"/>
                  <a:gd name="connsiteX20" fmla="*/ 757160 w 4787141"/>
                  <a:gd name="connsiteY20" fmla="*/ 2590530 h 2690461"/>
                  <a:gd name="connsiteX21" fmla="*/ 4029994 w 4787141"/>
                  <a:gd name="connsiteY21" fmla="*/ 2590530 h 2690461"/>
                  <a:gd name="connsiteX22" fmla="*/ 4599296 w 4787141"/>
                  <a:gd name="connsiteY22" fmla="*/ 2261827 h 2690461"/>
                  <a:gd name="connsiteX23" fmla="*/ 4599296 w 4787141"/>
                  <a:gd name="connsiteY23" fmla="*/ 1604458 h 2690461"/>
                  <a:gd name="connsiteX24" fmla="*/ 4029994 w 4787141"/>
                  <a:gd name="connsiteY24" fmla="*/ 1275754 h 2690461"/>
                  <a:gd name="connsiteX25" fmla="*/ 3923489 w 4787141"/>
                  <a:gd name="connsiteY25" fmla="*/ 1285742 h 2690461"/>
                  <a:gd name="connsiteX26" fmla="*/ 3864553 w 4787141"/>
                  <a:gd name="connsiteY26" fmla="*/ 1247357 h 2690461"/>
                  <a:gd name="connsiteX27" fmla="*/ 3574773 w 4787141"/>
                  <a:gd name="connsiteY27" fmla="*/ 777594 h 2690461"/>
                  <a:gd name="connsiteX28" fmla="*/ 3054917 w 4787141"/>
                  <a:gd name="connsiteY28" fmla="*/ 592173 h 2690461"/>
                  <a:gd name="connsiteX29" fmla="*/ 2560847 w 4787141"/>
                  <a:gd name="connsiteY29" fmla="*/ 757039 h 2690461"/>
                  <a:gd name="connsiteX30" fmla="*/ 2514082 w 4787141"/>
                  <a:gd name="connsiteY30" fmla="*/ 764310 h 2690461"/>
                  <a:gd name="connsiteX31" fmla="*/ 2482279 w 4787141"/>
                  <a:gd name="connsiteY31" fmla="*/ 729217 h 2690461"/>
                  <a:gd name="connsiteX32" fmla="*/ 1972181 w 4787141"/>
                  <a:gd name="connsiteY32" fmla="*/ 153135 h 2690461"/>
                  <a:gd name="connsiteX33" fmla="*/ 1208347 w 4787141"/>
                  <a:gd name="connsiteY33" fmla="*/ 246132 h 2690461"/>
                  <a:gd name="connsiteX34" fmla="*/ 851329 w 4787141"/>
                  <a:gd name="connsiteY34" fmla="*/ 927797 h 2690461"/>
                  <a:gd name="connsiteX35" fmla="*/ 904218 w 4787141"/>
                  <a:gd name="connsiteY35" fmla="*/ 1216274 h 2690461"/>
                  <a:gd name="connsiteX36" fmla="*/ 896602 w 4787141"/>
                  <a:gd name="connsiteY36" fmla="*/ 1266140 h 2690461"/>
                  <a:gd name="connsiteX37" fmla="*/ 849645 w 4787141"/>
                  <a:gd name="connsiteY37" fmla="*/ 1283935 h 2690461"/>
                  <a:gd name="connsiteX38" fmla="*/ 757146 w 4787141"/>
                  <a:gd name="connsiteY38" fmla="*/ 1275746 h 26904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</a:cxnLst>
                <a:rect l="l" t="t" r="r" b="b"/>
                <a:pathLst>
                  <a:path w="4787141" h="2690461">
                    <a:moveTo>
                      <a:pt x="4029994" y="2690461"/>
                    </a:moveTo>
                    <a:lnTo>
                      <a:pt x="757160" y="2690461"/>
                    </a:lnTo>
                    <a:cubicBezTo>
                      <a:pt x="486671" y="2690461"/>
                      <a:pt x="236687" y="2546149"/>
                      <a:pt x="101437" y="2311890"/>
                    </a:cubicBezTo>
                    <a:cubicBezTo>
                      <a:pt x="-33812" y="2077640"/>
                      <a:pt x="-33812" y="1789007"/>
                      <a:pt x="101437" y="1554757"/>
                    </a:cubicBezTo>
                    <a:cubicBezTo>
                      <a:pt x="236687" y="1320507"/>
                      <a:pt x="486661" y="1176185"/>
                      <a:pt x="757160" y="1176185"/>
                    </a:cubicBezTo>
                    <a:cubicBezTo>
                      <a:pt x="766727" y="1176185"/>
                      <a:pt x="776257" y="1176185"/>
                      <a:pt x="785786" y="1176836"/>
                    </a:cubicBezTo>
                    <a:cubicBezTo>
                      <a:pt x="762863" y="1095819"/>
                      <a:pt x="751420" y="1012009"/>
                      <a:pt x="751687" y="927812"/>
                    </a:cubicBezTo>
                    <a:cubicBezTo>
                      <a:pt x="751534" y="631449"/>
                      <a:pt x="893060" y="352838"/>
                      <a:pt x="1132473" y="178174"/>
                    </a:cubicBezTo>
                    <a:cubicBezTo>
                      <a:pt x="1371886" y="3511"/>
                      <a:pt x="1680388" y="-46200"/>
                      <a:pt x="1962555" y="44423"/>
                    </a:cubicBezTo>
                    <a:cubicBezTo>
                      <a:pt x="2244723" y="135047"/>
                      <a:pt x="2466569" y="355062"/>
                      <a:pt x="2559534" y="636465"/>
                    </a:cubicBezTo>
                    <a:cubicBezTo>
                      <a:pt x="2707334" y="541746"/>
                      <a:pt x="2879392" y="491692"/>
                      <a:pt x="3054937" y="492378"/>
                    </a:cubicBezTo>
                    <a:cubicBezTo>
                      <a:pt x="3258992" y="493412"/>
                      <a:pt x="3457080" y="561264"/>
                      <a:pt x="3618919" y="685607"/>
                    </a:cubicBezTo>
                    <a:cubicBezTo>
                      <a:pt x="3780729" y="809913"/>
                      <a:pt x="3897374" y="983813"/>
                      <a:pt x="3950993" y="1180667"/>
                    </a:cubicBezTo>
                    <a:cubicBezTo>
                      <a:pt x="3977209" y="1177567"/>
                      <a:pt x="4003615" y="1175998"/>
                      <a:pt x="4030021" y="1175998"/>
                    </a:cubicBezTo>
                    <a:cubicBezTo>
                      <a:pt x="4300511" y="1175998"/>
                      <a:pt x="4550455" y="1320310"/>
                      <a:pt x="4685705" y="1554569"/>
                    </a:cubicBezTo>
                    <a:cubicBezTo>
                      <a:pt x="4820954" y="1788819"/>
                      <a:pt x="4820954" y="2077413"/>
                      <a:pt x="4685705" y="2311663"/>
                    </a:cubicBezTo>
                    <a:cubicBezTo>
                      <a:pt x="4550455" y="2545952"/>
                      <a:pt x="4300520" y="2690234"/>
                      <a:pt x="4030021" y="2690234"/>
                    </a:cubicBezTo>
                    <a:close/>
                    <a:moveTo>
                      <a:pt x="757160" y="1275754"/>
                    </a:moveTo>
                    <a:cubicBezTo>
                      <a:pt x="522293" y="1275754"/>
                      <a:pt x="305267" y="1401049"/>
                      <a:pt x="187858" y="1604458"/>
                    </a:cubicBezTo>
                    <a:cubicBezTo>
                      <a:pt x="70410" y="1807866"/>
                      <a:pt x="70410" y="2058457"/>
                      <a:pt x="187858" y="2261827"/>
                    </a:cubicBezTo>
                    <a:cubicBezTo>
                      <a:pt x="305267" y="2465235"/>
                      <a:pt x="522303" y="2590530"/>
                      <a:pt x="757160" y="2590530"/>
                    </a:cubicBezTo>
                    <a:lnTo>
                      <a:pt x="4029994" y="2590530"/>
                    </a:lnTo>
                    <a:cubicBezTo>
                      <a:pt x="4264861" y="2590530"/>
                      <a:pt x="4481887" y="2465235"/>
                      <a:pt x="4599296" y="2261827"/>
                    </a:cubicBezTo>
                    <a:cubicBezTo>
                      <a:pt x="4716744" y="2058457"/>
                      <a:pt x="4716744" y="1807866"/>
                      <a:pt x="4599296" y="1604458"/>
                    </a:cubicBezTo>
                    <a:cubicBezTo>
                      <a:pt x="4481887" y="1401049"/>
                      <a:pt x="4264851" y="1275754"/>
                      <a:pt x="4029994" y="1275754"/>
                    </a:cubicBezTo>
                    <a:cubicBezTo>
                      <a:pt x="3994250" y="1275409"/>
                      <a:pt x="3958543" y="1278739"/>
                      <a:pt x="3923489" y="1285742"/>
                    </a:cubicBezTo>
                    <a:cubicBezTo>
                      <a:pt x="3896623" y="1291329"/>
                      <a:pt x="3870293" y="1274146"/>
                      <a:pt x="3864553" y="1247357"/>
                    </a:cubicBezTo>
                    <a:cubicBezTo>
                      <a:pt x="3824178" y="1062357"/>
                      <a:pt x="3721956" y="896688"/>
                      <a:pt x="3574773" y="777594"/>
                    </a:cubicBezTo>
                    <a:cubicBezTo>
                      <a:pt x="3427620" y="658500"/>
                      <a:pt x="3244237" y="593094"/>
                      <a:pt x="3054917" y="592173"/>
                    </a:cubicBezTo>
                    <a:cubicBezTo>
                      <a:pt x="2876580" y="591369"/>
                      <a:pt x="2702945" y="649310"/>
                      <a:pt x="2560847" y="757039"/>
                    </a:cubicBezTo>
                    <a:cubicBezTo>
                      <a:pt x="2547491" y="767181"/>
                      <a:pt x="2529886" y="769936"/>
                      <a:pt x="2514082" y="764310"/>
                    </a:cubicBezTo>
                    <a:cubicBezTo>
                      <a:pt x="2498238" y="758723"/>
                      <a:pt x="2486298" y="745520"/>
                      <a:pt x="2482279" y="729217"/>
                    </a:cubicBezTo>
                    <a:cubicBezTo>
                      <a:pt x="2417335" y="464998"/>
                      <a:pt x="2226593" y="249618"/>
                      <a:pt x="1972181" y="153135"/>
                    </a:cubicBezTo>
                    <a:cubicBezTo>
                      <a:pt x="1717759" y="56656"/>
                      <a:pt x="1432192" y="91444"/>
                      <a:pt x="1208347" y="246132"/>
                    </a:cubicBezTo>
                    <a:cubicBezTo>
                      <a:pt x="984502" y="400819"/>
                      <a:pt x="851016" y="655701"/>
                      <a:pt x="851329" y="927797"/>
                    </a:cubicBezTo>
                    <a:cubicBezTo>
                      <a:pt x="850679" y="1026415"/>
                      <a:pt x="868627" y="1124279"/>
                      <a:pt x="904218" y="1216274"/>
                    </a:cubicBezTo>
                    <a:cubicBezTo>
                      <a:pt x="910877" y="1233036"/>
                      <a:pt x="907968" y="1252134"/>
                      <a:pt x="896602" y="1266140"/>
                    </a:cubicBezTo>
                    <a:cubicBezTo>
                      <a:pt x="885197" y="1279956"/>
                      <a:pt x="867325" y="1286730"/>
                      <a:pt x="849645" y="1283935"/>
                    </a:cubicBezTo>
                    <a:cubicBezTo>
                      <a:pt x="819105" y="1278654"/>
                      <a:pt x="788145" y="1275937"/>
                      <a:pt x="757146" y="1275746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0" name="Freeform: Shape 90">
                <a:extLst>
                  <a:ext uri="{FF2B5EF4-FFF2-40B4-BE49-F238E27FC236}">
                    <a16:creationId xmlns:a16="http://schemas.microsoft.com/office/drawing/2014/main" id="{0681FA2B-1AC5-9FAE-6E2B-55F4F6CCF7BB}"/>
                  </a:ext>
                </a:extLst>
              </p:cNvPr>
              <p:cNvSpPr/>
              <p:nvPr/>
            </p:nvSpPr>
            <p:spPr>
              <a:xfrm>
                <a:off x="-4484355" y="3109906"/>
                <a:ext cx="509214" cy="507731"/>
              </a:xfrm>
              <a:custGeom>
                <a:avLst/>
                <a:gdLst>
                  <a:gd name="connsiteX0" fmla="*/ 459354 w 509214"/>
                  <a:gd name="connsiteY0" fmla="*/ 507731 h 507731"/>
                  <a:gd name="connsiteX1" fmla="*/ 409489 w 509214"/>
                  <a:gd name="connsiteY1" fmla="*/ 457866 h 507731"/>
                  <a:gd name="connsiteX2" fmla="*/ 303788 w 509214"/>
                  <a:gd name="connsiteY2" fmla="*/ 204404 h 507731"/>
                  <a:gd name="connsiteX3" fmla="*/ 49866 w 509214"/>
                  <a:gd name="connsiteY3" fmla="*/ 99731 h 507731"/>
                  <a:gd name="connsiteX4" fmla="*/ 0 w 509214"/>
                  <a:gd name="connsiteY4" fmla="*/ 49866 h 507731"/>
                  <a:gd name="connsiteX5" fmla="*/ 49866 w 509214"/>
                  <a:gd name="connsiteY5" fmla="*/ 0 h 507731"/>
                  <a:gd name="connsiteX6" fmla="*/ 374239 w 509214"/>
                  <a:gd name="connsiteY6" fmla="*/ 133947 h 507731"/>
                  <a:gd name="connsiteX7" fmla="*/ 509214 w 509214"/>
                  <a:gd name="connsiteY7" fmla="*/ 457860 h 507731"/>
                  <a:gd name="connsiteX8" fmla="*/ 494633 w 509214"/>
                  <a:gd name="connsiteY8" fmla="*/ 493107 h 507731"/>
                  <a:gd name="connsiteX9" fmla="*/ 459348 w 509214"/>
                  <a:gd name="connsiteY9" fmla="*/ 507726 h 5077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09214" h="507731">
                    <a:moveTo>
                      <a:pt x="459354" y="507731"/>
                    </a:moveTo>
                    <a:cubicBezTo>
                      <a:pt x="431800" y="507731"/>
                      <a:pt x="409489" y="485420"/>
                      <a:pt x="409489" y="457866"/>
                    </a:cubicBezTo>
                    <a:cubicBezTo>
                      <a:pt x="409221" y="362688"/>
                      <a:pt x="371220" y="271524"/>
                      <a:pt x="303788" y="204404"/>
                    </a:cubicBezTo>
                    <a:cubicBezTo>
                      <a:pt x="236356" y="137239"/>
                      <a:pt x="145045" y="99623"/>
                      <a:pt x="49866" y="99731"/>
                    </a:cubicBezTo>
                    <a:cubicBezTo>
                      <a:pt x="22349" y="99731"/>
                      <a:pt x="0" y="77420"/>
                      <a:pt x="0" y="49866"/>
                    </a:cubicBezTo>
                    <a:cubicBezTo>
                      <a:pt x="0" y="22311"/>
                      <a:pt x="22349" y="0"/>
                      <a:pt x="49866" y="0"/>
                    </a:cubicBezTo>
                    <a:cubicBezTo>
                      <a:pt x="171448" y="-76"/>
                      <a:pt x="288093" y="48106"/>
                      <a:pt x="374239" y="133947"/>
                    </a:cubicBezTo>
                    <a:cubicBezTo>
                      <a:pt x="460347" y="219786"/>
                      <a:pt x="508871" y="336277"/>
                      <a:pt x="509214" y="457860"/>
                    </a:cubicBezTo>
                    <a:cubicBezTo>
                      <a:pt x="509214" y="471063"/>
                      <a:pt x="503971" y="483768"/>
                      <a:pt x="494633" y="493107"/>
                    </a:cubicBezTo>
                    <a:cubicBezTo>
                      <a:pt x="485257" y="502483"/>
                      <a:pt x="472589" y="507726"/>
                      <a:pt x="459348" y="507726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" name="Freeform: Shape 91">
                <a:extLst>
                  <a:ext uri="{FF2B5EF4-FFF2-40B4-BE49-F238E27FC236}">
                    <a16:creationId xmlns:a16="http://schemas.microsoft.com/office/drawing/2014/main" id="{06DF3355-5933-DC4B-1D96-C9567B9717C2}"/>
                  </a:ext>
                </a:extLst>
              </p:cNvPr>
              <p:cNvSpPr/>
              <p:nvPr/>
            </p:nvSpPr>
            <p:spPr>
              <a:xfrm>
                <a:off x="-5459454" y="2426068"/>
                <a:ext cx="665560" cy="558094"/>
              </a:xfrm>
              <a:custGeom>
                <a:avLst/>
                <a:gdLst>
                  <a:gd name="connsiteX0" fmla="*/ 615608 w 665560"/>
                  <a:gd name="connsiteY0" fmla="*/ 558085 h 558094"/>
                  <a:gd name="connsiteX1" fmla="*/ 566890 w 665560"/>
                  <a:gd name="connsiteY1" fmla="*/ 518706 h 558094"/>
                  <a:gd name="connsiteX2" fmla="*/ 381969 w 665560"/>
                  <a:gd name="connsiteY2" fmla="*/ 218404 h 558094"/>
                  <a:gd name="connsiteX3" fmla="*/ 49865 w 665560"/>
                  <a:gd name="connsiteY3" fmla="*/ 99731 h 558094"/>
                  <a:gd name="connsiteX4" fmla="*/ 0 w 665560"/>
                  <a:gd name="connsiteY4" fmla="*/ 49865 h 558094"/>
                  <a:gd name="connsiteX5" fmla="*/ 49865 w 665560"/>
                  <a:gd name="connsiteY5" fmla="*/ 0 h 558094"/>
                  <a:gd name="connsiteX6" fmla="*/ 444582 w 665560"/>
                  <a:gd name="connsiteY6" fmla="*/ 140912 h 558094"/>
                  <a:gd name="connsiteX7" fmla="*/ 664440 w 665560"/>
                  <a:gd name="connsiteY7" fmla="*/ 497705 h 558094"/>
                  <a:gd name="connsiteX8" fmla="*/ 657590 w 665560"/>
                  <a:gd name="connsiteY8" fmla="*/ 535286 h 558094"/>
                  <a:gd name="connsiteX9" fmla="*/ 626132 w 665560"/>
                  <a:gd name="connsiteY9" fmla="*/ 556946 h 558094"/>
                  <a:gd name="connsiteX10" fmla="*/ 615608 w 665560"/>
                  <a:gd name="connsiteY10" fmla="*/ 558094 h 5580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665560" h="558094">
                    <a:moveTo>
                      <a:pt x="615608" y="558085"/>
                    </a:moveTo>
                    <a:cubicBezTo>
                      <a:pt x="592111" y="558085"/>
                      <a:pt x="571827" y="541667"/>
                      <a:pt x="566890" y="518706"/>
                    </a:cubicBezTo>
                    <a:cubicBezTo>
                      <a:pt x="541173" y="400494"/>
                      <a:pt x="475961" y="294557"/>
                      <a:pt x="381969" y="218404"/>
                    </a:cubicBezTo>
                    <a:cubicBezTo>
                      <a:pt x="287977" y="142251"/>
                      <a:pt x="170831" y="100378"/>
                      <a:pt x="49865" y="99731"/>
                    </a:cubicBezTo>
                    <a:cubicBezTo>
                      <a:pt x="22349" y="99731"/>
                      <a:pt x="0" y="77420"/>
                      <a:pt x="0" y="49865"/>
                    </a:cubicBezTo>
                    <a:cubicBezTo>
                      <a:pt x="0" y="22311"/>
                      <a:pt x="22349" y="0"/>
                      <a:pt x="49865" y="0"/>
                    </a:cubicBezTo>
                    <a:cubicBezTo>
                      <a:pt x="193648" y="727"/>
                      <a:pt x="332836" y="50440"/>
                      <a:pt x="444582" y="140912"/>
                    </a:cubicBezTo>
                    <a:cubicBezTo>
                      <a:pt x="556290" y="231383"/>
                      <a:pt x="633824" y="357253"/>
                      <a:pt x="664440" y="497705"/>
                    </a:cubicBezTo>
                    <a:cubicBezTo>
                      <a:pt x="667234" y="510640"/>
                      <a:pt x="664746" y="524149"/>
                      <a:pt x="657590" y="535286"/>
                    </a:cubicBezTo>
                    <a:cubicBezTo>
                      <a:pt x="650395" y="546384"/>
                      <a:pt x="639067" y="554191"/>
                      <a:pt x="626132" y="556946"/>
                    </a:cubicBezTo>
                    <a:cubicBezTo>
                      <a:pt x="622688" y="557711"/>
                      <a:pt x="619167" y="558094"/>
                      <a:pt x="615608" y="558094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" name="Freeform: Shape 92">
                <a:extLst>
                  <a:ext uri="{FF2B5EF4-FFF2-40B4-BE49-F238E27FC236}">
                    <a16:creationId xmlns:a16="http://schemas.microsoft.com/office/drawing/2014/main" id="{63C992F6-3861-FBD5-966C-D3A8CD4FA919}"/>
                  </a:ext>
                </a:extLst>
              </p:cNvPr>
              <p:cNvSpPr/>
              <p:nvPr/>
            </p:nvSpPr>
            <p:spPr>
              <a:xfrm>
                <a:off x="-7413537" y="1933863"/>
                <a:ext cx="677764" cy="678300"/>
              </a:xfrm>
              <a:custGeom>
                <a:avLst/>
                <a:gdLst>
                  <a:gd name="connsiteX0" fmla="*/ 49865 w 677764"/>
                  <a:gd name="connsiteY0" fmla="*/ 678293 h 678300"/>
                  <a:gd name="connsiteX1" fmla="*/ 0 w 677764"/>
                  <a:gd name="connsiteY1" fmla="*/ 628428 h 678300"/>
                  <a:gd name="connsiteX2" fmla="*/ 184000 w 677764"/>
                  <a:gd name="connsiteY2" fmla="*/ 184343 h 678300"/>
                  <a:gd name="connsiteX3" fmla="*/ 627899 w 677764"/>
                  <a:gd name="connsiteY3" fmla="*/ 0 h 678300"/>
                  <a:gd name="connsiteX4" fmla="*/ 677765 w 677764"/>
                  <a:gd name="connsiteY4" fmla="*/ 49865 h 678300"/>
                  <a:gd name="connsiteX5" fmla="*/ 627899 w 677764"/>
                  <a:gd name="connsiteY5" fmla="*/ 99731 h 678300"/>
                  <a:gd name="connsiteX6" fmla="*/ 254540 w 677764"/>
                  <a:gd name="connsiteY6" fmla="*/ 254918 h 678300"/>
                  <a:gd name="connsiteX7" fmla="*/ 99774 w 677764"/>
                  <a:gd name="connsiteY7" fmla="*/ 628434 h 678300"/>
                  <a:gd name="connsiteX8" fmla="*/ 85155 w 677764"/>
                  <a:gd name="connsiteY8" fmla="*/ 663681 h 678300"/>
                  <a:gd name="connsiteX9" fmla="*/ 49869 w 677764"/>
                  <a:gd name="connsiteY9" fmla="*/ 678300 h 678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77764" h="678300">
                    <a:moveTo>
                      <a:pt x="49865" y="678293"/>
                    </a:moveTo>
                    <a:cubicBezTo>
                      <a:pt x="22349" y="678293"/>
                      <a:pt x="0" y="655982"/>
                      <a:pt x="0" y="628428"/>
                    </a:cubicBezTo>
                    <a:cubicBezTo>
                      <a:pt x="115" y="461876"/>
                      <a:pt x="66283" y="302173"/>
                      <a:pt x="184000" y="184343"/>
                    </a:cubicBezTo>
                    <a:cubicBezTo>
                      <a:pt x="301723" y="66552"/>
                      <a:pt x="461347" y="225"/>
                      <a:pt x="627899" y="0"/>
                    </a:cubicBezTo>
                    <a:cubicBezTo>
                      <a:pt x="655453" y="0"/>
                      <a:pt x="677765" y="22311"/>
                      <a:pt x="677765" y="49865"/>
                    </a:cubicBezTo>
                    <a:cubicBezTo>
                      <a:pt x="677765" y="77420"/>
                      <a:pt x="655453" y="99731"/>
                      <a:pt x="627899" y="99731"/>
                    </a:cubicBezTo>
                    <a:cubicBezTo>
                      <a:pt x="487790" y="99999"/>
                      <a:pt x="353540" y="155797"/>
                      <a:pt x="254540" y="254918"/>
                    </a:cubicBezTo>
                    <a:cubicBezTo>
                      <a:pt x="155540" y="353996"/>
                      <a:pt x="99852" y="488325"/>
                      <a:pt x="99774" y="628434"/>
                    </a:cubicBezTo>
                    <a:cubicBezTo>
                      <a:pt x="99774" y="641676"/>
                      <a:pt x="94493" y="654342"/>
                      <a:pt x="85155" y="663681"/>
                    </a:cubicBezTo>
                    <a:cubicBezTo>
                      <a:pt x="75817" y="673057"/>
                      <a:pt x="63111" y="678300"/>
                      <a:pt x="49869" y="678300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" name="Freeform: Shape 93">
                <a:extLst>
                  <a:ext uri="{FF2B5EF4-FFF2-40B4-BE49-F238E27FC236}">
                    <a16:creationId xmlns:a16="http://schemas.microsoft.com/office/drawing/2014/main" id="{AF3B26AF-1893-0190-E300-3F1679728E34}"/>
                  </a:ext>
                </a:extLst>
              </p:cNvPr>
              <p:cNvSpPr/>
              <p:nvPr/>
            </p:nvSpPr>
            <p:spPr>
              <a:xfrm>
                <a:off x="-8164782" y="3109912"/>
                <a:ext cx="507235" cy="507725"/>
              </a:xfrm>
              <a:custGeom>
                <a:avLst/>
                <a:gdLst>
                  <a:gd name="connsiteX0" fmla="*/ 49865 w 507235"/>
                  <a:gd name="connsiteY0" fmla="*/ 507725 h 507725"/>
                  <a:gd name="connsiteX1" fmla="*/ 0 w 507235"/>
                  <a:gd name="connsiteY1" fmla="*/ 457860 h 507725"/>
                  <a:gd name="connsiteX2" fmla="*/ 133986 w 507235"/>
                  <a:gd name="connsiteY2" fmla="*/ 134329 h 507725"/>
                  <a:gd name="connsiteX3" fmla="*/ 457370 w 507235"/>
                  <a:gd name="connsiteY3" fmla="*/ 0 h 507725"/>
                  <a:gd name="connsiteX4" fmla="*/ 507235 w 507235"/>
                  <a:gd name="connsiteY4" fmla="*/ 49865 h 507725"/>
                  <a:gd name="connsiteX5" fmla="*/ 457370 w 507235"/>
                  <a:gd name="connsiteY5" fmla="*/ 99731 h 507725"/>
                  <a:gd name="connsiteX6" fmla="*/ 204515 w 507235"/>
                  <a:gd name="connsiteY6" fmla="*/ 204854 h 507725"/>
                  <a:gd name="connsiteX7" fmla="*/ 99735 w 507235"/>
                  <a:gd name="connsiteY7" fmla="*/ 457856 h 507725"/>
                  <a:gd name="connsiteX8" fmla="*/ 85116 w 507235"/>
                  <a:gd name="connsiteY8" fmla="*/ 493103 h 507725"/>
                  <a:gd name="connsiteX9" fmla="*/ 49868 w 507235"/>
                  <a:gd name="connsiteY9" fmla="*/ 507722 h 507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07235" h="507725">
                    <a:moveTo>
                      <a:pt x="49865" y="507725"/>
                    </a:moveTo>
                    <a:cubicBezTo>
                      <a:pt x="22311" y="507725"/>
                      <a:pt x="0" y="485414"/>
                      <a:pt x="0" y="457860"/>
                    </a:cubicBezTo>
                    <a:cubicBezTo>
                      <a:pt x="38" y="336542"/>
                      <a:pt x="48259" y="220161"/>
                      <a:pt x="133986" y="134329"/>
                    </a:cubicBezTo>
                    <a:cubicBezTo>
                      <a:pt x="219749" y="48527"/>
                      <a:pt x="336013" y="196"/>
                      <a:pt x="457370" y="0"/>
                    </a:cubicBezTo>
                    <a:cubicBezTo>
                      <a:pt x="484886" y="0"/>
                      <a:pt x="507235" y="22311"/>
                      <a:pt x="507235" y="49865"/>
                    </a:cubicBezTo>
                    <a:cubicBezTo>
                      <a:pt x="507235" y="77420"/>
                      <a:pt x="484886" y="99731"/>
                      <a:pt x="457370" y="99731"/>
                    </a:cubicBezTo>
                    <a:cubicBezTo>
                      <a:pt x="362460" y="99922"/>
                      <a:pt x="271567" y="137733"/>
                      <a:pt x="204515" y="204854"/>
                    </a:cubicBezTo>
                    <a:cubicBezTo>
                      <a:pt x="137466" y="271980"/>
                      <a:pt x="99774" y="362990"/>
                      <a:pt x="99735" y="457856"/>
                    </a:cubicBezTo>
                    <a:cubicBezTo>
                      <a:pt x="99735" y="471059"/>
                      <a:pt x="94492" y="483764"/>
                      <a:pt x="85116" y="493103"/>
                    </a:cubicBezTo>
                    <a:cubicBezTo>
                      <a:pt x="75778" y="502479"/>
                      <a:pt x="63072" y="507722"/>
                      <a:pt x="49868" y="507722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19A412EC-9E3D-6E47-B1A7-75B60692AAAB}"/>
              </a:ext>
            </a:extLst>
          </p:cNvPr>
          <p:cNvSpPr txBox="1"/>
          <p:nvPr/>
        </p:nvSpPr>
        <p:spPr>
          <a:xfrm>
            <a:off x="371475" y="2652399"/>
            <a:ext cx="4974481" cy="25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IN" sz="1600" b="1" i="0" u="none" strike="noStrike" baseline="0">
                <a:solidFill>
                  <a:schemeClr val="accent2"/>
                </a:solidFill>
                <a:latin typeface="+mj-lt"/>
              </a:rPr>
              <a:t>ACCESSITAL</a:t>
            </a:r>
            <a:endParaRPr lang="en-US" sz="1600" b="0" i="0" u="none" strike="noStrike" baseline="0">
              <a:solidFill>
                <a:schemeClr val="accent2"/>
              </a:solidFill>
              <a:latin typeface="+mj-lt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85FF7DE-2A47-F300-EA15-5618A5EA5D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71475" y="3007083"/>
            <a:ext cx="528557" cy="0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0F35C542-FCA3-D1C2-396F-23A48CB3AA3F}"/>
              </a:ext>
            </a:extLst>
          </p:cNvPr>
          <p:cNvSpPr txBox="1"/>
          <p:nvPr/>
        </p:nvSpPr>
        <p:spPr>
          <a:xfrm>
            <a:off x="371475" y="3140488"/>
            <a:ext cx="5545138" cy="296517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180000" indent="-18000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200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/>
              <a:t>Cloud based SAS platform created to enable the creation of accessible daisy and </a:t>
            </a:r>
            <a:r>
              <a:rPr lang="en-US" err="1"/>
              <a:t>Epub</a:t>
            </a:r>
            <a:r>
              <a:rPr lang="en-US"/>
              <a:t> books.</a:t>
            </a:r>
          </a:p>
          <a:p>
            <a:r>
              <a:rPr lang="en-US"/>
              <a:t>Use of Google Vision APIs and google cloud for Optical Character Recognition (OCR) for Indian languages.</a:t>
            </a:r>
          </a:p>
          <a:p>
            <a:r>
              <a:rPr lang="en-US"/>
              <a:t>Highly scalable platform to onboard 100s of volunteers and manage book creation workflow.</a:t>
            </a:r>
          </a:p>
          <a:p>
            <a:r>
              <a:rPr lang="en-US"/>
              <a:t>Currently used by many organizations, including Saksham, Enable India, and Mitra Jyoti.</a:t>
            </a:r>
          </a:p>
          <a:p>
            <a:r>
              <a:rPr lang="en-US"/>
              <a:t>Hosted SAS offering at </a:t>
            </a:r>
            <a:r>
              <a:rPr lang="en-US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https://www.accessital.org</a:t>
            </a:r>
          </a:p>
          <a:p>
            <a:r>
              <a:rPr lang="en-US" err="1"/>
              <a:t>Epub</a:t>
            </a:r>
            <a:r>
              <a:rPr lang="en-US"/>
              <a:t> and Daisy accessible book creation platform</a:t>
            </a:r>
          </a:p>
          <a:p>
            <a:endParaRPr lang="en-US"/>
          </a:p>
          <a:p>
            <a:endParaRPr lang="en-US"/>
          </a:p>
        </p:txBody>
      </p:sp>
      <p:cxnSp>
        <p:nvCxnSpPr>
          <p:cNvPr id="97" name="Straight Connector 96" descr="Line dividing Clients and Tasks information in this slide">
            <a:extLst>
              <a:ext uri="{FF2B5EF4-FFF2-40B4-BE49-F238E27FC236}">
                <a16:creationId xmlns:a16="http://schemas.microsoft.com/office/drawing/2014/main" id="{E1DA7EC8-184D-767E-B2A5-088C9EE40F3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>
            <a:cxnSpLocks/>
          </p:cNvCxnSpPr>
          <p:nvPr/>
        </p:nvCxnSpPr>
        <p:spPr>
          <a:xfrm flipV="1">
            <a:off x="6096000" y="3019491"/>
            <a:ext cx="0" cy="2419445"/>
          </a:xfrm>
          <a:prstGeom prst="line">
            <a:avLst/>
          </a:prstGeom>
          <a:ln>
            <a:gradFill>
              <a:gsLst>
                <a:gs pos="0">
                  <a:schemeClr val="bg1"/>
                </a:gs>
                <a:gs pos="87000">
                  <a:schemeClr val="bg1">
                    <a:lumMod val="7500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" name="Group 56">
            <a:extLst>
              <a:ext uri="{FF2B5EF4-FFF2-40B4-BE49-F238E27FC236}">
                <a16:creationId xmlns:a16="http://schemas.microsoft.com/office/drawing/2014/main" id="{B4FA8007-4030-42EA-B4A2-E7D3AADB17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6278247" y="1737073"/>
            <a:ext cx="763488" cy="763488"/>
            <a:chOff x="6278247" y="1737073"/>
            <a:chExt cx="763488" cy="763488"/>
          </a:xfrm>
        </p:grpSpPr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C9B198AD-EE43-51C4-B58D-3D5945DAE6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78247" y="1737073"/>
              <a:ext cx="763488" cy="763488"/>
            </a:xfrm>
            <a:prstGeom prst="ellipse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3FB16DE9-82C0-1C90-6AAE-1C61F88A85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6438582" y="1922007"/>
              <a:ext cx="442819" cy="393621"/>
              <a:chOff x="13728685" y="-177157"/>
              <a:chExt cx="4937760" cy="4389159"/>
            </a:xfrm>
            <a:solidFill>
              <a:schemeClr val="bg1"/>
            </a:solidFill>
          </p:grpSpPr>
          <p:sp>
            <p:nvSpPr>
              <p:cNvPr id="60" name="Freeform: Shape 19">
                <a:extLst>
                  <a:ext uri="{FF2B5EF4-FFF2-40B4-BE49-F238E27FC236}">
                    <a16:creationId xmlns:a16="http://schemas.microsoft.com/office/drawing/2014/main" id="{61F0E598-942F-448C-DEA4-302D9DDC4F9E}"/>
                  </a:ext>
                </a:extLst>
              </p:cNvPr>
              <p:cNvSpPr/>
              <p:nvPr/>
            </p:nvSpPr>
            <p:spPr>
              <a:xfrm>
                <a:off x="13728685" y="-177157"/>
                <a:ext cx="3391652" cy="4389159"/>
              </a:xfrm>
              <a:custGeom>
                <a:avLst/>
                <a:gdLst>
                  <a:gd name="connsiteX0" fmla="*/ 3192077 w 3391652"/>
                  <a:gd name="connsiteY0" fmla="*/ 3990151 h 4389159"/>
                  <a:gd name="connsiteX1" fmla="*/ 2992577 w 3391652"/>
                  <a:gd name="connsiteY1" fmla="*/ 4189650 h 4389159"/>
                  <a:gd name="connsiteX2" fmla="*/ 398980 w 3391652"/>
                  <a:gd name="connsiteY2" fmla="*/ 4189650 h 4389159"/>
                  <a:gd name="connsiteX3" fmla="*/ 199481 w 3391652"/>
                  <a:gd name="connsiteY3" fmla="*/ 3990151 h 4389159"/>
                  <a:gd name="connsiteX4" fmla="*/ 199481 w 3391652"/>
                  <a:gd name="connsiteY4" fmla="*/ 399008 h 4389159"/>
                  <a:gd name="connsiteX5" fmla="*/ 398980 w 3391652"/>
                  <a:gd name="connsiteY5" fmla="*/ 199509 h 4389159"/>
                  <a:gd name="connsiteX6" fmla="*/ 2992577 w 3391652"/>
                  <a:gd name="connsiteY6" fmla="*/ 199509 h 4389159"/>
                  <a:gd name="connsiteX7" fmla="*/ 3192077 w 3391652"/>
                  <a:gd name="connsiteY7" fmla="*/ 399008 h 4389159"/>
                  <a:gd name="connsiteX8" fmla="*/ 3192077 w 3391652"/>
                  <a:gd name="connsiteY8" fmla="*/ 1109762 h 4389159"/>
                  <a:gd name="connsiteX9" fmla="*/ 3391576 w 3391652"/>
                  <a:gd name="connsiteY9" fmla="*/ 1109762 h 4389159"/>
                  <a:gd name="connsiteX10" fmla="*/ 3391614 w 3391652"/>
                  <a:gd name="connsiteY10" fmla="*/ 399008 h 4389159"/>
                  <a:gd name="connsiteX11" fmla="*/ 2992606 w 3391652"/>
                  <a:gd name="connsiteY11" fmla="*/ 0 h 4389159"/>
                  <a:gd name="connsiteX12" fmla="*/ 399008 w 3391652"/>
                  <a:gd name="connsiteY12" fmla="*/ 0 h 4389159"/>
                  <a:gd name="connsiteX13" fmla="*/ 0 w 3391652"/>
                  <a:gd name="connsiteY13" fmla="*/ 399008 h 4389159"/>
                  <a:gd name="connsiteX14" fmla="*/ 0 w 3391652"/>
                  <a:gd name="connsiteY14" fmla="*/ 3990151 h 4389159"/>
                  <a:gd name="connsiteX15" fmla="*/ 399008 w 3391652"/>
                  <a:gd name="connsiteY15" fmla="*/ 4389160 h 4389159"/>
                  <a:gd name="connsiteX16" fmla="*/ 2992606 w 3391652"/>
                  <a:gd name="connsiteY16" fmla="*/ 4389160 h 4389159"/>
                  <a:gd name="connsiteX17" fmla="*/ 3391614 w 3391652"/>
                  <a:gd name="connsiteY17" fmla="*/ 3990151 h 4389159"/>
                  <a:gd name="connsiteX18" fmla="*/ 3391652 w 3391652"/>
                  <a:gd name="connsiteY18" fmla="*/ 3279398 h 4389159"/>
                  <a:gd name="connsiteX19" fmla="*/ 3192153 w 3391652"/>
                  <a:gd name="connsiteY19" fmla="*/ 3279398 h 43891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3391652" h="4389159">
                    <a:moveTo>
                      <a:pt x="3192077" y="3990151"/>
                    </a:moveTo>
                    <a:cubicBezTo>
                      <a:pt x="3192077" y="4100369"/>
                      <a:pt x="3102793" y="4189650"/>
                      <a:pt x="2992577" y="4189650"/>
                    </a:cubicBezTo>
                    <a:lnTo>
                      <a:pt x="398980" y="4189650"/>
                    </a:lnTo>
                    <a:cubicBezTo>
                      <a:pt x="288762" y="4189650"/>
                      <a:pt x="199481" y="4100366"/>
                      <a:pt x="199481" y="3990151"/>
                    </a:cubicBezTo>
                    <a:lnTo>
                      <a:pt x="199481" y="399008"/>
                    </a:lnTo>
                    <a:cubicBezTo>
                      <a:pt x="199481" y="288790"/>
                      <a:pt x="288765" y="199509"/>
                      <a:pt x="398980" y="199509"/>
                    </a:cubicBezTo>
                    <a:lnTo>
                      <a:pt x="2992577" y="199509"/>
                    </a:lnTo>
                    <a:cubicBezTo>
                      <a:pt x="3102795" y="199509"/>
                      <a:pt x="3192077" y="288793"/>
                      <a:pt x="3192077" y="399008"/>
                    </a:cubicBezTo>
                    <a:lnTo>
                      <a:pt x="3192077" y="1109762"/>
                    </a:lnTo>
                    <a:lnTo>
                      <a:pt x="3391576" y="1109762"/>
                    </a:lnTo>
                    <a:lnTo>
                      <a:pt x="3391614" y="399008"/>
                    </a:lnTo>
                    <a:cubicBezTo>
                      <a:pt x="3391614" y="179572"/>
                      <a:pt x="3212052" y="0"/>
                      <a:pt x="2992606" y="0"/>
                    </a:cubicBezTo>
                    <a:lnTo>
                      <a:pt x="399008" y="0"/>
                    </a:lnTo>
                    <a:cubicBezTo>
                      <a:pt x="179572" y="0"/>
                      <a:pt x="0" y="179562"/>
                      <a:pt x="0" y="399008"/>
                    </a:cubicBezTo>
                    <a:lnTo>
                      <a:pt x="0" y="3990151"/>
                    </a:lnTo>
                    <a:cubicBezTo>
                      <a:pt x="0" y="4209588"/>
                      <a:pt x="179562" y="4389160"/>
                      <a:pt x="399008" y="4389160"/>
                    </a:cubicBezTo>
                    <a:lnTo>
                      <a:pt x="2992606" y="4389160"/>
                    </a:lnTo>
                    <a:cubicBezTo>
                      <a:pt x="3212042" y="4389160"/>
                      <a:pt x="3391614" y="4209597"/>
                      <a:pt x="3391614" y="3990151"/>
                    </a:cubicBezTo>
                    <a:lnTo>
                      <a:pt x="3391652" y="3279398"/>
                    </a:lnTo>
                    <a:lnTo>
                      <a:pt x="3192153" y="3279398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" name="Freeform: Shape 20">
                <a:extLst>
                  <a:ext uri="{FF2B5EF4-FFF2-40B4-BE49-F238E27FC236}">
                    <a16:creationId xmlns:a16="http://schemas.microsoft.com/office/drawing/2014/main" id="{544408E1-A1AB-AD1D-0CD7-140DB1AB203E}"/>
                  </a:ext>
                </a:extLst>
              </p:cNvPr>
              <p:cNvSpPr/>
              <p:nvPr/>
            </p:nvSpPr>
            <p:spPr>
              <a:xfrm>
                <a:off x="14027881" y="421379"/>
                <a:ext cx="2793145" cy="199548"/>
              </a:xfrm>
              <a:custGeom>
                <a:avLst/>
                <a:gdLst>
                  <a:gd name="connsiteX0" fmla="*/ 2793146 w 2793145"/>
                  <a:gd name="connsiteY0" fmla="*/ 99774 h 199548"/>
                  <a:gd name="connsiteX1" fmla="*/ 2693372 w 2793145"/>
                  <a:gd name="connsiteY1" fmla="*/ 0 h 199548"/>
                  <a:gd name="connsiteX2" fmla="*/ 99774 w 2793145"/>
                  <a:gd name="connsiteY2" fmla="*/ 0 h 199548"/>
                  <a:gd name="connsiteX3" fmla="*/ 0 w 2793145"/>
                  <a:gd name="connsiteY3" fmla="*/ 99774 h 199548"/>
                  <a:gd name="connsiteX4" fmla="*/ 99774 w 2793145"/>
                  <a:gd name="connsiteY4" fmla="*/ 199548 h 199548"/>
                  <a:gd name="connsiteX5" fmla="*/ 2693372 w 2793145"/>
                  <a:gd name="connsiteY5" fmla="*/ 199548 h 199548"/>
                  <a:gd name="connsiteX6" fmla="*/ 2793146 w 2793145"/>
                  <a:gd name="connsiteY6" fmla="*/ 99774 h 1995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793145" h="199548">
                    <a:moveTo>
                      <a:pt x="2793146" y="99774"/>
                    </a:moveTo>
                    <a:cubicBezTo>
                      <a:pt x="2793146" y="44894"/>
                      <a:pt x="2748255" y="0"/>
                      <a:pt x="2693372" y="0"/>
                    </a:cubicBezTo>
                    <a:lnTo>
                      <a:pt x="99774" y="0"/>
                    </a:lnTo>
                    <a:cubicBezTo>
                      <a:pt x="44894" y="0"/>
                      <a:pt x="0" y="44891"/>
                      <a:pt x="0" y="99774"/>
                    </a:cubicBezTo>
                    <a:cubicBezTo>
                      <a:pt x="0" y="154654"/>
                      <a:pt x="44891" y="199548"/>
                      <a:pt x="99774" y="199548"/>
                    </a:cubicBezTo>
                    <a:lnTo>
                      <a:pt x="2693372" y="199548"/>
                    </a:lnTo>
                    <a:cubicBezTo>
                      <a:pt x="2748252" y="199510"/>
                      <a:pt x="2793146" y="154620"/>
                      <a:pt x="2793146" y="99774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" name="Freeform: Shape 21">
                <a:extLst>
                  <a:ext uri="{FF2B5EF4-FFF2-40B4-BE49-F238E27FC236}">
                    <a16:creationId xmlns:a16="http://schemas.microsoft.com/office/drawing/2014/main" id="{516F3142-9417-FF85-E420-2A5CB8BAE987}"/>
                  </a:ext>
                </a:extLst>
              </p:cNvPr>
              <p:cNvSpPr/>
              <p:nvPr/>
            </p:nvSpPr>
            <p:spPr>
              <a:xfrm>
                <a:off x="14027920" y="920161"/>
                <a:ext cx="1645959" cy="199509"/>
              </a:xfrm>
              <a:custGeom>
                <a:avLst/>
                <a:gdLst>
                  <a:gd name="connsiteX0" fmla="*/ 99774 w 1645959"/>
                  <a:gd name="connsiteY0" fmla="*/ 199499 h 199509"/>
                  <a:gd name="connsiteX1" fmla="*/ 1645959 w 1645959"/>
                  <a:gd name="connsiteY1" fmla="*/ 199499 h 199509"/>
                  <a:gd name="connsiteX2" fmla="*/ 1645959 w 1645959"/>
                  <a:gd name="connsiteY2" fmla="*/ 0 h 199509"/>
                  <a:gd name="connsiteX3" fmla="*/ 99774 w 1645959"/>
                  <a:gd name="connsiteY3" fmla="*/ 0 h 199509"/>
                  <a:gd name="connsiteX4" fmla="*/ 0 w 1645959"/>
                  <a:gd name="connsiteY4" fmla="*/ 99774 h 199509"/>
                  <a:gd name="connsiteX5" fmla="*/ 99774 w 1645959"/>
                  <a:gd name="connsiteY5" fmla="*/ 199509 h 1995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645959" h="199509">
                    <a:moveTo>
                      <a:pt x="99774" y="199499"/>
                    </a:moveTo>
                    <a:lnTo>
                      <a:pt x="1645959" y="199499"/>
                    </a:lnTo>
                    <a:lnTo>
                      <a:pt x="1645959" y="0"/>
                    </a:lnTo>
                    <a:lnTo>
                      <a:pt x="99774" y="0"/>
                    </a:lnTo>
                    <a:cubicBezTo>
                      <a:pt x="44894" y="0"/>
                      <a:pt x="0" y="44891"/>
                      <a:pt x="0" y="99774"/>
                    </a:cubicBezTo>
                    <a:cubicBezTo>
                      <a:pt x="38" y="154616"/>
                      <a:pt x="44929" y="199509"/>
                      <a:pt x="99774" y="199509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" name="Freeform: Shape 22">
                <a:extLst>
                  <a:ext uri="{FF2B5EF4-FFF2-40B4-BE49-F238E27FC236}">
                    <a16:creationId xmlns:a16="http://schemas.microsoft.com/office/drawing/2014/main" id="{4A2663AD-34F8-A65B-AB03-E77E77834A31}"/>
                  </a:ext>
                </a:extLst>
              </p:cNvPr>
              <p:cNvSpPr/>
              <p:nvPr/>
            </p:nvSpPr>
            <p:spPr>
              <a:xfrm>
                <a:off x="14027920" y="1418934"/>
                <a:ext cx="1396524" cy="199509"/>
              </a:xfrm>
              <a:custGeom>
                <a:avLst/>
                <a:gdLst>
                  <a:gd name="connsiteX0" fmla="*/ 99774 w 1396524"/>
                  <a:gd name="connsiteY0" fmla="*/ 199499 h 199509"/>
                  <a:gd name="connsiteX1" fmla="*/ 1396524 w 1396524"/>
                  <a:gd name="connsiteY1" fmla="*/ 199499 h 199509"/>
                  <a:gd name="connsiteX2" fmla="*/ 1396524 w 1396524"/>
                  <a:gd name="connsiteY2" fmla="*/ 0 h 199509"/>
                  <a:gd name="connsiteX3" fmla="*/ 99774 w 1396524"/>
                  <a:gd name="connsiteY3" fmla="*/ 0 h 199509"/>
                  <a:gd name="connsiteX4" fmla="*/ 0 w 1396524"/>
                  <a:gd name="connsiteY4" fmla="*/ 99774 h 199509"/>
                  <a:gd name="connsiteX5" fmla="*/ 99774 w 1396524"/>
                  <a:gd name="connsiteY5" fmla="*/ 199509 h 1995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96524" h="199509">
                    <a:moveTo>
                      <a:pt x="99774" y="199499"/>
                    </a:moveTo>
                    <a:lnTo>
                      <a:pt x="1396524" y="199499"/>
                    </a:lnTo>
                    <a:lnTo>
                      <a:pt x="1396524" y="0"/>
                    </a:lnTo>
                    <a:lnTo>
                      <a:pt x="99774" y="0"/>
                    </a:lnTo>
                    <a:cubicBezTo>
                      <a:pt x="44894" y="0"/>
                      <a:pt x="0" y="44891"/>
                      <a:pt x="0" y="99774"/>
                    </a:cubicBezTo>
                    <a:cubicBezTo>
                      <a:pt x="38" y="154616"/>
                      <a:pt x="44929" y="199509"/>
                      <a:pt x="99774" y="199509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" name="Freeform: Shape 23">
                <a:extLst>
                  <a:ext uri="{FF2B5EF4-FFF2-40B4-BE49-F238E27FC236}">
                    <a16:creationId xmlns:a16="http://schemas.microsoft.com/office/drawing/2014/main" id="{5B2F2423-3380-5136-9FAF-DC5F6E3180A0}"/>
                  </a:ext>
                </a:extLst>
              </p:cNvPr>
              <p:cNvSpPr/>
              <p:nvPr/>
            </p:nvSpPr>
            <p:spPr>
              <a:xfrm>
                <a:off x="14027920" y="1917668"/>
                <a:ext cx="1197054" cy="199548"/>
              </a:xfrm>
              <a:custGeom>
                <a:avLst/>
                <a:gdLst>
                  <a:gd name="connsiteX0" fmla="*/ 99774 w 1197054"/>
                  <a:gd name="connsiteY0" fmla="*/ 199538 h 199548"/>
                  <a:gd name="connsiteX1" fmla="*/ 1197054 w 1197054"/>
                  <a:gd name="connsiteY1" fmla="*/ 199538 h 199548"/>
                  <a:gd name="connsiteX2" fmla="*/ 1197054 w 1197054"/>
                  <a:gd name="connsiteY2" fmla="*/ 38 h 199548"/>
                  <a:gd name="connsiteX3" fmla="*/ 99774 w 1197054"/>
                  <a:gd name="connsiteY3" fmla="*/ 0 h 199548"/>
                  <a:gd name="connsiteX4" fmla="*/ 0 w 1197054"/>
                  <a:gd name="connsiteY4" fmla="*/ 99774 h 199548"/>
                  <a:gd name="connsiteX5" fmla="*/ 99774 w 1197054"/>
                  <a:gd name="connsiteY5" fmla="*/ 199548 h 1995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054" h="199548">
                    <a:moveTo>
                      <a:pt x="99774" y="199538"/>
                    </a:moveTo>
                    <a:lnTo>
                      <a:pt x="1197054" y="199538"/>
                    </a:lnTo>
                    <a:lnTo>
                      <a:pt x="1197054" y="38"/>
                    </a:lnTo>
                    <a:lnTo>
                      <a:pt x="99774" y="0"/>
                    </a:lnTo>
                    <a:cubicBezTo>
                      <a:pt x="44894" y="0"/>
                      <a:pt x="0" y="44891"/>
                      <a:pt x="0" y="99774"/>
                    </a:cubicBezTo>
                    <a:cubicBezTo>
                      <a:pt x="38" y="154654"/>
                      <a:pt x="44929" y="199548"/>
                      <a:pt x="99774" y="199548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" name="Freeform: Shape 24">
                <a:extLst>
                  <a:ext uri="{FF2B5EF4-FFF2-40B4-BE49-F238E27FC236}">
                    <a16:creationId xmlns:a16="http://schemas.microsoft.com/office/drawing/2014/main" id="{7EF85B9B-AF2E-FE47-09D5-6A97E736F95C}"/>
                  </a:ext>
                </a:extLst>
              </p:cNvPr>
              <p:cNvSpPr/>
              <p:nvPr/>
            </p:nvSpPr>
            <p:spPr>
              <a:xfrm>
                <a:off x="14027920" y="2416479"/>
                <a:ext cx="1396524" cy="199509"/>
              </a:xfrm>
              <a:custGeom>
                <a:avLst/>
                <a:gdLst>
                  <a:gd name="connsiteX0" fmla="*/ 99774 w 1396524"/>
                  <a:gd name="connsiteY0" fmla="*/ 199499 h 199509"/>
                  <a:gd name="connsiteX1" fmla="*/ 1396524 w 1396524"/>
                  <a:gd name="connsiteY1" fmla="*/ 199499 h 199509"/>
                  <a:gd name="connsiteX2" fmla="*/ 1396524 w 1396524"/>
                  <a:gd name="connsiteY2" fmla="*/ 0 h 199509"/>
                  <a:gd name="connsiteX3" fmla="*/ 99774 w 1396524"/>
                  <a:gd name="connsiteY3" fmla="*/ 0 h 199509"/>
                  <a:gd name="connsiteX4" fmla="*/ 0 w 1396524"/>
                  <a:gd name="connsiteY4" fmla="*/ 99774 h 199509"/>
                  <a:gd name="connsiteX5" fmla="*/ 99774 w 1396524"/>
                  <a:gd name="connsiteY5" fmla="*/ 199509 h 1995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96524" h="199509">
                    <a:moveTo>
                      <a:pt x="99774" y="199499"/>
                    </a:moveTo>
                    <a:lnTo>
                      <a:pt x="1396524" y="199499"/>
                    </a:lnTo>
                    <a:lnTo>
                      <a:pt x="1396524" y="0"/>
                    </a:lnTo>
                    <a:lnTo>
                      <a:pt x="99774" y="0"/>
                    </a:lnTo>
                    <a:cubicBezTo>
                      <a:pt x="44894" y="0"/>
                      <a:pt x="0" y="44891"/>
                      <a:pt x="0" y="99774"/>
                    </a:cubicBezTo>
                    <a:cubicBezTo>
                      <a:pt x="38" y="154616"/>
                      <a:pt x="44929" y="199509"/>
                      <a:pt x="99774" y="199509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" name="Freeform: Shape 25">
                <a:extLst>
                  <a:ext uri="{FF2B5EF4-FFF2-40B4-BE49-F238E27FC236}">
                    <a16:creationId xmlns:a16="http://schemas.microsoft.com/office/drawing/2014/main" id="{48795F2F-C61E-0D0D-AD8F-69A72E9F12D4}"/>
                  </a:ext>
                </a:extLst>
              </p:cNvPr>
              <p:cNvSpPr/>
              <p:nvPr/>
            </p:nvSpPr>
            <p:spPr>
              <a:xfrm>
                <a:off x="14027920" y="2915251"/>
                <a:ext cx="1645959" cy="199509"/>
              </a:xfrm>
              <a:custGeom>
                <a:avLst/>
                <a:gdLst>
                  <a:gd name="connsiteX0" fmla="*/ 99774 w 1645959"/>
                  <a:gd name="connsiteY0" fmla="*/ 199499 h 199509"/>
                  <a:gd name="connsiteX1" fmla="*/ 1645959 w 1645959"/>
                  <a:gd name="connsiteY1" fmla="*/ 199499 h 199509"/>
                  <a:gd name="connsiteX2" fmla="*/ 1645959 w 1645959"/>
                  <a:gd name="connsiteY2" fmla="*/ 0 h 199509"/>
                  <a:gd name="connsiteX3" fmla="*/ 99774 w 1645959"/>
                  <a:gd name="connsiteY3" fmla="*/ 0 h 199509"/>
                  <a:gd name="connsiteX4" fmla="*/ 0 w 1645959"/>
                  <a:gd name="connsiteY4" fmla="*/ 99774 h 199509"/>
                  <a:gd name="connsiteX5" fmla="*/ 99774 w 1645959"/>
                  <a:gd name="connsiteY5" fmla="*/ 199509 h 1995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645959" h="199509">
                    <a:moveTo>
                      <a:pt x="99774" y="199499"/>
                    </a:moveTo>
                    <a:lnTo>
                      <a:pt x="1645959" y="199499"/>
                    </a:lnTo>
                    <a:lnTo>
                      <a:pt x="1645959" y="0"/>
                    </a:lnTo>
                    <a:lnTo>
                      <a:pt x="99774" y="0"/>
                    </a:lnTo>
                    <a:cubicBezTo>
                      <a:pt x="44894" y="0"/>
                      <a:pt x="0" y="44891"/>
                      <a:pt x="0" y="99774"/>
                    </a:cubicBezTo>
                    <a:cubicBezTo>
                      <a:pt x="38" y="154616"/>
                      <a:pt x="44929" y="199509"/>
                      <a:pt x="99774" y="199509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" name="Freeform: Shape 26">
                <a:extLst>
                  <a:ext uri="{FF2B5EF4-FFF2-40B4-BE49-F238E27FC236}">
                    <a16:creationId xmlns:a16="http://schemas.microsoft.com/office/drawing/2014/main" id="{4A83A4F3-751D-DB9A-E5F4-52F23F63F97E}"/>
                  </a:ext>
                </a:extLst>
              </p:cNvPr>
              <p:cNvSpPr/>
              <p:nvPr/>
            </p:nvSpPr>
            <p:spPr>
              <a:xfrm>
                <a:off x="14027920" y="3413975"/>
                <a:ext cx="2793145" cy="199548"/>
              </a:xfrm>
              <a:custGeom>
                <a:avLst/>
                <a:gdLst>
                  <a:gd name="connsiteX0" fmla="*/ 99774 w 2793145"/>
                  <a:gd name="connsiteY0" fmla="*/ 199548 h 199548"/>
                  <a:gd name="connsiteX1" fmla="*/ 2693372 w 2793145"/>
                  <a:gd name="connsiteY1" fmla="*/ 199548 h 199548"/>
                  <a:gd name="connsiteX2" fmla="*/ 2793146 w 2793145"/>
                  <a:gd name="connsiteY2" fmla="*/ 99774 h 199548"/>
                  <a:gd name="connsiteX3" fmla="*/ 2693372 w 2793145"/>
                  <a:gd name="connsiteY3" fmla="*/ 0 h 199548"/>
                  <a:gd name="connsiteX4" fmla="*/ 99774 w 2793145"/>
                  <a:gd name="connsiteY4" fmla="*/ 38 h 199548"/>
                  <a:gd name="connsiteX5" fmla="*/ 0 w 2793145"/>
                  <a:gd name="connsiteY5" fmla="*/ 99813 h 199548"/>
                  <a:gd name="connsiteX6" fmla="*/ 99774 w 2793145"/>
                  <a:gd name="connsiteY6" fmla="*/ 199547 h 1995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793145" h="199548">
                    <a:moveTo>
                      <a:pt x="99774" y="199548"/>
                    </a:moveTo>
                    <a:lnTo>
                      <a:pt x="2693372" y="199548"/>
                    </a:lnTo>
                    <a:cubicBezTo>
                      <a:pt x="2748252" y="199548"/>
                      <a:pt x="2793146" y="154658"/>
                      <a:pt x="2793146" y="99774"/>
                    </a:cubicBezTo>
                    <a:cubicBezTo>
                      <a:pt x="2793146" y="44894"/>
                      <a:pt x="2748255" y="0"/>
                      <a:pt x="2693372" y="0"/>
                    </a:cubicBezTo>
                    <a:lnTo>
                      <a:pt x="99774" y="38"/>
                    </a:lnTo>
                    <a:cubicBezTo>
                      <a:pt x="44894" y="38"/>
                      <a:pt x="0" y="44929"/>
                      <a:pt x="0" y="99813"/>
                    </a:cubicBezTo>
                    <a:cubicBezTo>
                      <a:pt x="38" y="154654"/>
                      <a:pt x="44929" y="199547"/>
                      <a:pt x="99774" y="199547"/>
                    </a:cubicBez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" name="Freeform: Shape 27">
                <a:extLst>
                  <a:ext uri="{FF2B5EF4-FFF2-40B4-BE49-F238E27FC236}">
                    <a16:creationId xmlns:a16="http://schemas.microsoft.com/office/drawing/2014/main" id="{E1495DFF-44FC-4F52-70D1-28C0EF1EDD7B}"/>
                  </a:ext>
                </a:extLst>
              </p:cNvPr>
              <p:cNvSpPr/>
              <p:nvPr/>
            </p:nvSpPr>
            <p:spPr>
              <a:xfrm>
                <a:off x="15773614" y="1319228"/>
                <a:ext cx="199499" cy="1396582"/>
              </a:xfrm>
              <a:custGeom>
                <a:avLst/>
                <a:gdLst>
                  <a:gd name="connsiteX0" fmla="*/ 0 w 199499"/>
                  <a:gd name="connsiteY0" fmla="*/ 0 h 1396582"/>
                  <a:gd name="connsiteX1" fmla="*/ 199499 w 199499"/>
                  <a:gd name="connsiteY1" fmla="*/ 0 h 1396582"/>
                  <a:gd name="connsiteX2" fmla="*/ 199499 w 199499"/>
                  <a:gd name="connsiteY2" fmla="*/ 1396583 h 1396582"/>
                  <a:gd name="connsiteX3" fmla="*/ 0 w 199499"/>
                  <a:gd name="connsiteY3" fmla="*/ 1396583 h 13965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9499" h="1396582">
                    <a:moveTo>
                      <a:pt x="0" y="0"/>
                    </a:moveTo>
                    <a:lnTo>
                      <a:pt x="199499" y="0"/>
                    </a:lnTo>
                    <a:lnTo>
                      <a:pt x="199499" y="1396583"/>
                    </a:lnTo>
                    <a:lnTo>
                      <a:pt x="0" y="1396583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9" name="Freeform: Shape 28">
                <a:extLst>
                  <a:ext uri="{FF2B5EF4-FFF2-40B4-BE49-F238E27FC236}">
                    <a16:creationId xmlns:a16="http://schemas.microsoft.com/office/drawing/2014/main" id="{9CDEB3FF-A305-709A-3144-FD88DABF36BF}"/>
                  </a:ext>
                </a:extLst>
              </p:cNvPr>
              <p:cNvSpPr/>
              <p:nvPr/>
            </p:nvSpPr>
            <p:spPr>
              <a:xfrm>
                <a:off x="15474409" y="1768133"/>
                <a:ext cx="199499" cy="498772"/>
              </a:xfrm>
              <a:custGeom>
                <a:avLst/>
                <a:gdLst>
                  <a:gd name="connsiteX0" fmla="*/ 0 w 199499"/>
                  <a:gd name="connsiteY0" fmla="*/ 0 h 498772"/>
                  <a:gd name="connsiteX1" fmla="*/ 199499 w 199499"/>
                  <a:gd name="connsiteY1" fmla="*/ 0 h 498772"/>
                  <a:gd name="connsiteX2" fmla="*/ 199499 w 199499"/>
                  <a:gd name="connsiteY2" fmla="*/ 498772 h 498772"/>
                  <a:gd name="connsiteX3" fmla="*/ 0 w 199499"/>
                  <a:gd name="connsiteY3" fmla="*/ 498772 h 4987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9499" h="498772">
                    <a:moveTo>
                      <a:pt x="0" y="0"/>
                    </a:moveTo>
                    <a:lnTo>
                      <a:pt x="199499" y="0"/>
                    </a:lnTo>
                    <a:lnTo>
                      <a:pt x="199499" y="498772"/>
                    </a:lnTo>
                    <a:lnTo>
                      <a:pt x="0" y="498772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0" name="Freeform: Shape 29">
                <a:extLst>
                  <a:ext uri="{FF2B5EF4-FFF2-40B4-BE49-F238E27FC236}">
                    <a16:creationId xmlns:a16="http://schemas.microsoft.com/office/drawing/2014/main" id="{5C873368-9714-380A-73A2-4CD1C176AC9C}"/>
                  </a:ext>
                </a:extLst>
              </p:cNvPr>
              <p:cNvSpPr/>
              <p:nvPr/>
            </p:nvSpPr>
            <p:spPr>
              <a:xfrm>
                <a:off x="16072917" y="920191"/>
                <a:ext cx="199498" cy="2194560"/>
              </a:xfrm>
              <a:custGeom>
                <a:avLst/>
                <a:gdLst>
                  <a:gd name="connsiteX0" fmla="*/ 0 w 199498"/>
                  <a:gd name="connsiteY0" fmla="*/ 0 h 2194560"/>
                  <a:gd name="connsiteX1" fmla="*/ 199499 w 199498"/>
                  <a:gd name="connsiteY1" fmla="*/ 0 h 2194560"/>
                  <a:gd name="connsiteX2" fmla="*/ 199499 w 199498"/>
                  <a:gd name="connsiteY2" fmla="*/ 2194560 h 2194560"/>
                  <a:gd name="connsiteX3" fmla="*/ 0 w 199498"/>
                  <a:gd name="connsiteY3" fmla="*/ 2194560 h 21945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9498" h="2194560">
                    <a:moveTo>
                      <a:pt x="0" y="0"/>
                    </a:moveTo>
                    <a:lnTo>
                      <a:pt x="199499" y="0"/>
                    </a:lnTo>
                    <a:lnTo>
                      <a:pt x="199499" y="2194560"/>
                    </a:lnTo>
                    <a:lnTo>
                      <a:pt x="0" y="2194560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1" name="Freeform: Shape 30">
                <a:extLst>
                  <a:ext uri="{FF2B5EF4-FFF2-40B4-BE49-F238E27FC236}">
                    <a16:creationId xmlns:a16="http://schemas.microsoft.com/office/drawing/2014/main" id="{EF418EDE-1517-0AD2-CA85-71FDE7DC2B68}"/>
                  </a:ext>
                </a:extLst>
              </p:cNvPr>
              <p:cNvSpPr/>
              <p:nvPr/>
            </p:nvSpPr>
            <p:spPr>
              <a:xfrm>
                <a:off x="16372121" y="1119660"/>
                <a:ext cx="199499" cy="1795522"/>
              </a:xfrm>
              <a:custGeom>
                <a:avLst/>
                <a:gdLst>
                  <a:gd name="connsiteX0" fmla="*/ 0 w 199499"/>
                  <a:gd name="connsiteY0" fmla="*/ 0 h 1795522"/>
                  <a:gd name="connsiteX1" fmla="*/ 199499 w 199499"/>
                  <a:gd name="connsiteY1" fmla="*/ 0 h 1795522"/>
                  <a:gd name="connsiteX2" fmla="*/ 199499 w 199499"/>
                  <a:gd name="connsiteY2" fmla="*/ 1795522 h 1795522"/>
                  <a:gd name="connsiteX3" fmla="*/ 0 w 199499"/>
                  <a:gd name="connsiteY3" fmla="*/ 1795522 h 17955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9499" h="1795522">
                    <a:moveTo>
                      <a:pt x="0" y="0"/>
                    </a:moveTo>
                    <a:lnTo>
                      <a:pt x="199499" y="0"/>
                    </a:lnTo>
                    <a:lnTo>
                      <a:pt x="199499" y="1795522"/>
                    </a:lnTo>
                    <a:lnTo>
                      <a:pt x="0" y="1795522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2" name="Freeform: Shape 31">
                <a:extLst>
                  <a:ext uri="{FF2B5EF4-FFF2-40B4-BE49-F238E27FC236}">
                    <a16:creationId xmlns:a16="http://schemas.microsoft.com/office/drawing/2014/main" id="{B9896BAE-49D0-D708-451F-5D34C858D310}"/>
                  </a:ext>
                </a:extLst>
              </p:cNvPr>
              <p:cNvSpPr/>
              <p:nvPr/>
            </p:nvSpPr>
            <p:spPr>
              <a:xfrm>
                <a:off x="16671424" y="1369096"/>
                <a:ext cx="199498" cy="1296749"/>
              </a:xfrm>
              <a:custGeom>
                <a:avLst/>
                <a:gdLst>
                  <a:gd name="connsiteX0" fmla="*/ 0 w 199498"/>
                  <a:gd name="connsiteY0" fmla="*/ 0 h 1296749"/>
                  <a:gd name="connsiteX1" fmla="*/ 199499 w 199498"/>
                  <a:gd name="connsiteY1" fmla="*/ 0 h 1296749"/>
                  <a:gd name="connsiteX2" fmla="*/ 199499 w 199498"/>
                  <a:gd name="connsiteY2" fmla="*/ 1296750 h 1296749"/>
                  <a:gd name="connsiteX3" fmla="*/ 0 w 199498"/>
                  <a:gd name="connsiteY3" fmla="*/ 1296750 h 12967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9498" h="1296749">
                    <a:moveTo>
                      <a:pt x="0" y="0"/>
                    </a:moveTo>
                    <a:lnTo>
                      <a:pt x="199499" y="0"/>
                    </a:lnTo>
                    <a:lnTo>
                      <a:pt x="199499" y="1296750"/>
                    </a:lnTo>
                    <a:lnTo>
                      <a:pt x="0" y="1296750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3" name="Freeform: Shape 32">
                <a:extLst>
                  <a:ext uri="{FF2B5EF4-FFF2-40B4-BE49-F238E27FC236}">
                    <a16:creationId xmlns:a16="http://schemas.microsoft.com/office/drawing/2014/main" id="{7EA8F3C6-F343-138D-6DD7-EF3486A3A99A}"/>
                  </a:ext>
                </a:extLst>
              </p:cNvPr>
              <p:cNvSpPr/>
              <p:nvPr/>
            </p:nvSpPr>
            <p:spPr>
              <a:xfrm>
                <a:off x="16970629" y="1618433"/>
                <a:ext cx="199499" cy="847913"/>
              </a:xfrm>
              <a:custGeom>
                <a:avLst/>
                <a:gdLst>
                  <a:gd name="connsiteX0" fmla="*/ 0 w 199499"/>
                  <a:gd name="connsiteY0" fmla="*/ 0 h 847913"/>
                  <a:gd name="connsiteX1" fmla="*/ 199499 w 199499"/>
                  <a:gd name="connsiteY1" fmla="*/ 0 h 847913"/>
                  <a:gd name="connsiteX2" fmla="*/ 199499 w 199499"/>
                  <a:gd name="connsiteY2" fmla="*/ 847913 h 847913"/>
                  <a:gd name="connsiteX3" fmla="*/ 0 w 199499"/>
                  <a:gd name="connsiteY3" fmla="*/ 847913 h 8479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9499" h="847913">
                    <a:moveTo>
                      <a:pt x="0" y="0"/>
                    </a:moveTo>
                    <a:lnTo>
                      <a:pt x="199499" y="0"/>
                    </a:lnTo>
                    <a:lnTo>
                      <a:pt x="199499" y="847913"/>
                    </a:lnTo>
                    <a:lnTo>
                      <a:pt x="0" y="847913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4" name="Freeform: Shape 33">
                <a:extLst>
                  <a:ext uri="{FF2B5EF4-FFF2-40B4-BE49-F238E27FC236}">
                    <a16:creationId xmlns:a16="http://schemas.microsoft.com/office/drawing/2014/main" id="{22162AF1-0C51-60AD-8394-747751895CE5}"/>
                  </a:ext>
                </a:extLst>
              </p:cNvPr>
              <p:cNvSpPr/>
              <p:nvPr/>
            </p:nvSpPr>
            <p:spPr>
              <a:xfrm>
                <a:off x="17269932" y="1418963"/>
                <a:ext cx="199499" cy="1197014"/>
              </a:xfrm>
              <a:custGeom>
                <a:avLst/>
                <a:gdLst>
                  <a:gd name="connsiteX0" fmla="*/ 0 w 199499"/>
                  <a:gd name="connsiteY0" fmla="*/ 0 h 1197014"/>
                  <a:gd name="connsiteX1" fmla="*/ 199499 w 199499"/>
                  <a:gd name="connsiteY1" fmla="*/ 0 h 1197014"/>
                  <a:gd name="connsiteX2" fmla="*/ 199499 w 199499"/>
                  <a:gd name="connsiteY2" fmla="*/ 1197015 h 1197014"/>
                  <a:gd name="connsiteX3" fmla="*/ 0 w 199499"/>
                  <a:gd name="connsiteY3" fmla="*/ 1197015 h 11970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9499" h="1197014">
                    <a:moveTo>
                      <a:pt x="0" y="0"/>
                    </a:moveTo>
                    <a:lnTo>
                      <a:pt x="199499" y="0"/>
                    </a:lnTo>
                    <a:lnTo>
                      <a:pt x="199499" y="1197015"/>
                    </a:lnTo>
                    <a:lnTo>
                      <a:pt x="0" y="1197015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5" name="Freeform: Shape 34">
                <a:extLst>
                  <a:ext uri="{FF2B5EF4-FFF2-40B4-BE49-F238E27FC236}">
                    <a16:creationId xmlns:a16="http://schemas.microsoft.com/office/drawing/2014/main" id="{F0E5C552-C7D6-0BE7-A101-28ADC1F8A97C}"/>
                  </a:ext>
                </a:extLst>
              </p:cNvPr>
              <p:cNvSpPr/>
              <p:nvPr/>
            </p:nvSpPr>
            <p:spPr>
              <a:xfrm>
                <a:off x="17569136" y="720721"/>
                <a:ext cx="199499" cy="2593597"/>
              </a:xfrm>
              <a:custGeom>
                <a:avLst/>
                <a:gdLst>
                  <a:gd name="connsiteX0" fmla="*/ 0 w 199499"/>
                  <a:gd name="connsiteY0" fmla="*/ 0 h 2593597"/>
                  <a:gd name="connsiteX1" fmla="*/ 199499 w 199499"/>
                  <a:gd name="connsiteY1" fmla="*/ 0 h 2593597"/>
                  <a:gd name="connsiteX2" fmla="*/ 199499 w 199499"/>
                  <a:gd name="connsiteY2" fmla="*/ 2593598 h 2593597"/>
                  <a:gd name="connsiteX3" fmla="*/ 0 w 199499"/>
                  <a:gd name="connsiteY3" fmla="*/ 2593598 h 25935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9499" h="2593597">
                    <a:moveTo>
                      <a:pt x="0" y="0"/>
                    </a:moveTo>
                    <a:lnTo>
                      <a:pt x="199499" y="0"/>
                    </a:lnTo>
                    <a:lnTo>
                      <a:pt x="199499" y="2593598"/>
                    </a:lnTo>
                    <a:lnTo>
                      <a:pt x="0" y="2593598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6" name="Freeform: Shape 35">
                <a:extLst>
                  <a:ext uri="{FF2B5EF4-FFF2-40B4-BE49-F238E27FC236}">
                    <a16:creationId xmlns:a16="http://schemas.microsoft.com/office/drawing/2014/main" id="{FD5F3CA3-CBEB-4B3E-24AE-9D2E722A9590}"/>
                  </a:ext>
                </a:extLst>
              </p:cNvPr>
              <p:cNvSpPr/>
              <p:nvPr/>
            </p:nvSpPr>
            <p:spPr>
              <a:xfrm>
                <a:off x="17868439" y="970058"/>
                <a:ext cx="199499" cy="2094825"/>
              </a:xfrm>
              <a:custGeom>
                <a:avLst/>
                <a:gdLst>
                  <a:gd name="connsiteX0" fmla="*/ 0 w 199499"/>
                  <a:gd name="connsiteY0" fmla="*/ 0 h 2094825"/>
                  <a:gd name="connsiteX1" fmla="*/ 199500 w 199499"/>
                  <a:gd name="connsiteY1" fmla="*/ 0 h 2094825"/>
                  <a:gd name="connsiteX2" fmla="*/ 199500 w 199499"/>
                  <a:gd name="connsiteY2" fmla="*/ 2094825 h 2094825"/>
                  <a:gd name="connsiteX3" fmla="*/ 0 w 199499"/>
                  <a:gd name="connsiteY3" fmla="*/ 2094825 h 20948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9499" h="2094825">
                    <a:moveTo>
                      <a:pt x="0" y="0"/>
                    </a:moveTo>
                    <a:lnTo>
                      <a:pt x="199500" y="0"/>
                    </a:lnTo>
                    <a:lnTo>
                      <a:pt x="199500" y="2094825"/>
                    </a:lnTo>
                    <a:lnTo>
                      <a:pt x="0" y="2094825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7" name="Freeform: Shape 36">
                <a:extLst>
                  <a:ext uri="{FF2B5EF4-FFF2-40B4-BE49-F238E27FC236}">
                    <a16:creationId xmlns:a16="http://schemas.microsoft.com/office/drawing/2014/main" id="{E499EA11-A610-97C0-629F-51D35ABB525F}"/>
                  </a:ext>
                </a:extLst>
              </p:cNvPr>
              <p:cNvSpPr/>
              <p:nvPr/>
            </p:nvSpPr>
            <p:spPr>
              <a:xfrm>
                <a:off x="18167644" y="1269361"/>
                <a:ext cx="199498" cy="1496317"/>
              </a:xfrm>
              <a:custGeom>
                <a:avLst/>
                <a:gdLst>
                  <a:gd name="connsiteX0" fmla="*/ 0 w 199498"/>
                  <a:gd name="connsiteY0" fmla="*/ 0 h 1496317"/>
                  <a:gd name="connsiteX1" fmla="*/ 199499 w 199498"/>
                  <a:gd name="connsiteY1" fmla="*/ 0 h 1496317"/>
                  <a:gd name="connsiteX2" fmla="*/ 199499 w 199498"/>
                  <a:gd name="connsiteY2" fmla="*/ 1496318 h 1496317"/>
                  <a:gd name="connsiteX3" fmla="*/ 0 w 199498"/>
                  <a:gd name="connsiteY3" fmla="*/ 1496318 h 14963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9498" h="1496317">
                    <a:moveTo>
                      <a:pt x="0" y="0"/>
                    </a:moveTo>
                    <a:lnTo>
                      <a:pt x="199499" y="0"/>
                    </a:lnTo>
                    <a:lnTo>
                      <a:pt x="199499" y="1496318"/>
                    </a:lnTo>
                    <a:lnTo>
                      <a:pt x="0" y="1496318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9" name="Freeform: Shape 37">
                <a:extLst>
                  <a:ext uri="{FF2B5EF4-FFF2-40B4-BE49-F238E27FC236}">
                    <a16:creationId xmlns:a16="http://schemas.microsoft.com/office/drawing/2014/main" id="{C9CBDED1-7952-7BF8-6996-9E21B29AA01F}"/>
                  </a:ext>
                </a:extLst>
              </p:cNvPr>
              <p:cNvSpPr/>
              <p:nvPr/>
            </p:nvSpPr>
            <p:spPr>
              <a:xfrm>
                <a:off x="18466947" y="1393980"/>
                <a:ext cx="199498" cy="1246882"/>
              </a:xfrm>
              <a:custGeom>
                <a:avLst/>
                <a:gdLst>
                  <a:gd name="connsiteX0" fmla="*/ 0 w 199498"/>
                  <a:gd name="connsiteY0" fmla="*/ 0 h 1246882"/>
                  <a:gd name="connsiteX1" fmla="*/ 199499 w 199498"/>
                  <a:gd name="connsiteY1" fmla="*/ 0 h 1246882"/>
                  <a:gd name="connsiteX2" fmla="*/ 199499 w 199498"/>
                  <a:gd name="connsiteY2" fmla="*/ 1246882 h 1246882"/>
                  <a:gd name="connsiteX3" fmla="*/ 0 w 199498"/>
                  <a:gd name="connsiteY3" fmla="*/ 1246882 h 12468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9498" h="1246882">
                    <a:moveTo>
                      <a:pt x="0" y="0"/>
                    </a:moveTo>
                    <a:lnTo>
                      <a:pt x="199499" y="0"/>
                    </a:lnTo>
                    <a:lnTo>
                      <a:pt x="199499" y="1246882"/>
                    </a:lnTo>
                    <a:lnTo>
                      <a:pt x="0" y="1246882"/>
                    </a:lnTo>
                    <a:close/>
                  </a:path>
                </a:pathLst>
              </a:custGeom>
              <a:grpFill/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</p:grpSp>
      <p:sp>
        <p:nvSpPr>
          <p:cNvPr id="96" name="TextBox 95">
            <a:extLst>
              <a:ext uri="{FF2B5EF4-FFF2-40B4-BE49-F238E27FC236}">
                <a16:creationId xmlns:a16="http://schemas.microsoft.com/office/drawing/2014/main" id="{EEB35E3F-B4AC-C10E-0145-8D0992DA60A6}"/>
              </a:ext>
            </a:extLst>
          </p:cNvPr>
          <p:cNvSpPr txBox="1"/>
          <p:nvPr/>
        </p:nvSpPr>
        <p:spPr>
          <a:xfrm>
            <a:off x="6275389" y="2652399"/>
            <a:ext cx="4974481" cy="25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IN" sz="1600" b="1" i="0" u="none" strike="noStrike" baseline="0">
                <a:solidFill>
                  <a:schemeClr val="accent3">
                    <a:lumMod val="75000"/>
                  </a:schemeClr>
                </a:solidFill>
                <a:latin typeface="+mj-lt"/>
              </a:rPr>
              <a:t>CONTRIBUTION TO NVDA</a:t>
            </a:r>
            <a:endParaRPr lang="en-US" sz="1600" b="0" i="0" u="none" strike="noStrike" baseline="0">
              <a:solidFill>
                <a:schemeClr val="accent3">
                  <a:lumMod val="75000"/>
                </a:schemeClr>
              </a:solidFill>
              <a:latin typeface="+mj-lt"/>
            </a:endParaRP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FC8A8A64-FAAD-6790-303D-386C16CAC0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275389" y="3007083"/>
            <a:ext cx="528557" cy="0"/>
          </a:xfrm>
          <a:prstGeom prst="line">
            <a:avLst/>
          </a:prstGeom>
          <a:ln w="381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B84ABC8-F011-34D2-6714-6156B6273A02}"/>
              </a:ext>
            </a:extLst>
          </p:cNvPr>
          <p:cNvSpPr txBox="1"/>
          <p:nvPr/>
        </p:nvSpPr>
        <p:spPr>
          <a:xfrm>
            <a:off x="6275389" y="3140488"/>
            <a:ext cx="5545135" cy="16417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180000" indent="-18000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200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/>
              <a:t>Created NVDA drivers for Nuance Text to speech engines for Indian Languages.</a:t>
            </a:r>
          </a:p>
          <a:p>
            <a:r>
              <a:rPr lang="en-US"/>
              <a:t>Created a licensing and install system for NVDA with Indian voices from Nuance.</a:t>
            </a:r>
          </a:p>
          <a:p>
            <a:r>
              <a:rPr lang="en-US"/>
              <a:t>Contributed many improvements to the Core NVDA screen reader.</a:t>
            </a:r>
          </a:p>
          <a:p>
            <a:r>
              <a:rPr lang="en-US"/>
              <a:t>Managed a program to create many new Indian language TTS voices using the </a:t>
            </a:r>
            <a:r>
              <a:rPr lang="en-US" err="1"/>
              <a:t>Espeak</a:t>
            </a:r>
            <a:r>
              <a:rPr lang="en-US"/>
              <a:t> TTS engine.</a:t>
            </a:r>
          </a:p>
        </p:txBody>
      </p:sp>
    </p:spTree>
    <p:extLst>
      <p:ext uri="{BB962C8B-B14F-4D97-AF65-F5344CB8AC3E}">
        <p14:creationId xmlns:p14="http://schemas.microsoft.com/office/powerpoint/2010/main" val="29701394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B95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26EC821-F6FF-CA10-0555-3601CB209F7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887200" y="6446838"/>
            <a:ext cx="304800" cy="122237"/>
          </a:xfrm>
        </p:spPr>
        <p:txBody>
          <a:bodyPr/>
          <a:lstStyle/>
          <a:p>
            <a:pPr>
              <a:spcBef>
                <a:spcPts val="300"/>
              </a:spcBef>
              <a:spcAft>
                <a:spcPts val="300"/>
              </a:spcAft>
            </a:pPr>
            <a:fld id="{EFBDB023-C1A5-4ABF-B6D8-70426759D17D}" type="slidenum">
              <a:rPr lang="en-IN" smtClean="0"/>
              <a:pPr>
                <a:spcBef>
                  <a:spcPts val="300"/>
                </a:spcBef>
                <a:spcAft>
                  <a:spcPts val="300"/>
                </a:spcAft>
              </a:pPr>
              <a:t>21</a:t>
            </a:fld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7C7ABED-F8EE-53FF-BCE1-D06CCF495E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30384" y="3152001"/>
            <a:ext cx="5931232" cy="553998"/>
          </a:xfrm>
        </p:spPr>
        <p:txBody>
          <a:bodyPr anchor="ctr"/>
          <a:lstStyle/>
          <a:p>
            <a:pPr algn="ctr"/>
            <a:r>
              <a:rPr lang="en-US" sz="4000">
                <a:solidFill>
                  <a:schemeClr val="bg1"/>
                </a:solidFill>
              </a:rPr>
              <a:t>CONTACT US</a:t>
            </a:r>
          </a:p>
        </p:txBody>
      </p:sp>
      <p:grpSp>
        <p:nvGrpSpPr>
          <p:cNvPr id="18" name="Group 17" descr="IAccessible Logo">
            <a:extLst>
              <a:ext uri="{FF2B5EF4-FFF2-40B4-BE49-F238E27FC236}">
                <a16:creationId xmlns:a16="http://schemas.microsoft.com/office/drawing/2014/main" id="{EE9C17B8-7818-F61C-2856-4ADB3E48744A}"/>
              </a:ext>
            </a:extLst>
          </p:cNvPr>
          <p:cNvGrpSpPr/>
          <p:nvPr/>
        </p:nvGrpSpPr>
        <p:grpSpPr>
          <a:xfrm>
            <a:off x="4978989" y="978233"/>
            <a:ext cx="2234022" cy="1178222"/>
            <a:chOff x="4978989" y="978233"/>
            <a:chExt cx="2234022" cy="1178222"/>
          </a:xfrm>
        </p:grpSpPr>
        <p:pic>
          <p:nvPicPr>
            <p:cNvPr id="19" name="Picture 18" descr="IAccessible Logo">
              <a:extLst>
                <a:ext uri="{FF2B5EF4-FFF2-40B4-BE49-F238E27FC236}">
                  <a16:creationId xmlns:a16="http://schemas.microsoft.com/office/drawing/2014/main" id="{805A099A-47CD-B83F-512E-546856907CA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978989" y="978233"/>
              <a:ext cx="2234022" cy="1178222"/>
            </a:xfrm>
            <a:prstGeom prst="rect">
              <a:avLst/>
            </a:prstGeom>
          </p:spPr>
        </p:pic>
        <p:pic>
          <p:nvPicPr>
            <p:cNvPr id="20" name="Picture 19" descr="IAccessible Logo">
              <a:extLst>
                <a:ext uri="{FF2B5EF4-FFF2-40B4-BE49-F238E27FC236}">
                  <a16:creationId xmlns:a16="http://schemas.microsoft.com/office/drawing/2014/main" id="{7CA6A679-E500-5907-AFD2-DD636B4079B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rcRect t="76635"/>
            <a:stretch/>
          </p:blipFill>
          <p:spPr>
            <a:xfrm>
              <a:off x="4978989" y="1880825"/>
              <a:ext cx="2234022" cy="275294"/>
            </a:xfrm>
            <a:prstGeom prst="rect">
              <a:avLst/>
            </a:prstGeom>
          </p:spPr>
        </p:pic>
      </p:grpSp>
      <p:sp>
        <p:nvSpPr>
          <p:cNvPr id="9" name="Subtitle 15">
            <a:extLst>
              <a:ext uri="{FF2B5EF4-FFF2-40B4-BE49-F238E27FC236}">
                <a16:creationId xmlns:a16="http://schemas.microsoft.com/office/drawing/2014/main" id="{B6CC716F-5C6A-1DEE-6C7E-3B6520A30CC8}"/>
              </a:ext>
            </a:extLst>
          </p:cNvPr>
          <p:cNvSpPr txBox="1">
            <a:spLocks/>
          </p:cNvSpPr>
          <p:nvPr/>
        </p:nvSpPr>
        <p:spPr>
          <a:xfrm>
            <a:off x="3646789" y="3922363"/>
            <a:ext cx="2373114" cy="512412"/>
          </a:xfrm>
          <a:prstGeom prst="rect">
            <a:avLst/>
          </a:prstGeom>
          <a:solidFill>
            <a:srgbClr val="4B95E0"/>
          </a:solidFill>
        </p:spPr>
        <p:txBody>
          <a:bodyPr wrap="none" lIns="144000" tIns="144000" rIns="144000" bIns="144000" anchor="ctr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IN" sz="1600">
                <a:solidFill>
                  <a:schemeClr val="bg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https://iaccessible.net</a:t>
            </a:r>
            <a:endParaRPr lang="en-IN" sz="1600">
              <a:solidFill>
                <a:schemeClr val="bg1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38E6783-64A4-0157-72C5-9715007635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168135" y="3971857"/>
            <a:ext cx="0" cy="413425"/>
          </a:xfrm>
          <a:prstGeom prst="line">
            <a:avLst/>
          </a:prstGeom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Subtitle 15">
            <a:extLst>
              <a:ext uri="{FF2B5EF4-FFF2-40B4-BE49-F238E27FC236}">
                <a16:creationId xmlns:a16="http://schemas.microsoft.com/office/drawing/2014/main" id="{A0F5A549-9EF4-9DD1-8F72-2C44BF9F252F}"/>
              </a:ext>
            </a:extLst>
          </p:cNvPr>
          <p:cNvSpPr txBox="1">
            <a:spLocks/>
          </p:cNvSpPr>
          <p:nvPr/>
        </p:nvSpPr>
        <p:spPr>
          <a:xfrm>
            <a:off x="6316368" y="3922363"/>
            <a:ext cx="2228844" cy="512412"/>
          </a:xfrm>
          <a:prstGeom prst="rect">
            <a:avLst/>
          </a:prstGeom>
          <a:solidFill>
            <a:srgbClr val="4B95E0"/>
          </a:solidFill>
        </p:spPr>
        <p:txBody>
          <a:bodyPr vert="horz" wrap="none" lIns="144000" tIns="144000" rIns="144000" bIns="144000" rtlCol="0" anchor="ctr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n-IN" sz="18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sz="1600">
                <a:solidFill>
                  <a:schemeClr val="bg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info@iaccessible.net</a:t>
            </a:r>
            <a:endParaRPr lang="en-IN" sz="160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7C8293-8C2F-EBD9-8D24-C4B565C8D0E1}"/>
              </a:ext>
            </a:extLst>
          </p:cNvPr>
          <p:cNvSpPr txBox="1"/>
          <p:nvPr/>
        </p:nvSpPr>
        <p:spPr>
          <a:xfrm>
            <a:off x="4171262" y="6142382"/>
            <a:ext cx="3849476" cy="715618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800">
                <a:solidFill>
                  <a:schemeClr val="bg1"/>
                </a:solidFill>
                <a:latin typeface="+mj-lt"/>
              </a:rPr>
              <a:t>www.iaccessible.net | © 2022 </a:t>
            </a:r>
            <a:r>
              <a:rPr lang="en-US" sz="800" err="1">
                <a:solidFill>
                  <a:schemeClr val="bg1"/>
                </a:solidFill>
                <a:latin typeface="+mj-lt"/>
              </a:rPr>
              <a:t>IAccessible</a:t>
            </a:r>
            <a:r>
              <a:rPr lang="en-US" sz="800">
                <a:solidFill>
                  <a:schemeClr val="bg1"/>
                </a:solidFill>
                <a:latin typeface="+mj-lt"/>
              </a:rPr>
              <a:t> Inc.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1966528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2160"/>
      </a:accent1>
      <a:accent2>
        <a:srgbClr val="1663F1"/>
      </a:accent2>
      <a:accent3>
        <a:srgbClr val="F1C96B"/>
      </a:accent3>
      <a:accent4>
        <a:srgbClr val="3E4245"/>
      </a:accent4>
      <a:accent5>
        <a:srgbClr val="F07411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Open Sans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0">
        <a:spAutoFit/>
      </a:bodyPr>
      <a:lstStyle>
        <a:defPPr algn="l">
          <a:spcBef>
            <a:spcPts val="300"/>
          </a:spcBef>
          <a:spcAft>
            <a:spcPts val="300"/>
          </a:spcAft>
          <a:defRPr sz="1600" b="1" i="0" u="none" strike="noStrike" baseline="0" dirty="0" smtClean="0">
            <a:solidFill>
              <a:schemeClr val="accent4"/>
            </a:solidFill>
            <a:latin typeface="+mj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FC3B2AF4AFACB46BA2D38AF7B44D081" ma:contentTypeVersion="16" ma:contentTypeDescription="Create a new document." ma:contentTypeScope="" ma:versionID="7f80a58a55a911159c8a5be502590d85">
  <xsd:schema xmlns:xsd="http://www.w3.org/2001/XMLSchema" xmlns:xs="http://www.w3.org/2001/XMLSchema" xmlns:p="http://schemas.microsoft.com/office/2006/metadata/properties" xmlns:ns2="d9351bb6-fd1f-4a91-920c-f93ebb72cc4b" xmlns:ns3="09805f38-cf97-414d-bf55-348eea60f453" targetNamespace="http://schemas.microsoft.com/office/2006/metadata/properties" ma:root="true" ma:fieldsID="ef0a6dc23449e79e9d2c3517e46bc2cc" ns2:_="" ns3:_="">
    <xsd:import namespace="d9351bb6-fd1f-4a91-920c-f93ebb72cc4b"/>
    <xsd:import namespace="09805f38-cf97-414d-bf55-348eea60f45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9351bb6-fd1f-4a91-920c-f93ebb72cc4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c44b61a5-0374-45de-aff4-3f4693f7a92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9805f38-cf97-414d-bf55-348eea60f453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ffd8b9e7-54c5-4c8b-b39e-ab5dbfda9bcd}" ma:internalName="TaxCatchAll" ma:showField="CatchAllData" ma:web="09805f38-cf97-414d-bf55-348eea60f45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9351bb6-fd1f-4a91-920c-f93ebb72cc4b">
      <Terms xmlns="http://schemas.microsoft.com/office/infopath/2007/PartnerControls"/>
    </lcf76f155ced4ddcb4097134ff3c332f>
    <TaxCatchAll xmlns="09805f38-cf97-414d-bf55-348eea60f453" xsi:nil="true"/>
    <MediaLengthInSeconds xmlns="d9351bb6-fd1f-4a91-920c-f93ebb72cc4b" xsi:nil="true"/>
    <SharedWithUsers xmlns="09805f38-cf97-414d-bf55-348eea60f453">
      <UserInfo>
        <DisplayName>Manish Agrawal</DisplayName>
        <AccountId>16</AccountId>
        <AccountType/>
      </UserInfo>
    </SharedWithUsers>
  </documentManagement>
</p:properties>
</file>

<file path=customXml/itemProps1.xml><?xml version="1.0" encoding="utf-8"?>
<ds:datastoreItem xmlns:ds="http://schemas.openxmlformats.org/officeDocument/2006/customXml" ds:itemID="{AFEF823A-92F3-42ED-AE9A-EB0CCF7B7DE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772343C-E604-4089-A144-B842E867D69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9351bb6-fd1f-4a91-920c-f93ebb72cc4b"/>
    <ds:schemaRef ds:uri="09805f38-cf97-414d-bf55-348eea60f45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BE0F317-0229-4C07-BE0A-B46E45301127}">
  <ds:schemaRefs>
    <ds:schemaRef ds:uri="77376c27-fd5a-4a66-84dc-947b78b64122"/>
    <ds:schemaRef ds:uri="d83b6a1f-b92d-4206-94d9-7603ddd5337b"/>
    <ds:schemaRef ds:uri="http://schemas.microsoft.com/office/2006/metadata/properties"/>
    <ds:schemaRef ds:uri="http://schemas.microsoft.com/office/infopath/2007/PartnerControls"/>
    <ds:schemaRef ds:uri="d9351bb6-fd1f-4a91-920c-f93ebb72cc4b"/>
    <ds:schemaRef ds:uri="09805f38-cf97-414d-bf55-348eea60f453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319</TotalTime>
  <Words>1602</Words>
  <Application>Microsoft Office PowerPoint</Application>
  <PresentationFormat>Widescreen</PresentationFormat>
  <Paragraphs>209</Paragraphs>
  <Slides>21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Arial,Sans-Serif</vt:lpstr>
      <vt:lpstr>Calibri</vt:lpstr>
      <vt:lpstr>Open Sans</vt:lpstr>
      <vt:lpstr>Office Theme</vt:lpstr>
      <vt:lpstr>People with disabilities power accessibility in your products</vt:lpstr>
      <vt:lpstr>We are a disability owned social enterprise with a mission to bridge the #DisabilityDivide</vt:lpstr>
      <vt:lpstr>Founders</vt:lpstr>
      <vt:lpstr>Accessibility is fundamental to your products!  </vt:lpstr>
      <vt:lpstr>Our Services</vt:lpstr>
      <vt:lpstr>User Research: Conduct  research with users with disabilities to get actionable data</vt:lpstr>
      <vt:lpstr>Accessible Design: Get experts to review designs for accessibility</vt:lpstr>
      <vt:lpstr>Accessibility Testing: Test your applications for accessibility compliance</vt:lpstr>
      <vt:lpstr>Training: Train your teams on accessibility design and standards</vt:lpstr>
      <vt:lpstr>Print Material digitization Platform:  Use our Accessital platform to create  accessible Ebooks at scale</vt:lpstr>
      <vt:lpstr>Partner with us at every step to build inclusive products</vt:lpstr>
      <vt:lpstr>Case Studies Leading companies partner with IAccessible to achieve their inclusion goals!</vt:lpstr>
      <vt:lpstr>Case Study: Design partnership with Adobe</vt:lpstr>
      <vt:lpstr>Case Study: Microsoft – Copilot Accessibility Research</vt:lpstr>
      <vt:lpstr>Case Study: Mobile app review for Microsoft Cafes</vt:lpstr>
      <vt:lpstr>Case Study: ZipHQ – Procurement Platform Accessibility</vt:lpstr>
      <vt:lpstr>Case Study: Indigo Airlines – Accessible Travel Platforms</vt:lpstr>
      <vt:lpstr>Case Study Accessibility audits for  Eskalera and Racloop</vt:lpstr>
      <vt:lpstr>Case Study Accessibility training for NIC (Indian Government)</vt:lpstr>
      <vt:lpstr>Case Study Product development for Saksham</vt:lpstr>
      <vt:lpstr>CONTACT US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Nandagopal</dc:creator>
  <cp:lastModifiedBy>Manish Agrawal</cp:lastModifiedBy>
  <cp:revision>31</cp:revision>
  <dcterms:created xsi:type="dcterms:W3CDTF">2022-03-22T05:19:59Z</dcterms:created>
  <dcterms:modified xsi:type="dcterms:W3CDTF">2025-08-16T23:46:11Z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0x0101004FC3B2AF4AFACB46BA2D38AF7B44D081</vt:lpwstr>
  </property>
  <property fmtid="{D5CDD505-2E9C-101B-9397-08002B2CF9AE}" pid="3" name="ComplianceAssetId">
    <vt:lpwstr/>
  </property>
  <property fmtid="{D5CDD505-2E9C-101B-9397-08002B2CF9AE}" pid="4" name="_ExtendedDescription">
    <vt:lpwstr/>
  </property>
  <property fmtid="{D5CDD505-2E9C-101B-9397-08002B2CF9AE}" pid="5" name="TriggerFlowInfo">
    <vt:lpwstr/>
  </property>
  <property fmtid="{D5CDD505-2E9C-101B-9397-08002B2CF9AE}" pid="6" name="MediaServiceImageTags">
    <vt:lpwstr/>
  </property>
  <property fmtid="{D5CDD505-2E9C-101B-9397-08002B2CF9AE}" pid="7" name="xd_ProgID">
    <vt:lpwstr/>
  </property>
  <property fmtid="{D5CDD505-2E9C-101B-9397-08002B2CF9AE}" pid="8" name="TemplateUrl">
    <vt:lpwstr/>
  </property>
  <property fmtid="{D5CDD505-2E9C-101B-9397-08002B2CF9AE}" pid="9" name="xd_Signature">
    <vt:bool>false</vt:bool>
  </property>
  <property fmtid="{D5CDD505-2E9C-101B-9397-08002B2CF9AE}" pid="10" name="SharedWithUsers">
    <vt:lpwstr>16;#Manish Agrawal</vt:lpwstr>
  </property>
</Properties>
</file>